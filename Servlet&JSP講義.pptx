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notesSlides/notesSlide16.xml" ContentType="application/vnd.openxmlformats-officedocument.presentationml.notesSlide+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notesSlides/notesSlide17.xml" ContentType="application/vnd.openxmlformats-officedocument.presentationml.notesSlide+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5" r:id="rId1"/>
  </p:sldMasterIdLst>
  <p:notesMasterIdLst>
    <p:notesMasterId r:id="rId141"/>
  </p:notesMasterIdLst>
  <p:sldIdLst>
    <p:sldId id="578" r:id="rId2"/>
    <p:sldId id="256" r:id="rId3"/>
    <p:sldId id="257" r:id="rId4"/>
    <p:sldId id="268" r:id="rId5"/>
    <p:sldId id="258" r:id="rId6"/>
    <p:sldId id="259" r:id="rId7"/>
    <p:sldId id="260" r:id="rId8"/>
    <p:sldId id="261" r:id="rId9"/>
    <p:sldId id="262" r:id="rId10"/>
    <p:sldId id="263" r:id="rId11"/>
    <p:sldId id="264" r:id="rId12"/>
    <p:sldId id="265" r:id="rId13"/>
    <p:sldId id="266" r:id="rId14"/>
    <p:sldId id="267" r:id="rId15"/>
    <p:sldId id="269" r:id="rId16"/>
    <p:sldId id="270" r:id="rId17"/>
    <p:sldId id="519" r:id="rId18"/>
    <p:sldId id="271" r:id="rId19"/>
    <p:sldId id="272" r:id="rId20"/>
    <p:sldId id="273" r:id="rId21"/>
    <p:sldId id="287" r:id="rId22"/>
    <p:sldId id="288" r:id="rId23"/>
    <p:sldId id="290" r:id="rId24"/>
    <p:sldId id="289" r:id="rId25"/>
    <p:sldId id="291" r:id="rId26"/>
    <p:sldId id="292" r:id="rId27"/>
    <p:sldId id="293" r:id="rId28"/>
    <p:sldId id="294" r:id="rId29"/>
    <p:sldId id="295" r:id="rId30"/>
    <p:sldId id="296" r:id="rId31"/>
    <p:sldId id="297" r:id="rId32"/>
    <p:sldId id="548" r:id="rId33"/>
    <p:sldId id="547" r:id="rId34"/>
    <p:sldId id="549" r:id="rId35"/>
    <p:sldId id="550" r:id="rId36"/>
    <p:sldId id="523" r:id="rId37"/>
    <p:sldId id="524" r:id="rId38"/>
    <p:sldId id="525" r:id="rId39"/>
    <p:sldId id="552" r:id="rId40"/>
    <p:sldId id="553" r:id="rId41"/>
    <p:sldId id="554" r:id="rId42"/>
    <p:sldId id="521" r:id="rId43"/>
    <p:sldId id="304" r:id="rId44"/>
    <p:sldId id="314" r:id="rId45"/>
    <p:sldId id="527" r:id="rId46"/>
    <p:sldId id="317" r:id="rId47"/>
    <p:sldId id="318" r:id="rId48"/>
    <p:sldId id="319" r:id="rId49"/>
    <p:sldId id="528" r:id="rId50"/>
    <p:sldId id="529" r:id="rId51"/>
    <p:sldId id="323" r:id="rId52"/>
    <p:sldId id="324" r:id="rId53"/>
    <p:sldId id="325" r:id="rId54"/>
    <p:sldId id="530" r:id="rId55"/>
    <p:sldId id="531" r:id="rId56"/>
    <p:sldId id="326" r:id="rId57"/>
    <p:sldId id="327" r:id="rId58"/>
    <p:sldId id="532" r:id="rId59"/>
    <p:sldId id="533" r:id="rId60"/>
    <p:sldId id="555" r:id="rId61"/>
    <p:sldId id="535" r:id="rId62"/>
    <p:sldId id="534" r:id="rId63"/>
    <p:sldId id="337" r:id="rId64"/>
    <p:sldId id="556" r:id="rId65"/>
    <p:sldId id="536" r:id="rId66"/>
    <p:sldId id="537" r:id="rId67"/>
    <p:sldId id="538" r:id="rId68"/>
    <p:sldId id="539" r:id="rId69"/>
    <p:sldId id="540" r:id="rId70"/>
    <p:sldId id="541" r:id="rId71"/>
    <p:sldId id="347" r:id="rId72"/>
    <p:sldId id="542" r:id="rId73"/>
    <p:sldId id="348" r:id="rId74"/>
    <p:sldId id="543" r:id="rId75"/>
    <p:sldId id="351" r:id="rId76"/>
    <p:sldId id="544" r:id="rId77"/>
    <p:sldId id="353" r:id="rId78"/>
    <p:sldId id="545" r:id="rId79"/>
    <p:sldId id="466" r:id="rId80"/>
    <p:sldId id="465" r:id="rId81"/>
    <p:sldId id="467" r:id="rId82"/>
    <p:sldId id="469" r:id="rId83"/>
    <p:sldId id="558" r:id="rId84"/>
    <p:sldId id="559" r:id="rId85"/>
    <p:sldId id="546" r:id="rId86"/>
    <p:sldId id="571" r:id="rId87"/>
    <p:sldId id="561" r:id="rId88"/>
    <p:sldId id="562" r:id="rId89"/>
    <p:sldId id="563" r:id="rId90"/>
    <p:sldId id="564" r:id="rId91"/>
    <p:sldId id="565" r:id="rId92"/>
    <p:sldId id="476" r:id="rId93"/>
    <p:sldId id="477" r:id="rId94"/>
    <p:sldId id="478" r:id="rId95"/>
    <p:sldId id="470" r:id="rId96"/>
    <p:sldId id="479" r:id="rId97"/>
    <p:sldId id="566" r:id="rId98"/>
    <p:sldId id="484" r:id="rId99"/>
    <p:sldId id="485" r:id="rId100"/>
    <p:sldId id="486" r:id="rId101"/>
    <p:sldId id="488" r:id="rId102"/>
    <p:sldId id="489" r:id="rId103"/>
    <p:sldId id="567" r:id="rId104"/>
    <p:sldId id="494" r:id="rId105"/>
    <p:sldId id="491" r:id="rId106"/>
    <p:sldId id="495" r:id="rId107"/>
    <p:sldId id="496" r:id="rId108"/>
    <p:sldId id="497" r:id="rId109"/>
    <p:sldId id="498" r:id="rId110"/>
    <p:sldId id="499" r:id="rId111"/>
    <p:sldId id="568" r:id="rId112"/>
    <p:sldId id="500" r:id="rId113"/>
    <p:sldId id="501" r:id="rId114"/>
    <p:sldId id="502" r:id="rId115"/>
    <p:sldId id="503" r:id="rId116"/>
    <p:sldId id="505" r:id="rId117"/>
    <p:sldId id="570" r:id="rId118"/>
    <p:sldId id="449" r:id="rId119"/>
    <p:sldId id="450" r:id="rId120"/>
    <p:sldId id="451" r:id="rId121"/>
    <p:sldId id="507" r:id="rId122"/>
    <p:sldId id="508" r:id="rId123"/>
    <p:sldId id="509" r:id="rId124"/>
    <p:sldId id="510" r:id="rId125"/>
    <p:sldId id="511" r:id="rId126"/>
    <p:sldId id="512" r:id="rId127"/>
    <p:sldId id="513" r:id="rId128"/>
    <p:sldId id="515" r:id="rId129"/>
    <p:sldId id="569" r:id="rId130"/>
    <p:sldId id="305" r:id="rId131"/>
    <p:sldId id="306" r:id="rId132"/>
    <p:sldId id="522" r:id="rId133"/>
    <p:sldId id="526" r:id="rId134"/>
    <p:sldId id="573" r:id="rId135"/>
    <p:sldId id="574" r:id="rId136"/>
    <p:sldId id="575" r:id="rId137"/>
    <p:sldId id="576" r:id="rId138"/>
    <p:sldId id="577" r:id="rId139"/>
    <p:sldId id="516" r:id="rId1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E26E9485-DD23-4028-AB41-124AE436F779}">
          <p14:sldIdLst>
            <p14:sldId id="578"/>
            <p14:sldId id="256"/>
            <p14:sldId id="257"/>
          </p14:sldIdLst>
        </p14:section>
        <p14:section name="1-1 Servlet簡介" id="{A96730F9-4C23-48CD-A604-0903F70FDEDF}">
          <p14:sldIdLst>
            <p14:sldId id="268"/>
            <p14:sldId id="258"/>
            <p14:sldId id="259"/>
            <p14:sldId id="260"/>
            <p14:sldId id="261"/>
            <p14:sldId id="262"/>
            <p14:sldId id="263"/>
            <p14:sldId id="264"/>
            <p14:sldId id="265"/>
            <p14:sldId id="266"/>
            <p14:sldId id="267"/>
          </p14:sldIdLst>
        </p14:section>
        <p14:section name="1-2 Server環境安裝" id="{F1157A50-39DE-40B5-AEA2-8488A030947D}">
          <p14:sldIdLst>
            <p14:sldId id="269"/>
            <p14:sldId id="270"/>
            <p14:sldId id="519"/>
            <p14:sldId id="271"/>
            <p14:sldId id="272"/>
            <p14:sldId id="273"/>
            <p14:sldId id="287"/>
            <p14:sldId id="288"/>
            <p14:sldId id="290"/>
            <p14:sldId id="289"/>
            <p14:sldId id="291"/>
            <p14:sldId id="292"/>
            <p14:sldId id="293"/>
            <p14:sldId id="294"/>
            <p14:sldId id="295"/>
            <p14:sldId id="296"/>
          </p14:sldIdLst>
        </p14:section>
        <p14:section name="1-3 撰寫Servlet入門" id="{D52E648F-F97E-4225-90D6-34CA33D7CDA9}">
          <p14:sldIdLst>
            <p14:sldId id="297"/>
            <p14:sldId id="548"/>
            <p14:sldId id="547"/>
            <p14:sldId id="549"/>
            <p14:sldId id="550"/>
            <p14:sldId id="523"/>
            <p14:sldId id="524"/>
            <p14:sldId id="525"/>
          </p14:sldIdLst>
        </p14:section>
        <p14:section name="1-4 初識請求與回應" id="{F371F484-A386-4679-826F-5FBBABA5E277}">
          <p14:sldIdLst>
            <p14:sldId id="552"/>
            <p14:sldId id="553"/>
            <p14:sldId id="554"/>
            <p14:sldId id="521"/>
            <p14:sldId id="304"/>
          </p14:sldIdLst>
        </p14:section>
        <p14:section name="1-5 Servlet的生命週期" id="{53A06213-CF83-48B0-BC14-B07BBE495490}">
          <p14:sldIdLst>
            <p14:sldId id="314"/>
            <p14:sldId id="527"/>
            <p14:sldId id="317"/>
            <p14:sldId id="318"/>
            <p14:sldId id="319"/>
            <p14:sldId id="528"/>
            <p14:sldId id="529"/>
            <p14:sldId id="323"/>
          </p14:sldIdLst>
        </p14:section>
        <p14:section name="1-6 取得Server&amp;client的相關資訊" id="{C5A25FA6-A3F6-42B3-90A0-CD9CFF66AA8D}">
          <p14:sldIdLst>
            <p14:sldId id="324"/>
            <p14:sldId id="325"/>
            <p14:sldId id="530"/>
            <p14:sldId id="531"/>
            <p14:sldId id="326"/>
            <p14:sldId id="327"/>
            <p14:sldId id="532"/>
            <p14:sldId id="533"/>
          </p14:sldIdLst>
        </p14:section>
        <p14:section name="1-7 Response Header相關應用" id="{F4A807EF-8E63-4B08-B39E-AE0673BCA2E6}">
          <p14:sldIdLst>
            <p14:sldId id="555"/>
            <p14:sldId id="535"/>
            <p14:sldId id="534"/>
            <p14:sldId id="337"/>
          </p14:sldIdLst>
        </p14:section>
        <p14:section name="1-8 Session Tracking" id="{9E69A50D-95BF-48E3-B710-B4060FD781F9}">
          <p14:sldIdLst>
            <p14:sldId id="556"/>
            <p14:sldId id="536"/>
            <p14:sldId id="537"/>
            <p14:sldId id="538"/>
            <p14:sldId id="539"/>
            <p14:sldId id="540"/>
            <p14:sldId id="541"/>
          </p14:sldIdLst>
        </p14:section>
        <p14:section name="1-9 傳遞資訊" id="{C43264CF-3D1A-4463-9929-BA3EEF5A200F}">
          <p14:sldIdLst>
            <p14:sldId id="347"/>
            <p14:sldId id="542"/>
            <p14:sldId id="348"/>
            <p14:sldId id="543"/>
          </p14:sldIdLst>
        </p14:section>
        <p14:section name="1-10 資料庫連結" id="{D33CE373-B024-4473-8274-2AEF30267B22}">
          <p14:sldIdLst>
            <p14:sldId id="351"/>
            <p14:sldId id="544"/>
            <p14:sldId id="353"/>
            <p14:sldId id="545"/>
            <p14:sldId id="466"/>
            <p14:sldId id="465"/>
            <p14:sldId id="467"/>
          </p14:sldIdLst>
        </p14:section>
        <p14:section name="2-1 JSP介紹" id="{D80D16A9-2136-4949-8BB9-703F935CF93F}">
          <p14:sldIdLst>
            <p14:sldId id="469"/>
            <p14:sldId id="558"/>
            <p14:sldId id="559"/>
            <p14:sldId id="546"/>
            <p14:sldId id="571"/>
            <p14:sldId id="561"/>
            <p14:sldId id="562"/>
            <p14:sldId id="563"/>
            <p14:sldId id="564"/>
            <p14:sldId id="565"/>
            <p14:sldId id="476"/>
            <p14:sldId id="477"/>
            <p14:sldId id="478"/>
            <p14:sldId id="470"/>
          </p14:sldIdLst>
        </p14:section>
        <p14:section name="2-2 EL表達式語言" id="{3F51CB0E-0333-4666-8ADD-B447DD252635}">
          <p14:sldIdLst>
            <p14:sldId id="479"/>
            <p14:sldId id="566"/>
            <p14:sldId id="484"/>
            <p14:sldId id="485"/>
            <p14:sldId id="486"/>
            <p14:sldId id="488"/>
          </p14:sldIdLst>
        </p14:section>
        <p14:section name="2-3 JSTL標準標籤函式" id="{C0B44A53-F197-4A17-8946-B54462675B41}">
          <p14:sldIdLst>
            <p14:sldId id="489"/>
            <p14:sldId id="567"/>
            <p14:sldId id="494"/>
            <p14:sldId id="491"/>
            <p14:sldId id="495"/>
            <p14:sldId id="496"/>
            <p14:sldId id="497"/>
            <p14:sldId id="498"/>
            <p14:sldId id="499"/>
            <p14:sldId id="568"/>
            <p14:sldId id="500"/>
            <p14:sldId id="501"/>
            <p14:sldId id="502"/>
          </p14:sldIdLst>
        </p14:section>
        <p14:section name="3-1 MVC架構" id="{E79ECF56-134C-4FD9-8B7A-7EB93699FC9E}">
          <p14:sldIdLst>
            <p14:sldId id="503"/>
            <p14:sldId id="505"/>
            <p14:sldId id="570"/>
            <p14:sldId id="449"/>
            <p14:sldId id="450"/>
            <p14:sldId id="451"/>
          </p14:sldIdLst>
        </p14:section>
        <p14:section name="3-2 Listener" id="{E4D551D2-23EE-4D3C-B626-5F9464F0DFC7}">
          <p14:sldIdLst>
            <p14:sldId id="507"/>
            <p14:sldId id="508"/>
            <p14:sldId id="509"/>
            <p14:sldId id="510"/>
          </p14:sldIdLst>
        </p14:section>
        <p14:section name="3-3 Filters" id="{76242D9A-2752-45C3-8BC5-9B8CB5423543}">
          <p14:sldIdLst>
            <p14:sldId id="511"/>
            <p14:sldId id="512"/>
            <p14:sldId id="513"/>
            <p14:sldId id="515"/>
            <p14:sldId id="569"/>
          </p14:sldIdLst>
        </p14:section>
        <p14:section name="備註" id="{E65EF6B2-CACD-46DD-9A6C-78DBED45DC7F}">
          <p14:sldIdLst>
            <p14:sldId id="305"/>
            <p14:sldId id="306"/>
            <p14:sldId id="522"/>
            <p14:sldId id="526"/>
            <p14:sldId id="573"/>
            <p14:sldId id="574"/>
            <p14:sldId id="575"/>
            <p14:sldId id="576"/>
            <p14:sldId id="577"/>
            <p14:sldId id="51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子敬 洪" initials="子敬" lastIdx="6" clrIdx="0">
    <p:extLst>
      <p:ext uri="{19B8F6BF-5375-455C-9EA6-DF929625EA0E}">
        <p15:presenceInfo xmlns:p15="http://schemas.microsoft.com/office/powerpoint/2012/main" userId="ad1b616e7398b0d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E39"/>
    <a:srgbClr val="0070C0"/>
    <a:srgbClr val="F7E9E7"/>
    <a:srgbClr val="00B0F0"/>
    <a:srgbClr val="F2F2F2"/>
    <a:srgbClr val="1CEBB3"/>
    <a:srgbClr val="1890C3"/>
    <a:srgbClr val="42A4CE"/>
    <a:srgbClr val="57AED3"/>
    <a:srgbClr val="80F2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72DFB3-91C5-4E0A-8373-1BBFE54CB793}" v="279" dt="2022-06-28T08:41:38.879"/>
    <p1510:client id="{BD8EBCE0-BE44-42A3-84F5-9C4F1D080008}" v="318" dt="2022-07-02T06:24:27.159"/>
    <p1510:client id="{FAAA337A-2EAB-498A-8384-E340ECD8DC2C}" v="14" dt="2022-06-28T03:47:32.493"/>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8603FDC-E32A-4AB5-989C-0864C3EAD2B8}" styleName="佈景主題樣式 2 - 輔色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佈景主題樣式 2 - 輔色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93D81CF-94F2-401A-BA57-92F5A7B2D0C5}" styleName="中等深淺樣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中等深淺樣式 1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淺色樣式 2 - 輔色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淺色樣式 3 - 輔色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23" autoAdjust="0"/>
    <p:restoredTop sz="89515" autoAdjust="0"/>
  </p:normalViewPr>
  <p:slideViewPr>
    <p:cSldViewPr snapToGrid="0">
      <p:cViewPr>
        <p:scale>
          <a:sx n="50" d="100"/>
          <a:sy n="50" d="100"/>
        </p:scale>
        <p:origin x="1212" y="448"/>
      </p:cViewPr>
      <p:guideLst/>
    </p:cSldViewPr>
  </p:slideViewPr>
  <p:outlineViewPr>
    <p:cViewPr>
      <p:scale>
        <a:sx n="33" d="100"/>
        <a:sy n="33" d="100"/>
      </p:scale>
      <p:origin x="0" y="-864"/>
    </p:cViewPr>
  </p:outlineViewPr>
  <p:notesTextViewPr>
    <p:cViewPr>
      <p:scale>
        <a:sx n="3" d="2"/>
        <a:sy n="3" d="2"/>
      </p:scale>
      <p:origin x="0" y="0"/>
    </p:cViewPr>
  </p:notesTextViewPr>
  <p:notesViewPr>
    <p:cSldViewPr snapToGrid="0">
      <p:cViewPr varScale="1">
        <p:scale>
          <a:sx n="61" d="100"/>
          <a:sy n="61" d="100"/>
        </p:scale>
        <p:origin x="2429" y="34"/>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notesMaster" Target="notesMasters/notesMaster1.xml"/><Relationship Id="rId14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commentAuthors" Target="commentAuthor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presProps" Target="presProps.xml"/><Relationship Id="rId148"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子敬 洪" userId="ad1b616e7398b0d3" providerId="LiveId" clId="{8C755B95-58F5-498C-8D9B-E7D9F1FBFA9D}"/>
    <pc:docChg chg="undo redo custSel addSld delSld modSld sldOrd addSection delSection modSection">
      <pc:chgData name="子敬 洪" userId="ad1b616e7398b0d3" providerId="LiveId" clId="{8C755B95-58F5-498C-8D9B-E7D9F1FBFA9D}" dt="2022-03-15T21:28:35.643" v="21493" actId="47"/>
      <pc:docMkLst>
        <pc:docMk/>
      </pc:docMkLst>
      <pc:sldChg chg="modSp">
        <pc:chgData name="子敬 洪" userId="ad1b616e7398b0d3" providerId="LiveId" clId="{8C755B95-58F5-498C-8D9B-E7D9F1FBFA9D}" dt="2022-03-14T15:12:13.472" v="3275" actId="20578"/>
        <pc:sldMkLst>
          <pc:docMk/>
          <pc:sldMk cId="3717406962" sldId="259"/>
        </pc:sldMkLst>
        <pc:spChg chg="mod">
          <ac:chgData name="子敬 洪" userId="ad1b616e7398b0d3" providerId="LiveId" clId="{8C755B95-58F5-498C-8D9B-E7D9F1FBFA9D}" dt="2022-03-14T15:12:13.472" v="3275" actId="20578"/>
          <ac:spMkLst>
            <pc:docMk/>
            <pc:sldMk cId="3717406962" sldId="259"/>
            <ac:spMk id="19" creationId="{2CF217F1-C03B-495C-ADA1-2EBE3534244B}"/>
          </ac:spMkLst>
        </pc:spChg>
        <pc:cxnChg chg="mod">
          <ac:chgData name="子敬 洪" userId="ad1b616e7398b0d3" providerId="LiveId" clId="{8C755B95-58F5-498C-8D9B-E7D9F1FBFA9D}" dt="2022-03-14T15:12:13.472" v="3275" actId="20578"/>
          <ac:cxnSpMkLst>
            <pc:docMk/>
            <pc:sldMk cId="3717406962" sldId="259"/>
            <ac:cxnSpMk id="20" creationId="{A4C77B42-53B8-43E2-BF88-B9C9F6330F67}"/>
          </ac:cxnSpMkLst>
        </pc:cxnChg>
        <pc:cxnChg chg="mod">
          <ac:chgData name="子敬 洪" userId="ad1b616e7398b0d3" providerId="LiveId" clId="{8C755B95-58F5-498C-8D9B-E7D9F1FBFA9D}" dt="2022-03-14T15:12:13.472" v="3275" actId="20578"/>
          <ac:cxnSpMkLst>
            <pc:docMk/>
            <pc:sldMk cId="3717406962" sldId="259"/>
            <ac:cxnSpMk id="63" creationId="{B816AB5C-4EEC-4CD7-A48F-8C9A81E86D11}"/>
          </ac:cxnSpMkLst>
        </pc:cxnChg>
      </pc:sldChg>
      <pc:sldChg chg="modSp mod">
        <pc:chgData name="子敬 洪" userId="ad1b616e7398b0d3" providerId="LiveId" clId="{8C755B95-58F5-498C-8D9B-E7D9F1FBFA9D}" dt="2022-03-13T19:47:35.652" v="3272" actId="20577"/>
        <pc:sldMkLst>
          <pc:docMk/>
          <pc:sldMk cId="3119307687" sldId="327"/>
        </pc:sldMkLst>
        <pc:spChg chg="mod">
          <ac:chgData name="子敬 洪" userId="ad1b616e7398b0d3" providerId="LiveId" clId="{8C755B95-58F5-498C-8D9B-E7D9F1FBFA9D}" dt="2022-03-13T19:47:35.652" v="3272" actId="20577"/>
          <ac:spMkLst>
            <pc:docMk/>
            <pc:sldMk cId="3119307687" sldId="327"/>
            <ac:spMk id="5" creationId="{3680DB7D-A761-4AFC-8D12-3714E56D5D48}"/>
          </ac:spMkLst>
        </pc:spChg>
      </pc:sldChg>
      <pc:sldChg chg="modSp del mod">
        <pc:chgData name="子敬 洪" userId="ad1b616e7398b0d3" providerId="LiveId" clId="{8C755B95-58F5-498C-8D9B-E7D9F1FBFA9D}" dt="2022-03-13T18:31:40.420" v="1704" actId="2696"/>
        <pc:sldMkLst>
          <pc:docMk/>
          <pc:sldMk cId="3594167131" sldId="329"/>
        </pc:sldMkLst>
        <pc:spChg chg="mod">
          <ac:chgData name="子敬 洪" userId="ad1b616e7398b0d3" providerId="LiveId" clId="{8C755B95-58F5-498C-8D9B-E7D9F1FBFA9D}" dt="2022-03-13T18:31:24.983" v="1699" actId="21"/>
          <ac:spMkLst>
            <pc:docMk/>
            <pc:sldMk cId="3594167131" sldId="329"/>
            <ac:spMk id="5" creationId="{3680DB7D-A761-4AFC-8D12-3714E56D5D48}"/>
          </ac:spMkLst>
        </pc:spChg>
      </pc:sldChg>
      <pc:sldChg chg="del">
        <pc:chgData name="子敬 洪" userId="ad1b616e7398b0d3" providerId="LiveId" clId="{8C755B95-58F5-498C-8D9B-E7D9F1FBFA9D}" dt="2022-03-13T20:04:43.722" v="3273" actId="47"/>
        <pc:sldMkLst>
          <pc:docMk/>
          <pc:sldMk cId="1217256492" sldId="332"/>
        </pc:sldMkLst>
      </pc:sldChg>
      <pc:sldChg chg="delSp modSp del mod">
        <pc:chgData name="子敬 洪" userId="ad1b616e7398b0d3" providerId="LiveId" clId="{8C755B95-58F5-498C-8D9B-E7D9F1FBFA9D}" dt="2022-03-14T16:35:45.478" v="4955" actId="2696"/>
        <pc:sldMkLst>
          <pc:docMk/>
          <pc:sldMk cId="396620151" sldId="333"/>
        </pc:sldMkLst>
        <pc:spChg chg="mod">
          <ac:chgData name="子敬 洪" userId="ad1b616e7398b0d3" providerId="LiveId" clId="{8C755B95-58F5-498C-8D9B-E7D9F1FBFA9D}" dt="2022-03-14T16:35:02.209" v="4934" actId="21"/>
          <ac:spMkLst>
            <pc:docMk/>
            <pc:sldMk cId="396620151" sldId="333"/>
            <ac:spMk id="2" creationId="{F21749F4-57A4-4352-8F56-BE2D3F3ADB6B}"/>
          </ac:spMkLst>
        </pc:spChg>
        <pc:spChg chg="del mod">
          <ac:chgData name="子敬 洪" userId="ad1b616e7398b0d3" providerId="LiveId" clId="{8C755B95-58F5-498C-8D9B-E7D9F1FBFA9D}" dt="2022-03-14T16:35:29.767" v="4950" actId="21"/>
          <ac:spMkLst>
            <pc:docMk/>
            <pc:sldMk cId="396620151" sldId="333"/>
            <ac:spMk id="15" creationId="{03166B0E-774F-4245-8D0F-3AE975143000}"/>
          </ac:spMkLst>
        </pc:spChg>
      </pc:sldChg>
      <pc:sldChg chg="addSp delSp modSp del mod">
        <pc:chgData name="子敬 洪" userId="ad1b616e7398b0d3" providerId="LiveId" clId="{8C755B95-58F5-498C-8D9B-E7D9F1FBFA9D}" dt="2022-03-14T16:42:02.065" v="5189" actId="2696"/>
        <pc:sldMkLst>
          <pc:docMk/>
          <pc:sldMk cId="4041723113" sldId="334"/>
        </pc:sldMkLst>
        <pc:spChg chg="add del mod">
          <ac:chgData name="子敬 洪" userId="ad1b616e7398b0d3" providerId="LiveId" clId="{8C755B95-58F5-498C-8D9B-E7D9F1FBFA9D}" dt="2022-03-14T16:38:24.431" v="5090" actId="14100"/>
          <ac:spMkLst>
            <pc:docMk/>
            <pc:sldMk cId="4041723113" sldId="334"/>
            <ac:spMk id="19" creationId="{C7B0E937-FA5C-4E50-87D0-32E702475FFE}"/>
          </ac:spMkLst>
        </pc:spChg>
        <pc:spChg chg="add del mod">
          <ac:chgData name="子敬 洪" userId="ad1b616e7398b0d3" providerId="LiveId" clId="{8C755B95-58F5-498C-8D9B-E7D9F1FBFA9D}" dt="2022-03-14T16:38:24.431" v="5090" actId="14100"/>
          <ac:spMkLst>
            <pc:docMk/>
            <pc:sldMk cId="4041723113" sldId="334"/>
            <ac:spMk id="20" creationId="{4EC2C9DD-F97A-42D0-9C13-4EC9F07368B8}"/>
          </ac:spMkLst>
        </pc:spChg>
        <pc:spChg chg="add del mod">
          <ac:chgData name="子敬 洪" userId="ad1b616e7398b0d3" providerId="LiveId" clId="{8C755B95-58F5-498C-8D9B-E7D9F1FBFA9D}" dt="2022-03-14T16:41:39.933" v="5182" actId="21"/>
          <ac:spMkLst>
            <pc:docMk/>
            <pc:sldMk cId="4041723113" sldId="334"/>
            <ac:spMk id="21" creationId="{5E224C9F-3B25-4A30-A757-DA1192ED4AF7}"/>
          </ac:spMkLst>
        </pc:spChg>
        <pc:spChg chg="add del">
          <ac:chgData name="子敬 洪" userId="ad1b616e7398b0d3" providerId="LiveId" clId="{8C755B95-58F5-498C-8D9B-E7D9F1FBFA9D}" dt="2022-03-14T16:41:49.331" v="5185" actId="21"/>
          <ac:spMkLst>
            <pc:docMk/>
            <pc:sldMk cId="4041723113" sldId="334"/>
            <ac:spMk id="22" creationId="{63BF5D7F-3E64-4B49-9830-BF7C32F42CED}"/>
          </ac:spMkLst>
        </pc:spChg>
        <pc:graphicFrameChg chg="add del mod modGraphic">
          <ac:chgData name="子敬 洪" userId="ad1b616e7398b0d3" providerId="LiveId" clId="{8C755B95-58F5-498C-8D9B-E7D9F1FBFA9D}" dt="2022-03-14T16:38:48.412" v="5100" actId="21"/>
          <ac:graphicFrameMkLst>
            <pc:docMk/>
            <pc:sldMk cId="4041723113" sldId="334"/>
            <ac:graphicFrameMk id="26" creationId="{EDE2FC90-15A8-44D9-8974-1EB215BE7A61}"/>
          </ac:graphicFrameMkLst>
        </pc:graphicFrameChg>
        <pc:graphicFrameChg chg="add del mod modGraphic">
          <ac:chgData name="子敬 洪" userId="ad1b616e7398b0d3" providerId="LiveId" clId="{8C755B95-58F5-498C-8D9B-E7D9F1FBFA9D}" dt="2022-03-14T16:39:34.761" v="5114" actId="21"/>
          <ac:graphicFrameMkLst>
            <pc:docMk/>
            <pc:sldMk cId="4041723113" sldId="334"/>
            <ac:graphicFrameMk id="33" creationId="{04945D4D-16ED-4EF6-A044-652403F74854}"/>
          </ac:graphicFrameMkLst>
        </pc:graphicFrameChg>
        <pc:picChg chg="add del">
          <ac:chgData name="子敬 洪" userId="ad1b616e7398b0d3" providerId="LiveId" clId="{8C755B95-58F5-498C-8D9B-E7D9F1FBFA9D}" dt="2022-03-14T16:40:41.724" v="5158" actId="21"/>
          <ac:picMkLst>
            <pc:docMk/>
            <pc:sldMk cId="4041723113" sldId="334"/>
            <ac:picMk id="14" creationId="{3318ABBA-322C-4CA0-80B7-71F6FA2B52BD}"/>
          </ac:picMkLst>
        </pc:picChg>
        <pc:picChg chg="add del mod">
          <ac:chgData name="子敬 洪" userId="ad1b616e7398b0d3" providerId="LiveId" clId="{8C755B95-58F5-498C-8D9B-E7D9F1FBFA9D}" dt="2022-03-14T16:38:41.406" v="5094" actId="21"/>
          <ac:picMkLst>
            <pc:docMk/>
            <pc:sldMk cId="4041723113" sldId="334"/>
            <ac:picMk id="15" creationId="{091C1A97-9757-4292-A7E3-6C4900D0976A}"/>
          </ac:picMkLst>
        </pc:picChg>
        <pc:cxnChg chg="add del mod">
          <ac:chgData name="子敬 洪" userId="ad1b616e7398b0d3" providerId="LiveId" clId="{8C755B95-58F5-498C-8D9B-E7D9F1FBFA9D}" dt="2022-03-14T16:38:24.431" v="5090" actId="14100"/>
          <ac:cxnSpMkLst>
            <pc:docMk/>
            <pc:sldMk cId="4041723113" sldId="334"/>
            <ac:cxnSpMk id="16" creationId="{EF0A7C95-400F-485A-9464-47B3BEA9B368}"/>
          </ac:cxnSpMkLst>
        </pc:cxnChg>
        <pc:cxnChg chg="add del mod">
          <ac:chgData name="子敬 洪" userId="ad1b616e7398b0d3" providerId="LiveId" clId="{8C755B95-58F5-498C-8D9B-E7D9F1FBFA9D}" dt="2022-03-14T16:38:24.431" v="5090" actId="14100"/>
          <ac:cxnSpMkLst>
            <pc:docMk/>
            <pc:sldMk cId="4041723113" sldId="334"/>
            <ac:cxnSpMk id="17" creationId="{5B0E22CE-F611-4FF3-9D8C-76E17A1F683F}"/>
          </ac:cxnSpMkLst>
        </pc:cxnChg>
        <pc:cxnChg chg="add del mod">
          <ac:chgData name="子敬 洪" userId="ad1b616e7398b0d3" providerId="LiveId" clId="{8C755B95-58F5-498C-8D9B-E7D9F1FBFA9D}" dt="2022-03-14T16:40:51.953" v="5163" actId="21"/>
          <ac:cxnSpMkLst>
            <pc:docMk/>
            <pc:sldMk cId="4041723113" sldId="334"/>
            <ac:cxnSpMk id="28" creationId="{0DEA95FF-D00A-4D86-9741-A84E6C88DADA}"/>
          </ac:cxnSpMkLst>
        </pc:cxnChg>
        <pc:cxnChg chg="add del mod">
          <ac:chgData name="子敬 洪" userId="ad1b616e7398b0d3" providerId="LiveId" clId="{8C755B95-58F5-498C-8D9B-E7D9F1FBFA9D}" dt="2022-03-14T16:40:51.953" v="5163" actId="21"/>
          <ac:cxnSpMkLst>
            <pc:docMk/>
            <pc:sldMk cId="4041723113" sldId="334"/>
            <ac:cxnSpMk id="30" creationId="{DD3E898A-15AD-46D6-A633-252FD2C7C9AD}"/>
          </ac:cxnSpMkLst>
        </pc:cxnChg>
        <pc:cxnChg chg="add del">
          <ac:chgData name="子敬 洪" userId="ad1b616e7398b0d3" providerId="LiveId" clId="{8C755B95-58F5-498C-8D9B-E7D9F1FBFA9D}" dt="2022-03-14T16:41:09.604" v="5171" actId="21"/>
          <ac:cxnSpMkLst>
            <pc:docMk/>
            <pc:sldMk cId="4041723113" sldId="334"/>
            <ac:cxnSpMk id="35" creationId="{35D9E20E-16E0-4CB1-A0B7-9236C7ED3E06}"/>
          </ac:cxnSpMkLst>
        </pc:cxnChg>
        <pc:cxnChg chg="add del">
          <ac:chgData name="子敬 洪" userId="ad1b616e7398b0d3" providerId="LiveId" clId="{8C755B95-58F5-498C-8D9B-E7D9F1FBFA9D}" dt="2022-03-14T16:41:09.604" v="5171" actId="21"/>
          <ac:cxnSpMkLst>
            <pc:docMk/>
            <pc:sldMk cId="4041723113" sldId="334"/>
            <ac:cxnSpMk id="36" creationId="{1E236C19-B8EF-4364-A0DD-A5FEFC175FE7}"/>
          </ac:cxnSpMkLst>
        </pc:cxnChg>
      </pc:sldChg>
      <pc:sldChg chg="del">
        <pc:chgData name="子敬 洪" userId="ad1b616e7398b0d3" providerId="LiveId" clId="{8C755B95-58F5-498C-8D9B-E7D9F1FBFA9D}" dt="2022-03-14T16:42:13.471" v="5190" actId="2696"/>
        <pc:sldMkLst>
          <pc:docMk/>
          <pc:sldMk cId="505324921" sldId="335"/>
        </pc:sldMkLst>
      </pc:sldChg>
      <pc:sldChg chg="modSp del mod">
        <pc:chgData name="子敬 洪" userId="ad1b616e7398b0d3" providerId="LiveId" clId="{8C755B95-58F5-498C-8D9B-E7D9F1FBFA9D}" dt="2022-03-14T17:26:20.161" v="6755" actId="2696"/>
        <pc:sldMkLst>
          <pc:docMk/>
          <pc:sldMk cId="2334007867" sldId="336"/>
        </pc:sldMkLst>
        <pc:spChg chg="mod">
          <ac:chgData name="子敬 洪" userId="ad1b616e7398b0d3" providerId="LiveId" clId="{8C755B95-58F5-498C-8D9B-E7D9F1FBFA9D}" dt="2022-03-14T17:22:55.890" v="6702" actId="21"/>
          <ac:spMkLst>
            <pc:docMk/>
            <pc:sldMk cId="2334007867" sldId="336"/>
            <ac:spMk id="18" creationId="{9F14AAE5-D10B-41CB-8FBA-0652AFF4CC72}"/>
          </ac:spMkLst>
        </pc:spChg>
        <pc:spChg chg="mod">
          <ac:chgData name="子敬 洪" userId="ad1b616e7398b0d3" providerId="LiveId" clId="{8C755B95-58F5-498C-8D9B-E7D9F1FBFA9D}" dt="2022-03-14T16:42:52.518" v="5193" actId="14100"/>
          <ac:spMkLst>
            <pc:docMk/>
            <pc:sldMk cId="2334007867" sldId="336"/>
            <ac:spMk id="23" creationId="{360905D6-D711-4FAE-9825-DE60BD1FDC05}"/>
          </ac:spMkLst>
        </pc:spChg>
      </pc:sldChg>
      <pc:sldChg chg="modSp mod">
        <pc:chgData name="子敬 洪" userId="ad1b616e7398b0d3" providerId="LiveId" clId="{8C755B95-58F5-498C-8D9B-E7D9F1FBFA9D}" dt="2022-03-14T17:27:03.989" v="6770" actId="20577"/>
        <pc:sldMkLst>
          <pc:docMk/>
          <pc:sldMk cId="2133588458" sldId="337"/>
        </pc:sldMkLst>
        <pc:spChg chg="mod">
          <ac:chgData name="子敬 洪" userId="ad1b616e7398b0d3" providerId="LiveId" clId="{8C755B95-58F5-498C-8D9B-E7D9F1FBFA9D}" dt="2022-03-14T17:27:03.989" v="6770" actId="20577"/>
          <ac:spMkLst>
            <pc:docMk/>
            <pc:sldMk cId="2133588458" sldId="337"/>
            <ac:spMk id="18" creationId="{9F14AAE5-D10B-41CB-8FBA-0652AFF4CC72}"/>
          </ac:spMkLst>
        </pc:spChg>
        <pc:spChg chg="mod">
          <ac:chgData name="子敬 洪" userId="ad1b616e7398b0d3" providerId="LiveId" clId="{8C755B95-58F5-498C-8D9B-E7D9F1FBFA9D}" dt="2022-03-14T17:26:32.445" v="6760" actId="14100"/>
          <ac:spMkLst>
            <pc:docMk/>
            <pc:sldMk cId="2133588458" sldId="337"/>
            <ac:spMk id="23" creationId="{360905D6-D711-4FAE-9825-DE60BD1FDC05}"/>
          </ac:spMkLst>
        </pc:spChg>
      </pc:sldChg>
      <pc:sldChg chg="modSp del mod">
        <pc:chgData name="子敬 洪" userId="ad1b616e7398b0d3" providerId="LiveId" clId="{8C755B95-58F5-498C-8D9B-E7D9F1FBFA9D}" dt="2022-03-15T16:41:37.678" v="10431" actId="47"/>
        <pc:sldMkLst>
          <pc:docMk/>
          <pc:sldMk cId="1000010894" sldId="344"/>
        </pc:sldMkLst>
        <pc:spChg chg="mod">
          <ac:chgData name="子敬 洪" userId="ad1b616e7398b0d3" providerId="LiveId" clId="{8C755B95-58F5-498C-8D9B-E7D9F1FBFA9D}" dt="2022-03-15T16:08:17.794" v="8367" actId="21"/>
          <ac:spMkLst>
            <pc:docMk/>
            <pc:sldMk cId="1000010894" sldId="344"/>
            <ac:spMk id="18" creationId="{9F14AAE5-D10B-41CB-8FBA-0652AFF4CC72}"/>
          </ac:spMkLst>
        </pc:spChg>
        <pc:spChg chg="mod">
          <ac:chgData name="子敬 洪" userId="ad1b616e7398b0d3" providerId="LiveId" clId="{8C755B95-58F5-498C-8D9B-E7D9F1FBFA9D}" dt="2022-03-15T16:08:08.495" v="8364" actId="21"/>
          <ac:spMkLst>
            <pc:docMk/>
            <pc:sldMk cId="1000010894" sldId="344"/>
            <ac:spMk id="23" creationId="{360905D6-D711-4FAE-9825-DE60BD1FDC05}"/>
          </ac:spMkLst>
        </pc:spChg>
      </pc:sldChg>
      <pc:sldChg chg="del ord">
        <pc:chgData name="子敬 洪" userId="ad1b616e7398b0d3" providerId="LiveId" clId="{8C755B95-58F5-498C-8D9B-E7D9F1FBFA9D}" dt="2022-03-15T16:44:12.194" v="10570" actId="47"/>
        <pc:sldMkLst>
          <pc:docMk/>
          <pc:sldMk cId="3281071897" sldId="345"/>
        </pc:sldMkLst>
      </pc:sldChg>
      <pc:sldChg chg="delSp modSp del mod">
        <pc:chgData name="子敬 洪" userId="ad1b616e7398b0d3" providerId="LiveId" clId="{8C755B95-58F5-498C-8D9B-E7D9F1FBFA9D}" dt="2022-03-15T17:27:08.590" v="12792" actId="47"/>
        <pc:sldMkLst>
          <pc:docMk/>
          <pc:sldMk cId="3875339252" sldId="346"/>
        </pc:sldMkLst>
        <pc:spChg chg="mod">
          <ac:chgData name="子敬 洪" userId="ad1b616e7398b0d3" providerId="LiveId" clId="{8C755B95-58F5-498C-8D9B-E7D9F1FBFA9D}" dt="2022-03-15T14:51:41.203" v="8296" actId="20577"/>
          <ac:spMkLst>
            <pc:docMk/>
            <pc:sldMk cId="3875339252" sldId="346"/>
            <ac:spMk id="18" creationId="{9F14AAE5-D10B-41CB-8FBA-0652AFF4CC72}"/>
          </ac:spMkLst>
        </pc:spChg>
        <pc:spChg chg="del">
          <ac:chgData name="子敬 洪" userId="ad1b616e7398b0d3" providerId="LiveId" clId="{8C755B95-58F5-498C-8D9B-E7D9F1FBFA9D}" dt="2022-03-15T17:10:03.638" v="11453" actId="21"/>
          <ac:spMkLst>
            <pc:docMk/>
            <pc:sldMk cId="3875339252" sldId="346"/>
            <ac:spMk id="23" creationId="{360905D6-D711-4FAE-9825-DE60BD1FDC05}"/>
          </ac:spMkLst>
        </pc:spChg>
      </pc:sldChg>
      <pc:sldChg chg="modSp mod">
        <pc:chgData name="子敬 洪" userId="ad1b616e7398b0d3" providerId="LiveId" clId="{8C755B95-58F5-498C-8D9B-E7D9F1FBFA9D}" dt="2022-03-15T17:32:05.066" v="12842" actId="20577"/>
        <pc:sldMkLst>
          <pc:docMk/>
          <pc:sldMk cId="6155318" sldId="347"/>
        </pc:sldMkLst>
        <pc:spChg chg="mod">
          <ac:chgData name="子敬 洪" userId="ad1b616e7398b0d3" providerId="LiveId" clId="{8C755B95-58F5-498C-8D9B-E7D9F1FBFA9D}" dt="2022-03-15T17:32:05.066" v="12842" actId="20577"/>
          <ac:spMkLst>
            <pc:docMk/>
            <pc:sldMk cId="6155318" sldId="347"/>
            <ac:spMk id="4" creationId="{4C0C7DFB-F839-4192-B53B-1812E6CE4CEC}"/>
          </ac:spMkLst>
        </pc:spChg>
      </pc:sldChg>
      <pc:sldChg chg="addSp delSp modSp mod">
        <pc:chgData name="子敬 洪" userId="ad1b616e7398b0d3" providerId="LiveId" clId="{8C755B95-58F5-498C-8D9B-E7D9F1FBFA9D}" dt="2022-03-15T19:31:02.067" v="17523" actId="1035"/>
        <pc:sldMkLst>
          <pc:docMk/>
          <pc:sldMk cId="1967545101" sldId="348"/>
        </pc:sldMkLst>
        <pc:spChg chg="add del">
          <ac:chgData name="子敬 洪" userId="ad1b616e7398b0d3" providerId="LiveId" clId="{8C755B95-58F5-498C-8D9B-E7D9F1FBFA9D}" dt="2022-03-15T19:14:13.623" v="16423" actId="11529"/>
          <ac:spMkLst>
            <pc:docMk/>
            <pc:sldMk cId="1967545101" sldId="348"/>
            <ac:spMk id="2" creationId="{12B16E2C-6ADA-46E8-8181-6C69F29EA0D9}"/>
          </ac:spMkLst>
        </pc:spChg>
        <pc:spChg chg="add mod">
          <ac:chgData name="子敬 洪" userId="ad1b616e7398b0d3" providerId="LiveId" clId="{8C755B95-58F5-498C-8D9B-E7D9F1FBFA9D}" dt="2022-03-15T19:19:58.871" v="16618" actId="1076"/>
          <ac:spMkLst>
            <pc:docMk/>
            <pc:sldMk cId="1967545101" sldId="348"/>
            <ac:spMk id="5" creationId="{B9B89E1A-612A-4D90-A3AF-261AB6B951AC}"/>
          </ac:spMkLst>
        </pc:spChg>
        <pc:spChg chg="add del mod">
          <ac:chgData name="子敬 洪" userId="ad1b616e7398b0d3" providerId="LiveId" clId="{8C755B95-58F5-498C-8D9B-E7D9F1FBFA9D}" dt="2022-03-15T19:18:42.075" v="16555" actId="478"/>
          <ac:spMkLst>
            <pc:docMk/>
            <pc:sldMk cId="1967545101" sldId="348"/>
            <ac:spMk id="6" creationId="{B3FDA942-FE79-4A48-A50D-5B14259F4BB4}"/>
          </ac:spMkLst>
        </pc:spChg>
        <pc:spChg chg="add del mod">
          <ac:chgData name="子敬 洪" userId="ad1b616e7398b0d3" providerId="LiveId" clId="{8C755B95-58F5-498C-8D9B-E7D9F1FBFA9D}" dt="2022-03-15T19:30:12.246" v="17499" actId="478"/>
          <ac:spMkLst>
            <pc:docMk/>
            <pc:sldMk cId="1967545101" sldId="348"/>
            <ac:spMk id="12" creationId="{8DB2C30A-343F-4211-A133-093281D3D135}"/>
          </ac:spMkLst>
        </pc:spChg>
        <pc:spChg chg="add del mod">
          <ac:chgData name="子敬 洪" userId="ad1b616e7398b0d3" providerId="LiveId" clId="{8C755B95-58F5-498C-8D9B-E7D9F1FBFA9D}" dt="2022-03-15T19:30:11.807" v="17498" actId="478"/>
          <ac:spMkLst>
            <pc:docMk/>
            <pc:sldMk cId="1967545101" sldId="348"/>
            <ac:spMk id="13" creationId="{7EBF53D2-882B-48FA-B9F1-0FE5A582B0BF}"/>
          </ac:spMkLst>
        </pc:spChg>
        <pc:spChg chg="add mod">
          <ac:chgData name="子敬 洪" userId="ad1b616e7398b0d3" providerId="LiveId" clId="{8C755B95-58F5-498C-8D9B-E7D9F1FBFA9D}" dt="2022-03-15T19:20:18.283" v="16643" actId="1076"/>
          <ac:spMkLst>
            <pc:docMk/>
            <pc:sldMk cId="1967545101" sldId="348"/>
            <ac:spMk id="14" creationId="{6112E708-FE7C-48F0-9055-FC0DD6BEDC4C}"/>
          </ac:spMkLst>
        </pc:spChg>
        <pc:spChg chg="add mod">
          <ac:chgData name="子敬 洪" userId="ad1b616e7398b0d3" providerId="LiveId" clId="{8C755B95-58F5-498C-8D9B-E7D9F1FBFA9D}" dt="2022-03-15T19:31:02.067" v="17523" actId="1035"/>
          <ac:spMkLst>
            <pc:docMk/>
            <pc:sldMk cId="1967545101" sldId="348"/>
            <ac:spMk id="15" creationId="{0974519F-4ED1-42BB-89B9-41E4E2FB1FA4}"/>
          </ac:spMkLst>
        </pc:spChg>
        <pc:spChg chg="del mod">
          <ac:chgData name="子敬 洪" userId="ad1b616e7398b0d3" providerId="LiveId" clId="{8C755B95-58F5-498C-8D9B-E7D9F1FBFA9D}" dt="2022-03-15T19:00:13.337" v="14797" actId="478"/>
          <ac:spMkLst>
            <pc:docMk/>
            <pc:sldMk cId="1967545101" sldId="348"/>
            <ac:spMk id="18" creationId="{9F14AAE5-D10B-41CB-8FBA-0652AFF4CC72}"/>
          </ac:spMkLst>
        </pc:spChg>
        <pc:spChg chg="add mod">
          <ac:chgData name="子敬 洪" userId="ad1b616e7398b0d3" providerId="LiveId" clId="{8C755B95-58F5-498C-8D9B-E7D9F1FBFA9D}" dt="2022-03-15T19:21:26.008" v="16684" actId="1035"/>
          <ac:spMkLst>
            <pc:docMk/>
            <pc:sldMk cId="1967545101" sldId="348"/>
            <ac:spMk id="20" creationId="{B04D1557-9DC7-4801-8DDB-D5BE83E0469A}"/>
          </ac:spMkLst>
        </pc:spChg>
        <pc:spChg chg="add mod">
          <ac:chgData name="子敬 洪" userId="ad1b616e7398b0d3" providerId="LiveId" clId="{8C755B95-58F5-498C-8D9B-E7D9F1FBFA9D}" dt="2022-03-15T19:30:52.084" v="17516" actId="207"/>
          <ac:spMkLst>
            <pc:docMk/>
            <pc:sldMk cId="1967545101" sldId="348"/>
            <ac:spMk id="21" creationId="{1D3E652A-9B1F-40C2-8E77-452534381001}"/>
          </ac:spMkLst>
        </pc:spChg>
        <pc:spChg chg="add mod">
          <ac:chgData name="子敬 洪" userId="ad1b616e7398b0d3" providerId="LiveId" clId="{8C755B95-58F5-498C-8D9B-E7D9F1FBFA9D}" dt="2022-03-15T19:30:54.083" v="17517" actId="207"/>
          <ac:spMkLst>
            <pc:docMk/>
            <pc:sldMk cId="1967545101" sldId="348"/>
            <ac:spMk id="22" creationId="{C8CEDDB7-0B18-4403-B552-EC0A649C2886}"/>
          </ac:spMkLst>
        </pc:spChg>
        <pc:spChg chg="mod">
          <ac:chgData name="子敬 洪" userId="ad1b616e7398b0d3" providerId="LiveId" clId="{8C755B95-58F5-498C-8D9B-E7D9F1FBFA9D}" dt="2022-03-15T19:00:46.205" v="14809" actId="20577"/>
          <ac:spMkLst>
            <pc:docMk/>
            <pc:sldMk cId="1967545101" sldId="348"/>
            <ac:spMk id="23" creationId="{360905D6-D711-4FAE-9825-DE60BD1FDC05}"/>
          </ac:spMkLst>
        </pc:spChg>
        <pc:spChg chg="add mod">
          <ac:chgData name="子敬 洪" userId="ad1b616e7398b0d3" providerId="LiveId" clId="{8C755B95-58F5-498C-8D9B-E7D9F1FBFA9D}" dt="2022-03-15T19:30:26.804" v="17506" actId="207"/>
          <ac:spMkLst>
            <pc:docMk/>
            <pc:sldMk cId="1967545101" sldId="348"/>
            <ac:spMk id="24" creationId="{A5E21D4D-B544-4CA3-A520-C9D08A43E875}"/>
          </ac:spMkLst>
        </pc:spChg>
        <pc:spChg chg="add mod">
          <ac:chgData name="子敬 洪" userId="ad1b616e7398b0d3" providerId="LiveId" clId="{8C755B95-58F5-498C-8D9B-E7D9F1FBFA9D}" dt="2022-03-15T19:30:47.568" v="17515" actId="207"/>
          <ac:spMkLst>
            <pc:docMk/>
            <pc:sldMk cId="1967545101" sldId="348"/>
            <ac:spMk id="25" creationId="{691180AA-5140-4FA3-B0BE-0BAF2F395054}"/>
          </ac:spMkLst>
        </pc:spChg>
        <pc:picChg chg="add mod">
          <ac:chgData name="子敬 洪" userId="ad1b616e7398b0d3" providerId="LiveId" clId="{8C755B95-58F5-498C-8D9B-E7D9F1FBFA9D}" dt="2022-03-15T19:20:18.283" v="16643" actId="1076"/>
          <ac:picMkLst>
            <pc:docMk/>
            <pc:sldMk cId="1967545101" sldId="348"/>
            <ac:picMk id="7" creationId="{34A21A7D-EB74-4660-9237-656F106C2E9D}"/>
          </ac:picMkLst>
        </pc:picChg>
        <pc:cxnChg chg="add mod">
          <ac:chgData name="子敬 洪" userId="ad1b616e7398b0d3" providerId="LiveId" clId="{8C755B95-58F5-498C-8D9B-E7D9F1FBFA9D}" dt="2022-03-15T19:20:18.283" v="16643" actId="1076"/>
          <ac:cxnSpMkLst>
            <pc:docMk/>
            <pc:sldMk cId="1967545101" sldId="348"/>
            <ac:cxnSpMk id="8" creationId="{E23AF4EC-50EB-47F8-9544-8FBB88D6CBF7}"/>
          </ac:cxnSpMkLst>
        </pc:cxnChg>
        <pc:cxnChg chg="add mod">
          <ac:chgData name="子敬 洪" userId="ad1b616e7398b0d3" providerId="LiveId" clId="{8C755B95-58F5-498C-8D9B-E7D9F1FBFA9D}" dt="2022-03-15T19:20:18.283" v="16643" actId="1076"/>
          <ac:cxnSpMkLst>
            <pc:docMk/>
            <pc:sldMk cId="1967545101" sldId="348"/>
            <ac:cxnSpMk id="11" creationId="{5D48005A-B882-4573-B6FE-A4C13C914091}"/>
          </ac:cxnSpMkLst>
        </pc:cxnChg>
        <pc:cxnChg chg="add mod">
          <ac:chgData name="子敬 洪" userId="ad1b616e7398b0d3" providerId="LiveId" clId="{8C755B95-58F5-498C-8D9B-E7D9F1FBFA9D}" dt="2022-03-15T19:20:18.283" v="16643" actId="1076"/>
          <ac:cxnSpMkLst>
            <pc:docMk/>
            <pc:sldMk cId="1967545101" sldId="348"/>
            <ac:cxnSpMk id="16" creationId="{78BF94AF-3C68-4C8D-96C1-721796D77734}"/>
          </ac:cxnSpMkLst>
        </pc:cxnChg>
        <pc:cxnChg chg="add mod">
          <ac:chgData name="子敬 洪" userId="ad1b616e7398b0d3" providerId="LiveId" clId="{8C755B95-58F5-498C-8D9B-E7D9F1FBFA9D}" dt="2022-03-15T19:20:49.411" v="16648" actId="197"/>
          <ac:cxnSpMkLst>
            <pc:docMk/>
            <pc:sldMk cId="1967545101" sldId="348"/>
            <ac:cxnSpMk id="19" creationId="{E27829BE-D2D4-4E9F-B37B-AADF360211CC}"/>
          </ac:cxnSpMkLst>
        </pc:cxnChg>
      </pc:sldChg>
      <pc:sldChg chg="modSp del mod">
        <pc:chgData name="子敬 洪" userId="ad1b616e7398b0d3" providerId="LiveId" clId="{8C755B95-58F5-498C-8D9B-E7D9F1FBFA9D}" dt="2022-03-15T19:23:21.387" v="16708" actId="47"/>
        <pc:sldMkLst>
          <pc:docMk/>
          <pc:sldMk cId="3098666095" sldId="349"/>
        </pc:sldMkLst>
        <pc:spChg chg="mod">
          <ac:chgData name="子敬 洪" userId="ad1b616e7398b0d3" providerId="LiveId" clId="{8C755B95-58F5-498C-8D9B-E7D9F1FBFA9D}" dt="2022-03-15T17:59:31.972" v="14693" actId="21"/>
          <ac:spMkLst>
            <pc:docMk/>
            <pc:sldMk cId="3098666095" sldId="349"/>
            <ac:spMk id="18" creationId="{9F14AAE5-D10B-41CB-8FBA-0652AFF4CC72}"/>
          </ac:spMkLst>
        </pc:spChg>
        <pc:spChg chg="mod">
          <ac:chgData name="子敬 洪" userId="ad1b616e7398b0d3" providerId="LiveId" clId="{8C755B95-58F5-498C-8D9B-E7D9F1FBFA9D}" dt="2022-03-15T19:23:13.016" v="16706" actId="21"/>
          <ac:spMkLst>
            <pc:docMk/>
            <pc:sldMk cId="3098666095" sldId="349"/>
            <ac:spMk id="23" creationId="{360905D6-D711-4FAE-9825-DE60BD1FDC05}"/>
          </ac:spMkLst>
        </pc:spChg>
      </pc:sldChg>
      <pc:sldChg chg="addSp delSp modSp del mod">
        <pc:chgData name="子敬 洪" userId="ad1b616e7398b0d3" providerId="LiveId" clId="{8C755B95-58F5-498C-8D9B-E7D9F1FBFA9D}" dt="2022-03-15T20:04:26.832" v="19711" actId="47"/>
        <pc:sldMkLst>
          <pc:docMk/>
          <pc:sldMk cId="312080932" sldId="350"/>
        </pc:sldMkLst>
        <pc:spChg chg="add del mod">
          <ac:chgData name="子敬 洪" userId="ad1b616e7398b0d3" providerId="LiveId" clId="{8C755B95-58F5-498C-8D9B-E7D9F1FBFA9D}" dt="2022-03-15T19:54:49.905" v="19185" actId="478"/>
          <ac:spMkLst>
            <pc:docMk/>
            <pc:sldMk cId="312080932" sldId="350"/>
            <ac:spMk id="3" creationId="{B0A285DE-875E-4075-81CC-0206E7875679}"/>
          </ac:spMkLst>
        </pc:spChg>
        <pc:spChg chg="add del mod">
          <ac:chgData name="子敬 洪" userId="ad1b616e7398b0d3" providerId="LiveId" clId="{8C755B95-58F5-498C-8D9B-E7D9F1FBFA9D}" dt="2022-03-15T19:56:35.494" v="19379" actId="21"/>
          <ac:spMkLst>
            <pc:docMk/>
            <pc:sldMk cId="312080932" sldId="350"/>
            <ac:spMk id="5" creationId="{56F8A68F-36D5-4867-8F2F-1BB1E1CEF382}"/>
          </ac:spMkLst>
        </pc:spChg>
        <pc:spChg chg="add del mod">
          <ac:chgData name="子敬 洪" userId="ad1b616e7398b0d3" providerId="LiveId" clId="{8C755B95-58F5-498C-8D9B-E7D9F1FBFA9D}" dt="2022-03-15T19:54:33.880" v="19179"/>
          <ac:spMkLst>
            <pc:docMk/>
            <pc:sldMk cId="312080932" sldId="350"/>
            <ac:spMk id="6" creationId="{0FCA7EB8-31C0-4D70-8C94-AAB45DDC4363}"/>
          </ac:spMkLst>
        </pc:spChg>
        <pc:spChg chg="add mod">
          <ac:chgData name="子敬 洪" userId="ad1b616e7398b0d3" providerId="LiveId" clId="{8C755B95-58F5-498C-8D9B-E7D9F1FBFA9D}" dt="2022-03-15T19:54:41.672" v="19183" actId="1076"/>
          <ac:spMkLst>
            <pc:docMk/>
            <pc:sldMk cId="312080932" sldId="350"/>
            <ac:spMk id="7" creationId="{0EDD983D-D529-4352-84F5-DD4E0C078EA9}"/>
          </ac:spMkLst>
        </pc:spChg>
      </pc:sldChg>
      <pc:sldChg chg="addSp modSp mod setBg">
        <pc:chgData name="子敬 洪" userId="ad1b616e7398b0d3" providerId="LiveId" clId="{8C755B95-58F5-498C-8D9B-E7D9F1FBFA9D}" dt="2022-03-15T19:35:08.155" v="17711" actId="20577"/>
        <pc:sldMkLst>
          <pc:docMk/>
          <pc:sldMk cId="503379047" sldId="351"/>
        </pc:sldMkLst>
        <pc:spChg chg="mod">
          <ac:chgData name="子敬 洪" userId="ad1b616e7398b0d3" providerId="LiveId" clId="{8C755B95-58F5-498C-8D9B-E7D9F1FBFA9D}" dt="2022-03-15T19:35:08.155" v="17711" actId="20577"/>
          <ac:spMkLst>
            <pc:docMk/>
            <pc:sldMk cId="503379047" sldId="351"/>
            <ac:spMk id="4" creationId="{4C0C7DFB-F839-4192-B53B-1812E6CE4CEC}"/>
          </ac:spMkLst>
        </pc:spChg>
        <pc:spChg chg="add">
          <ac:chgData name="子敬 洪" userId="ad1b616e7398b0d3" providerId="LiveId" clId="{8C755B95-58F5-498C-8D9B-E7D9F1FBFA9D}" dt="2022-03-15T19:34:43.565" v="17689" actId="26606"/>
          <ac:spMkLst>
            <pc:docMk/>
            <pc:sldMk cId="503379047" sldId="351"/>
            <ac:spMk id="10" creationId="{9A3D0CE2-91FF-49B3-A5D8-181E900D7501}"/>
          </ac:spMkLst>
        </pc:spChg>
        <pc:spChg chg="add">
          <ac:chgData name="子敬 洪" userId="ad1b616e7398b0d3" providerId="LiveId" clId="{8C755B95-58F5-498C-8D9B-E7D9F1FBFA9D}" dt="2022-03-15T19:34:43.565" v="17689" actId="26606"/>
          <ac:spMkLst>
            <pc:docMk/>
            <pc:sldMk cId="503379047" sldId="351"/>
            <ac:spMk id="12" creationId="{58AEBD96-C315-4F53-9D9E-0E20E993EBFA}"/>
          </ac:spMkLst>
        </pc:spChg>
        <pc:spChg chg="add">
          <ac:chgData name="子敬 洪" userId="ad1b616e7398b0d3" providerId="LiveId" clId="{8C755B95-58F5-498C-8D9B-E7D9F1FBFA9D}" dt="2022-03-15T19:34:43.565" v="17689" actId="26606"/>
          <ac:spMkLst>
            <pc:docMk/>
            <pc:sldMk cId="503379047" sldId="351"/>
            <ac:spMk id="14" creationId="{78916AAA-66F6-4DFA-88ED-7E27CF6B8DAD}"/>
          </ac:spMkLst>
        </pc:spChg>
        <pc:spChg chg="add">
          <ac:chgData name="子敬 洪" userId="ad1b616e7398b0d3" providerId="LiveId" clId="{8C755B95-58F5-498C-8D9B-E7D9F1FBFA9D}" dt="2022-03-15T19:34:43.565" v="17689" actId="26606"/>
          <ac:spMkLst>
            <pc:docMk/>
            <pc:sldMk cId="503379047" sldId="351"/>
            <ac:spMk id="20" creationId="{C3D25154-9EF7-4C33-9AAC-7B3BE089FE0A}"/>
          </ac:spMkLst>
        </pc:spChg>
        <pc:spChg chg="add">
          <ac:chgData name="子敬 洪" userId="ad1b616e7398b0d3" providerId="LiveId" clId="{8C755B95-58F5-498C-8D9B-E7D9F1FBFA9D}" dt="2022-03-15T19:34:43.565" v="17689" actId="26606"/>
          <ac:spMkLst>
            <pc:docMk/>
            <pc:sldMk cId="503379047" sldId="351"/>
            <ac:spMk id="22" creationId="{1604E8C0-C927-4C06-A96A-BF3323BA76D2}"/>
          </ac:spMkLst>
        </pc:spChg>
        <pc:grpChg chg="add">
          <ac:chgData name="子敬 洪" userId="ad1b616e7398b0d3" providerId="LiveId" clId="{8C755B95-58F5-498C-8D9B-E7D9F1FBFA9D}" dt="2022-03-15T19:34:43.565" v="17689" actId="26606"/>
          <ac:grpSpMkLst>
            <pc:docMk/>
            <pc:sldMk cId="503379047" sldId="351"/>
            <ac:grpSpMk id="16" creationId="{A137D43F-BAD6-47F1-AA65-AEEA38A2FF30}"/>
          </ac:grpSpMkLst>
        </pc:grpChg>
        <pc:grpChg chg="add">
          <ac:chgData name="子敬 洪" userId="ad1b616e7398b0d3" providerId="LiveId" clId="{8C755B95-58F5-498C-8D9B-E7D9F1FBFA9D}" dt="2022-03-15T19:34:43.565" v="17689" actId="26606"/>
          <ac:grpSpMkLst>
            <pc:docMk/>
            <pc:sldMk cId="503379047" sldId="351"/>
            <ac:grpSpMk id="24" creationId="{9DCECFD5-4C30-4892-9FF0-540E17955A55}"/>
          </ac:grpSpMkLst>
        </pc:grpChg>
      </pc:sldChg>
      <pc:sldChg chg="modSp del mod">
        <pc:chgData name="子敬 洪" userId="ad1b616e7398b0d3" providerId="LiveId" clId="{8C755B95-58F5-498C-8D9B-E7D9F1FBFA9D}" dt="2022-03-15T19:51:37.089" v="19122" actId="47"/>
        <pc:sldMkLst>
          <pc:docMk/>
          <pc:sldMk cId="3572557661" sldId="352"/>
        </pc:sldMkLst>
        <pc:spChg chg="mod">
          <ac:chgData name="子敬 洪" userId="ad1b616e7398b0d3" providerId="LiveId" clId="{8C755B95-58F5-498C-8D9B-E7D9F1FBFA9D}" dt="2022-03-15T19:48:31.012" v="18995" actId="21"/>
          <ac:spMkLst>
            <pc:docMk/>
            <pc:sldMk cId="3572557661" sldId="352"/>
            <ac:spMk id="18" creationId="{9F14AAE5-D10B-41CB-8FBA-0652AFF4CC72}"/>
          </ac:spMkLst>
        </pc:spChg>
      </pc:sldChg>
      <pc:sldChg chg="modSp mod">
        <pc:chgData name="子敬 洪" userId="ad1b616e7398b0d3" providerId="LiveId" clId="{8C755B95-58F5-498C-8D9B-E7D9F1FBFA9D}" dt="2022-03-15T19:52:52.545" v="19167" actId="255"/>
        <pc:sldMkLst>
          <pc:docMk/>
          <pc:sldMk cId="322286131" sldId="353"/>
        </pc:sldMkLst>
        <pc:spChg chg="mod">
          <ac:chgData name="子敬 洪" userId="ad1b616e7398b0d3" providerId="LiveId" clId="{8C755B95-58F5-498C-8D9B-E7D9F1FBFA9D}" dt="2022-03-15T19:52:52.545" v="19167" actId="255"/>
          <ac:spMkLst>
            <pc:docMk/>
            <pc:sldMk cId="322286131" sldId="353"/>
            <ac:spMk id="18" creationId="{9F14AAE5-D10B-41CB-8FBA-0652AFF4CC72}"/>
          </ac:spMkLst>
        </pc:spChg>
      </pc:sldChg>
      <pc:sldChg chg="modSp mod">
        <pc:chgData name="子敬 洪" userId="ad1b616e7398b0d3" providerId="LiveId" clId="{8C755B95-58F5-498C-8D9B-E7D9F1FBFA9D}" dt="2022-03-15T21:26:54.960" v="21465" actId="14100"/>
        <pc:sldMkLst>
          <pc:docMk/>
          <pc:sldMk cId="1391834900" sldId="449"/>
        </pc:sldMkLst>
        <pc:spChg chg="mod">
          <ac:chgData name="子敬 洪" userId="ad1b616e7398b0d3" providerId="LiveId" clId="{8C755B95-58F5-498C-8D9B-E7D9F1FBFA9D}" dt="2022-03-15T21:26:44.708" v="21459" actId="2711"/>
          <ac:spMkLst>
            <pc:docMk/>
            <pc:sldMk cId="1391834900" sldId="449"/>
            <ac:spMk id="2" creationId="{D0788519-AEC7-4D38-B554-888693BC28C2}"/>
          </ac:spMkLst>
        </pc:spChg>
        <pc:spChg chg="mod">
          <ac:chgData name="子敬 洪" userId="ad1b616e7398b0d3" providerId="LiveId" clId="{8C755B95-58F5-498C-8D9B-E7D9F1FBFA9D}" dt="2022-03-15T21:26:54.960" v="21465" actId="14100"/>
          <ac:spMkLst>
            <pc:docMk/>
            <pc:sldMk cId="1391834900" sldId="449"/>
            <ac:spMk id="3" creationId="{9FF66F90-399E-48C6-BD58-B25387DC674D}"/>
          </ac:spMkLst>
        </pc:spChg>
        <pc:spChg chg="mod">
          <ac:chgData name="子敬 洪" userId="ad1b616e7398b0d3" providerId="LiveId" clId="{8C755B95-58F5-498C-8D9B-E7D9F1FBFA9D}" dt="2022-03-15T21:26:48.660" v="21460" actId="122"/>
          <ac:spMkLst>
            <pc:docMk/>
            <pc:sldMk cId="1391834900" sldId="449"/>
            <ac:spMk id="6" creationId="{028049E8-A75C-4B10-8F78-D3880109CA58}"/>
          </ac:spMkLst>
        </pc:spChg>
      </pc:sldChg>
      <pc:sldChg chg="modSp mod">
        <pc:chgData name="子敬 洪" userId="ad1b616e7398b0d3" providerId="LiveId" clId="{8C755B95-58F5-498C-8D9B-E7D9F1FBFA9D}" dt="2022-03-15T21:27:00.637" v="21466" actId="2711"/>
        <pc:sldMkLst>
          <pc:docMk/>
          <pc:sldMk cId="74764584" sldId="450"/>
        </pc:sldMkLst>
        <pc:spChg chg="mod">
          <ac:chgData name="子敬 洪" userId="ad1b616e7398b0d3" providerId="LiveId" clId="{8C755B95-58F5-498C-8D9B-E7D9F1FBFA9D}" dt="2022-03-15T21:27:00.637" v="21466" actId="2711"/>
          <ac:spMkLst>
            <pc:docMk/>
            <pc:sldMk cId="74764584" sldId="450"/>
            <ac:spMk id="2" creationId="{68EB81F3-7E12-4A0C-977D-B9D3B3D64571}"/>
          </ac:spMkLst>
        </pc:spChg>
        <pc:spChg chg="mod">
          <ac:chgData name="子敬 洪" userId="ad1b616e7398b0d3" providerId="LiveId" clId="{8C755B95-58F5-498C-8D9B-E7D9F1FBFA9D}" dt="2022-03-15T21:27:00.637" v="21466" actId="2711"/>
          <ac:spMkLst>
            <pc:docMk/>
            <pc:sldMk cId="74764584" sldId="450"/>
            <ac:spMk id="3" creationId="{9FF66F90-399E-48C6-BD58-B25387DC674D}"/>
          </ac:spMkLst>
        </pc:spChg>
        <pc:spChg chg="mod">
          <ac:chgData name="子敬 洪" userId="ad1b616e7398b0d3" providerId="LiveId" clId="{8C755B95-58F5-498C-8D9B-E7D9F1FBFA9D}" dt="2022-03-15T21:27:00.637" v="21466" actId="2711"/>
          <ac:spMkLst>
            <pc:docMk/>
            <pc:sldMk cId="74764584" sldId="450"/>
            <ac:spMk id="6" creationId="{21BD539D-EA2E-4485-955C-2638A83B7B82}"/>
          </ac:spMkLst>
        </pc:spChg>
      </pc:sldChg>
      <pc:sldChg chg="modSp mod">
        <pc:chgData name="子敬 洪" userId="ad1b616e7398b0d3" providerId="LiveId" clId="{8C755B95-58F5-498C-8D9B-E7D9F1FBFA9D}" dt="2022-03-15T21:27:11.587" v="21468" actId="14100"/>
        <pc:sldMkLst>
          <pc:docMk/>
          <pc:sldMk cId="3651305168" sldId="451"/>
        </pc:sldMkLst>
        <pc:spChg chg="mod">
          <ac:chgData name="子敬 洪" userId="ad1b616e7398b0d3" providerId="LiveId" clId="{8C755B95-58F5-498C-8D9B-E7D9F1FBFA9D}" dt="2022-03-15T21:27:08.787" v="21467" actId="2711"/>
          <ac:spMkLst>
            <pc:docMk/>
            <pc:sldMk cId="3651305168" sldId="451"/>
            <ac:spMk id="2" creationId="{E8F64F12-C8AC-4EC8-BA72-5CFF3F9D1E25}"/>
          </ac:spMkLst>
        </pc:spChg>
        <pc:spChg chg="mod">
          <ac:chgData name="子敬 洪" userId="ad1b616e7398b0d3" providerId="LiveId" clId="{8C755B95-58F5-498C-8D9B-E7D9F1FBFA9D}" dt="2022-03-15T21:27:08.787" v="21467" actId="2711"/>
          <ac:spMkLst>
            <pc:docMk/>
            <pc:sldMk cId="3651305168" sldId="451"/>
            <ac:spMk id="3" creationId="{9FF66F90-399E-48C6-BD58-B25387DC674D}"/>
          </ac:spMkLst>
        </pc:spChg>
        <pc:spChg chg="mod">
          <ac:chgData name="子敬 洪" userId="ad1b616e7398b0d3" providerId="LiveId" clId="{8C755B95-58F5-498C-8D9B-E7D9F1FBFA9D}" dt="2022-03-15T21:27:11.587" v="21468" actId="14100"/>
          <ac:spMkLst>
            <pc:docMk/>
            <pc:sldMk cId="3651305168" sldId="451"/>
            <ac:spMk id="6" creationId="{DAEF7909-B75E-48BA-AF94-57DC47945746}"/>
          </ac:spMkLst>
        </pc:spChg>
      </pc:sldChg>
      <pc:sldChg chg="modSp mod">
        <pc:chgData name="子敬 洪" userId="ad1b616e7398b0d3" providerId="LiveId" clId="{8C755B95-58F5-498C-8D9B-E7D9F1FBFA9D}" dt="2022-03-15T21:27:47.772" v="21491" actId="1038"/>
        <pc:sldMkLst>
          <pc:docMk/>
          <pc:sldMk cId="3761050491" sldId="452"/>
        </pc:sldMkLst>
        <pc:spChg chg="mod">
          <ac:chgData name="子敬 洪" userId="ad1b616e7398b0d3" providerId="LiveId" clId="{8C755B95-58F5-498C-8D9B-E7D9F1FBFA9D}" dt="2022-03-15T21:27:18.827" v="21469" actId="2711"/>
          <ac:spMkLst>
            <pc:docMk/>
            <pc:sldMk cId="3761050491" sldId="452"/>
            <ac:spMk id="2" creationId="{A3496C45-CEB8-4EF2-9AD0-0396A5B15B05}"/>
          </ac:spMkLst>
        </pc:spChg>
        <pc:spChg chg="mod">
          <ac:chgData name="子敬 洪" userId="ad1b616e7398b0d3" providerId="LiveId" clId="{8C755B95-58F5-498C-8D9B-E7D9F1FBFA9D}" dt="2022-03-15T21:27:18.827" v="21469" actId="2711"/>
          <ac:spMkLst>
            <pc:docMk/>
            <pc:sldMk cId="3761050491" sldId="452"/>
            <ac:spMk id="3" creationId="{9FF66F90-399E-48C6-BD58-B25387DC674D}"/>
          </ac:spMkLst>
        </pc:spChg>
        <pc:spChg chg="mod">
          <ac:chgData name="子敬 洪" userId="ad1b616e7398b0d3" providerId="LiveId" clId="{8C755B95-58F5-498C-8D9B-E7D9F1FBFA9D}" dt="2022-03-15T21:27:47.772" v="21491" actId="1038"/>
          <ac:spMkLst>
            <pc:docMk/>
            <pc:sldMk cId="3761050491" sldId="452"/>
            <ac:spMk id="4" creationId="{4A47D828-F623-4031-89B8-F3303A0D7BD8}"/>
          </ac:spMkLst>
        </pc:spChg>
        <pc:spChg chg="mod">
          <ac:chgData name="子敬 洪" userId="ad1b616e7398b0d3" providerId="LiveId" clId="{8C755B95-58F5-498C-8D9B-E7D9F1FBFA9D}" dt="2022-03-15T21:27:47.772" v="21491" actId="1038"/>
          <ac:spMkLst>
            <pc:docMk/>
            <pc:sldMk cId="3761050491" sldId="452"/>
            <ac:spMk id="5" creationId="{59D7FACB-74D1-4AE0-AF1F-2C242364E4AB}"/>
          </ac:spMkLst>
        </pc:spChg>
        <pc:spChg chg="mod">
          <ac:chgData name="子敬 洪" userId="ad1b616e7398b0d3" providerId="LiveId" clId="{8C755B95-58F5-498C-8D9B-E7D9F1FBFA9D}" dt="2022-03-15T21:27:47.772" v="21491" actId="1038"/>
          <ac:spMkLst>
            <pc:docMk/>
            <pc:sldMk cId="3761050491" sldId="452"/>
            <ac:spMk id="6" creationId="{948DF13F-B4B8-444C-96F4-4761821C4EC1}"/>
          </ac:spMkLst>
        </pc:spChg>
        <pc:spChg chg="mod">
          <ac:chgData name="子敬 洪" userId="ad1b616e7398b0d3" providerId="LiveId" clId="{8C755B95-58F5-498C-8D9B-E7D9F1FBFA9D}" dt="2022-03-15T21:27:47.772" v="21491" actId="1038"/>
          <ac:spMkLst>
            <pc:docMk/>
            <pc:sldMk cId="3761050491" sldId="452"/>
            <ac:spMk id="7" creationId="{2C6F6240-5969-40DC-AFFF-27AEDEA3118E}"/>
          </ac:spMkLst>
        </pc:spChg>
        <pc:spChg chg="mod">
          <ac:chgData name="子敬 洪" userId="ad1b616e7398b0d3" providerId="LiveId" clId="{8C755B95-58F5-498C-8D9B-E7D9F1FBFA9D}" dt="2022-03-15T21:27:47.772" v="21491" actId="1038"/>
          <ac:spMkLst>
            <pc:docMk/>
            <pc:sldMk cId="3761050491" sldId="452"/>
            <ac:spMk id="8" creationId="{640AE626-9173-466E-B470-0268987C0EE2}"/>
          </ac:spMkLst>
        </pc:spChg>
        <pc:spChg chg="mod">
          <ac:chgData name="子敬 洪" userId="ad1b616e7398b0d3" providerId="LiveId" clId="{8C755B95-58F5-498C-8D9B-E7D9F1FBFA9D}" dt="2022-03-15T21:27:47.772" v="21491" actId="1038"/>
          <ac:spMkLst>
            <pc:docMk/>
            <pc:sldMk cId="3761050491" sldId="452"/>
            <ac:spMk id="10" creationId="{E3AC3D47-FC6D-471D-8BCA-6E372E693079}"/>
          </ac:spMkLst>
        </pc:spChg>
        <pc:spChg chg="mod">
          <ac:chgData name="子敬 洪" userId="ad1b616e7398b0d3" providerId="LiveId" clId="{8C755B95-58F5-498C-8D9B-E7D9F1FBFA9D}" dt="2022-03-15T21:27:47.772" v="21491" actId="1038"/>
          <ac:spMkLst>
            <pc:docMk/>
            <pc:sldMk cId="3761050491" sldId="452"/>
            <ac:spMk id="12" creationId="{7CA0F8E8-04AE-4129-ADA3-B2C08D259FC6}"/>
          </ac:spMkLst>
        </pc:spChg>
        <pc:spChg chg="mod">
          <ac:chgData name="子敬 洪" userId="ad1b616e7398b0d3" providerId="LiveId" clId="{8C755B95-58F5-498C-8D9B-E7D9F1FBFA9D}" dt="2022-03-15T21:27:47.772" v="21491" actId="1038"/>
          <ac:spMkLst>
            <pc:docMk/>
            <pc:sldMk cId="3761050491" sldId="452"/>
            <ac:spMk id="13" creationId="{CC15D116-B3EF-4835-A5B6-5FCB811DB3FF}"/>
          </ac:spMkLst>
        </pc:spChg>
        <pc:spChg chg="mod">
          <ac:chgData name="子敬 洪" userId="ad1b616e7398b0d3" providerId="LiveId" clId="{8C755B95-58F5-498C-8D9B-E7D9F1FBFA9D}" dt="2022-03-15T21:27:47.772" v="21491" actId="1038"/>
          <ac:spMkLst>
            <pc:docMk/>
            <pc:sldMk cId="3761050491" sldId="452"/>
            <ac:spMk id="15" creationId="{41D130D4-4550-464D-BA26-202EC3394650}"/>
          </ac:spMkLst>
        </pc:spChg>
        <pc:spChg chg="mod">
          <ac:chgData name="子敬 洪" userId="ad1b616e7398b0d3" providerId="LiveId" clId="{8C755B95-58F5-498C-8D9B-E7D9F1FBFA9D}" dt="2022-03-15T21:27:18.827" v="21469" actId="2711"/>
          <ac:spMkLst>
            <pc:docMk/>
            <pc:sldMk cId="3761050491" sldId="452"/>
            <ac:spMk id="23" creationId="{264E80DA-0623-4C28-A6AC-C9E4555DD9FE}"/>
          </ac:spMkLst>
        </pc:spChg>
        <pc:spChg chg="mod">
          <ac:chgData name="子敬 洪" userId="ad1b616e7398b0d3" providerId="LiveId" clId="{8C755B95-58F5-498C-8D9B-E7D9F1FBFA9D}" dt="2022-03-15T21:27:47.772" v="21491" actId="1038"/>
          <ac:spMkLst>
            <pc:docMk/>
            <pc:sldMk cId="3761050491" sldId="452"/>
            <ac:spMk id="26" creationId="{64B7930C-40A3-49EF-913B-99C69E772F97}"/>
          </ac:spMkLst>
        </pc:spChg>
        <pc:spChg chg="mod">
          <ac:chgData name="子敬 洪" userId="ad1b616e7398b0d3" providerId="LiveId" clId="{8C755B95-58F5-498C-8D9B-E7D9F1FBFA9D}" dt="2022-03-15T21:27:47.772" v="21491" actId="1038"/>
          <ac:spMkLst>
            <pc:docMk/>
            <pc:sldMk cId="3761050491" sldId="452"/>
            <ac:spMk id="28" creationId="{2FEC6675-4844-4221-BA7E-989E124DE3B6}"/>
          </ac:spMkLst>
        </pc:spChg>
        <pc:cxnChg chg="mod">
          <ac:chgData name="子敬 洪" userId="ad1b616e7398b0d3" providerId="LiveId" clId="{8C755B95-58F5-498C-8D9B-E7D9F1FBFA9D}" dt="2022-03-15T21:27:47.772" v="21491" actId="1038"/>
          <ac:cxnSpMkLst>
            <pc:docMk/>
            <pc:sldMk cId="3761050491" sldId="452"/>
            <ac:cxnSpMk id="17" creationId="{57D7CBB7-1648-47AE-B360-BD16D8828E02}"/>
          </ac:cxnSpMkLst>
        </pc:cxnChg>
        <pc:cxnChg chg="mod">
          <ac:chgData name="子敬 洪" userId="ad1b616e7398b0d3" providerId="LiveId" clId="{8C755B95-58F5-498C-8D9B-E7D9F1FBFA9D}" dt="2022-03-15T21:27:47.772" v="21491" actId="1038"/>
          <ac:cxnSpMkLst>
            <pc:docMk/>
            <pc:sldMk cId="3761050491" sldId="452"/>
            <ac:cxnSpMk id="18" creationId="{D7A440C7-4D08-435D-A324-EF31C4E1BEE7}"/>
          </ac:cxnSpMkLst>
        </pc:cxnChg>
        <pc:cxnChg chg="mod">
          <ac:chgData name="子敬 洪" userId="ad1b616e7398b0d3" providerId="LiveId" clId="{8C755B95-58F5-498C-8D9B-E7D9F1FBFA9D}" dt="2022-03-15T21:27:47.772" v="21491" actId="1038"/>
          <ac:cxnSpMkLst>
            <pc:docMk/>
            <pc:sldMk cId="3761050491" sldId="452"/>
            <ac:cxnSpMk id="20" creationId="{DF5D9E09-51DD-475E-87BA-15753F9B2209}"/>
          </ac:cxnSpMkLst>
        </pc:cxnChg>
        <pc:cxnChg chg="mod">
          <ac:chgData name="子敬 洪" userId="ad1b616e7398b0d3" providerId="LiveId" clId="{8C755B95-58F5-498C-8D9B-E7D9F1FBFA9D}" dt="2022-03-15T21:27:47.772" v="21491" actId="1038"/>
          <ac:cxnSpMkLst>
            <pc:docMk/>
            <pc:sldMk cId="3761050491" sldId="452"/>
            <ac:cxnSpMk id="22" creationId="{8DAFC63C-4E17-40EF-84AB-F5CF997036D3}"/>
          </ac:cxnSpMkLst>
        </pc:cxnChg>
        <pc:cxnChg chg="mod">
          <ac:chgData name="子敬 洪" userId="ad1b616e7398b0d3" providerId="LiveId" clId="{8C755B95-58F5-498C-8D9B-E7D9F1FBFA9D}" dt="2022-03-15T21:27:47.772" v="21491" actId="1038"/>
          <ac:cxnSpMkLst>
            <pc:docMk/>
            <pc:sldMk cId="3761050491" sldId="452"/>
            <ac:cxnSpMk id="24" creationId="{8E711E46-DB81-4275-80F3-4450920A8703}"/>
          </ac:cxnSpMkLst>
        </pc:cxnChg>
        <pc:cxnChg chg="mod">
          <ac:chgData name="子敬 洪" userId="ad1b616e7398b0d3" providerId="LiveId" clId="{8C755B95-58F5-498C-8D9B-E7D9F1FBFA9D}" dt="2022-03-15T21:27:47.772" v="21491" actId="1038"/>
          <ac:cxnSpMkLst>
            <pc:docMk/>
            <pc:sldMk cId="3761050491" sldId="452"/>
            <ac:cxnSpMk id="31" creationId="{A2880FE0-735B-45A7-9C4F-EA50B1A666E3}"/>
          </ac:cxnSpMkLst>
        </pc:cxnChg>
        <pc:cxnChg chg="mod">
          <ac:chgData name="子敬 洪" userId="ad1b616e7398b0d3" providerId="LiveId" clId="{8C755B95-58F5-498C-8D9B-E7D9F1FBFA9D}" dt="2022-03-15T21:27:47.772" v="21491" actId="1038"/>
          <ac:cxnSpMkLst>
            <pc:docMk/>
            <pc:sldMk cId="3761050491" sldId="452"/>
            <ac:cxnSpMk id="34" creationId="{8D669222-194B-4034-A7E8-E5546909FF91}"/>
          </ac:cxnSpMkLst>
        </pc:cxnChg>
      </pc:sldChg>
      <pc:sldChg chg="delSp modSp del mod">
        <pc:chgData name="子敬 洪" userId="ad1b616e7398b0d3" providerId="LiveId" clId="{8C755B95-58F5-498C-8D9B-E7D9F1FBFA9D}" dt="2022-03-15T20:04:27.873" v="19712" actId="47"/>
        <pc:sldMkLst>
          <pc:docMk/>
          <pc:sldMk cId="991069317" sldId="464"/>
        </pc:sldMkLst>
        <pc:spChg chg="mod">
          <ac:chgData name="子敬 洪" userId="ad1b616e7398b0d3" providerId="LiveId" clId="{8C755B95-58F5-498C-8D9B-E7D9F1FBFA9D}" dt="2022-03-15T19:59:12.961" v="19615" actId="21"/>
          <ac:spMkLst>
            <pc:docMk/>
            <pc:sldMk cId="991069317" sldId="464"/>
            <ac:spMk id="3" creationId="{9FF66F90-399E-48C6-BD58-B25387DC674D}"/>
          </ac:spMkLst>
        </pc:spChg>
        <pc:spChg chg="del mod">
          <ac:chgData name="子敬 洪" userId="ad1b616e7398b0d3" providerId="LiveId" clId="{8C755B95-58F5-498C-8D9B-E7D9F1FBFA9D}" dt="2022-03-15T20:01:21.296" v="19673" actId="21"/>
          <ac:spMkLst>
            <pc:docMk/>
            <pc:sldMk cId="991069317" sldId="464"/>
            <ac:spMk id="6" creationId="{65E17A23-7DF9-44B4-897B-137D423AE934}"/>
          </ac:spMkLst>
        </pc:spChg>
      </pc:sldChg>
      <pc:sldChg chg="addSp delSp modSp mod">
        <pc:chgData name="子敬 洪" userId="ad1b616e7398b0d3" providerId="LiveId" clId="{8C755B95-58F5-498C-8D9B-E7D9F1FBFA9D}" dt="2022-03-15T20:25:58.499" v="20090" actId="255"/>
        <pc:sldMkLst>
          <pc:docMk/>
          <pc:sldMk cId="4270561902" sldId="465"/>
        </pc:sldMkLst>
        <pc:spChg chg="add del mod">
          <ac:chgData name="子敬 洪" userId="ad1b616e7398b0d3" providerId="LiveId" clId="{8C755B95-58F5-498C-8D9B-E7D9F1FBFA9D}" dt="2022-03-15T20:10:04.833" v="19800" actId="478"/>
          <ac:spMkLst>
            <pc:docMk/>
            <pc:sldMk cId="4270561902" sldId="465"/>
            <ac:spMk id="3" creationId="{9FF66F90-399E-48C6-BD58-B25387DC674D}"/>
          </ac:spMkLst>
        </pc:spChg>
        <pc:spChg chg="del">
          <ac:chgData name="子敬 洪" userId="ad1b616e7398b0d3" providerId="LiveId" clId="{8C755B95-58F5-498C-8D9B-E7D9F1FBFA9D}" dt="2022-03-15T20:10:05.768" v="19801" actId="478"/>
          <ac:spMkLst>
            <pc:docMk/>
            <pc:sldMk cId="4270561902" sldId="465"/>
            <ac:spMk id="4" creationId="{FBB0E819-A96D-4594-8017-24075B493E97}"/>
          </ac:spMkLst>
        </pc:spChg>
        <pc:spChg chg="add del mod">
          <ac:chgData name="子敬 洪" userId="ad1b616e7398b0d3" providerId="LiveId" clId="{8C755B95-58F5-498C-8D9B-E7D9F1FBFA9D}" dt="2022-03-15T20:05:00.244" v="19718" actId="21"/>
          <ac:spMkLst>
            <pc:docMk/>
            <pc:sldMk cId="4270561902" sldId="465"/>
            <ac:spMk id="6" creationId="{8FECAFD6-0B92-4077-A6E0-342AFD5BC63B}"/>
          </ac:spMkLst>
        </pc:spChg>
        <pc:spChg chg="add mod">
          <ac:chgData name="子敬 洪" userId="ad1b616e7398b0d3" providerId="LiveId" clId="{8C755B95-58F5-498C-8D9B-E7D9F1FBFA9D}" dt="2022-03-15T20:25:58.499" v="20090" actId="255"/>
          <ac:spMkLst>
            <pc:docMk/>
            <pc:sldMk cId="4270561902" sldId="465"/>
            <ac:spMk id="7" creationId="{65D5726D-53FD-4E2A-A2FC-E07669DCCEDC}"/>
          </ac:spMkLst>
        </pc:spChg>
      </pc:sldChg>
      <pc:sldChg chg="modSp mod ord">
        <pc:chgData name="子敬 洪" userId="ad1b616e7398b0d3" providerId="LiveId" clId="{8C755B95-58F5-498C-8D9B-E7D9F1FBFA9D}" dt="2022-03-15T20:21:33.242" v="19956" actId="20577"/>
        <pc:sldMkLst>
          <pc:docMk/>
          <pc:sldMk cId="3421844217" sldId="466"/>
        </pc:sldMkLst>
        <pc:spChg chg="mod">
          <ac:chgData name="子敬 洪" userId="ad1b616e7398b0d3" providerId="LiveId" clId="{8C755B95-58F5-498C-8D9B-E7D9F1FBFA9D}" dt="2022-03-15T20:21:33.242" v="19956" actId="20577"/>
          <ac:spMkLst>
            <pc:docMk/>
            <pc:sldMk cId="3421844217" sldId="466"/>
            <ac:spMk id="3" creationId="{9FF66F90-399E-48C6-BD58-B25387DC674D}"/>
          </ac:spMkLst>
        </pc:spChg>
      </pc:sldChg>
      <pc:sldChg chg="modSp del mod">
        <pc:chgData name="子敬 洪" userId="ad1b616e7398b0d3" providerId="LiveId" clId="{8C755B95-58F5-498C-8D9B-E7D9F1FBFA9D}" dt="2022-03-15T20:55:01.627" v="20807" actId="47"/>
        <pc:sldMkLst>
          <pc:docMk/>
          <pc:sldMk cId="2403921915" sldId="468"/>
        </pc:sldMkLst>
        <pc:spChg chg="mod">
          <ac:chgData name="子敬 洪" userId="ad1b616e7398b0d3" providerId="LiveId" clId="{8C755B95-58F5-498C-8D9B-E7D9F1FBFA9D}" dt="2022-03-15T20:54:25.989" v="20795" actId="21"/>
          <ac:spMkLst>
            <pc:docMk/>
            <pc:sldMk cId="2403921915" sldId="468"/>
            <ac:spMk id="3" creationId="{9FF66F90-399E-48C6-BD58-B25387DC674D}"/>
          </ac:spMkLst>
        </pc:spChg>
        <pc:spChg chg="mod">
          <ac:chgData name="子敬 洪" userId="ad1b616e7398b0d3" providerId="LiveId" clId="{8C755B95-58F5-498C-8D9B-E7D9F1FBFA9D}" dt="2022-03-15T20:26:48.447" v="20092" actId="21"/>
          <ac:spMkLst>
            <pc:docMk/>
            <pc:sldMk cId="2403921915" sldId="468"/>
            <ac:spMk id="4" creationId="{6175E0E6-31C3-4A77-94FB-53CD484878F7}"/>
          </ac:spMkLst>
        </pc:spChg>
      </pc:sldChg>
      <pc:sldChg chg="modSp mod">
        <pc:chgData name="子敬 洪" userId="ad1b616e7398b0d3" providerId="LiveId" clId="{8C755B95-58F5-498C-8D9B-E7D9F1FBFA9D}" dt="2022-03-15T21:20:31.690" v="21406"/>
        <pc:sldMkLst>
          <pc:docMk/>
          <pc:sldMk cId="1973494353" sldId="475"/>
        </pc:sldMkLst>
        <pc:spChg chg="mod">
          <ac:chgData name="子敬 洪" userId="ad1b616e7398b0d3" providerId="LiveId" clId="{8C755B95-58F5-498C-8D9B-E7D9F1FBFA9D}" dt="2022-03-15T21:20:31.690" v="21406"/>
          <ac:spMkLst>
            <pc:docMk/>
            <pc:sldMk cId="1973494353" sldId="475"/>
            <ac:spMk id="4" creationId="{6175E0E6-31C3-4A77-94FB-53CD484878F7}"/>
          </ac:spMkLst>
        </pc:spChg>
      </pc:sldChg>
      <pc:sldChg chg="modSp mod">
        <pc:chgData name="子敬 洪" userId="ad1b616e7398b0d3" providerId="LiveId" clId="{8C755B95-58F5-498C-8D9B-E7D9F1FBFA9D}" dt="2022-03-15T20:32:08.615" v="20118" actId="255"/>
        <pc:sldMkLst>
          <pc:docMk/>
          <pc:sldMk cId="280050975" sldId="481"/>
        </pc:sldMkLst>
        <pc:spChg chg="mod">
          <ac:chgData name="子敬 洪" userId="ad1b616e7398b0d3" providerId="LiveId" clId="{8C755B95-58F5-498C-8D9B-E7D9F1FBFA9D}" dt="2022-03-15T20:32:08.615" v="20118" actId="255"/>
          <ac:spMkLst>
            <pc:docMk/>
            <pc:sldMk cId="280050975" sldId="481"/>
            <ac:spMk id="3" creationId="{9FF66F90-399E-48C6-BD58-B25387DC674D}"/>
          </ac:spMkLst>
        </pc:spChg>
      </pc:sldChg>
      <pc:sldChg chg="modSp mod">
        <pc:chgData name="子敬 洪" userId="ad1b616e7398b0d3" providerId="LiveId" clId="{8C755B95-58F5-498C-8D9B-E7D9F1FBFA9D}" dt="2022-03-15T20:33:01.757" v="20135" actId="1076"/>
        <pc:sldMkLst>
          <pc:docMk/>
          <pc:sldMk cId="646674731" sldId="482"/>
        </pc:sldMkLst>
        <pc:spChg chg="mod">
          <ac:chgData name="子敬 洪" userId="ad1b616e7398b0d3" providerId="LiveId" clId="{8C755B95-58F5-498C-8D9B-E7D9F1FBFA9D}" dt="2022-03-15T20:32:39.975" v="20123" actId="2711"/>
          <ac:spMkLst>
            <pc:docMk/>
            <pc:sldMk cId="646674731" sldId="482"/>
            <ac:spMk id="3" creationId="{9FF66F90-399E-48C6-BD58-B25387DC674D}"/>
          </ac:spMkLst>
        </pc:spChg>
        <pc:graphicFrameChg chg="mod modGraphic">
          <ac:chgData name="子敬 洪" userId="ad1b616e7398b0d3" providerId="LiveId" clId="{8C755B95-58F5-498C-8D9B-E7D9F1FBFA9D}" dt="2022-03-15T20:32:29.895" v="20122" actId="14100"/>
          <ac:graphicFrameMkLst>
            <pc:docMk/>
            <pc:sldMk cId="646674731" sldId="482"/>
            <ac:graphicFrameMk id="5" creationId="{D952593B-A464-41CF-A147-1E41A049AFD6}"/>
          </ac:graphicFrameMkLst>
        </pc:graphicFrameChg>
        <pc:graphicFrameChg chg="mod modGraphic">
          <ac:chgData name="子敬 洪" userId="ad1b616e7398b0d3" providerId="LiveId" clId="{8C755B95-58F5-498C-8D9B-E7D9F1FBFA9D}" dt="2022-03-15T20:33:01.757" v="20135" actId="1076"/>
          <ac:graphicFrameMkLst>
            <pc:docMk/>
            <pc:sldMk cId="646674731" sldId="482"/>
            <ac:graphicFrameMk id="6" creationId="{790ECE1A-3A96-428A-B3E1-1CF9947D2F5C}"/>
          </ac:graphicFrameMkLst>
        </pc:graphicFrameChg>
      </pc:sldChg>
      <pc:sldChg chg="modSp mod">
        <pc:chgData name="子敬 洪" userId="ad1b616e7398b0d3" providerId="LiveId" clId="{8C755B95-58F5-498C-8D9B-E7D9F1FBFA9D}" dt="2022-03-15T20:33:14.259" v="20137" actId="14100"/>
        <pc:sldMkLst>
          <pc:docMk/>
          <pc:sldMk cId="1421088772" sldId="483"/>
        </pc:sldMkLst>
        <pc:spChg chg="mod">
          <ac:chgData name="子敬 洪" userId="ad1b616e7398b0d3" providerId="LiveId" clId="{8C755B95-58F5-498C-8D9B-E7D9F1FBFA9D}" dt="2022-03-15T20:33:14.259" v="20137" actId="14100"/>
          <ac:spMkLst>
            <pc:docMk/>
            <pc:sldMk cId="1421088772" sldId="483"/>
            <ac:spMk id="3" creationId="{9FF66F90-399E-48C6-BD58-B25387DC674D}"/>
          </ac:spMkLst>
        </pc:spChg>
      </pc:sldChg>
      <pc:sldChg chg="modSp mod">
        <pc:chgData name="子敬 洪" userId="ad1b616e7398b0d3" providerId="LiveId" clId="{8C755B95-58F5-498C-8D9B-E7D9F1FBFA9D}" dt="2022-03-15T21:21:37.256" v="21407" actId="2711"/>
        <pc:sldMkLst>
          <pc:docMk/>
          <pc:sldMk cId="47714471" sldId="484"/>
        </pc:sldMkLst>
        <pc:spChg chg="mod">
          <ac:chgData name="子敬 洪" userId="ad1b616e7398b0d3" providerId="LiveId" clId="{8C755B95-58F5-498C-8D9B-E7D9F1FBFA9D}" dt="2022-03-15T21:21:37.256" v="21407" actId="2711"/>
          <ac:spMkLst>
            <pc:docMk/>
            <pc:sldMk cId="47714471" sldId="484"/>
            <ac:spMk id="3" creationId="{9FF66F90-399E-48C6-BD58-B25387DC674D}"/>
          </ac:spMkLst>
        </pc:spChg>
      </pc:sldChg>
      <pc:sldChg chg="modSp mod">
        <pc:chgData name="子敬 洪" userId="ad1b616e7398b0d3" providerId="LiveId" clId="{8C755B95-58F5-498C-8D9B-E7D9F1FBFA9D}" dt="2022-03-15T21:21:49.540" v="21408" actId="2711"/>
        <pc:sldMkLst>
          <pc:docMk/>
          <pc:sldMk cId="2269332188" sldId="485"/>
        </pc:sldMkLst>
        <pc:spChg chg="mod">
          <ac:chgData name="子敬 洪" userId="ad1b616e7398b0d3" providerId="LiveId" clId="{8C755B95-58F5-498C-8D9B-E7D9F1FBFA9D}" dt="2022-03-15T21:21:49.540" v="21408" actId="2711"/>
          <ac:spMkLst>
            <pc:docMk/>
            <pc:sldMk cId="2269332188" sldId="485"/>
            <ac:spMk id="3" creationId="{9FF66F90-399E-48C6-BD58-B25387DC674D}"/>
          </ac:spMkLst>
        </pc:spChg>
      </pc:sldChg>
      <pc:sldChg chg="modSp mod">
        <pc:chgData name="子敬 洪" userId="ad1b616e7398b0d3" providerId="LiveId" clId="{8C755B95-58F5-498C-8D9B-E7D9F1FBFA9D}" dt="2022-03-15T21:22:32.229" v="21414" actId="2711"/>
        <pc:sldMkLst>
          <pc:docMk/>
          <pc:sldMk cId="2586223201" sldId="486"/>
        </pc:sldMkLst>
        <pc:spChg chg="mod">
          <ac:chgData name="子敬 洪" userId="ad1b616e7398b0d3" providerId="LiveId" clId="{8C755B95-58F5-498C-8D9B-E7D9F1FBFA9D}" dt="2022-03-15T21:22:32.229" v="21414" actId="2711"/>
          <ac:spMkLst>
            <pc:docMk/>
            <pc:sldMk cId="2586223201" sldId="486"/>
            <ac:spMk id="3" creationId="{9FF66F90-399E-48C6-BD58-B25387DC674D}"/>
          </ac:spMkLst>
        </pc:spChg>
        <pc:spChg chg="mod">
          <ac:chgData name="子敬 洪" userId="ad1b616e7398b0d3" providerId="LiveId" clId="{8C755B95-58F5-498C-8D9B-E7D9F1FBFA9D}" dt="2022-03-15T21:22:02.181" v="21410" actId="14100"/>
          <ac:spMkLst>
            <pc:docMk/>
            <pc:sldMk cId="2586223201" sldId="486"/>
            <ac:spMk id="8" creationId="{F8C248A1-2D71-4062-B120-350ECD17772F}"/>
          </ac:spMkLst>
        </pc:spChg>
      </pc:sldChg>
      <pc:sldChg chg="modSp mod">
        <pc:chgData name="子敬 洪" userId="ad1b616e7398b0d3" providerId="LiveId" clId="{8C755B95-58F5-498C-8D9B-E7D9F1FBFA9D}" dt="2022-03-15T21:22:19.160" v="21413" actId="2711"/>
        <pc:sldMkLst>
          <pc:docMk/>
          <pc:sldMk cId="2947629989" sldId="488"/>
        </pc:sldMkLst>
        <pc:spChg chg="mod">
          <ac:chgData name="子敬 洪" userId="ad1b616e7398b0d3" providerId="LiveId" clId="{8C755B95-58F5-498C-8D9B-E7D9F1FBFA9D}" dt="2022-03-15T21:22:19.160" v="21413" actId="2711"/>
          <ac:spMkLst>
            <pc:docMk/>
            <pc:sldMk cId="2947629989" sldId="488"/>
            <ac:spMk id="3" creationId="{9FF66F90-399E-48C6-BD58-B25387DC674D}"/>
          </ac:spMkLst>
        </pc:spChg>
        <pc:spChg chg="mod">
          <ac:chgData name="子敬 洪" userId="ad1b616e7398b0d3" providerId="LiveId" clId="{8C755B95-58F5-498C-8D9B-E7D9F1FBFA9D}" dt="2022-03-15T21:22:13.921" v="21412" actId="14100"/>
          <ac:spMkLst>
            <pc:docMk/>
            <pc:sldMk cId="2947629989" sldId="488"/>
            <ac:spMk id="8" creationId="{CF3E7FE1-BDDF-4224-97E4-1FA716DA0CF0}"/>
          </ac:spMkLst>
        </pc:spChg>
      </pc:sldChg>
      <pc:sldChg chg="modSp mod">
        <pc:chgData name="子敬 洪" userId="ad1b616e7398b0d3" providerId="LiveId" clId="{8C755B95-58F5-498C-8D9B-E7D9F1FBFA9D}" dt="2022-03-15T21:23:51.976" v="21431" actId="122"/>
        <pc:sldMkLst>
          <pc:docMk/>
          <pc:sldMk cId="2624553822" sldId="490"/>
        </pc:sldMkLst>
        <pc:spChg chg="mod">
          <ac:chgData name="子敬 洪" userId="ad1b616e7398b0d3" providerId="LiveId" clId="{8C755B95-58F5-498C-8D9B-E7D9F1FBFA9D}" dt="2022-03-15T21:23:02.169" v="21416" actId="2711"/>
          <ac:spMkLst>
            <pc:docMk/>
            <pc:sldMk cId="2624553822" sldId="490"/>
            <ac:spMk id="2" creationId="{033EABFC-3280-480A-84E5-E17EAF1517FB}"/>
          </ac:spMkLst>
        </pc:spChg>
        <pc:spChg chg="mod">
          <ac:chgData name="子敬 洪" userId="ad1b616e7398b0d3" providerId="LiveId" clId="{8C755B95-58F5-498C-8D9B-E7D9F1FBFA9D}" dt="2022-03-15T21:23:07.625" v="21417" actId="14100"/>
          <ac:spMkLst>
            <pc:docMk/>
            <pc:sldMk cId="2624553822" sldId="490"/>
            <ac:spMk id="3" creationId="{9FF66F90-399E-48C6-BD58-B25387DC674D}"/>
          </ac:spMkLst>
        </pc:spChg>
        <pc:spChg chg="mod">
          <ac:chgData name="子敬 洪" userId="ad1b616e7398b0d3" providerId="LiveId" clId="{8C755B95-58F5-498C-8D9B-E7D9F1FBFA9D}" dt="2022-03-15T21:23:51.976" v="21431" actId="122"/>
          <ac:spMkLst>
            <pc:docMk/>
            <pc:sldMk cId="2624553822" sldId="490"/>
            <ac:spMk id="8" creationId="{CF3E7FE1-BDDF-4224-97E4-1FA716DA0CF0}"/>
          </ac:spMkLst>
        </pc:spChg>
      </pc:sldChg>
      <pc:sldChg chg="modSp mod">
        <pc:chgData name="子敬 洪" userId="ad1b616e7398b0d3" providerId="LiveId" clId="{8C755B95-58F5-498C-8D9B-E7D9F1FBFA9D}" dt="2022-03-15T21:24:04.847" v="21433" actId="14100"/>
        <pc:sldMkLst>
          <pc:docMk/>
          <pc:sldMk cId="1221734015" sldId="491"/>
        </pc:sldMkLst>
        <pc:spChg chg="mod">
          <ac:chgData name="子敬 洪" userId="ad1b616e7398b0d3" providerId="LiveId" clId="{8C755B95-58F5-498C-8D9B-E7D9F1FBFA9D}" dt="2022-03-15T21:24:01.297" v="21432" actId="2711"/>
          <ac:spMkLst>
            <pc:docMk/>
            <pc:sldMk cId="1221734015" sldId="491"/>
            <ac:spMk id="2" creationId="{EB2D97E3-97E0-47E2-A2B1-7212B9B685A0}"/>
          </ac:spMkLst>
        </pc:spChg>
        <pc:spChg chg="mod">
          <ac:chgData name="子敬 洪" userId="ad1b616e7398b0d3" providerId="LiveId" clId="{8C755B95-58F5-498C-8D9B-E7D9F1FBFA9D}" dt="2022-03-15T21:24:01.297" v="21432" actId="2711"/>
          <ac:spMkLst>
            <pc:docMk/>
            <pc:sldMk cId="1221734015" sldId="491"/>
            <ac:spMk id="8" creationId="{CF3E7FE1-BDDF-4224-97E4-1FA716DA0CF0}"/>
          </ac:spMkLst>
        </pc:spChg>
        <pc:spChg chg="mod">
          <ac:chgData name="子敬 洪" userId="ad1b616e7398b0d3" providerId="LiveId" clId="{8C755B95-58F5-498C-8D9B-E7D9F1FBFA9D}" dt="2022-03-15T21:24:04.847" v="21433" actId="14100"/>
          <ac:spMkLst>
            <pc:docMk/>
            <pc:sldMk cId="1221734015" sldId="491"/>
            <ac:spMk id="16" creationId="{14CD9E8A-6512-4D4A-920F-43D43D54F392}"/>
          </ac:spMkLst>
        </pc:spChg>
        <pc:spChg chg="mod">
          <ac:chgData name="子敬 洪" userId="ad1b616e7398b0d3" providerId="LiveId" clId="{8C755B95-58F5-498C-8D9B-E7D9F1FBFA9D}" dt="2022-03-15T21:24:01.297" v="21432" actId="2711"/>
          <ac:spMkLst>
            <pc:docMk/>
            <pc:sldMk cId="1221734015" sldId="491"/>
            <ac:spMk id="17" creationId="{8D7FE667-1BC2-421C-B1F5-2DD5E8F9225F}"/>
          </ac:spMkLst>
        </pc:spChg>
        <pc:spChg chg="mod">
          <ac:chgData name="子敬 洪" userId="ad1b616e7398b0d3" providerId="LiveId" clId="{8C755B95-58F5-498C-8D9B-E7D9F1FBFA9D}" dt="2022-03-15T21:24:01.297" v="21432" actId="2711"/>
          <ac:spMkLst>
            <pc:docMk/>
            <pc:sldMk cId="1221734015" sldId="491"/>
            <ac:spMk id="18" creationId="{D8A06763-41A9-4CE3-A880-061A1C1BB955}"/>
          </ac:spMkLst>
        </pc:spChg>
      </pc:sldChg>
      <pc:sldChg chg="modSp mod">
        <pc:chgData name="子敬 洪" userId="ad1b616e7398b0d3" providerId="LiveId" clId="{8C755B95-58F5-498C-8D9B-E7D9F1FBFA9D}" dt="2022-03-15T21:23:49.890" v="21430" actId="122"/>
        <pc:sldMkLst>
          <pc:docMk/>
          <pc:sldMk cId="411750568" sldId="492"/>
        </pc:sldMkLst>
        <pc:spChg chg="mod">
          <ac:chgData name="子敬 洪" userId="ad1b616e7398b0d3" providerId="LiveId" clId="{8C755B95-58F5-498C-8D9B-E7D9F1FBFA9D}" dt="2022-03-15T21:23:15.323" v="21418" actId="2711"/>
          <ac:spMkLst>
            <pc:docMk/>
            <pc:sldMk cId="411750568" sldId="492"/>
            <ac:spMk id="2" creationId="{A2F9E177-D72D-4D5C-9554-B8D108D96FF7}"/>
          </ac:spMkLst>
        </pc:spChg>
        <pc:spChg chg="mod">
          <ac:chgData name="子敬 洪" userId="ad1b616e7398b0d3" providerId="LiveId" clId="{8C755B95-58F5-498C-8D9B-E7D9F1FBFA9D}" dt="2022-03-15T21:23:15.323" v="21418" actId="2711"/>
          <ac:spMkLst>
            <pc:docMk/>
            <pc:sldMk cId="411750568" sldId="492"/>
            <ac:spMk id="3" creationId="{9FF66F90-399E-48C6-BD58-B25387DC674D}"/>
          </ac:spMkLst>
        </pc:spChg>
        <pc:spChg chg="mod">
          <ac:chgData name="子敬 洪" userId="ad1b616e7398b0d3" providerId="LiveId" clId="{8C755B95-58F5-498C-8D9B-E7D9F1FBFA9D}" dt="2022-03-15T21:23:49.890" v="21430" actId="122"/>
          <ac:spMkLst>
            <pc:docMk/>
            <pc:sldMk cId="411750568" sldId="492"/>
            <ac:spMk id="8" creationId="{CF3E7FE1-BDDF-4224-97E4-1FA716DA0CF0}"/>
          </ac:spMkLst>
        </pc:spChg>
      </pc:sldChg>
      <pc:sldChg chg="modSp mod">
        <pc:chgData name="子敬 洪" userId="ad1b616e7398b0d3" providerId="LiveId" clId="{8C755B95-58F5-498C-8D9B-E7D9F1FBFA9D}" dt="2022-03-15T21:23:45.143" v="21429" actId="122"/>
        <pc:sldMkLst>
          <pc:docMk/>
          <pc:sldMk cId="4105118571" sldId="494"/>
        </pc:sldMkLst>
        <pc:spChg chg="mod">
          <ac:chgData name="子敬 洪" userId="ad1b616e7398b0d3" providerId="LiveId" clId="{8C755B95-58F5-498C-8D9B-E7D9F1FBFA9D}" dt="2022-03-15T21:23:27.106" v="21420" actId="2711"/>
          <ac:spMkLst>
            <pc:docMk/>
            <pc:sldMk cId="4105118571" sldId="494"/>
            <ac:spMk id="2" creationId="{3ECC2430-1F47-4F1A-AB72-6EDA43AFD500}"/>
          </ac:spMkLst>
        </pc:spChg>
        <pc:spChg chg="mod">
          <ac:chgData name="子敬 洪" userId="ad1b616e7398b0d3" providerId="LiveId" clId="{8C755B95-58F5-498C-8D9B-E7D9F1FBFA9D}" dt="2022-03-15T21:23:45.143" v="21429" actId="122"/>
          <ac:spMkLst>
            <pc:docMk/>
            <pc:sldMk cId="4105118571" sldId="494"/>
            <ac:spMk id="8" creationId="{CF3E7FE1-BDDF-4224-97E4-1FA716DA0CF0}"/>
          </ac:spMkLst>
        </pc:spChg>
        <pc:spChg chg="mod">
          <ac:chgData name="子敬 洪" userId="ad1b616e7398b0d3" providerId="LiveId" clId="{8C755B95-58F5-498C-8D9B-E7D9F1FBFA9D}" dt="2022-03-15T21:23:37.707" v="21427" actId="14100"/>
          <ac:spMkLst>
            <pc:docMk/>
            <pc:sldMk cId="4105118571" sldId="494"/>
            <ac:spMk id="11" creationId="{D77D9FBD-C3AF-4ADB-A0B3-4BF8B7CA8BE9}"/>
          </ac:spMkLst>
        </pc:spChg>
      </pc:sldChg>
      <pc:sldChg chg="modSp mod">
        <pc:chgData name="子敬 洪" userId="ad1b616e7398b0d3" providerId="LiveId" clId="{8C755B95-58F5-498C-8D9B-E7D9F1FBFA9D}" dt="2022-03-15T21:24:18.837" v="21435" actId="2711"/>
        <pc:sldMkLst>
          <pc:docMk/>
          <pc:sldMk cId="2503957318" sldId="495"/>
        </pc:sldMkLst>
        <pc:spChg chg="mod">
          <ac:chgData name="子敬 洪" userId="ad1b616e7398b0d3" providerId="LiveId" clId="{8C755B95-58F5-498C-8D9B-E7D9F1FBFA9D}" dt="2022-03-15T21:24:18.837" v="21435" actId="2711"/>
          <ac:spMkLst>
            <pc:docMk/>
            <pc:sldMk cId="2503957318" sldId="495"/>
            <ac:spMk id="2" creationId="{E2FE495E-373B-4D72-A845-EDE9A067900B}"/>
          </ac:spMkLst>
        </pc:spChg>
        <pc:spChg chg="mod">
          <ac:chgData name="子敬 洪" userId="ad1b616e7398b0d3" providerId="LiveId" clId="{8C755B95-58F5-498C-8D9B-E7D9F1FBFA9D}" dt="2022-03-15T21:24:18.837" v="21435" actId="2711"/>
          <ac:spMkLst>
            <pc:docMk/>
            <pc:sldMk cId="2503957318" sldId="495"/>
            <ac:spMk id="3" creationId="{9FF66F90-399E-48C6-BD58-B25387DC674D}"/>
          </ac:spMkLst>
        </pc:spChg>
        <pc:spChg chg="mod">
          <ac:chgData name="子敬 洪" userId="ad1b616e7398b0d3" providerId="LiveId" clId="{8C755B95-58F5-498C-8D9B-E7D9F1FBFA9D}" dt="2022-03-15T21:24:18.837" v="21435" actId="2711"/>
          <ac:spMkLst>
            <pc:docMk/>
            <pc:sldMk cId="2503957318" sldId="495"/>
            <ac:spMk id="8" creationId="{CF3E7FE1-BDDF-4224-97E4-1FA716DA0CF0}"/>
          </ac:spMkLst>
        </pc:spChg>
      </pc:sldChg>
      <pc:sldChg chg="modSp mod">
        <pc:chgData name="子敬 洪" userId="ad1b616e7398b0d3" providerId="LiveId" clId="{8C755B95-58F5-498C-8D9B-E7D9F1FBFA9D}" dt="2022-03-15T21:25:43.167" v="21444" actId="1076"/>
        <pc:sldMkLst>
          <pc:docMk/>
          <pc:sldMk cId="604301368" sldId="496"/>
        </pc:sldMkLst>
        <pc:spChg chg="mod">
          <ac:chgData name="子敬 洪" userId="ad1b616e7398b0d3" providerId="LiveId" clId="{8C755B95-58F5-498C-8D9B-E7D9F1FBFA9D}" dt="2022-03-15T21:24:57.102" v="21436" actId="2711"/>
          <ac:spMkLst>
            <pc:docMk/>
            <pc:sldMk cId="604301368" sldId="496"/>
            <ac:spMk id="2" creationId="{7B471CF0-F203-4DC9-AA81-36BF98081793}"/>
          </ac:spMkLst>
        </pc:spChg>
        <pc:spChg chg="mod">
          <ac:chgData name="子敬 洪" userId="ad1b616e7398b0d3" providerId="LiveId" clId="{8C755B95-58F5-498C-8D9B-E7D9F1FBFA9D}" dt="2022-03-15T21:24:57.102" v="21436" actId="2711"/>
          <ac:spMkLst>
            <pc:docMk/>
            <pc:sldMk cId="604301368" sldId="496"/>
            <ac:spMk id="3" creationId="{9FF66F90-399E-48C6-BD58-B25387DC674D}"/>
          </ac:spMkLst>
        </pc:spChg>
        <pc:spChg chg="mod">
          <ac:chgData name="子敬 洪" userId="ad1b616e7398b0d3" providerId="LiveId" clId="{8C755B95-58F5-498C-8D9B-E7D9F1FBFA9D}" dt="2022-03-15T21:25:43.167" v="21444" actId="1076"/>
          <ac:spMkLst>
            <pc:docMk/>
            <pc:sldMk cId="604301368" sldId="496"/>
            <ac:spMk id="5" creationId="{9FF7B929-66DB-48FB-B420-E3B7E334A685}"/>
          </ac:spMkLst>
        </pc:spChg>
        <pc:spChg chg="mod">
          <ac:chgData name="子敬 洪" userId="ad1b616e7398b0d3" providerId="LiveId" clId="{8C755B95-58F5-498C-8D9B-E7D9F1FBFA9D}" dt="2022-03-15T21:25:02.364" v="21439" actId="122"/>
          <ac:spMkLst>
            <pc:docMk/>
            <pc:sldMk cId="604301368" sldId="496"/>
            <ac:spMk id="8" creationId="{CF3E7FE1-BDDF-4224-97E4-1FA716DA0CF0}"/>
          </ac:spMkLst>
        </pc:spChg>
        <pc:spChg chg="mod">
          <ac:chgData name="子敬 洪" userId="ad1b616e7398b0d3" providerId="LiveId" clId="{8C755B95-58F5-498C-8D9B-E7D9F1FBFA9D}" dt="2022-03-15T21:25:04.042" v="21440" actId="122"/>
          <ac:spMkLst>
            <pc:docMk/>
            <pc:sldMk cId="604301368" sldId="496"/>
            <ac:spMk id="10" creationId="{0922128C-EB63-466A-9783-E2F72BFF5B4C}"/>
          </ac:spMkLst>
        </pc:spChg>
        <pc:spChg chg="mod">
          <ac:chgData name="子敬 洪" userId="ad1b616e7398b0d3" providerId="LiveId" clId="{8C755B95-58F5-498C-8D9B-E7D9F1FBFA9D}" dt="2022-03-15T21:24:57.102" v="21436" actId="2711"/>
          <ac:spMkLst>
            <pc:docMk/>
            <pc:sldMk cId="604301368" sldId="496"/>
            <ac:spMk id="11" creationId="{A8A546B5-D90F-439A-9575-C3B6D931DD77}"/>
          </ac:spMkLst>
        </pc:spChg>
        <pc:cxnChg chg="mod">
          <ac:chgData name="子敬 洪" userId="ad1b616e7398b0d3" providerId="LiveId" clId="{8C755B95-58F5-498C-8D9B-E7D9F1FBFA9D}" dt="2022-03-15T21:25:43.167" v="21444" actId="1076"/>
          <ac:cxnSpMkLst>
            <pc:docMk/>
            <pc:sldMk cId="604301368" sldId="496"/>
            <ac:cxnSpMk id="4" creationId="{D4FF8BA5-5067-4242-9DAC-F76073562EF0}"/>
          </ac:cxnSpMkLst>
        </pc:cxnChg>
      </pc:sldChg>
      <pc:sldChg chg="modSp mod">
        <pc:chgData name="子敬 洪" userId="ad1b616e7398b0d3" providerId="LiveId" clId="{8C755B95-58F5-498C-8D9B-E7D9F1FBFA9D}" dt="2022-03-15T21:25:23.268" v="21442" actId="14100"/>
        <pc:sldMkLst>
          <pc:docMk/>
          <pc:sldMk cId="519600060" sldId="497"/>
        </pc:sldMkLst>
        <pc:spChg chg="mod">
          <ac:chgData name="子敬 洪" userId="ad1b616e7398b0d3" providerId="LiveId" clId="{8C755B95-58F5-498C-8D9B-E7D9F1FBFA9D}" dt="2022-03-15T21:25:23.268" v="21442" actId="14100"/>
          <ac:spMkLst>
            <pc:docMk/>
            <pc:sldMk cId="519600060" sldId="497"/>
            <ac:spMk id="3" creationId="{9FF66F90-399E-48C6-BD58-B25387DC674D}"/>
          </ac:spMkLst>
        </pc:spChg>
      </pc:sldChg>
      <pc:sldChg chg="modSp mod">
        <pc:chgData name="子敬 洪" userId="ad1b616e7398b0d3" providerId="LiveId" clId="{8C755B95-58F5-498C-8D9B-E7D9F1FBFA9D}" dt="2022-03-15T21:25:28.834" v="21443" actId="14100"/>
        <pc:sldMkLst>
          <pc:docMk/>
          <pc:sldMk cId="3466634991" sldId="498"/>
        </pc:sldMkLst>
        <pc:spChg chg="mod">
          <ac:chgData name="子敬 洪" userId="ad1b616e7398b0d3" providerId="LiveId" clId="{8C755B95-58F5-498C-8D9B-E7D9F1FBFA9D}" dt="2022-03-15T21:25:28.834" v="21443" actId="14100"/>
          <ac:spMkLst>
            <pc:docMk/>
            <pc:sldMk cId="3466634991" sldId="498"/>
            <ac:spMk id="3" creationId="{9FF66F90-399E-48C6-BD58-B25387DC674D}"/>
          </ac:spMkLst>
        </pc:spChg>
      </pc:sldChg>
      <pc:sldChg chg="modSp mod">
        <pc:chgData name="子敬 洪" userId="ad1b616e7398b0d3" providerId="LiveId" clId="{8C755B95-58F5-498C-8D9B-E7D9F1FBFA9D}" dt="2022-03-15T21:25:59.971" v="21449" actId="14100"/>
        <pc:sldMkLst>
          <pc:docMk/>
          <pc:sldMk cId="2243287823" sldId="499"/>
        </pc:sldMkLst>
        <pc:spChg chg="mod">
          <ac:chgData name="子敬 洪" userId="ad1b616e7398b0d3" providerId="LiveId" clId="{8C755B95-58F5-498C-8D9B-E7D9F1FBFA9D}" dt="2022-03-15T21:25:55.866" v="21447" actId="1076"/>
          <ac:spMkLst>
            <pc:docMk/>
            <pc:sldMk cId="2243287823" sldId="499"/>
            <ac:spMk id="2" creationId="{0C90A608-F348-463C-96AD-F633858CE0DF}"/>
          </ac:spMkLst>
        </pc:spChg>
        <pc:spChg chg="mod">
          <ac:chgData name="子敬 洪" userId="ad1b616e7398b0d3" providerId="LiveId" clId="{8C755B95-58F5-498C-8D9B-E7D9F1FBFA9D}" dt="2022-03-15T21:25:59.971" v="21449" actId="14100"/>
          <ac:spMkLst>
            <pc:docMk/>
            <pc:sldMk cId="2243287823" sldId="499"/>
            <ac:spMk id="3" creationId="{9FF66F90-399E-48C6-BD58-B25387DC674D}"/>
          </ac:spMkLst>
        </pc:spChg>
        <pc:spChg chg="mod">
          <ac:chgData name="子敬 洪" userId="ad1b616e7398b0d3" providerId="LiveId" clId="{8C755B95-58F5-498C-8D9B-E7D9F1FBFA9D}" dt="2022-03-15T21:25:57.892" v="21448" actId="14100"/>
          <ac:spMkLst>
            <pc:docMk/>
            <pc:sldMk cId="2243287823" sldId="499"/>
            <ac:spMk id="8" creationId="{CF3E7FE1-BDDF-4224-97E4-1FA716DA0CF0}"/>
          </ac:spMkLst>
        </pc:spChg>
      </pc:sldChg>
      <pc:sldChg chg="modSp mod">
        <pc:chgData name="子敬 洪" userId="ad1b616e7398b0d3" providerId="LiveId" clId="{8C755B95-58F5-498C-8D9B-E7D9F1FBFA9D}" dt="2022-03-15T21:26:09.536" v="21450" actId="2711"/>
        <pc:sldMkLst>
          <pc:docMk/>
          <pc:sldMk cId="1693053399" sldId="500"/>
        </pc:sldMkLst>
        <pc:spChg chg="mod">
          <ac:chgData name="子敬 洪" userId="ad1b616e7398b0d3" providerId="LiveId" clId="{8C755B95-58F5-498C-8D9B-E7D9F1FBFA9D}" dt="2022-03-15T21:26:09.536" v="21450" actId="2711"/>
          <ac:spMkLst>
            <pc:docMk/>
            <pc:sldMk cId="1693053399" sldId="500"/>
            <ac:spMk id="2" creationId="{5C4141C7-AB11-450A-89D6-23A3E54A26CD}"/>
          </ac:spMkLst>
        </pc:spChg>
        <pc:spChg chg="mod">
          <ac:chgData name="子敬 洪" userId="ad1b616e7398b0d3" providerId="LiveId" clId="{8C755B95-58F5-498C-8D9B-E7D9F1FBFA9D}" dt="2022-03-15T21:26:09.536" v="21450" actId="2711"/>
          <ac:spMkLst>
            <pc:docMk/>
            <pc:sldMk cId="1693053399" sldId="500"/>
            <ac:spMk id="3" creationId="{9FF66F90-399E-48C6-BD58-B25387DC674D}"/>
          </ac:spMkLst>
        </pc:spChg>
        <pc:spChg chg="mod">
          <ac:chgData name="子敬 洪" userId="ad1b616e7398b0d3" providerId="LiveId" clId="{8C755B95-58F5-498C-8D9B-E7D9F1FBFA9D}" dt="2022-03-15T21:26:09.536" v="21450" actId="2711"/>
          <ac:spMkLst>
            <pc:docMk/>
            <pc:sldMk cId="1693053399" sldId="500"/>
            <ac:spMk id="8" creationId="{CF3E7FE1-BDDF-4224-97E4-1FA716DA0CF0}"/>
          </ac:spMkLst>
        </pc:spChg>
      </pc:sldChg>
      <pc:sldChg chg="modSp mod">
        <pc:chgData name="子敬 洪" userId="ad1b616e7398b0d3" providerId="LiveId" clId="{8C755B95-58F5-498C-8D9B-E7D9F1FBFA9D}" dt="2022-03-15T21:26:25.678" v="21456" actId="14100"/>
        <pc:sldMkLst>
          <pc:docMk/>
          <pc:sldMk cId="690112344" sldId="501"/>
        </pc:sldMkLst>
        <pc:spChg chg="mod">
          <ac:chgData name="子敬 洪" userId="ad1b616e7398b0d3" providerId="LiveId" clId="{8C755B95-58F5-498C-8D9B-E7D9F1FBFA9D}" dt="2022-03-15T21:26:18.301" v="21451" actId="2711"/>
          <ac:spMkLst>
            <pc:docMk/>
            <pc:sldMk cId="690112344" sldId="501"/>
            <ac:spMk id="2" creationId="{ED5255F3-65E6-4DEE-B6A2-460797A6ED2C}"/>
          </ac:spMkLst>
        </pc:spChg>
        <pc:spChg chg="mod">
          <ac:chgData name="子敬 洪" userId="ad1b616e7398b0d3" providerId="LiveId" clId="{8C755B95-58F5-498C-8D9B-E7D9F1FBFA9D}" dt="2022-03-15T21:26:25.678" v="21456" actId="14100"/>
          <ac:spMkLst>
            <pc:docMk/>
            <pc:sldMk cId="690112344" sldId="501"/>
            <ac:spMk id="3" creationId="{9FF66F90-399E-48C6-BD58-B25387DC674D}"/>
          </ac:spMkLst>
        </pc:spChg>
        <pc:spChg chg="mod">
          <ac:chgData name="子敬 洪" userId="ad1b616e7398b0d3" providerId="LiveId" clId="{8C755B95-58F5-498C-8D9B-E7D9F1FBFA9D}" dt="2022-03-15T21:26:22.590" v="21455" actId="14100"/>
          <ac:spMkLst>
            <pc:docMk/>
            <pc:sldMk cId="690112344" sldId="501"/>
            <ac:spMk id="8" creationId="{CF3E7FE1-BDDF-4224-97E4-1FA716DA0CF0}"/>
          </ac:spMkLst>
        </pc:spChg>
      </pc:sldChg>
      <pc:sldChg chg="modSp mod">
        <pc:chgData name="子敬 洪" userId="ad1b616e7398b0d3" providerId="LiveId" clId="{8C755B95-58F5-498C-8D9B-E7D9F1FBFA9D}" dt="2022-03-15T21:26:34.930" v="21458" actId="14100"/>
        <pc:sldMkLst>
          <pc:docMk/>
          <pc:sldMk cId="3201472622" sldId="502"/>
        </pc:sldMkLst>
        <pc:spChg chg="mod">
          <ac:chgData name="子敬 洪" userId="ad1b616e7398b0d3" providerId="LiveId" clId="{8C755B95-58F5-498C-8D9B-E7D9F1FBFA9D}" dt="2022-03-15T21:26:31.302" v="21457" actId="2711"/>
          <ac:spMkLst>
            <pc:docMk/>
            <pc:sldMk cId="3201472622" sldId="502"/>
            <ac:spMk id="2" creationId="{54680356-E217-4CEF-973C-7FC63617E4DC}"/>
          </ac:spMkLst>
        </pc:spChg>
        <pc:spChg chg="mod">
          <ac:chgData name="子敬 洪" userId="ad1b616e7398b0d3" providerId="LiveId" clId="{8C755B95-58F5-498C-8D9B-E7D9F1FBFA9D}" dt="2022-03-15T21:26:31.302" v="21457" actId="2711"/>
          <ac:spMkLst>
            <pc:docMk/>
            <pc:sldMk cId="3201472622" sldId="502"/>
            <ac:spMk id="3" creationId="{9FF66F90-399E-48C6-BD58-B25387DC674D}"/>
          </ac:spMkLst>
        </pc:spChg>
        <pc:spChg chg="mod">
          <ac:chgData name="子敬 洪" userId="ad1b616e7398b0d3" providerId="LiveId" clId="{8C755B95-58F5-498C-8D9B-E7D9F1FBFA9D}" dt="2022-03-15T21:26:34.930" v="21458" actId="14100"/>
          <ac:spMkLst>
            <pc:docMk/>
            <pc:sldMk cId="3201472622" sldId="502"/>
            <ac:spMk id="8" creationId="{CF3E7FE1-BDDF-4224-97E4-1FA716DA0CF0}"/>
          </ac:spMkLst>
        </pc:spChg>
      </pc:sldChg>
      <pc:sldChg chg="del">
        <pc:chgData name="子敬 洪" userId="ad1b616e7398b0d3" providerId="LiveId" clId="{8C755B95-58F5-498C-8D9B-E7D9F1FBFA9D}" dt="2022-03-15T21:28:35.643" v="21493" actId="47"/>
        <pc:sldMkLst>
          <pc:docMk/>
          <pc:sldMk cId="1147835285" sldId="517"/>
        </pc:sldMkLst>
      </pc:sldChg>
      <pc:sldChg chg="del">
        <pc:chgData name="子敬 洪" userId="ad1b616e7398b0d3" providerId="LiveId" clId="{8C755B95-58F5-498C-8D9B-E7D9F1FBFA9D}" dt="2022-03-15T21:28:34.522" v="21492" actId="47"/>
        <pc:sldMkLst>
          <pc:docMk/>
          <pc:sldMk cId="3421713387" sldId="518"/>
        </pc:sldMkLst>
      </pc:sldChg>
      <pc:sldChg chg="modSp mod">
        <pc:chgData name="子敬 洪" userId="ad1b616e7398b0d3" providerId="LiveId" clId="{8C755B95-58F5-498C-8D9B-E7D9F1FBFA9D}" dt="2022-03-13T18:35:11.345" v="1831" actId="20577"/>
        <pc:sldMkLst>
          <pc:docMk/>
          <pc:sldMk cId="403784325" sldId="531"/>
        </pc:sldMkLst>
        <pc:spChg chg="mod">
          <ac:chgData name="子敬 洪" userId="ad1b616e7398b0d3" providerId="LiveId" clId="{8C755B95-58F5-498C-8D9B-E7D9F1FBFA9D}" dt="2022-03-13T18:16:45.140" v="1182" actId="948"/>
          <ac:spMkLst>
            <pc:docMk/>
            <pc:sldMk cId="403784325" sldId="531"/>
            <ac:spMk id="5" creationId="{00000000-0000-0000-0000-000000000000}"/>
          </ac:spMkLst>
        </pc:spChg>
        <pc:spChg chg="mod">
          <ac:chgData name="子敬 洪" userId="ad1b616e7398b0d3" providerId="LiveId" clId="{8C755B95-58F5-498C-8D9B-E7D9F1FBFA9D}" dt="2022-03-13T18:35:11.345" v="1831" actId="20577"/>
          <ac:spMkLst>
            <pc:docMk/>
            <pc:sldMk cId="403784325" sldId="531"/>
            <ac:spMk id="30" creationId="{8570CFE9-0731-4434-8914-6944777BFE6D}"/>
          </ac:spMkLst>
        </pc:spChg>
      </pc:sldChg>
      <pc:sldChg chg="modSp add mod">
        <pc:chgData name="子敬 洪" userId="ad1b616e7398b0d3" providerId="LiveId" clId="{8C755B95-58F5-498C-8D9B-E7D9F1FBFA9D}" dt="2022-03-13T19:47:25.347" v="3267" actId="1076"/>
        <pc:sldMkLst>
          <pc:docMk/>
          <pc:sldMk cId="709344702" sldId="532"/>
        </pc:sldMkLst>
        <pc:spChg chg="mod">
          <ac:chgData name="子敬 洪" userId="ad1b616e7398b0d3" providerId="LiveId" clId="{8C755B95-58F5-498C-8D9B-E7D9F1FBFA9D}" dt="2022-03-13T18:45:07.561" v="2332" actId="14100"/>
          <ac:spMkLst>
            <pc:docMk/>
            <pc:sldMk cId="709344702" sldId="532"/>
            <ac:spMk id="5" creationId="{00000000-0000-0000-0000-000000000000}"/>
          </ac:spMkLst>
        </pc:spChg>
        <pc:spChg chg="mod">
          <ac:chgData name="子敬 洪" userId="ad1b616e7398b0d3" providerId="LiveId" clId="{8C755B95-58F5-498C-8D9B-E7D9F1FBFA9D}" dt="2022-03-13T18:31:16.475" v="1698" actId="20577"/>
          <ac:spMkLst>
            <pc:docMk/>
            <pc:sldMk cId="709344702" sldId="532"/>
            <ac:spMk id="9" creationId="{00000000-0000-0000-0000-000000000000}"/>
          </ac:spMkLst>
        </pc:spChg>
        <pc:spChg chg="mod">
          <ac:chgData name="子敬 洪" userId="ad1b616e7398b0d3" providerId="LiveId" clId="{8C755B95-58F5-498C-8D9B-E7D9F1FBFA9D}" dt="2022-03-13T19:47:25.347" v="3267" actId="1076"/>
          <ac:spMkLst>
            <pc:docMk/>
            <pc:sldMk cId="709344702" sldId="532"/>
            <ac:spMk id="30" creationId="{8570CFE9-0731-4434-8914-6944777BFE6D}"/>
          </ac:spMkLst>
        </pc:spChg>
      </pc:sldChg>
      <pc:sldChg chg="addSp delSp modSp add mod ord">
        <pc:chgData name="子敬 洪" userId="ad1b616e7398b0d3" providerId="LiveId" clId="{8C755B95-58F5-498C-8D9B-E7D9F1FBFA9D}" dt="2022-03-14T17:26:10.388" v="6754" actId="20577"/>
        <pc:sldMkLst>
          <pc:docMk/>
          <pc:sldMk cId="3481658447" sldId="534"/>
        </pc:sldMkLst>
        <pc:spChg chg="mod">
          <ac:chgData name="子敬 洪" userId="ad1b616e7398b0d3" providerId="LiveId" clId="{8C755B95-58F5-498C-8D9B-E7D9F1FBFA9D}" dt="2022-03-14T17:26:10.388" v="6754" actId="20577"/>
          <ac:spMkLst>
            <pc:docMk/>
            <pc:sldMk cId="3481658447" sldId="534"/>
            <ac:spMk id="5" creationId="{00000000-0000-0000-0000-000000000000}"/>
          </ac:spMkLst>
        </pc:spChg>
        <pc:spChg chg="add del mod">
          <ac:chgData name="子敬 洪" userId="ad1b616e7398b0d3" providerId="LiveId" clId="{8C755B95-58F5-498C-8D9B-E7D9F1FBFA9D}" dt="2022-03-14T16:35:28.104" v="4948" actId="22"/>
          <ac:spMkLst>
            <pc:docMk/>
            <pc:sldMk cId="3481658447" sldId="534"/>
            <ac:spMk id="7" creationId="{250177FE-CE03-4364-B67E-C54E8E4AB1A8}"/>
          </ac:spMkLst>
        </pc:spChg>
        <pc:spChg chg="add del mod">
          <ac:chgData name="子敬 洪" userId="ad1b616e7398b0d3" providerId="LiveId" clId="{8C755B95-58F5-498C-8D9B-E7D9F1FBFA9D}" dt="2022-03-14T16:50:51.201" v="5296" actId="478"/>
          <ac:spMkLst>
            <pc:docMk/>
            <pc:sldMk cId="3481658447" sldId="534"/>
            <ac:spMk id="8" creationId="{5F4DC5D4-E6FC-46AB-8FD1-63CF96193457}"/>
          </ac:spMkLst>
        </pc:spChg>
        <pc:spChg chg="mod">
          <ac:chgData name="子敬 洪" userId="ad1b616e7398b0d3" providerId="LiveId" clId="{8C755B95-58F5-498C-8D9B-E7D9F1FBFA9D}" dt="2022-03-14T16:48:21.395" v="5219" actId="20577"/>
          <ac:spMkLst>
            <pc:docMk/>
            <pc:sldMk cId="3481658447" sldId="534"/>
            <ac:spMk id="9" creationId="{00000000-0000-0000-0000-000000000000}"/>
          </ac:spMkLst>
        </pc:spChg>
        <pc:spChg chg="add del mod">
          <ac:chgData name="子敬 洪" userId="ad1b616e7398b0d3" providerId="LiveId" clId="{8C755B95-58F5-498C-8D9B-E7D9F1FBFA9D}" dt="2022-03-14T16:37:57.310" v="5085"/>
          <ac:spMkLst>
            <pc:docMk/>
            <pc:sldMk cId="3481658447" sldId="534"/>
            <ac:spMk id="14" creationId="{648ED440-14A3-47BC-AAC3-83A213BE3094}"/>
          </ac:spMkLst>
        </pc:spChg>
        <pc:spChg chg="add del mod">
          <ac:chgData name="子敬 洪" userId="ad1b616e7398b0d3" providerId="LiveId" clId="{8C755B95-58F5-498C-8D9B-E7D9F1FBFA9D}" dt="2022-03-14T16:37:57.310" v="5085"/>
          <ac:spMkLst>
            <pc:docMk/>
            <pc:sldMk cId="3481658447" sldId="534"/>
            <ac:spMk id="15" creationId="{D06E7AB5-4E60-47AA-9285-7C4EABE98E90}"/>
          </ac:spMkLst>
        </pc:spChg>
        <pc:spChg chg="add del mod">
          <ac:chgData name="子敬 洪" userId="ad1b616e7398b0d3" providerId="LiveId" clId="{8C755B95-58F5-498C-8D9B-E7D9F1FBFA9D}" dt="2022-03-14T16:37:57.310" v="5085"/>
          <ac:spMkLst>
            <pc:docMk/>
            <pc:sldMk cId="3481658447" sldId="534"/>
            <ac:spMk id="16" creationId="{1E0AB406-C51E-4688-AC56-6901069A9F22}"/>
          </ac:spMkLst>
        </pc:spChg>
        <pc:spChg chg="add del mod">
          <ac:chgData name="子敬 洪" userId="ad1b616e7398b0d3" providerId="LiveId" clId="{8C755B95-58F5-498C-8D9B-E7D9F1FBFA9D}" dt="2022-03-14T16:37:57.310" v="5085"/>
          <ac:spMkLst>
            <pc:docMk/>
            <pc:sldMk cId="3481658447" sldId="534"/>
            <ac:spMk id="17" creationId="{9390A11F-D0A8-45BF-AA9E-EAE6C3453374}"/>
          </ac:spMkLst>
        </pc:spChg>
        <pc:spChg chg="mod">
          <ac:chgData name="子敬 洪" userId="ad1b616e7398b0d3" providerId="LiveId" clId="{8C755B95-58F5-498C-8D9B-E7D9F1FBFA9D}" dt="2022-03-14T17:22:44.098" v="6701" actId="20577"/>
          <ac:spMkLst>
            <pc:docMk/>
            <pc:sldMk cId="3481658447" sldId="534"/>
            <ac:spMk id="30" creationId="{8570CFE9-0731-4434-8914-6944777BFE6D}"/>
          </ac:spMkLst>
        </pc:spChg>
        <pc:spChg chg="add del mod">
          <ac:chgData name="子敬 洪" userId="ad1b616e7398b0d3" providerId="LiveId" clId="{8C755B95-58F5-498C-8D9B-E7D9F1FBFA9D}" dt="2022-03-14T16:50:55.751" v="5300" actId="478"/>
          <ac:spMkLst>
            <pc:docMk/>
            <pc:sldMk cId="3481658447" sldId="534"/>
            <ac:spMk id="37" creationId="{50AAE399-AA28-4735-AA45-97629D0F9D9F}"/>
          </ac:spMkLst>
        </pc:spChg>
        <pc:spChg chg="add del mod">
          <ac:chgData name="子敬 洪" userId="ad1b616e7398b0d3" providerId="LiveId" clId="{8C755B95-58F5-498C-8D9B-E7D9F1FBFA9D}" dt="2022-03-14T16:51:01.230" v="5306" actId="478"/>
          <ac:spMkLst>
            <pc:docMk/>
            <pc:sldMk cId="3481658447" sldId="534"/>
            <ac:spMk id="38" creationId="{B216EBD8-8DDB-46EC-B8F8-91F6582B8639}"/>
          </ac:spMkLst>
        </pc:spChg>
        <pc:graphicFrameChg chg="add del mod">
          <ac:chgData name="子敬 洪" userId="ad1b616e7398b0d3" providerId="LiveId" clId="{8C755B95-58F5-498C-8D9B-E7D9F1FBFA9D}" dt="2022-03-14T16:37:57.310" v="5085"/>
          <ac:graphicFrameMkLst>
            <pc:docMk/>
            <pc:sldMk cId="3481658447" sldId="534"/>
            <ac:graphicFrameMk id="18" creationId="{A5D34452-38E4-4A89-B984-DFE31E83943D}"/>
          </ac:graphicFrameMkLst>
        </pc:graphicFrameChg>
        <pc:graphicFrameChg chg="add del mod">
          <ac:chgData name="子敬 洪" userId="ad1b616e7398b0d3" providerId="LiveId" clId="{8C755B95-58F5-498C-8D9B-E7D9F1FBFA9D}" dt="2022-03-14T16:37:57.310" v="5085"/>
          <ac:graphicFrameMkLst>
            <pc:docMk/>
            <pc:sldMk cId="3481658447" sldId="534"/>
            <ac:graphicFrameMk id="21" creationId="{B95D2006-D49E-4721-8EAB-0C8649E0DB07}"/>
          </ac:graphicFrameMkLst>
        </pc:graphicFrameChg>
        <pc:graphicFrameChg chg="add del mod modGraphic">
          <ac:chgData name="子敬 洪" userId="ad1b616e7398b0d3" providerId="LiveId" clId="{8C755B95-58F5-498C-8D9B-E7D9F1FBFA9D}" dt="2022-03-14T16:50:54.068" v="5298" actId="478"/>
          <ac:graphicFrameMkLst>
            <pc:docMk/>
            <pc:sldMk cId="3481658447" sldId="534"/>
            <ac:graphicFrameMk id="25" creationId="{9AF1CB60-9968-48E3-8013-311D48302416}"/>
          </ac:graphicFrameMkLst>
        </pc:graphicFrameChg>
        <pc:graphicFrameChg chg="add del mod modGraphic">
          <ac:chgData name="子敬 洪" userId="ad1b616e7398b0d3" providerId="LiveId" clId="{8C755B95-58F5-498C-8D9B-E7D9F1FBFA9D}" dt="2022-03-14T16:50:55.751" v="5300" actId="478"/>
          <ac:graphicFrameMkLst>
            <pc:docMk/>
            <pc:sldMk cId="3481658447" sldId="534"/>
            <ac:graphicFrameMk id="26" creationId="{473A413C-425B-4355-853E-A23359741DBA}"/>
          </ac:graphicFrameMkLst>
        </pc:graphicFrameChg>
        <pc:picChg chg="add del mod">
          <ac:chgData name="子敬 洪" userId="ad1b616e7398b0d3" providerId="LiveId" clId="{8C755B95-58F5-498C-8D9B-E7D9F1FBFA9D}" dt="2022-03-14T16:37:57.310" v="5085"/>
          <ac:picMkLst>
            <pc:docMk/>
            <pc:sldMk cId="3481658447" sldId="534"/>
            <ac:picMk id="10" creationId="{C0900FAB-BE7A-4574-96C4-89FB43DC66FC}"/>
          </ac:picMkLst>
        </pc:picChg>
        <pc:picChg chg="add del mod">
          <ac:chgData name="子敬 洪" userId="ad1b616e7398b0d3" providerId="LiveId" clId="{8C755B95-58F5-498C-8D9B-E7D9F1FBFA9D}" dt="2022-03-14T16:37:57.310" v="5085"/>
          <ac:picMkLst>
            <pc:docMk/>
            <pc:sldMk cId="3481658447" sldId="534"/>
            <ac:picMk id="11" creationId="{EC9BA1B8-6CD0-4C02-A654-72721BF8675D}"/>
          </ac:picMkLst>
        </pc:picChg>
        <pc:picChg chg="add del mod">
          <ac:chgData name="子敬 洪" userId="ad1b616e7398b0d3" providerId="LiveId" clId="{8C755B95-58F5-498C-8D9B-E7D9F1FBFA9D}" dt="2022-03-14T16:50:55.751" v="5300" actId="478"/>
          <ac:picMkLst>
            <pc:docMk/>
            <pc:sldMk cId="3481658447" sldId="534"/>
            <ac:picMk id="24" creationId="{055F81AB-15F9-4E27-B99B-B32986A84938}"/>
          </ac:picMkLst>
        </pc:picChg>
        <pc:picChg chg="add del mod">
          <ac:chgData name="子敬 洪" userId="ad1b616e7398b0d3" providerId="LiveId" clId="{8C755B95-58F5-498C-8D9B-E7D9F1FBFA9D}" dt="2022-03-14T16:51:00.222" v="5304" actId="478"/>
          <ac:picMkLst>
            <pc:docMk/>
            <pc:sldMk cId="3481658447" sldId="534"/>
            <ac:picMk id="27" creationId="{D9969367-3C0E-4E3D-A9C2-508DBAE9DBD6}"/>
          </ac:picMkLst>
        </pc:picChg>
        <pc:cxnChg chg="add del mod">
          <ac:chgData name="子敬 洪" userId="ad1b616e7398b0d3" providerId="LiveId" clId="{8C755B95-58F5-498C-8D9B-E7D9F1FBFA9D}" dt="2022-03-14T16:37:57.310" v="5085"/>
          <ac:cxnSpMkLst>
            <pc:docMk/>
            <pc:sldMk cId="3481658447" sldId="534"/>
            <ac:cxnSpMk id="12" creationId="{2B785E28-89F5-485B-B691-7B495BF1ADBE}"/>
          </ac:cxnSpMkLst>
        </pc:cxnChg>
        <pc:cxnChg chg="add del mod">
          <ac:chgData name="子敬 洪" userId="ad1b616e7398b0d3" providerId="LiveId" clId="{8C755B95-58F5-498C-8D9B-E7D9F1FBFA9D}" dt="2022-03-14T16:37:57.310" v="5085"/>
          <ac:cxnSpMkLst>
            <pc:docMk/>
            <pc:sldMk cId="3481658447" sldId="534"/>
            <ac:cxnSpMk id="13" creationId="{1BF3DD23-68DE-4A83-997B-BE182D294D33}"/>
          </ac:cxnSpMkLst>
        </pc:cxnChg>
        <pc:cxnChg chg="add del mod">
          <ac:chgData name="子敬 洪" userId="ad1b616e7398b0d3" providerId="LiveId" clId="{8C755B95-58F5-498C-8D9B-E7D9F1FBFA9D}" dt="2022-03-14T16:37:57.310" v="5085"/>
          <ac:cxnSpMkLst>
            <pc:docMk/>
            <pc:sldMk cId="3481658447" sldId="534"/>
            <ac:cxnSpMk id="19" creationId="{5B57BE88-FD36-4B51-B341-CAB0FCACFBF7}"/>
          </ac:cxnSpMkLst>
        </pc:cxnChg>
        <pc:cxnChg chg="add del mod">
          <ac:chgData name="子敬 洪" userId="ad1b616e7398b0d3" providerId="LiveId" clId="{8C755B95-58F5-498C-8D9B-E7D9F1FBFA9D}" dt="2022-03-14T16:37:57.310" v="5085"/>
          <ac:cxnSpMkLst>
            <pc:docMk/>
            <pc:sldMk cId="3481658447" sldId="534"/>
            <ac:cxnSpMk id="20" creationId="{2B7B07E9-05A0-4142-94A1-4F54CA2D74FC}"/>
          </ac:cxnSpMkLst>
        </pc:cxnChg>
        <pc:cxnChg chg="add del mod">
          <ac:chgData name="子敬 洪" userId="ad1b616e7398b0d3" providerId="LiveId" clId="{8C755B95-58F5-498C-8D9B-E7D9F1FBFA9D}" dt="2022-03-14T16:37:57.310" v="5085"/>
          <ac:cxnSpMkLst>
            <pc:docMk/>
            <pc:sldMk cId="3481658447" sldId="534"/>
            <ac:cxnSpMk id="22" creationId="{6A10D29F-28A8-469A-A466-800ED17A85D3}"/>
          </ac:cxnSpMkLst>
        </pc:cxnChg>
        <pc:cxnChg chg="add del mod">
          <ac:chgData name="子敬 洪" userId="ad1b616e7398b0d3" providerId="LiveId" clId="{8C755B95-58F5-498C-8D9B-E7D9F1FBFA9D}" dt="2022-03-14T16:37:57.310" v="5085"/>
          <ac:cxnSpMkLst>
            <pc:docMk/>
            <pc:sldMk cId="3481658447" sldId="534"/>
            <ac:cxnSpMk id="23" creationId="{D8872665-D56B-4AF0-B898-4D19B16698C6}"/>
          </ac:cxnSpMkLst>
        </pc:cxnChg>
        <pc:cxnChg chg="add del mod">
          <ac:chgData name="子敬 洪" userId="ad1b616e7398b0d3" providerId="LiveId" clId="{8C755B95-58F5-498C-8D9B-E7D9F1FBFA9D}" dt="2022-03-14T16:50:54.998" v="5299" actId="478"/>
          <ac:cxnSpMkLst>
            <pc:docMk/>
            <pc:sldMk cId="3481658447" sldId="534"/>
            <ac:cxnSpMk id="28" creationId="{8214DC21-C184-499D-B01D-26B0A1ADD343}"/>
          </ac:cxnSpMkLst>
        </pc:cxnChg>
        <pc:cxnChg chg="add del mod">
          <ac:chgData name="子敬 洪" userId="ad1b616e7398b0d3" providerId="LiveId" clId="{8C755B95-58F5-498C-8D9B-E7D9F1FBFA9D}" dt="2022-03-14T16:50:55.751" v="5300" actId="478"/>
          <ac:cxnSpMkLst>
            <pc:docMk/>
            <pc:sldMk cId="3481658447" sldId="534"/>
            <ac:cxnSpMk id="29" creationId="{29D0C83E-BE93-4865-9039-80D996696E20}"/>
          </ac:cxnSpMkLst>
        </pc:cxnChg>
        <pc:cxnChg chg="add del mod">
          <ac:chgData name="子敬 洪" userId="ad1b616e7398b0d3" providerId="LiveId" clId="{8C755B95-58F5-498C-8D9B-E7D9F1FBFA9D}" dt="2022-03-14T16:50:55.751" v="5300" actId="478"/>
          <ac:cxnSpMkLst>
            <pc:docMk/>
            <pc:sldMk cId="3481658447" sldId="534"/>
            <ac:cxnSpMk id="32" creationId="{191A9AAE-ADBD-48BE-ABAA-21E327DC962A}"/>
          </ac:cxnSpMkLst>
        </pc:cxnChg>
        <pc:cxnChg chg="add del mod">
          <ac:chgData name="子敬 洪" userId="ad1b616e7398b0d3" providerId="LiveId" clId="{8C755B95-58F5-498C-8D9B-E7D9F1FBFA9D}" dt="2022-03-14T16:51:01.989" v="5307" actId="478"/>
          <ac:cxnSpMkLst>
            <pc:docMk/>
            <pc:sldMk cId="3481658447" sldId="534"/>
            <ac:cxnSpMk id="33" creationId="{47F9C7AA-8D83-495D-88C7-8A22C5B9DF0E}"/>
          </ac:cxnSpMkLst>
        </pc:cxnChg>
      </pc:sldChg>
      <pc:sldChg chg="modSp add mod">
        <pc:chgData name="子敬 洪" userId="ad1b616e7398b0d3" providerId="LiveId" clId="{8C755B95-58F5-498C-8D9B-E7D9F1FBFA9D}" dt="2022-03-15T14:37:13.258" v="7194" actId="1076"/>
        <pc:sldMkLst>
          <pc:docMk/>
          <pc:sldMk cId="2587502584" sldId="535"/>
        </pc:sldMkLst>
        <pc:spChg chg="mod">
          <ac:chgData name="子敬 洪" userId="ad1b616e7398b0d3" providerId="LiveId" clId="{8C755B95-58F5-498C-8D9B-E7D9F1FBFA9D}" dt="2022-03-14T16:56:51.786" v="5485" actId="255"/>
          <ac:spMkLst>
            <pc:docMk/>
            <pc:sldMk cId="2587502584" sldId="535"/>
            <ac:spMk id="30" creationId="{8570CFE9-0731-4434-8914-6944777BFE6D}"/>
          </ac:spMkLst>
        </pc:spChg>
        <pc:graphicFrameChg chg="mod">
          <ac:chgData name="子敬 洪" userId="ad1b616e7398b0d3" providerId="LiveId" clId="{8C755B95-58F5-498C-8D9B-E7D9F1FBFA9D}" dt="2022-03-14T16:56:04.988" v="5440" actId="1076"/>
          <ac:graphicFrameMkLst>
            <pc:docMk/>
            <pc:sldMk cId="2587502584" sldId="535"/>
            <ac:graphicFrameMk id="25" creationId="{9AF1CB60-9968-48E3-8013-311D48302416}"/>
          </ac:graphicFrameMkLst>
        </pc:graphicFrameChg>
        <pc:cxnChg chg="mod">
          <ac:chgData name="子敬 洪" userId="ad1b616e7398b0d3" providerId="LiveId" clId="{8C755B95-58F5-498C-8D9B-E7D9F1FBFA9D}" dt="2022-03-15T14:37:13.258" v="7194" actId="1076"/>
          <ac:cxnSpMkLst>
            <pc:docMk/>
            <pc:sldMk cId="2587502584" sldId="535"/>
            <ac:cxnSpMk id="28" creationId="{8214DC21-C184-499D-B01D-26B0A1ADD343}"/>
          </ac:cxnSpMkLst>
        </pc:cxnChg>
        <pc:cxnChg chg="mod">
          <ac:chgData name="子敬 洪" userId="ad1b616e7398b0d3" providerId="LiveId" clId="{8C755B95-58F5-498C-8D9B-E7D9F1FBFA9D}" dt="2022-03-14T16:56:12.210" v="5442" actId="1076"/>
          <ac:cxnSpMkLst>
            <pc:docMk/>
            <pc:sldMk cId="2587502584" sldId="535"/>
            <ac:cxnSpMk id="29" creationId="{29D0C83E-BE93-4865-9039-80D996696E20}"/>
          </ac:cxnSpMkLst>
        </pc:cxnChg>
      </pc:sldChg>
      <pc:sldChg chg="new del">
        <pc:chgData name="子敬 洪" userId="ad1b616e7398b0d3" providerId="LiveId" clId="{8C755B95-58F5-498C-8D9B-E7D9F1FBFA9D}" dt="2022-03-14T17:06:26.301" v="5735" actId="680"/>
        <pc:sldMkLst>
          <pc:docMk/>
          <pc:sldMk cId="2753291258" sldId="536"/>
        </pc:sldMkLst>
      </pc:sldChg>
      <pc:sldChg chg="new del">
        <pc:chgData name="子敬 洪" userId="ad1b616e7398b0d3" providerId="LiveId" clId="{8C755B95-58F5-498C-8D9B-E7D9F1FBFA9D}" dt="2022-03-14T17:20:08.393" v="6426" actId="680"/>
        <pc:sldMkLst>
          <pc:docMk/>
          <pc:sldMk cId="3785723397" sldId="536"/>
        </pc:sldMkLst>
      </pc:sldChg>
      <pc:sldChg chg="addSp delSp modSp mod">
        <pc:chgData name="子敬 洪" userId="ad1b616e7398b0d3" providerId="LiveId" clId="{8C755B95-58F5-498C-8D9B-E7D9F1FBFA9D}" dt="2022-03-15T19:14:57.605" v="16443" actId="1036"/>
        <pc:sldMkLst>
          <pc:docMk/>
          <pc:sldMk cId="2209169578" sldId="538"/>
        </pc:sldMkLst>
        <pc:spChg chg="mod">
          <ac:chgData name="子敬 洪" userId="ad1b616e7398b0d3" providerId="LiveId" clId="{8C755B95-58F5-498C-8D9B-E7D9F1FBFA9D}" dt="2022-03-15T14:43:28.305" v="7581" actId="1076"/>
          <ac:spMkLst>
            <pc:docMk/>
            <pc:sldMk cId="2209169578" sldId="538"/>
            <ac:spMk id="5" creationId="{00000000-0000-0000-0000-000000000000}"/>
          </ac:spMkLst>
        </pc:spChg>
        <pc:spChg chg="add del mod">
          <ac:chgData name="子敬 洪" userId="ad1b616e7398b0d3" providerId="LiveId" clId="{8C755B95-58F5-498C-8D9B-E7D9F1FBFA9D}" dt="2022-03-15T14:35:55.355" v="7127" actId="1076"/>
          <ac:spMkLst>
            <pc:docMk/>
            <pc:sldMk cId="2209169578" sldId="538"/>
            <ac:spMk id="8" creationId="{CAD9D7B7-3075-4E73-B06D-C4253A50453D}"/>
          </ac:spMkLst>
        </pc:spChg>
        <pc:spChg chg="add mod">
          <ac:chgData name="子敬 洪" userId="ad1b616e7398b0d3" providerId="LiveId" clId="{8C755B95-58F5-498C-8D9B-E7D9F1FBFA9D}" dt="2022-03-15T14:36:20.509" v="7128" actId="1076"/>
          <ac:spMkLst>
            <pc:docMk/>
            <pc:sldMk cId="2209169578" sldId="538"/>
            <ac:spMk id="10" creationId="{490ADAE2-DBDB-4FD5-AB55-78C4932FE08B}"/>
          </ac:spMkLst>
        </pc:spChg>
        <pc:spChg chg="add mod">
          <ac:chgData name="子敬 洪" userId="ad1b616e7398b0d3" providerId="LiveId" clId="{8C755B95-58F5-498C-8D9B-E7D9F1FBFA9D}" dt="2022-03-15T14:44:28.944" v="7693" actId="207"/>
          <ac:spMkLst>
            <pc:docMk/>
            <pc:sldMk cId="2209169578" sldId="538"/>
            <ac:spMk id="13" creationId="{4016839F-9898-42AB-AE5F-9E0CC98C1D1B}"/>
          </ac:spMkLst>
        </pc:spChg>
        <pc:spChg chg="add mod">
          <ac:chgData name="子敬 洪" userId="ad1b616e7398b0d3" providerId="LiveId" clId="{8C755B95-58F5-498C-8D9B-E7D9F1FBFA9D}" dt="2022-03-15T14:44:00.805" v="7621" actId="20577"/>
          <ac:spMkLst>
            <pc:docMk/>
            <pc:sldMk cId="2209169578" sldId="538"/>
            <ac:spMk id="18" creationId="{CC53A8D9-02D7-4D28-8F3B-E38EAF36B603}"/>
          </ac:spMkLst>
        </pc:spChg>
        <pc:spChg chg="add mod">
          <ac:chgData name="子敬 洪" userId="ad1b616e7398b0d3" providerId="LiveId" clId="{8C755B95-58F5-498C-8D9B-E7D9F1FBFA9D}" dt="2022-03-15T14:47:44.069" v="7941" actId="207"/>
          <ac:spMkLst>
            <pc:docMk/>
            <pc:sldMk cId="2209169578" sldId="538"/>
            <ac:spMk id="19" creationId="{F98BA3FB-D87B-4602-AD84-76E7DD841DB8}"/>
          </ac:spMkLst>
        </pc:spChg>
        <pc:spChg chg="add mod">
          <ac:chgData name="子敬 洪" userId="ad1b616e7398b0d3" providerId="LiveId" clId="{8C755B95-58F5-498C-8D9B-E7D9F1FBFA9D}" dt="2022-03-15T14:43:19.004" v="7579" actId="1076"/>
          <ac:spMkLst>
            <pc:docMk/>
            <pc:sldMk cId="2209169578" sldId="538"/>
            <ac:spMk id="28" creationId="{DC199064-E4A3-426A-934C-744D63D414B3}"/>
          </ac:spMkLst>
        </pc:spChg>
        <pc:spChg chg="add mod">
          <ac:chgData name="子敬 洪" userId="ad1b616e7398b0d3" providerId="LiveId" clId="{8C755B95-58F5-498C-8D9B-E7D9F1FBFA9D}" dt="2022-03-15T14:46:11.618" v="7839" actId="1036"/>
          <ac:spMkLst>
            <pc:docMk/>
            <pc:sldMk cId="2209169578" sldId="538"/>
            <ac:spMk id="41" creationId="{47FDA415-4E9D-4AC4-9D55-6706428C4797}"/>
          </ac:spMkLst>
        </pc:spChg>
        <pc:spChg chg="add mod">
          <ac:chgData name="子敬 洪" userId="ad1b616e7398b0d3" providerId="LiveId" clId="{8C755B95-58F5-498C-8D9B-E7D9F1FBFA9D}" dt="2022-03-15T14:46:11.618" v="7839" actId="1036"/>
          <ac:spMkLst>
            <pc:docMk/>
            <pc:sldMk cId="2209169578" sldId="538"/>
            <ac:spMk id="42" creationId="{9C5B8218-119A-4676-98E6-AAA187000AB7}"/>
          </ac:spMkLst>
        </pc:spChg>
        <pc:spChg chg="add mod">
          <ac:chgData name="子敬 洪" userId="ad1b616e7398b0d3" providerId="LiveId" clId="{8C755B95-58F5-498C-8D9B-E7D9F1FBFA9D}" dt="2022-03-15T19:14:53.706" v="16440" actId="1035"/>
          <ac:spMkLst>
            <pc:docMk/>
            <pc:sldMk cId="2209169578" sldId="538"/>
            <ac:spMk id="45" creationId="{D7157E0E-5B07-410F-A50D-10914EA52EDB}"/>
          </ac:spMkLst>
        </pc:spChg>
        <pc:spChg chg="add mod">
          <ac:chgData name="子敬 洪" userId="ad1b616e7398b0d3" providerId="LiveId" clId="{8C755B95-58F5-498C-8D9B-E7D9F1FBFA9D}" dt="2022-03-15T14:46:24.473" v="7844" actId="20577"/>
          <ac:spMkLst>
            <pc:docMk/>
            <pc:sldMk cId="2209169578" sldId="538"/>
            <ac:spMk id="46" creationId="{D4C527A4-AE1B-4A5D-B1F9-78E3F575B21A}"/>
          </ac:spMkLst>
        </pc:spChg>
        <pc:spChg chg="add mod">
          <ac:chgData name="子敬 洪" userId="ad1b616e7398b0d3" providerId="LiveId" clId="{8C755B95-58F5-498C-8D9B-E7D9F1FBFA9D}" dt="2022-03-15T14:49:25.170" v="8121" actId="20577"/>
          <ac:spMkLst>
            <pc:docMk/>
            <pc:sldMk cId="2209169578" sldId="538"/>
            <ac:spMk id="47" creationId="{0FCE5EBA-F326-4EB8-A1AB-8D660A396F8C}"/>
          </ac:spMkLst>
        </pc:spChg>
        <pc:spChg chg="add mod">
          <ac:chgData name="子敬 洪" userId="ad1b616e7398b0d3" providerId="LiveId" clId="{8C755B95-58F5-498C-8D9B-E7D9F1FBFA9D}" dt="2022-03-15T14:50:17.543" v="8238" actId="1076"/>
          <ac:spMkLst>
            <pc:docMk/>
            <pc:sldMk cId="2209169578" sldId="538"/>
            <ac:spMk id="49" creationId="{82D834F6-BF69-4531-A22A-A6248F23AC4C}"/>
          </ac:spMkLst>
        </pc:spChg>
        <pc:picChg chg="add mod">
          <ac:chgData name="子敬 洪" userId="ad1b616e7398b0d3" providerId="LiveId" clId="{8C755B95-58F5-498C-8D9B-E7D9F1FBFA9D}" dt="2022-03-15T14:35:19.073" v="7116" actId="1076"/>
          <ac:picMkLst>
            <pc:docMk/>
            <pc:sldMk cId="2209169578" sldId="538"/>
            <ac:picMk id="6" creationId="{61C06F64-D026-4A53-9721-F16012F89B3F}"/>
          </ac:picMkLst>
        </pc:picChg>
        <pc:picChg chg="add mod">
          <ac:chgData name="子敬 洪" userId="ad1b616e7398b0d3" providerId="LiveId" clId="{8C755B95-58F5-498C-8D9B-E7D9F1FBFA9D}" dt="2022-03-15T14:35:47.873" v="7126" actId="1076"/>
          <ac:picMkLst>
            <pc:docMk/>
            <pc:sldMk cId="2209169578" sldId="538"/>
            <ac:picMk id="7" creationId="{AF9007DB-6FD9-4D67-A286-AF433DD54ADC}"/>
          </ac:picMkLst>
        </pc:picChg>
        <pc:picChg chg="add mod">
          <ac:chgData name="子敬 洪" userId="ad1b616e7398b0d3" providerId="LiveId" clId="{8C755B95-58F5-498C-8D9B-E7D9F1FBFA9D}" dt="2022-03-15T14:46:11.618" v="7839" actId="1036"/>
          <ac:picMkLst>
            <pc:docMk/>
            <pc:sldMk cId="2209169578" sldId="538"/>
            <ac:picMk id="39" creationId="{BB023EDB-A097-4BAB-8007-5C1258F225F3}"/>
          </ac:picMkLst>
        </pc:picChg>
        <pc:picChg chg="add mod">
          <ac:chgData name="子敬 洪" userId="ad1b616e7398b0d3" providerId="LiveId" clId="{8C755B95-58F5-498C-8D9B-E7D9F1FBFA9D}" dt="2022-03-15T14:46:11.618" v="7839" actId="1036"/>
          <ac:picMkLst>
            <pc:docMk/>
            <pc:sldMk cId="2209169578" sldId="538"/>
            <ac:picMk id="40" creationId="{AB9FB588-9BC5-44E2-9FA1-F7DE6A2ABEF2}"/>
          </ac:picMkLst>
        </pc:picChg>
        <pc:cxnChg chg="add mod">
          <ac:chgData name="子敬 洪" userId="ad1b616e7398b0d3" providerId="LiveId" clId="{8C755B95-58F5-498C-8D9B-E7D9F1FBFA9D}" dt="2022-03-15T19:14:52.058" v="16435" actId="1035"/>
          <ac:cxnSpMkLst>
            <pc:docMk/>
            <pc:sldMk cId="2209169578" sldId="538"/>
            <ac:cxnSpMk id="11" creationId="{1133B925-FAD9-42EF-B1EA-AE9C1530DB39}"/>
          </ac:cxnSpMkLst>
        </pc:cxnChg>
        <pc:cxnChg chg="add mod">
          <ac:chgData name="子敬 洪" userId="ad1b616e7398b0d3" providerId="LiveId" clId="{8C755B95-58F5-498C-8D9B-E7D9F1FBFA9D}" dt="2022-03-15T14:40:20.253" v="7408" actId="14100"/>
          <ac:cxnSpMkLst>
            <pc:docMk/>
            <pc:sldMk cId="2209169578" sldId="538"/>
            <ac:cxnSpMk id="12" creationId="{BEA9570C-1675-48BE-BB47-9E21BDCEDB95}"/>
          </ac:cxnSpMkLst>
        </pc:cxnChg>
        <pc:cxnChg chg="add mod">
          <ac:chgData name="子敬 洪" userId="ad1b616e7398b0d3" providerId="LiveId" clId="{8C755B95-58F5-498C-8D9B-E7D9F1FBFA9D}" dt="2022-03-15T14:42:40.387" v="7488" actId="1036"/>
          <ac:cxnSpMkLst>
            <pc:docMk/>
            <pc:sldMk cId="2209169578" sldId="538"/>
            <ac:cxnSpMk id="20" creationId="{75D24A76-444A-48D4-B9C0-7FE461D0B888}"/>
          </ac:cxnSpMkLst>
        </pc:cxnChg>
        <pc:cxnChg chg="add del mod">
          <ac:chgData name="子敬 洪" userId="ad1b616e7398b0d3" providerId="LiveId" clId="{8C755B95-58F5-498C-8D9B-E7D9F1FBFA9D}" dt="2022-03-15T14:41:24.763" v="7463" actId="478"/>
          <ac:cxnSpMkLst>
            <pc:docMk/>
            <pc:sldMk cId="2209169578" sldId="538"/>
            <ac:cxnSpMk id="24" creationId="{D0EB6CDD-4691-43D8-BDAD-E576D1A6AD63}"/>
          </ac:cxnSpMkLst>
        </pc:cxnChg>
        <pc:cxnChg chg="add del mod">
          <ac:chgData name="子敬 洪" userId="ad1b616e7398b0d3" providerId="LiveId" clId="{8C755B95-58F5-498C-8D9B-E7D9F1FBFA9D}" dt="2022-03-15T14:41:39.208" v="7469" actId="21"/>
          <ac:cxnSpMkLst>
            <pc:docMk/>
            <pc:sldMk cId="2209169578" sldId="538"/>
            <ac:cxnSpMk id="34" creationId="{99CAECE3-8262-4149-9A13-80FCDA19BB0D}"/>
          </ac:cxnSpMkLst>
        </pc:cxnChg>
        <pc:cxnChg chg="add mod">
          <ac:chgData name="子敬 洪" userId="ad1b616e7398b0d3" providerId="LiveId" clId="{8C755B95-58F5-498C-8D9B-E7D9F1FBFA9D}" dt="2022-03-15T14:42:32.149" v="7481" actId="1076"/>
          <ac:cxnSpMkLst>
            <pc:docMk/>
            <pc:sldMk cId="2209169578" sldId="538"/>
            <ac:cxnSpMk id="35" creationId="{43F3BEBB-FA13-4D7C-B0CD-106E0AB89E50}"/>
          </ac:cxnSpMkLst>
        </pc:cxnChg>
        <pc:cxnChg chg="add mod">
          <ac:chgData name="子敬 洪" userId="ad1b616e7398b0d3" providerId="LiveId" clId="{8C755B95-58F5-498C-8D9B-E7D9F1FBFA9D}" dt="2022-03-15T19:14:57.605" v="16443" actId="1036"/>
          <ac:cxnSpMkLst>
            <pc:docMk/>
            <pc:sldMk cId="2209169578" sldId="538"/>
            <ac:cxnSpMk id="43" creationId="{2977F4F5-22DE-416B-9BB7-794B2A034730}"/>
          </ac:cxnSpMkLst>
        </pc:cxnChg>
        <pc:cxnChg chg="add mod">
          <ac:chgData name="子敬 洪" userId="ad1b616e7398b0d3" providerId="LiveId" clId="{8C755B95-58F5-498C-8D9B-E7D9F1FBFA9D}" dt="2022-03-15T14:46:11.618" v="7839" actId="1036"/>
          <ac:cxnSpMkLst>
            <pc:docMk/>
            <pc:sldMk cId="2209169578" sldId="538"/>
            <ac:cxnSpMk id="44" creationId="{DBB548EF-82B3-427F-850B-51CCC578A09A}"/>
          </ac:cxnSpMkLst>
        </pc:cxnChg>
        <pc:cxnChg chg="add mod">
          <ac:chgData name="子敬 洪" userId="ad1b616e7398b0d3" providerId="LiveId" clId="{8C755B95-58F5-498C-8D9B-E7D9F1FBFA9D}" dt="2022-03-15T14:43:40.857" v="7584" actId="1076"/>
          <ac:cxnSpMkLst>
            <pc:docMk/>
            <pc:sldMk cId="2209169578" sldId="538"/>
            <ac:cxnSpMk id="48" creationId="{284FF747-1F1E-48EF-878B-E00C2869C27F}"/>
          </ac:cxnSpMkLst>
        </pc:cxnChg>
        <pc:cxnChg chg="add mod">
          <ac:chgData name="子敬 洪" userId="ad1b616e7398b0d3" providerId="LiveId" clId="{8C755B95-58F5-498C-8D9B-E7D9F1FBFA9D}" dt="2022-03-15T14:43:40.857" v="7584" actId="1076"/>
          <ac:cxnSpMkLst>
            <pc:docMk/>
            <pc:sldMk cId="2209169578" sldId="538"/>
            <ac:cxnSpMk id="50" creationId="{D7D0F43A-9817-48B0-A01C-3B058675C45E}"/>
          </ac:cxnSpMkLst>
        </pc:cxnChg>
      </pc:sldChg>
      <pc:sldChg chg="modSp add mod">
        <pc:chgData name="子敬 洪" userId="ad1b616e7398b0d3" providerId="LiveId" clId="{8C755B95-58F5-498C-8D9B-E7D9F1FBFA9D}" dt="2022-03-15T17:12:33.752" v="11653" actId="122"/>
        <pc:sldMkLst>
          <pc:docMk/>
          <pc:sldMk cId="3429907279" sldId="539"/>
        </pc:sldMkLst>
        <pc:spChg chg="mod">
          <ac:chgData name="子敬 洪" userId="ad1b616e7398b0d3" providerId="LiveId" clId="{8C755B95-58F5-498C-8D9B-E7D9F1FBFA9D}" dt="2022-03-15T16:45:24.901" v="10592" actId="21"/>
          <ac:spMkLst>
            <pc:docMk/>
            <pc:sldMk cId="3429907279" sldId="539"/>
            <ac:spMk id="5" creationId="{3680DB7D-A761-4AFC-8D12-3714E56D5D48}"/>
          </ac:spMkLst>
        </pc:spChg>
        <pc:spChg chg="mod">
          <ac:chgData name="子敬 洪" userId="ad1b616e7398b0d3" providerId="LiveId" clId="{8C755B95-58F5-498C-8D9B-E7D9F1FBFA9D}" dt="2022-03-15T17:12:33.752" v="11653" actId="122"/>
          <ac:spMkLst>
            <pc:docMk/>
            <pc:sldMk cId="3429907279" sldId="539"/>
            <ac:spMk id="7" creationId="{3ADD3859-68E3-41E3-B64B-E6F6552E77BE}"/>
          </ac:spMkLst>
        </pc:spChg>
      </pc:sldChg>
      <pc:sldChg chg="addSp delSp modSp add mod">
        <pc:chgData name="子敬 洪" userId="ad1b616e7398b0d3" providerId="LiveId" clId="{8C755B95-58F5-498C-8D9B-E7D9F1FBFA9D}" dt="2022-03-15T17:19:43.922" v="12373" actId="20577"/>
        <pc:sldMkLst>
          <pc:docMk/>
          <pc:sldMk cId="156485824" sldId="540"/>
        </pc:sldMkLst>
        <pc:spChg chg="mod">
          <ac:chgData name="子敬 洪" userId="ad1b616e7398b0d3" providerId="LiveId" clId="{8C755B95-58F5-498C-8D9B-E7D9F1FBFA9D}" dt="2022-03-15T17:19:43.922" v="12373" actId="20577"/>
          <ac:spMkLst>
            <pc:docMk/>
            <pc:sldMk cId="156485824" sldId="540"/>
            <ac:spMk id="5" creationId="{3680DB7D-A761-4AFC-8D12-3714E56D5D48}"/>
          </ac:spMkLst>
        </pc:spChg>
        <pc:spChg chg="add del mod">
          <ac:chgData name="子敬 洪" userId="ad1b616e7398b0d3" providerId="LiveId" clId="{8C755B95-58F5-498C-8D9B-E7D9F1FBFA9D}" dt="2022-03-15T17:17:39.291" v="12217" actId="478"/>
          <ac:spMkLst>
            <pc:docMk/>
            <pc:sldMk cId="156485824" sldId="540"/>
            <ac:spMk id="6" creationId="{2958E7CF-8D73-4DE4-8FE4-9E51D746EF62}"/>
          </ac:spMkLst>
        </pc:spChg>
        <pc:spChg chg="mod">
          <ac:chgData name="子敬 洪" userId="ad1b616e7398b0d3" providerId="LiveId" clId="{8C755B95-58F5-498C-8D9B-E7D9F1FBFA9D}" dt="2022-03-15T17:12:31.526" v="11652" actId="122"/>
          <ac:spMkLst>
            <pc:docMk/>
            <pc:sldMk cId="156485824" sldId="540"/>
            <ac:spMk id="7" creationId="{3ADD3859-68E3-41E3-B64B-E6F6552E77BE}"/>
          </ac:spMkLst>
        </pc:spChg>
        <pc:spChg chg="add del mod">
          <ac:chgData name="子敬 洪" userId="ad1b616e7398b0d3" providerId="LiveId" clId="{8C755B95-58F5-498C-8D9B-E7D9F1FBFA9D}" dt="2022-03-15T17:17:39.291" v="12217" actId="478"/>
          <ac:spMkLst>
            <pc:docMk/>
            <pc:sldMk cId="156485824" sldId="540"/>
            <ac:spMk id="8" creationId="{32FCAAD4-9934-435A-80C1-E57477E25043}"/>
          </ac:spMkLst>
        </pc:spChg>
      </pc:sldChg>
      <pc:sldChg chg="delSp modSp add mod">
        <pc:chgData name="子敬 洪" userId="ad1b616e7398b0d3" providerId="LiveId" clId="{8C755B95-58F5-498C-8D9B-E7D9F1FBFA9D}" dt="2022-03-15T17:33:53.707" v="12843" actId="20577"/>
        <pc:sldMkLst>
          <pc:docMk/>
          <pc:sldMk cId="2470025033" sldId="541"/>
        </pc:sldMkLst>
        <pc:spChg chg="mod">
          <ac:chgData name="子敬 洪" userId="ad1b616e7398b0d3" providerId="LiveId" clId="{8C755B95-58F5-498C-8D9B-E7D9F1FBFA9D}" dt="2022-03-15T17:33:53.707" v="12843" actId="20577"/>
          <ac:spMkLst>
            <pc:docMk/>
            <pc:sldMk cId="2470025033" sldId="541"/>
            <ac:spMk id="5" creationId="{3680DB7D-A761-4AFC-8D12-3714E56D5D48}"/>
          </ac:spMkLst>
        </pc:spChg>
        <pc:spChg chg="del mod">
          <ac:chgData name="子敬 洪" userId="ad1b616e7398b0d3" providerId="LiveId" clId="{8C755B95-58F5-498C-8D9B-E7D9F1FBFA9D}" dt="2022-03-15T17:12:38.826" v="11654" actId="478"/>
          <ac:spMkLst>
            <pc:docMk/>
            <pc:sldMk cId="2470025033" sldId="541"/>
            <ac:spMk id="6" creationId="{2958E7CF-8D73-4DE4-8FE4-9E51D746EF62}"/>
          </ac:spMkLst>
        </pc:spChg>
        <pc:spChg chg="mod">
          <ac:chgData name="子敬 洪" userId="ad1b616e7398b0d3" providerId="LiveId" clId="{8C755B95-58F5-498C-8D9B-E7D9F1FBFA9D}" dt="2022-03-15T17:12:28.697" v="11651" actId="122"/>
          <ac:spMkLst>
            <pc:docMk/>
            <pc:sldMk cId="2470025033" sldId="541"/>
            <ac:spMk id="7" creationId="{3ADD3859-68E3-41E3-B64B-E6F6552E77BE}"/>
          </ac:spMkLst>
        </pc:spChg>
        <pc:spChg chg="del">
          <ac:chgData name="子敬 洪" userId="ad1b616e7398b0d3" providerId="LiveId" clId="{8C755B95-58F5-498C-8D9B-E7D9F1FBFA9D}" dt="2022-03-15T17:12:39.740" v="11655" actId="478"/>
          <ac:spMkLst>
            <pc:docMk/>
            <pc:sldMk cId="2470025033" sldId="541"/>
            <ac:spMk id="8" creationId="{32FCAAD4-9934-435A-80C1-E57477E25043}"/>
          </ac:spMkLst>
        </pc:spChg>
      </pc:sldChg>
      <pc:sldChg chg="delSp modSp add mod">
        <pc:chgData name="子敬 洪" userId="ad1b616e7398b0d3" providerId="LiveId" clId="{8C755B95-58F5-498C-8D9B-E7D9F1FBFA9D}" dt="2022-03-15T18:00:32.870" v="14743" actId="207"/>
        <pc:sldMkLst>
          <pc:docMk/>
          <pc:sldMk cId="306024687" sldId="542"/>
        </pc:sldMkLst>
        <pc:spChg chg="mod">
          <ac:chgData name="子敬 洪" userId="ad1b616e7398b0d3" providerId="LiveId" clId="{8C755B95-58F5-498C-8D9B-E7D9F1FBFA9D}" dt="2022-03-15T17:58:14.310" v="14670" actId="20577"/>
          <ac:spMkLst>
            <pc:docMk/>
            <pc:sldMk cId="306024687" sldId="542"/>
            <ac:spMk id="5" creationId="{00000000-0000-0000-0000-000000000000}"/>
          </ac:spMkLst>
        </pc:spChg>
        <pc:spChg chg="mod">
          <ac:chgData name="子敬 洪" userId="ad1b616e7398b0d3" providerId="LiveId" clId="{8C755B95-58F5-498C-8D9B-E7D9F1FBFA9D}" dt="2022-03-15T17:40:14.085" v="12895" actId="20577"/>
          <ac:spMkLst>
            <pc:docMk/>
            <pc:sldMk cId="306024687" sldId="542"/>
            <ac:spMk id="9" creationId="{00000000-0000-0000-0000-000000000000}"/>
          </ac:spMkLst>
        </pc:spChg>
        <pc:spChg chg="mod">
          <ac:chgData name="子敬 洪" userId="ad1b616e7398b0d3" providerId="LiveId" clId="{8C755B95-58F5-498C-8D9B-E7D9F1FBFA9D}" dt="2022-03-15T18:00:32.870" v="14743" actId="207"/>
          <ac:spMkLst>
            <pc:docMk/>
            <pc:sldMk cId="306024687" sldId="542"/>
            <ac:spMk id="30" creationId="{8570CFE9-0731-4434-8914-6944777BFE6D}"/>
          </ac:spMkLst>
        </pc:spChg>
        <pc:picChg chg="del">
          <ac:chgData name="子敬 洪" userId="ad1b616e7398b0d3" providerId="LiveId" clId="{8C755B95-58F5-498C-8D9B-E7D9F1FBFA9D}" dt="2022-03-15T17:39:15.320" v="12845" actId="478"/>
          <ac:picMkLst>
            <pc:docMk/>
            <pc:sldMk cId="306024687" sldId="542"/>
            <ac:picMk id="6" creationId="{00000000-0000-0000-0000-000000000000}"/>
          </ac:picMkLst>
        </pc:picChg>
        <pc:picChg chg="del">
          <ac:chgData name="子敬 洪" userId="ad1b616e7398b0d3" providerId="LiveId" clId="{8C755B95-58F5-498C-8D9B-E7D9F1FBFA9D}" dt="2022-03-15T17:39:15.898" v="12846" actId="478"/>
          <ac:picMkLst>
            <pc:docMk/>
            <pc:sldMk cId="306024687" sldId="542"/>
            <ac:picMk id="7" creationId="{00000000-0000-0000-0000-000000000000}"/>
          </ac:picMkLst>
        </pc:picChg>
      </pc:sldChg>
      <pc:sldChg chg="addSp delSp modSp add mod">
        <pc:chgData name="子敬 洪" userId="ad1b616e7398b0d3" providerId="LiveId" clId="{8C755B95-58F5-498C-8D9B-E7D9F1FBFA9D}" dt="2022-03-15T19:34:17.683" v="17685" actId="1076"/>
        <pc:sldMkLst>
          <pc:docMk/>
          <pc:sldMk cId="4121688083" sldId="543"/>
        </pc:sldMkLst>
        <pc:spChg chg="mod">
          <ac:chgData name="子敬 洪" userId="ad1b616e7398b0d3" providerId="LiveId" clId="{8C755B95-58F5-498C-8D9B-E7D9F1FBFA9D}" dt="2022-03-15T19:32:32.915" v="17621" actId="1076"/>
          <ac:spMkLst>
            <pc:docMk/>
            <pc:sldMk cId="4121688083" sldId="543"/>
            <ac:spMk id="5" creationId="{B9B89E1A-612A-4D90-A3AF-261AB6B951AC}"/>
          </ac:spMkLst>
        </pc:spChg>
        <pc:spChg chg="mod">
          <ac:chgData name="子敬 洪" userId="ad1b616e7398b0d3" providerId="LiveId" clId="{8C755B95-58F5-498C-8D9B-E7D9F1FBFA9D}" dt="2022-03-15T19:29:53.662" v="17482" actId="1076"/>
          <ac:spMkLst>
            <pc:docMk/>
            <pc:sldMk cId="4121688083" sldId="543"/>
            <ac:spMk id="12" creationId="{8DB2C30A-343F-4211-A133-093281D3D135}"/>
          </ac:spMkLst>
        </pc:spChg>
        <pc:spChg chg="del">
          <ac:chgData name="子敬 洪" userId="ad1b616e7398b0d3" providerId="LiveId" clId="{8C755B95-58F5-498C-8D9B-E7D9F1FBFA9D}" dt="2022-03-15T19:28:43.186" v="17433" actId="478"/>
          <ac:spMkLst>
            <pc:docMk/>
            <pc:sldMk cId="4121688083" sldId="543"/>
            <ac:spMk id="13" creationId="{7EBF53D2-882B-48FA-B9F1-0FE5A582B0BF}"/>
          </ac:spMkLst>
        </pc:spChg>
        <pc:spChg chg="mod">
          <ac:chgData name="子敬 洪" userId="ad1b616e7398b0d3" providerId="LiveId" clId="{8C755B95-58F5-498C-8D9B-E7D9F1FBFA9D}" dt="2022-03-15T19:29:16.449" v="17461" actId="1076"/>
          <ac:spMkLst>
            <pc:docMk/>
            <pc:sldMk cId="4121688083" sldId="543"/>
            <ac:spMk id="14" creationId="{6112E708-FE7C-48F0-9055-FC0DD6BEDC4C}"/>
          </ac:spMkLst>
        </pc:spChg>
        <pc:spChg chg="mod">
          <ac:chgData name="子敬 洪" userId="ad1b616e7398b0d3" providerId="LiveId" clId="{8C755B95-58F5-498C-8D9B-E7D9F1FBFA9D}" dt="2022-03-15T19:29:24.154" v="17465" actId="1076"/>
          <ac:spMkLst>
            <pc:docMk/>
            <pc:sldMk cId="4121688083" sldId="543"/>
            <ac:spMk id="15" creationId="{0974519F-4ED1-42BB-89B9-41E4E2FB1FA4}"/>
          </ac:spMkLst>
        </pc:spChg>
        <pc:spChg chg="del mod">
          <ac:chgData name="子敬 洪" userId="ad1b616e7398b0d3" providerId="LiveId" clId="{8C755B95-58F5-498C-8D9B-E7D9F1FBFA9D}" dt="2022-03-15T19:29:13.448" v="17459" actId="478"/>
          <ac:spMkLst>
            <pc:docMk/>
            <pc:sldMk cId="4121688083" sldId="543"/>
            <ac:spMk id="20" creationId="{B04D1557-9DC7-4801-8DDB-D5BE83E0469A}"/>
          </ac:spMkLst>
        </pc:spChg>
        <pc:spChg chg="del">
          <ac:chgData name="子敬 洪" userId="ad1b616e7398b0d3" providerId="LiveId" clId="{8C755B95-58F5-498C-8D9B-E7D9F1FBFA9D}" dt="2022-03-15T19:28:42.183" v="17432" actId="478"/>
          <ac:spMkLst>
            <pc:docMk/>
            <pc:sldMk cId="4121688083" sldId="543"/>
            <ac:spMk id="21" creationId="{1D3E652A-9B1F-40C2-8E77-452534381001}"/>
          </ac:spMkLst>
        </pc:spChg>
        <pc:spChg chg="del">
          <ac:chgData name="子敬 洪" userId="ad1b616e7398b0d3" providerId="LiveId" clId="{8C755B95-58F5-498C-8D9B-E7D9F1FBFA9D}" dt="2022-03-15T19:28:41.519" v="17431" actId="478"/>
          <ac:spMkLst>
            <pc:docMk/>
            <pc:sldMk cId="4121688083" sldId="543"/>
            <ac:spMk id="22" creationId="{C8CEDDB7-0B18-4403-B552-EC0A649C2886}"/>
          </ac:spMkLst>
        </pc:spChg>
        <pc:spChg chg="mod">
          <ac:chgData name="子敬 洪" userId="ad1b616e7398b0d3" providerId="LiveId" clId="{8C755B95-58F5-498C-8D9B-E7D9F1FBFA9D}" dt="2022-03-15T19:23:15.615" v="16707"/>
          <ac:spMkLst>
            <pc:docMk/>
            <pc:sldMk cId="4121688083" sldId="543"/>
            <ac:spMk id="23" creationId="{360905D6-D711-4FAE-9825-DE60BD1FDC05}"/>
          </ac:spMkLst>
        </pc:spChg>
        <pc:spChg chg="add del mod">
          <ac:chgData name="子敬 洪" userId="ad1b616e7398b0d3" providerId="LiveId" clId="{8C755B95-58F5-498C-8D9B-E7D9F1FBFA9D}" dt="2022-03-15T19:31:17.062" v="17527" actId="478"/>
          <ac:spMkLst>
            <pc:docMk/>
            <pc:sldMk cId="4121688083" sldId="543"/>
            <ac:spMk id="29" creationId="{C03DC8F9-238D-479F-9F93-29009AF1EBE0}"/>
          </ac:spMkLst>
        </pc:spChg>
        <pc:spChg chg="add del mod">
          <ac:chgData name="子敬 洪" userId="ad1b616e7398b0d3" providerId="LiveId" clId="{8C755B95-58F5-498C-8D9B-E7D9F1FBFA9D}" dt="2022-03-15T19:30:05.721" v="17497"/>
          <ac:spMkLst>
            <pc:docMk/>
            <pc:sldMk cId="4121688083" sldId="543"/>
            <ac:spMk id="30" creationId="{75CD4DC4-E7D4-4730-99CB-B620DC434DFA}"/>
          </ac:spMkLst>
        </pc:spChg>
        <pc:spChg chg="add mod">
          <ac:chgData name="子敬 洪" userId="ad1b616e7398b0d3" providerId="LiveId" clId="{8C755B95-58F5-498C-8D9B-E7D9F1FBFA9D}" dt="2022-03-15T19:31:26.668" v="17533" actId="1076"/>
          <ac:spMkLst>
            <pc:docMk/>
            <pc:sldMk cId="4121688083" sldId="543"/>
            <ac:spMk id="31" creationId="{0ED835EA-0A29-4D9B-90CF-02DA2A22A938}"/>
          </ac:spMkLst>
        </pc:spChg>
        <pc:spChg chg="add mod">
          <ac:chgData name="子敬 洪" userId="ad1b616e7398b0d3" providerId="LiveId" clId="{8C755B95-58F5-498C-8D9B-E7D9F1FBFA9D}" dt="2022-03-15T19:34:17.683" v="17685" actId="1076"/>
          <ac:spMkLst>
            <pc:docMk/>
            <pc:sldMk cId="4121688083" sldId="543"/>
            <ac:spMk id="32" creationId="{5A567456-6F5E-47F2-BD77-9EC4A48FFCCD}"/>
          </ac:spMkLst>
        </pc:spChg>
        <pc:spChg chg="add mod">
          <ac:chgData name="子敬 洪" userId="ad1b616e7398b0d3" providerId="LiveId" clId="{8C755B95-58F5-498C-8D9B-E7D9F1FBFA9D}" dt="2022-03-15T19:33:43.133" v="17667" actId="122"/>
          <ac:spMkLst>
            <pc:docMk/>
            <pc:sldMk cId="4121688083" sldId="543"/>
            <ac:spMk id="33" creationId="{44E243CE-7370-4734-A5C7-BF5111AC748A}"/>
          </ac:spMkLst>
        </pc:spChg>
        <pc:spChg chg="add mod">
          <ac:chgData name="子敬 洪" userId="ad1b616e7398b0d3" providerId="LiveId" clId="{8C755B95-58F5-498C-8D9B-E7D9F1FBFA9D}" dt="2022-03-15T19:32:49.868" v="17631" actId="20577"/>
          <ac:spMkLst>
            <pc:docMk/>
            <pc:sldMk cId="4121688083" sldId="543"/>
            <ac:spMk id="36" creationId="{0B8E6DD1-8AA8-4FCE-A1A7-A9DA999F2F18}"/>
          </ac:spMkLst>
        </pc:spChg>
        <pc:spChg chg="add mod">
          <ac:chgData name="子敬 洪" userId="ad1b616e7398b0d3" providerId="LiveId" clId="{8C755B95-58F5-498C-8D9B-E7D9F1FBFA9D}" dt="2022-03-15T19:32:46.803" v="17625" actId="1076"/>
          <ac:spMkLst>
            <pc:docMk/>
            <pc:sldMk cId="4121688083" sldId="543"/>
            <ac:spMk id="37" creationId="{B6F8992C-AE33-41C0-B998-DE3194E7FDD8}"/>
          </ac:spMkLst>
        </pc:spChg>
        <pc:spChg chg="add mod">
          <ac:chgData name="子敬 洪" userId="ad1b616e7398b0d3" providerId="LiveId" clId="{8C755B95-58F5-498C-8D9B-E7D9F1FBFA9D}" dt="2022-03-15T19:32:46.803" v="17625" actId="1076"/>
          <ac:spMkLst>
            <pc:docMk/>
            <pc:sldMk cId="4121688083" sldId="543"/>
            <ac:spMk id="38" creationId="{A53AB5F3-FC00-4329-86EE-91EA5EE31580}"/>
          </ac:spMkLst>
        </pc:spChg>
        <pc:spChg chg="add mod">
          <ac:chgData name="子敬 洪" userId="ad1b616e7398b0d3" providerId="LiveId" clId="{8C755B95-58F5-498C-8D9B-E7D9F1FBFA9D}" dt="2022-03-15T19:33:50.348" v="17677" actId="1035"/>
          <ac:spMkLst>
            <pc:docMk/>
            <pc:sldMk cId="4121688083" sldId="543"/>
            <ac:spMk id="41" creationId="{A7C957AD-F845-4EDC-B6D2-7C35D1F7C194}"/>
          </ac:spMkLst>
        </pc:spChg>
        <pc:spChg chg="add mod">
          <ac:chgData name="子敬 洪" userId="ad1b616e7398b0d3" providerId="LiveId" clId="{8C755B95-58F5-498C-8D9B-E7D9F1FBFA9D}" dt="2022-03-15T19:33:50.348" v="17677" actId="1035"/>
          <ac:spMkLst>
            <pc:docMk/>
            <pc:sldMk cId="4121688083" sldId="543"/>
            <ac:spMk id="42" creationId="{309FAC5D-61FB-4C62-8C69-85D2646B2368}"/>
          </ac:spMkLst>
        </pc:spChg>
        <pc:spChg chg="add mod">
          <ac:chgData name="子敬 洪" userId="ad1b616e7398b0d3" providerId="LiveId" clId="{8C755B95-58F5-498C-8D9B-E7D9F1FBFA9D}" dt="2022-03-15T19:33:41.337" v="17666" actId="122"/>
          <ac:spMkLst>
            <pc:docMk/>
            <pc:sldMk cId="4121688083" sldId="543"/>
            <ac:spMk id="43" creationId="{189F1CED-66BA-4076-BF39-D50975482C34}"/>
          </ac:spMkLst>
        </pc:spChg>
        <pc:picChg chg="del mod">
          <ac:chgData name="子敬 洪" userId="ad1b616e7398b0d3" providerId="LiveId" clId="{8C755B95-58F5-498C-8D9B-E7D9F1FBFA9D}" dt="2022-03-15T19:34:01.293" v="17681" actId="478"/>
          <ac:picMkLst>
            <pc:docMk/>
            <pc:sldMk cId="4121688083" sldId="543"/>
            <ac:picMk id="7" creationId="{34A21A7D-EB74-4660-9237-656F106C2E9D}"/>
          </ac:picMkLst>
        </pc:picChg>
        <pc:picChg chg="add mod">
          <ac:chgData name="子敬 洪" userId="ad1b616e7398b0d3" providerId="LiveId" clId="{8C755B95-58F5-498C-8D9B-E7D9F1FBFA9D}" dt="2022-03-15T19:33:57.761" v="17680" actId="1076"/>
          <ac:picMkLst>
            <pc:docMk/>
            <pc:sldMk cId="4121688083" sldId="543"/>
            <ac:picMk id="34" creationId="{C20EDC60-E00E-45FD-9DF7-B5D949BB6861}"/>
          </ac:picMkLst>
        </pc:picChg>
        <pc:picChg chg="add mod">
          <ac:chgData name="子敬 洪" userId="ad1b616e7398b0d3" providerId="LiveId" clId="{8C755B95-58F5-498C-8D9B-E7D9F1FBFA9D}" dt="2022-03-15T19:34:07.414" v="17683" actId="1076"/>
          <ac:picMkLst>
            <pc:docMk/>
            <pc:sldMk cId="4121688083" sldId="543"/>
            <ac:picMk id="50" creationId="{BF46F7B5-526E-4402-9941-E4CEAD694E56}"/>
          </ac:picMkLst>
        </pc:picChg>
        <pc:cxnChg chg="mod">
          <ac:chgData name="子敬 洪" userId="ad1b616e7398b0d3" providerId="LiveId" clId="{8C755B95-58F5-498C-8D9B-E7D9F1FBFA9D}" dt="2022-03-15T19:29:36.493" v="17472" actId="14100"/>
          <ac:cxnSpMkLst>
            <pc:docMk/>
            <pc:sldMk cId="4121688083" sldId="543"/>
            <ac:cxnSpMk id="8" creationId="{E23AF4EC-50EB-47F8-9544-8FBB88D6CBF7}"/>
          </ac:cxnSpMkLst>
        </pc:cxnChg>
        <pc:cxnChg chg="del mod">
          <ac:chgData name="子敬 洪" userId="ad1b616e7398b0d3" providerId="LiveId" clId="{8C755B95-58F5-498C-8D9B-E7D9F1FBFA9D}" dt="2022-03-15T19:29:14.666" v="17460" actId="21"/>
          <ac:cxnSpMkLst>
            <pc:docMk/>
            <pc:sldMk cId="4121688083" sldId="543"/>
            <ac:cxnSpMk id="11" creationId="{5D48005A-B882-4573-B6FE-A4C13C914091}"/>
          </ac:cxnSpMkLst>
        </pc:cxnChg>
        <pc:cxnChg chg="del mod">
          <ac:chgData name="子敬 洪" userId="ad1b616e7398b0d3" providerId="LiveId" clId="{8C755B95-58F5-498C-8D9B-E7D9F1FBFA9D}" dt="2022-03-15T19:29:21.054" v="17463" actId="478"/>
          <ac:cxnSpMkLst>
            <pc:docMk/>
            <pc:sldMk cId="4121688083" sldId="543"/>
            <ac:cxnSpMk id="16" creationId="{78BF94AF-3C68-4C8D-96C1-721796D77734}"/>
          </ac:cxnSpMkLst>
        </pc:cxnChg>
        <pc:cxnChg chg="del mod">
          <ac:chgData name="子敬 洪" userId="ad1b616e7398b0d3" providerId="LiveId" clId="{8C755B95-58F5-498C-8D9B-E7D9F1FBFA9D}" dt="2022-03-15T19:29:21.699" v="17464" actId="478"/>
          <ac:cxnSpMkLst>
            <pc:docMk/>
            <pc:sldMk cId="4121688083" sldId="543"/>
            <ac:cxnSpMk id="19" creationId="{E27829BE-D2D4-4E9F-B37B-AADF360211CC}"/>
          </ac:cxnSpMkLst>
        </pc:cxnChg>
        <pc:cxnChg chg="add mod">
          <ac:chgData name="子敬 洪" userId="ad1b616e7398b0d3" providerId="LiveId" clId="{8C755B95-58F5-498C-8D9B-E7D9F1FBFA9D}" dt="2022-03-15T19:29:49.172" v="17481" actId="1037"/>
          <ac:cxnSpMkLst>
            <pc:docMk/>
            <pc:sldMk cId="4121688083" sldId="543"/>
            <ac:cxnSpMk id="24" creationId="{4704EBA0-0D3B-49AA-A84D-E93B96F2C0BC}"/>
          </ac:cxnSpMkLst>
        </pc:cxnChg>
        <pc:cxnChg chg="add mod">
          <ac:chgData name="子敬 洪" userId="ad1b616e7398b0d3" providerId="LiveId" clId="{8C755B95-58F5-498C-8D9B-E7D9F1FBFA9D}" dt="2022-03-15T19:34:15.823" v="17684" actId="1076"/>
          <ac:cxnSpMkLst>
            <pc:docMk/>
            <pc:sldMk cId="4121688083" sldId="543"/>
            <ac:cxnSpMk id="25" creationId="{BE60C2CC-845C-4AF1-8E94-CBCA0F6AE18B}"/>
          </ac:cxnSpMkLst>
        </pc:cxnChg>
        <pc:cxnChg chg="add mod">
          <ac:chgData name="子敬 洪" userId="ad1b616e7398b0d3" providerId="LiveId" clId="{8C755B95-58F5-498C-8D9B-E7D9F1FBFA9D}" dt="2022-03-15T19:33:50.348" v="17677" actId="1035"/>
          <ac:cxnSpMkLst>
            <pc:docMk/>
            <pc:sldMk cId="4121688083" sldId="543"/>
            <ac:cxnSpMk id="35" creationId="{69F4CB0D-6316-42F1-A7C9-705C33605F78}"/>
          </ac:cxnSpMkLst>
        </pc:cxnChg>
        <pc:cxnChg chg="add mod">
          <ac:chgData name="子敬 洪" userId="ad1b616e7398b0d3" providerId="LiveId" clId="{8C755B95-58F5-498C-8D9B-E7D9F1FBFA9D}" dt="2022-03-15T19:33:30.590" v="17645" actId="197"/>
          <ac:cxnSpMkLst>
            <pc:docMk/>
            <pc:sldMk cId="4121688083" sldId="543"/>
            <ac:cxnSpMk id="39" creationId="{9F91FB65-623C-41C2-A528-3391EEC2EC7B}"/>
          </ac:cxnSpMkLst>
        </pc:cxnChg>
        <pc:cxnChg chg="add del mod">
          <ac:chgData name="子敬 洪" userId="ad1b616e7398b0d3" providerId="LiveId" clId="{8C755B95-58F5-498C-8D9B-E7D9F1FBFA9D}" dt="2022-03-15T19:33:07.359" v="17636" actId="21"/>
          <ac:cxnSpMkLst>
            <pc:docMk/>
            <pc:sldMk cId="4121688083" sldId="543"/>
            <ac:cxnSpMk id="40" creationId="{25AD362D-B257-4BE1-8A25-027C9444F91F}"/>
          </ac:cxnSpMkLst>
        </pc:cxnChg>
        <pc:cxnChg chg="add mod">
          <ac:chgData name="子敬 洪" userId="ad1b616e7398b0d3" providerId="LiveId" clId="{8C755B95-58F5-498C-8D9B-E7D9F1FBFA9D}" dt="2022-03-15T19:33:50.348" v="17677" actId="1035"/>
          <ac:cxnSpMkLst>
            <pc:docMk/>
            <pc:sldMk cId="4121688083" sldId="543"/>
            <ac:cxnSpMk id="49" creationId="{78EF7E4A-E877-4295-870C-307C8DB3CE63}"/>
          </ac:cxnSpMkLst>
        </pc:cxnChg>
      </pc:sldChg>
      <pc:sldChg chg="modSp add del mod">
        <pc:chgData name="子敬 洪" userId="ad1b616e7398b0d3" providerId="LiveId" clId="{8C755B95-58F5-498C-8D9B-E7D9F1FBFA9D}" dt="2022-03-15T19:03:47.504" v="15194" actId="47"/>
        <pc:sldMkLst>
          <pc:docMk/>
          <pc:sldMk cId="4169328851" sldId="543"/>
        </pc:sldMkLst>
        <pc:spChg chg="mod">
          <ac:chgData name="子敬 洪" userId="ad1b616e7398b0d3" providerId="LiveId" clId="{8C755B95-58F5-498C-8D9B-E7D9F1FBFA9D}" dt="2022-03-15T19:03:40.875" v="15193" actId="20577"/>
          <ac:spMkLst>
            <pc:docMk/>
            <pc:sldMk cId="4169328851" sldId="543"/>
            <ac:spMk id="5" creationId="{00000000-0000-0000-0000-000000000000}"/>
          </ac:spMkLst>
        </pc:spChg>
        <pc:spChg chg="mod">
          <ac:chgData name="子敬 洪" userId="ad1b616e7398b0d3" providerId="LiveId" clId="{8C755B95-58F5-498C-8D9B-E7D9F1FBFA9D}" dt="2022-03-15T19:01:58.162" v="14955" actId="20577"/>
          <ac:spMkLst>
            <pc:docMk/>
            <pc:sldMk cId="4169328851" sldId="543"/>
            <ac:spMk id="9" creationId="{00000000-0000-0000-0000-000000000000}"/>
          </ac:spMkLst>
        </pc:spChg>
      </pc:sldChg>
      <pc:sldChg chg="modSp add mod">
        <pc:chgData name="子敬 洪" userId="ad1b616e7398b0d3" providerId="LiveId" clId="{8C755B95-58F5-498C-8D9B-E7D9F1FBFA9D}" dt="2022-03-15T19:54:16.055" v="19175" actId="15"/>
        <pc:sldMkLst>
          <pc:docMk/>
          <pc:sldMk cId="594278635" sldId="544"/>
        </pc:sldMkLst>
        <pc:spChg chg="mod">
          <ac:chgData name="子敬 洪" userId="ad1b616e7398b0d3" providerId="LiveId" clId="{8C755B95-58F5-498C-8D9B-E7D9F1FBFA9D}" dt="2022-03-15T19:47:35.378" v="18994" actId="20577"/>
          <ac:spMkLst>
            <pc:docMk/>
            <pc:sldMk cId="594278635" sldId="544"/>
            <ac:spMk id="5" creationId="{00000000-0000-0000-0000-000000000000}"/>
          </ac:spMkLst>
        </pc:spChg>
        <pc:spChg chg="mod">
          <ac:chgData name="子敬 洪" userId="ad1b616e7398b0d3" providerId="LiveId" clId="{8C755B95-58F5-498C-8D9B-E7D9F1FBFA9D}" dt="2022-03-15T19:36:04.564" v="17750" actId="20577"/>
          <ac:spMkLst>
            <pc:docMk/>
            <pc:sldMk cId="594278635" sldId="544"/>
            <ac:spMk id="9" creationId="{00000000-0000-0000-0000-000000000000}"/>
          </ac:spMkLst>
        </pc:spChg>
        <pc:spChg chg="mod">
          <ac:chgData name="子敬 洪" userId="ad1b616e7398b0d3" providerId="LiveId" clId="{8C755B95-58F5-498C-8D9B-E7D9F1FBFA9D}" dt="2022-03-15T19:54:16.055" v="19175" actId="15"/>
          <ac:spMkLst>
            <pc:docMk/>
            <pc:sldMk cId="594278635" sldId="544"/>
            <ac:spMk id="30" creationId="{8570CFE9-0731-4434-8914-6944777BFE6D}"/>
          </ac:spMkLst>
        </pc:spChg>
      </pc:sldChg>
      <pc:sldChg chg="addSp delSp add del setBg delDesignElem">
        <pc:chgData name="子敬 洪" userId="ad1b616e7398b0d3" providerId="LiveId" clId="{8C755B95-58F5-498C-8D9B-E7D9F1FBFA9D}" dt="2022-03-15T19:34:38.073" v="17688"/>
        <pc:sldMkLst>
          <pc:docMk/>
          <pc:sldMk cId="1712408951" sldId="544"/>
        </pc:sldMkLst>
        <pc:spChg chg="add del">
          <ac:chgData name="子敬 洪" userId="ad1b616e7398b0d3" providerId="LiveId" clId="{8C755B95-58F5-498C-8D9B-E7D9F1FBFA9D}" dt="2022-03-15T19:34:38.073" v="17688"/>
          <ac:spMkLst>
            <pc:docMk/>
            <pc:sldMk cId="1712408951" sldId="544"/>
            <ac:spMk id="10" creationId="{9A3D0CE2-91FF-49B3-A5D8-181E900D7501}"/>
          </ac:spMkLst>
        </pc:spChg>
        <pc:spChg chg="add del">
          <ac:chgData name="子敬 洪" userId="ad1b616e7398b0d3" providerId="LiveId" clId="{8C755B95-58F5-498C-8D9B-E7D9F1FBFA9D}" dt="2022-03-15T19:34:38.073" v="17688"/>
          <ac:spMkLst>
            <pc:docMk/>
            <pc:sldMk cId="1712408951" sldId="544"/>
            <ac:spMk id="12" creationId="{58AEBD96-C315-4F53-9D9E-0E20E993EBFA}"/>
          </ac:spMkLst>
        </pc:spChg>
        <pc:spChg chg="add del">
          <ac:chgData name="子敬 洪" userId="ad1b616e7398b0d3" providerId="LiveId" clId="{8C755B95-58F5-498C-8D9B-E7D9F1FBFA9D}" dt="2022-03-15T19:34:38.073" v="17688"/>
          <ac:spMkLst>
            <pc:docMk/>
            <pc:sldMk cId="1712408951" sldId="544"/>
            <ac:spMk id="14" creationId="{78916AAA-66F6-4DFA-88ED-7E27CF6B8DAD}"/>
          </ac:spMkLst>
        </pc:spChg>
        <pc:spChg chg="add del">
          <ac:chgData name="子敬 洪" userId="ad1b616e7398b0d3" providerId="LiveId" clId="{8C755B95-58F5-498C-8D9B-E7D9F1FBFA9D}" dt="2022-03-15T19:34:38.073" v="17688"/>
          <ac:spMkLst>
            <pc:docMk/>
            <pc:sldMk cId="1712408951" sldId="544"/>
            <ac:spMk id="20" creationId="{C3D25154-9EF7-4C33-9AAC-7B3BE089FE0A}"/>
          </ac:spMkLst>
        </pc:spChg>
        <pc:spChg chg="add del">
          <ac:chgData name="子敬 洪" userId="ad1b616e7398b0d3" providerId="LiveId" clId="{8C755B95-58F5-498C-8D9B-E7D9F1FBFA9D}" dt="2022-03-15T19:34:38.073" v="17688"/>
          <ac:spMkLst>
            <pc:docMk/>
            <pc:sldMk cId="1712408951" sldId="544"/>
            <ac:spMk id="22" creationId="{1604E8C0-C927-4C06-A96A-BF3323BA76D2}"/>
          </ac:spMkLst>
        </pc:spChg>
        <pc:grpChg chg="add del">
          <ac:chgData name="子敬 洪" userId="ad1b616e7398b0d3" providerId="LiveId" clId="{8C755B95-58F5-498C-8D9B-E7D9F1FBFA9D}" dt="2022-03-15T19:34:38.073" v="17688"/>
          <ac:grpSpMkLst>
            <pc:docMk/>
            <pc:sldMk cId="1712408951" sldId="544"/>
            <ac:grpSpMk id="16" creationId="{A137D43F-BAD6-47F1-AA65-AEEA38A2FF30}"/>
          </ac:grpSpMkLst>
        </pc:grpChg>
        <pc:grpChg chg="add del">
          <ac:chgData name="子敬 洪" userId="ad1b616e7398b0d3" providerId="LiveId" clId="{8C755B95-58F5-498C-8D9B-E7D9F1FBFA9D}" dt="2022-03-15T19:34:38.073" v="17688"/>
          <ac:grpSpMkLst>
            <pc:docMk/>
            <pc:sldMk cId="1712408951" sldId="544"/>
            <ac:grpSpMk id="24" creationId="{9DCECFD5-4C30-4892-9FF0-540E17955A55}"/>
          </ac:grpSpMkLst>
        </pc:grpChg>
      </pc:sldChg>
      <pc:sldChg chg="addSp modSp add mod">
        <pc:chgData name="子敬 洪" userId="ad1b616e7398b0d3" providerId="LiveId" clId="{8C755B95-58F5-498C-8D9B-E7D9F1FBFA9D}" dt="2022-03-15T20:15:22.676" v="19851"/>
        <pc:sldMkLst>
          <pc:docMk/>
          <pc:sldMk cId="2839124105" sldId="545"/>
        </pc:sldMkLst>
        <pc:spChg chg="mod">
          <ac:chgData name="子敬 洪" userId="ad1b616e7398b0d3" providerId="LiveId" clId="{8C755B95-58F5-498C-8D9B-E7D9F1FBFA9D}" dt="2022-03-15T19:58:50.660" v="19614" actId="948"/>
          <ac:spMkLst>
            <pc:docMk/>
            <pc:sldMk cId="2839124105" sldId="545"/>
            <ac:spMk id="5" creationId="{00000000-0000-0000-0000-000000000000}"/>
          </ac:spMkLst>
        </pc:spChg>
        <pc:spChg chg="add mod">
          <ac:chgData name="子敬 洪" userId="ad1b616e7398b0d3" providerId="LiveId" clId="{8C755B95-58F5-498C-8D9B-E7D9F1FBFA9D}" dt="2022-03-15T20:08:12.186" v="19792" actId="122"/>
          <ac:spMkLst>
            <pc:docMk/>
            <pc:sldMk cId="2839124105" sldId="545"/>
            <ac:spMk id="6" creationId="{659A20D5-3D3E-471B-B788-B0B72644C903}"/>
          </ac:spMkLst>
        </pc:spChg>
        <pc:spChg chg="add mod">
          <ac:chgData name="子敬 洪" userId="ad1b616e7398b0d3" providerId="LiveId" clId="{8C755B95-58F5-498C-8D9B-E7D9F1FBFA9D}" dt="2022-03-15T20:08:41.482" v="19798" actId="207"/>
          <ac:spMkLst>
            <pc:docMk/>
            <pc:sldMk cId="2839124105" sldId="545"/>
            <ac:spMk id="7" creationId="{0C6A56C5-D9BD-4FB0-95D5-A60316587F59}"/>
          </ac:spMkLst>
        </pc:spChg>
        <pc:spChg chg="add mod">
          <ac:chgData name="子敬 洪" userId="ad1b616e7398b0d3" providerId="LiveId" clId="{8C755B95-58F5-498C-8D9B-E7D9F1FBFA9D}" dt="2022-03-15T20:08:28.653" v="19797" actId="1076"/>
          <ac:spMkLst>
            <pc:docMk/>
            <pc:sldMk cId="2839124105" sldId="545"/>
            <ac:spMk id="8" creationId="{0D648569-DF5C-4C07-8869-AD71AB3D0134}"/>
          </ac:spMkLst>
        </pc:spChg>
        <pc:spChg chg="mod">
          <ac:chgData name="子敬 洪" userId="ad1b616e7398b0d3" providerId="LiveId" clId="{8C755B95-58F5-498C-8D9B-E7D9F1FBFA9D}" dt="2022-03-15T19:55:18.344" v="19204" actId="20577"/>
          <ac:spMkLst>
            <pc:docMk/>
            <pc:sldMk cId="2839124105" sldId="545"/>
            <ac:spMk id="9" creationId="{00000000-0000-0000-0000-000000000000}"/>
          </ac:spMkLst>
        </pc:spChg>
        <pc:spChg chg="mod">
          <ac:chgData name="子敬 洪" userId="ad1b616e7398b0d3" providerId="LiveId" clId="{8C755B95-58F5-498C-8D9B-E7D9F1FBFA9D}" dt="2022-03-15T20:15:22.676" v="19851"/>
          <ac:spMkLst>
            <pc:docMk/>
            <pc:sldMk cId="2839124105" sldId="545"/>
            <ac:spMk id="30" creationId="{8570CFE9-0731-4434-8914-6944777BFE6D}"/>
          </ac:spMkLst>
        </pc:spChg>
      </pc:sldChg>
      <pc:sldChg chg="addSp delSp modSp add mod">
        <pc:chgData name="子敬 洪" userId="ad1b616e7398b0d3" providerId="LiveId" clId="{8C755B95-58F5-498C-8D9B-E7D9F1FBFA9D}" dt="2022-03-15T21:17:46.521" v="21405" actId="1076"/>
        <pc:sldMkLst>
          <pc:docMk/>
          <pc:sldMk cId="3761177114" sldId="546"/>
        </pc:sldMkLst>
        <pc:spChg chg="mod">
          <ac:chgData name="子敬 洪" userId="ad1b616e7398b0d3" providerId="LiveId" clId="{8C755B95-58F5-498C-8D9B-E7D9F1FBFA9D}" dt="2022-03-15T21:11:35.686" v="21176" actId="20577"/>
          <ac:spMkLst>
            <pc:docMk/>
            <pc:sldMk cId="3761177114" sldId="546"/>
            <ac:spMk id="5" creationId="{00000000-0000-0000-0000-000000000000}"/>
          </ac:spMkLst>
        </pc:spChg>
        <pc:spChg chg="mod">
          <ac:chgData name="子敬 洪" userId="ad1b616e7398b0d3" providerId="LiveId" clId="{8C755B95-58F5-498C-8D9B-E7D9F1FBFA9D}" dt="2022-03-15T20:36:47.407" v="20155"/>
          <ac:spMkLst>
            <pc:docMk/>
            <pc:sldMk cId="3761177114" sldId="546"/>
            <ac:spMk id="9" creationId="{00000000-0000-0000-0000-000000000000}"/>
          </ac:spMkLst>
        </pc:spChg>
        <pc:spChg chg="add mod">
          <ac:chgData name="子敬 洪" userId="ad1b616e7398b0d3" providerId="LiveId" clId="{8C755B95-58F5-498C-8D9B-E7D9F1FBFA9D}" dt="2022-03-15T21:12:30.274" v="21253" actId="1076"/>
          <ac:spMkLst>
            <pc:docMk/>
            <pc:sldMk cId="3761177114" sldId="546"/>
            <ac:spMk id="11" creationId="{8CCC348E-A6E0-4106-9DF0-F2E9343AB3EE}"/>
          </ac:spMkLst>
        </pc:spChg>
        <pc:spChg chg="add mod">
          <ac:chgData name="子敬 洪" userId="ad1b616e7398b0d3" providerId="LiveId" clId="{8C755B95-58F5-498C-8D9B-E7D9F1FBFA9D}" dt="2022-03-15T21:14:29.145" v="21398" actId="1076"/>
          <ac:spMkLst>
            <pc:docMk/>
            <pc:sldMk cId="3761177114" sldId="546"/>
            <ac:spMk id="21" creationId="{6B3C2912-BAB5-4344-9802-5E7E0474FB35}"/>
          </ac:spMkLst>
        </pc:spChg>
        <pc:spChg chg="del">
          <ac:chgData name="子敬 洪" userId="ad1b616e7398b0d3" providerId="LiveId" clId="{8C755B95-58F5-498C-8D9B-E7D9F1FBFA9D}" dt="2022-03-15T21:05:47.644" v="21126" actId="478"/>
          <ac:spMkLst>
            <pc:docMk/>
            <pc:sldMk cId="3761177114" sldId="546"/>
            <ac:spMk id="30" creationId="{8570CFE9-0731-4434-8914-6944777BFE6D}"/>
          </ac:spMkLst>
        </pc:spChg>
        <pc:picChg chg="add del mod">
          <ac:chgData name="子敬 洪" userId="ad1b616e7398b0d3" providerId="LiveId" clId="{8C755B95-58F5-498C-8D9B-E7D9F1FBFA9D}" dt="2022-03-15T21:06:06.268" v="21130" actId="478"/>
          <ac:picMkLst>
            <pc:docMk/>
            <pc:sldMk cId="3761177114" sldId="546"/>
            <ac:picMk id="3" creationId="{6BE6BD9B-33D6-4E2A-B759-C818B28FDC7E}"/>
          </ac:picMkLst>
        </pc:picChg>
        <pc:picChg chg="add mod">
          <ac:chgData name="子敬 洪" userId="ad1b616e7398b0d3" providerId="LiveId" clId="{8C755B95-58F5-498C-8D9B-E7D9F1FBFA9D}" dt="2022-03-15T21:12:51.719" v="21258" actId="1076"/>
          <ac:picMkLst>
            <pc:docMk/>
            <pc:sldMk cId="3761177114" sldId="546"/>
            <ac:picMk id="7" creationId="{1A13E195-C1F2-43F5-9D90-02D18410524C}"/>
          </ac:picMkLst>
        </pc:picChg>
        <pc:picChg chg="add mod">
          <ac:chgData name="子敬 洪" userId="ad1b616e7398b0d3" providerId="LiveId" clId="{8C755B95-58F5-498C-8D9B-E7D9F1FBFA9D}" dt="2022-03-15T21:11:23.989" v="21148" actId="14100"/>
          <ac:picMkLst>
            <pc:docMk/>
            <pc:sldMk cId="3761177114" sldId="546"/>
            <ac:picMk id="10" creationId="{1284221E-DA60-4C5D-824E-5EAE6CC3C4D1}"/>
          </ac:picMkLst>
        </pc:picChg>
        <pc:picChg chg="add mod">
          <ac:chgData name="子敬 洪" userId="ad1b616e7398b0d3" providerId="LiveId" clId="{8C755B95-58F5-498C-8D9B-E7D9F1FBFA9D}" dt="2022-03-15T21:17:46.521" v="21405" actId="1076"/>
          <ac:picMkLst>
            <pc:docMk/>
            <pc:sldMk cId="3761177114" sldId="546"/>
            <ac:picMk id="22" creationId="{82AD2A27-ACBC-41B2-B3CC-21B501C289A7}"/>
          </ac:picMkLst>
        </pc:picChg>
        <pc:picChg chg="add mod">
          <ac:chgData name="子敬 洪" userId="ad1b616e7398b0d3" providerId="LiveId" clId="{8C755B95-58F5-498C-8D9B-E7D9F1FBFA9D}" dt="2022-03-15T21:17:45.576" v="21404" actId="1076"/>
          <ac:picMkLst>
            <pc:docMk/>
            <pc:sldMk cId="3761177114" sldId="546"/>
            <ac:picMk id="24" creationId="{8DEBD4FF-7763-466C-8044-173FC735490C}"/>
          </ac:picMkLst>
        </pc:picChg>
        <pc:cxnChg chg="add mod">
          <ac:chgData name="子敬 洪" userId="ad1b616e7398b0d3" providerId="LiveId" clId="{8C755B95-58F5-498C-8D9B-E7D9F1FBFA9D}" dt="2022-03-15T21:13:00.192" v="21260" actId="1076"/>
          <ac:cxnSpMkLst>
            <pc:docMk/>
            <pc:sldMk cId="3761177114" sldId="546"/>
            <ac:cxnSpMk id="13" creationId="{51874AB3-0816-4298-AC14-37DDD4E1A370}"/>
          </ac:cxnSpMkLst>
        </pc:cxnChg>
        <pc:cxnChg chg="add mod">
          <ac:chgData name="子敬 洪" userId="ad1b616e7398b0d3" providerId="LiveId" clId="{8C755B95-58F5-498C-8D9B-E7D9F1FBFA9D}" dt="2022-03-15T21:13:09.091" v="21267" actId="1076"/>
          <ac:cxnSpMkLst>
            <pc:docMk/>
            <pc:sldMk cId="3761177114" sldId="546"/>
            <ac:cxnSpMk id="18" creationId="{588D88A3-E1F2-4D54-8244-9DCC7361F395}"/>
          </ac:cxnSpMkLst>
        </pc:cxnChg>
      </pc:sldChg>
    </pc:docChg>
  </pc:docChgLst>
  <pc:docChgLst>
    <pc:chgData name="蔡 東翰" userId="60e45f91182266b3" providerId="Windows Live" clId="Web-{BD8EBCE0-BE44-42A3-84F5-9C4F1D080008}"/>
    <pc:docChg chg="modSld">
      <pc:chgData name="蔡 東翰" userId="60e45f91182266b3" providerId="Windows Live" clId="Web-{BD8EBCE0-BE44-42A3-84F5-9C4F1D080008}" dt="2022-07-02T06:24:27.159" v="310"/>
      <pc:docMkLst>
        <pc:docMk/>
      </pc:docMkLst>
      <pc:sldChg chg="addSp delSp modSp">
        <pc:chgData name="蔡 東翰" userId="60e45f91182266b3" providerId="Windows Live" clId="Web-{BD8EBCE0-BE44-42A3-84F5-9C4F1D080008}" dt="2022-06-30T01:47:05.028" v="19"/>
        <pc:sldMkLst>
          <pc:docMk/>
          <pc:sldMk cId="234067875" sldId="509"/>
        </pc:sldMkLst>
        <pc:spChg chg="mod">
          <ac:chgData name="蔡 東翰" userId="60e45f91182266b3" providerId="Windows Live" clId="Web-{BD8EBCE0-BE44-42A3-84F5-9C4F1D080008}" dt="2022-06-30T01:46:42.105" v="4" actId="1076"/>
          <ac:spMkLst>
            <pc:docMk/>
            <pc:sldMk cId="234067875" sldId="509"/>
            <ac:spMk id="3" creationId="{9FF66F90-399E-48C6-BD58-B25387DC674D}"/>
          </ac:spMkLst>
        </pc:spChg>
        <pc:inkChg chg="add">
          <ac:chgData name="蔡 東翰" userId="60e45f91182266b3" providerId="Windows Live" clId="Web-{BD8EBCE0-BE44-42A3-84F5-9C4F1D080008}" dt="2022-06-30T01:46:33.871" v="0"/>
          <ac:inkMkLst>
            <pc:docMk/>
            <pc:sldMk cId="234067875" sldId="509"/>
            <ac:inkMk id="4" creationId="{67BBB178-E31A-C0C7-8BF7-20B0DB9F947C}"/>
          </ac:inkMkLst>
        </pc:inkChg>
        <pc:inkChg chg="add">
          <ac:chgData name="蔡 東翰" userId="60e45f91182266b3" providerId="Windows Live" clId="Web-{BD8EBCE0-BE44-42A3-84F5-9C4F1D080008}" dt="2022-06-30T01:46:35.011" v="1"/>
          <ac:inkMkLst>
            <pc:docMk/>
            <pc:sldMk cId="234067875" sldId="509"/>
            <ac:inkMk id="5" creationId="{DFDCBAB4-A98C-4B59-D487-EA699B305F79}"/>
          </ac:inkMkLst>
        </pc:inkChg>
        <pc:inkChg chg="add del">
          <ac:chgData name="蔡 東翰" userId="60e45f91182266b3" providerId="Windows Live" clId="Web-{BD8EBCE0-BE44-42A3-84F5-9C4F1D080008}" dt="2022-06-30T01:46:44.715" v="5"/>
          <ac:inkMkLst>
            <pc:docMk/>
            <pc:sldMk cId="234067875" sldId="509"/>
            <ac:inkMk id="7" creationId="{1E1F8ECF-7FAC-8D67-C50E-7CB9DF1F7AB5}"/>
          </ac:inkMkLst>
        </pc:inkChg>
        <pc:inkChg chg="add">
          <ac:chgData name="蔡 東翰" userId="60e45f91182266b3" providerId="Windows Live" clId="Web-{BD8EBCE0-BE44-42A3-84F5-9C4F1D080008}" dt="2022-06-30T01:46:48.527" v="6"/>
          <ac:inkMkLst>
            <pc:docMk/>
            <pc:sldMk cId="234067875" sldId="509"/>
            <ac:inkMk id="8" creationId="{A8F8E1C7-B505-D431-6D7E-81107E54D6D1}"/>
          </ac:inkMkLst>
        </pc:inkChg>
        <pc:inkChg chg="add">
          <ac:chgData name="蔡 東翰" userId="60e45f91182266b3" providerId="Windows Live" clId="Web-{BD8EBCE0-BE44-42A3-84F5-9C4F1D080008}" dt="2022-06-30T01:47:01.153" v="7"/>
          <ac:inkMkLst>
            <pc:docMk/>
            <pc:sldMk cId="234067875" sldId="509"/>
            <ac:inkMk id="9" creationId="{4D5989D8-3345-BFA2-36EA-AB6FC272A2C7}"/>
          </ac:inkMkLst>
        </pc:inkChg>
        <pc:inkChg chg="add">
          <ac:chgData name="蔡 東翰" userId="60e45f91182266b3" providerId="Windows Live" clId="Web-{BD8EBCE0-BE44-42A3-84F5-9C4F1D080008}" dt="2022-06-30T01:47:03.481" v="8"/>
          <ac:inkMkLst>
            <pc:docMk/>
            <pc:sldMk cId="234067875" sldId="509"/>
            <ac:inkMk id="10" creationId="{22069B5C-2D93-6929-8C6A-E78EFD6C2268}"/>
          </ac:inkMkLst>
        </pc:inkChg>
        <pc:inkChg chg="add">
          <ac:chgData name="蔡 東翰" userId="60e45f91182266b3" providerId="Windows Live" clId="Web-{BD8EBCE0-BE44-42A3-84F5-9C4F1D080008}" dt="2022-06-30T01:47:03.496" v="9"/>
          <ac:inkMkLst>
            <pc:docMk/>
            <pc:sldMk cId="234067875" sldId="509"/>
            <ac:inkMk id="11" creationId="{7CB4193E-814C-4B67-E202-844149827A05}"/>
          </ac:inkMkLst>
        </pc:inkChg>
        <pc:inkChg chg="add">
          <ac:chgData name="蔡 東翰" userId="60e45f91182266b3" providerId="Windows Live" clId="Web-{BD8EBCE0-BE44-42A3-84F5-9C4F1D080008}" dt="2022-06-30T01:47:03.496" v="10"/>
          <ac:inkMkLst>
            <pc:docMk/>
            <pc:sldMk cId="234067875" sldId="509"/>
            <ac:inkMk id="12" creationId="{A75480FE-92EA-DC5B-DB5A-DC9F73032E83}"/>
          </ac:inkMkLst>
        </pc:inkChg>
        <pc:inkChg chg="add">
          <ac:chgData name="蔡 東翰" userId="60e45f91182266b3" providerId="Windows Live" clId="Web-{BD8EBCE0-BE44-42A3-84F5-9C4F1D080008}" dt="2022-06-30T01:47:03.512" v="11"/>
          <ac:inkMkLst>
            <pc:docMk/>
            <pc:sldMk cId="234067875" sldId="509"/>
            <ac:inkMk id="13" creationId="{60CEF5D2-FA22-4271-79BB-B0C5F70034BC}"/>
          </ac:inkMkLst>
        </pc:inkChg>
        <pc:inkChg chg="add">
          <ac:chgData name="蔡 東翰" userId="60e45f91182266b3" providerId="Windows Live" clId="Web-{BD8EBCE0-BE44-42A3-84F5-9C4F1D080008}" dt="2022-06-30T01:47:03.512" v="12"/>
          <ac:inkMkLst>
            <pc:docMk/>
            <pc:sldMk cId="234067875" sldId="509"/>
            <ac:inkMk id="14" creationId="{8ECF58D5-BFBC-7723-8E7F-D090957E8D81}"/>
          </ac:inkMkLst>
        </pc:inkChg>
        <pc:inkChg chg="add">
          <ac:chgData name="蔡 東翰" userId="60e45f91182266b3" providerId="Windows Live" clId="Web-{BD8EBCE0-BE44-42A3-84F5-9C4F1D080008}" dt="2022-06-30T01:47:03.528" v="13"/>
          <ac:inkMkLst>
            <pc:docMk/>
            <pc:sldMk cId="234067875" sldId="509"/>
            <ac:inkMk id="15" creationId="{DF643474-CD30-0AA2-58AB-ACB718DE769B}"/>
          </ac:inkMkLst>
        </pc:inkChg>
        <pc:inkChg chg="add">
          <ac:chgData name="蔡 東翰" userId="60e45f91182266b3" providerId="Windows Live" clId="Web-{BD8EBCE0-BE44-42A3-84F5-9C4F1D080008}" dt="2022-06-30T01:47:03.543" v="14"/>
          <ac:inkMkLst>
            <pc:docMk/>
            <pc:sldMk cId="234067875" sldId="509"/>
            <ac:inkMk id="16" creationId="{7E4812AB-CE60-1412-C5CE-E1CBB8FC33E0}"/>
          </ac:inkMkLst>
        </pc:inkChg>
        <pc:inkChg chg="add">
          <ac:chgData name="蔡 東翰" userId="60e45f91182266b3" providerId="Windows Live" clId="Web-{BD8EBCE0-BE44-42A3-84F5-9C4F1D080008}" dt="2022-06-30T01:47:04.996" v="15"/>
          <ac:inkMkLst>
            <pc:docMk/>
            <pc:sldMk cId="234067875" sldId="509"/>
            <ac:inkMk id="17" creationId="{665A7091-2BF5-71B7-1407-627DBB4E9B38}"/>
          </ac:inkMkLst>
        </pc:inkChg>
        <pc:inkChg chg="add">
          <ac:chgData name="蔡 東翰" userId="60e45f91182266b3" providerId="Windows Live" clId="Web-{BD8EBCE0-BE44-42A3-84F5-9C4F1D080008}" dt="2022-06-30T01:47:04.996" v="16"/>
          <ac:inkMkLst>
            <pc:docMk/>
            <pc:sldMk cId="234067875" sldId="509"/>
            <ac:inkMk id="18" creationId="{7A8FCC16-F1BF-D060-EC56-3A3474358E00}"/>
          </ac:inkMkLst>
        </pc:inkChg>
        <pc:inkChg chg="add">
          <ac:chgData name="蔡 東翰" userId="60e45f91182266b3" providerId="Windows Live" clId="Web-{BD8EBCE0-BE44-42A3-84F5-9C4F1D080008}" dt="2022-06-30T01:47:05.012" v="17"/>
          <ac:inkMkLst>
            <pc:docMk/>
            <pc:sldMk cId="234067875" sldId="509"/>
            <ac:inkMk id="19" creationId="{711AAA6F-A142-1296-DC03-D5AF8DDDA70A}"/>
          </ac:inkMkLst>
        </pc:inkChg>
        <pc:inkChg chg="add">
          <ac:chgData name="蔡 東翰" userId="60e45f91182266b3" providerId="Windows Live" clId="Web-{BD8EBCE0-BE44-42A3-84F5-9C4F1D080008}" dt="2022-06-30T01:47:05.028" v="18"/>
          <ac:inkMkLst>
            <pc:docMk/>
            <pc:sldMk cId="234067875" sldId="509"/>
            <ac:inkMk id="20" creationId="{EB3FF402-8869-D2CE-DDE8-DE8EEB680F13}"/>
          </ac:inkMkLst>
        </pc:inkChg>
        <pc:inkChg chg="add">
          <ac:chgData name="蔡 東翰" userId="60e45f91182266b3" providerId="Windows Live" clId="Web-{BD8EBCE0-BE44-42A3-84F5-9C4F1D080008}" dt="2022-06-30T01:47:05.028" v="19"/>
          <ac:inkMkLst>
            <pc:docMk/>
            <pc:sldMk cId="234067875" sldId="509"/>
            <ac:inkMk id="21" creationId="{5CA7E755-33F7-BC45-45D0-8F243281BB86}"/>
          </ac:inkMkLst>
        </pc:inkChg>
      </pc:sldChg>
      <pc:sldChg chg="addSp delSp">
        <pc:chgData name="蔡 東翰" userId="60e45f91182266b3" providerId="Windows Live" clId="Web-{BD8EBCE0-BE44-42A3-84F5-9C4F1D080008}" dt="2022-06-30T06:10:16.842" v="128"/>
        <pc:sldMkLst>
          <pc:docMk/>
          <pc:sldMk cId="3101415849" sldId="511"/>
        </pc:sldMkLst>
        <pc:inkChg chg="add del">
          <ac:chgData name="蔡 東翰" userId="60e45f91182266b3" providerId="Windows Live" clId="Web-{BD8EBCE0-BE44-42A3-84F5-9C4F1D080008}" dt="2022-06-30T06:10:12.264" v="125"/>
          <ac:inkMkLst>
            <pc:docMk/>
            <pc:sldMk cId="3101415849" sldId="511"/>
            <ac:inkMk id="2" creationId="{DF8CC20F-9B9B-9613-D621-CFD72F7942C0}"/>
          </ac:inkMkLst>
        </pc:inkChg>
        <pc:inkChg chg="add del">
          <ac:chgData name="蔡 東翰" userId="60e45f91182266b3" providerId="Windows Live" clId="Web-{BD8EBCE0-BE44-42A3-84F5-9C4F1D080008}" dt="2022-06-30T06:10:12.264" v="124"/>
          <ac:inkMkLst>
            <pc:docMk/>
            <pc:sldMk cId="3101415849" sldId="511"/>
            <ac:inkMk id="3" creationId="{E71549C3-BA95-3593-C6AB-710930564941}"/>
          </ac:inkMkLst>
        </pc:inkChg>
        <pc:inkChg chg="add del">
          <ac:chgData name="蔡 東翰" userId="60e45f91182266b3" providerId="Windows Live" clId="Web-{BD8EBCE0-BE44-42A3-84F5-9C4F1D080008}" dt="2022-06-30T06:10:12.264" v="123"/>
          <ac:inkMkLst>
            <pc:docMk/>
            <pc:sldMk cId="3101415849" sldId="511"/>
            <ac:inkMk id="6" creationId="{220B2BDF-9D7C-5FE7-8759-B5CACD1327A5}"/>
          </ac:inkMkLst>
        </pc:inkChg>
        <pc:inkChg chg="add del">
          <ac:chgData name="蔡 東翰" userId="60e45f91182266b3" providerId="Windows Live" clId="Web-{BD8EBCE0-BE44-42A3-84F5-9C4F1D080008}" dt="2022-06-30T06:10:12.264" v="122"/>
          <ac:inkMkLst>
            <pc:docMk/>
            <pc:sldMk cId="3101415849" sldId="511"/>
            <ac:inkMk id="10" creationId="{ADF03C15-8B6B-3140-A9B5-5A955BC884FC}"/>
          </ac:inkMkLst>
        </pc:inkChg>
        <pc:inkChg chg="add del">
          <ac:chgData name="蔡 東翰" userId="60e45f91182266b3" providerId="Windows Live" clId="Web-{BD8EBCE0-BE44-42A3-84F5-9C4F1D080008}" dt="2022-06-30T06:10:12.264" v="121"/>
          <ac:inkMkLst>
            <pc:docMk/>
            <pc:sldMk cId="3101415849" sldId="511"/>
            <ac:inkMk id="12" creationId="{7AD7E09F-6B5C-05D0-DEC1-0177F4A7B3CE}"/>
          </ac:inkMkLst>
        </pc:inkChg>
        <pc:inkChg chg="add del">
          <ac:chgData name="蔡 東翰" userId="60e45f91182266b3" providerId="Windows Live" clId="Web-{BD8EBCE0-BE44-42A3-84F5-9C4F1D080008}" dt="2022-06-30T06:10:12.264" v="120"/>
          <ac:inkMkLst>
            <pc:docMk/>
            <pc:sldMk cId="3101415849" sldId="511"/>
            <ac:inkMk id="14" creationId="{A3A63A7D-9E01-5980-BD08-CBE67AC0E067}"/>
          </ac:inkMkLst>
        </pc:inkChg>
        <pc:inkChg chg="add del">
          <ac:chgData name="蔡 東翰" userId="60e45f91182266b3" providerId="Windows Live" clId="Web-{BD8EBCE0-BE44-42A3-84F5-9C4F1D080008}" dt="2022-06-30T06:10:12.264" v="119"/>
          <ac:inkMkLst>
            <pc:docMk/>
            <pc:sldMk cId="3101415849" sldId="511"/>
            <ac:inkMk id="16" creationId="{1139CD16-E530-AADD-D128-F743D8D11FB3}"/>
          </ac:inkMkLst>
        </pc:inkChg>
        <pc:inkChg chg="add del">
          <ac:chgData name="蔡 東翰" userId="60e45f91182266b3" providerId="Windows Live" clId="Web-{BD8EBCE0-BE44-42A3-84F5-9C4F1D080008}" dt="2022-06-30T06:10:12.264" v="118"/>
          <ac:inkMkLst>
            <pc:docMk/>
            <pc:sldMk cId="3101415849" sldId="511"/>
            <ac:inkMk id="20" creationId="{26B74E7E-F301-0A29-4DF6-FC7EA6111D87}"/>
          </ac:inkMkLst>
        </pc:inkChg>
        <pc:inkChg chg="add del">
          <ac:chgData name="蔡 東翰" userId="60e45f91182266b3" providerId="Windows Live" clId="Web-{BD8EBCE0-BE44-42A3-84F5-9C4F1D080008}" dt="2022-06-30T06:10:12.264" v="117"/>
          <ac:inkMkLst>
            <pc:docMk/>
            <pc:sldMk cId="3101415849" sldId="511"/>
            <ac:inkMk id="21" creationId="{75447A71-CCF1-1717-4FBB-9CD2CB568973}"/>
          </ac:inkMkLst>
        </pc:inkChg>
        <pc:inkChg chg="add">
          <ac:chgData name="蔡 東翰" userId="60e45f91182266b3" providerId="Windows Live" clId="Web-{BD8EBCE0-BE44-42A3-84F5-9C4F1D080008}" dt="2022-06-30T06:10:16.827" v="126"/>
          <ac:inkMkLst>
            <pc:docMk/>
            <pc:sldMk cId="3101415849" sldId="511"/>
            <ac:inkMk id="22" creationId="{212FB4CE-ADA6-B00F-FE00-E4422D6724ED}"/>
          </ac:inkMkLst>
        </pc:inkChg>
        <pc:inkChg chg="add del">
          <ac:chgData name="蔡 東翰" userId="60e45f91182266b3" providerId="Windows Live" clId="Web-{BD8EBCE0-BE44-42A3-84F5-9C4F1D080008}" dt="2022-06-30T02:19:32.725" v="114"/>
          <ac:inkMkLst>
            <pc:docMk/>
            <pc:sldMk cId="3101415849" sldId="511"/>
            <ac:inkMk id="22" creationId="{6BC47CD3-FB3D-89E2-DB61-869E00B38D72}"/>
          </ac:inkMkLst>
        </pc:inkChg>
        <pc:inkChg chg="add">
          <ac:chgData name="蔡 東翰" userId="60e45f91182266b3" providerId="Windows Live" clId="Web-{BD8EBCE0-BE44-42A3-84F5-9C4F1D080008}" dt="2022-06-30T06:10:16.827" v="127"/>
          <ac:inkMkLst>
            <pc:docMk/>
            <pc:sldMk cId="3101415849" sldId="511"/>
            <ac:inkMk id="23" creationId="{01926895-ADD5-7E08-DD61-DAC58B5FBD74}"/>
          </ac:inkMkLst>
        </pc:inkChg>
        <pc:inkChg chg="add del">
          <ac:chgData name="蔡 東翰" userId="60e45f91182266b3" providerId="Windows Live" clId="Web-{BD8EBCE0-BE44-42A3-84F5-9C4F1D080008}" dt="2022-06-30T01:53:15.692" v="38"/>
          <ac:inkMkLst>
            <pc:docMk/>
            <pc:sldMk cId="3101415849" sldId="511"/>
            <ac:inkMk id="23" creationId="{47335690-9B9D-3C9F-6FA4-8A549A537A94}"/>
          </ac:inkMkLst>
        </pc:inkChg>
        <pc:inkChg chg="add">
          <ac:chgData name="蔡 東翰" userId="60e45f91182266b3" providerId="Windows Live" clId="Web-{BD8EBCE0-BE44-42A3-84F5-9C4F1D080008}" dt="2022-06-30T06:10:16.842" v="128"/>
          <ac:inkMkLst>
            <pc:docMk/>
            <pc:sldMk cId="3101415849" sldId="511"/>
            <ac:inkMk id="24" creationId="{3DADFECC-7AAC-8D0F-8D65-F859D8708B21}"/>
          </ac:inkMkLst>
        </pc:inkChg>
        <pc:inkChg chg="add del">
          <ac:chgData name="蔡 東翰" userId="60e45f91182266b3" providerId="Windows Live" clId="Web-{BD8EBCE0-BE44-42A3-84F5-9C4F1D080008}" dt="2022-06-30T01:53:15.692" v="37"/>
          <ac:inkMkLst>
            <pc:docMk/>
            <pc:sldMk cId="3101415849" sldId="511"/>
            <ac:inkMk id="24" creationId="{661E0407-AF25-C9CB-4FA3-D57A083E30F8}"/>
          </ac:inkMkLst>
        </pc:inkChg>
        <pc:inkChg chg="add del">
          <ac:chgData name="蔡 東翰" userId="60e45f91182266b3" providerId="Windows Live" clId="Web-{BD8EBCE0-BE44-42A3-84F5-9C4F1D080008}" dt="2022-06-30T01:53:16.301" v="39"/>
          <ac:inkMkLst>
            <pc:docMk/>
            <pc:sldMk cId="3101415849" sldId="511"/>
            <ac:inkMk id="27" creationId="{CA6347E3-E9CF-EFA7-5AA6-8AAE41FD75DD}"/>
          </ac:inkMkLst>
        </pc:inkChg>
        <pc:inkChg chg="add del">
          <ac:chgData name="蔡 東翰" userId="60e45f91182266b3" providerId="Windows Live" clId="Web-{BD8EBCE0-BE44-42A3-84F5-9C4F1D080008}" dt="2022-06-30T01:53:15.692" v="36"/>
          <ac:inkMkLst>
            <pc:docMk/>
            <pc:sldMk cId="3101415849" sldId="511"/>
            <ac:inkMk id="28" creationId="{1E1CFD7B-16A0-91BC-AD0E-FB0E9231B7AD}"/>
          </ac:inkMkLst>
        </pc:inkChg>
        <pc:inkChg chg="add del">
          <ac:chgData name="蔡 東翰" userId="60e45f91182266b3" providerId="Windows Live" clId="Web-{BD8EBCE0-BE44-42A3-84F5-9C4F1D080008}" dt="2022-06-30T01:53:15.692" v="35"/>
          <ac:inkMkLst>
            <pc:docMk/>
            <pc:sldMk cId="3101415849" sldId="511"/>
            <ac:inkMk id="29" creationId="{6CC3A440-BDE6-1F47-435F-82273B1B4F2A}"/>
          </ac:inkMkLst>
        </pc:inkChg>
        <pc:inkChg chg="add del">
          <ac:chgData name="蔡 東翰" userId="60e45f91182266b3" providerId="Windows Live" clId="Web-{BD8EBCE0-BE44-42A3-84F5-9C4F1D080008}" dt="2022-06-30T02:19:32.725" v="113"/>
          <ac:inkMkLst>
            <pc:docMk/>
            <pc:sldMk cId="3101415849" sldId="511"/>
            <ac:inkMk id="30" creationId="{659EC410-F03D-585F-A975-DAC74C40CBDB}"/>
          </ac:inkMkLst>
        </pc:inkChg>
        <pc:inkChg chg="add del">
          <ac:chgData name="蔡 東翰" userId="60e45f91182266b3" providerId="Windows Live" clId="Web-{BD8EBCE0-BE44-42A3-84F5-9C4F1D080008}" dt="2022-06-30T02:19:32.725" v="112"/>
          <ac:inkMkLst>
            <pc:docMk/>
            <pc:sldMk cId="3101415849" sldId="511"/>
            <ac:inkMk id="31" creationId="{09D28398-C61B-64DE-10C0-CF1EBB7C16C0}"/>
          </ac:inkMkLst>
        </pc:inkChg>
        <pc:inkChg chg="add del">
          <ac:chgData name="蔡 東翰" userId="60e45f91182266b3" providerId="Windows Live" clId="Web-{BD8EBCE0-BE44-42A3-84F5-9C4F1D080008}" dt="2022-06-30T02:19:32.725" v="111"/>
          <ac:inkMkLst>
            <pc:docMk/>
            <pc:sldMk cId="3101415849" sldId="511"/>
            <ac:inkMk id="32" creationId="{C32A1510-3820-E951-67A0-D43711C0AC67}"/>
          </ac:inkMkLst>
        </pc:inkChg>
        <pc:inkChg chg="add del">
          <ac:chgData name="蔡 東翰" userId="60e45f91182266b3" providerId="Windows Live" clId="Web-{BD8EBCE0-BE44-42A3-84F5-9C4F1D080008}" dt="2022-06-30T02:19:32.725" v="110"/>
          <ac:inkMkLst>
            <pc:docMk/>
            <pc:sldMk cId="3101415849" sldId="511"/>
            <ac:inkMk id="33" creationId="{3EBC8351-D0A2-1365-1049-B1E492EFDDB2}"/>
          </ac:inkMkLst>
        </pc:inkChg>
        <pc:inkChg chg="add">
          <ac:chgData name="蔡 東翰" userId="60e45f91182266b3" providerId="Windows Live" clId="Web-{BD8EBCE0-BE44-42A3-84F5-9C4F1D080008}" dt="2022-06-30T02:09:04.446" v="44"/>
          <ac:inkMkLst>
            <pc:docMk/>
            <pc:sldMk cId="3101415849" sldId="511"/>
            <ac:inkMk id="34" creationId="{F9859148-53B1-928D-BFE3-BAB5F16362DA}"/>
          </ac:inkMkLst>
        </pc:inkChg>
        <pc:inkChg chg="add">
          <ac:chgData name="蔡 東翰" userId="60e45f91182266b3" providerId="Windows Live" clId="Web-{BD8EBCE0-BE44-42A3-84F5-9C4F1D080008}" dt="2022-06-30T02:09:05.727" v="45"/>
          <ac:inkMkLst>
            <pc:docMk/>
            <pc:sldMk cId="3101415849" sldId="511"/>
            <ac:inkMk id="35" creationId="{A7537201-24BD-7FE7-9954-FADE530523D9}"/>
          </ac:inkMkLst>
        </pc:inkChg>
        <pc:inkChg chg="add">
          <ac:chgData name="蔡 東翰" userId="60e45f91182266b3" providerId="Windows Live" clId="Web-{BD8EBCE0-BE44-42A3-84F5-9C4F1D080008}" dt="2022-06-30T02:09:06.681" v="46"/>
          <ac:inkMkLst>
            <pc:docMk/>
            <pc:sldMk cId="3101415849" sldId="511"/>
            <ac:inkMk id="36" creationId="{B9D8DD02-D6BD-FCE1-8429-BD2495C29666}"/>
          </ac:inkMkLst>
        </pc:inkChg>
        <pc:inkChg chg="add">
          <ac:chgData name="蔡 東翰" userId="60e45f91182266b3" providerId="Windows Live" clId="Web-{BD8EBCE0-BE44-42A3-84F5-9C4F1D080008}" dt="2022-06-30T02:09:08.009" v="47"/>
          <ac:inkMkLst>
            <pc:docMk/>
            <pc:sldMk cId="3101415849" sldId="511"/>
            <ac:inkMk id="37" creationId="{04580078-6F37-DF53-E6FB-CB94C5429F0F}"/>
          </ac:inkMkLst>
        </pc:inkChg>
        <pc:inkChg chg="add">
          <ac:chgData name="蔡 東翰" userId="60e45f91182266b3" providerId="Windows Live" clId="Web-{BD8EBCE0-BE44-42A3-84F5-9C4F1D080008}" dt="2022-06-30T02:09:09.165" v="48"/>
          <ac:inkMkLst>
            <pc:docMk/>
            <pc:sldMk cId="3101415849" sldId="511"/>
            <ac:inkMk id="38" creationId="{EC6F65ED-BDC3-D193-BA81-2D9D8CC39D9E}"/>
          </ac:inkMkLst>
        </pc:inkChg>
        <pc:inkChg chg="add">
          <ac:chgData name="蔡 東翰" userId="60e45f91182266b3" providerId="Windows Live" clId="Web-{BD8EBCE0-BE44-42A3-84F5-9C4F1D080008}" dt="2022-06-30T02:09:09.946" v="49"/>
          <ac:inkMkLst>
            <pc:docMk/>
            <pc:sldMk cId="3101415849" sldId="511"/>
            <ac:inkMk id="39" creationId="{D2B0241B-C049-694C-081B-9A33F00DC7D8}"/>
          </ac:inkMkLst>
        </pc:inkChg>
        <pc:inkChg chg="add">
          <ac:chgData name="蔡 東翰" userId="60e45f91182266b3" providerId="Windows Live" clId="Web-{BD8EBCE0-BE44-42A3-84F5-9C4F1D080008}" dt="2022-06-30T02:09:11.462" v="50"/>
          <ac:inkMkLst>
            <pc:docMk/>
            <pc:sldMk cId="3101415849" sldId="511"/>
            <ac:inkMk id="40" creationId="{74CBA8D4-1F1D-0E2B-D9C4-BE999D0C5E1C}"/>
          </ac:inkMkLst>
        </pc:inkChg>
        <pc:inkChg chg="add">
          <ac:chgData name="蔡 東翰" userId="60e45f91182266b3" providerId="Windows Live" clId="Web-{BD8EBCE0-BE44-42A3-84F5-9C4F1D080008}" dt="2022-06-30T02:09:11.478" v="51"/>
          <ac:inkMkLst>
            <pc:docMk/>
            <pc:sldMk cId="3101415849" sldId="511"/>
            <ac:inkMk id="41" creationId="{7E847EB8-2111-0884-007C-9AC2DD377D0C}"/>
          </ac:inkMkLst>
        </pc:inkChg>
        <pc:inkChg chg="add">
          <ac:chgData name="蔡 東翰" userId="60e45f91182266b3" providerId="Windows Live" clId="Web-{BD8EBCE0-BE44-42A3-84F5-9C4F1D080008}" dt="2022-06-30T02:09:11.478" v="52"/>
          <ac:inkMkLst>
            <pc:docMk/>
            <pc:sldMk cId="3101415849" sldId="511"/>
            <ac:inkMk id="42" creationId="{B5F0AF11-9B5D-DF05-5E2F-EEF3DC637BEC}"/>
          </ac:inkMkLst>
        </pc:inkChg>
        <pc:inkChg chg="add">
          <ac:chgData name="蔡 東翰" userId="60e45f91182266b3" providerId="Windows Live" clId="Web-{BD8EBCE0-BE44-42A3-84F5-9C4F1D080008}" dt="2022-06-30T02:09:12.790" v="53"/>
          <ac:inkMkLst>
            <pc:docMk/>
            <pc:sldMk cId="3101415849" sldId="511"/>
            <ac:inkMk id="43" creationId="{2B57B871-8C4D-8B6C-8C15-B473909CD0FE}"/>
          </ac:inkMkLst>
        </pc:inkChg>
        <pc:inkChg chg="add">
          <ac:chgData name="蔡 東翰" userId="60e45f91182266b3" providerId="Windows Live" clId="Web-{BD8EBCE0-BE44-42A3-84F5-9C4F1D080008}" dt="2022-06-30T02:09:12.790" v="54"/>
          <ac:inkMkLst>
            <pc:docMk/>
            <pc:sldMk cId="3101415849" sldId="511"/>
            <ac:inkMk id="44" creationId="{ED3832EE-808A-A88E-DCE8-1A640391208C}"/>
          </ac:inkMkLst>
        </pc:inkChg>
        <pc:inkChg chg="add">
          <ac:chgData name="蔡 東翰" userId="60e45f91182266b3" providerId="Windows Live" clId="Web-{BD8EBCE0-BE44-42A3-84F5-9C4F1D080008}" dt="2022-06-30T02:09:13.493" v="55"/>
          <ac:inkMkLst>
            <pc:docMk/>
            <pc:sldMk cId="3101415849" sldId="511"/>
            <ac:inkMk id="45" creationId="{79A8CB9A-1649-F88C-03E6-FD866B5D61EE}"/>
          </ac:inkMkLst>
        </pc:inkChg>
        <pc:inkChg chg="add">
          <ac:chgData name="蔡 東翰" userId="60e45f91182266b3" providerId="Windows Live" clId="Web-{BD8EBCE0-BE44-42A3-84F5-9C4F1D080008}" dt="2022-06-30T02:09:14.009" v="56"/>
          <ac:inkMkLst>
            <pc:docMk/>
            <pc:sldMk cId="3101415849" sldId="511"/>
            <ac:inkMk id="46" creationId="{421031A3-77A4-6CBE-EEB3-001DE5381A5A}"/>
          </ac:inkMkLst>
        </pc:inkChg>
        <pc:inkChg chg="add">
          <ac:chgData name="蔡 東翰" userId="60e45f91182266b3" providerId="Windows Live" clId="Web-{BD8EBCE0-BE44-42A3-84F5-9C4F1D080008}" dt="2022-06-30T02:09:14.587" v="57"/>
          <ac:inkMkLst>
            <pc:docMk/>
            <pc:sldMk cId="3101415849" sldId="511"/>
            <ac:inkMk id="47" creationId="{B1D3A22D-99EB-077F-DD7F-8FE278D64D9E}"/>
          </ac:inkMkLst>
        </pc:inkChg>
        <pc:inkChg chg="add">
          <ac:chgData name="蔡 東翰" userId="60e45f91182266b3" providerId="Windows Live" clId="Web-{BD8EBCE0-BE44-42A3-84F5-9C4F1D080008}" dt="2022-06-30T02:09:15.056" v="58"/>
          <ac:inkMkLst>
            <pc:docMk/>
            <pc:sldMk cId="3101415849" sldId="511"/>
            <ac:inkMk id="48" creationId="{1F844CF1-80AB-35C2-708C-A08B6A6F4723}"/>
          </ac:inkMkLst>
        </pc:inkChg>
        <pc:inkChg chg="add">
          <ac:chgData name="蔡 東翰" userId="60e45f91182266b3" providerId="Windows Live" clId="Web-{BD8EBCE0-BE44-42A3-84F5-9C4F1D080008}" dt="2022-06-30T02:09:15.665" v="59"/>
          <ac:inkMkLst>
            <pc:docMk/>
            <pc:sldMk cId="3101415849" sldId="511"/>
            <ac:inkMk id="49" creationId="{C89AACA4-23D1-E34E-A1D2-73E0EBCAA66F}"/>
          </ac:inkMkLst>
        </pc:inkChg>
        <pc:inkChg chg="add">
          <ac:chgData name="蔡 東翰" userId="60e45f91182266b3" providerId="Windows Live" clId="Web-{BD8EBCE0-BE44-42A3-84F5-9C4F1D080008}" dt="2022-06-30T02:09:16.118" v="60"/>
          <ac:inkMkLst>
            <pc:docMk/>
            <pc:sldMk cId="3101415849" sldId="511"/>
            <ac:inkMk id="50" creationId="{82CFC73B-C595-5B10-C066-533CF8E6770F}"/>
          </ac:inkMkLst>
        </pc:inkChg>
        <pc:inkChg chg="add">
          <ac:chgData name="蔡 東翰" userId="60e45f91182266b3" providerId="Windows Live" clId="Web-{BD8EBCE0-BE44-42A3-84F5-9C4F1D080008}" dt="2022-06-30T02:09:16.587" v="61"/>
          <ac:inkMkLst>
            <pc:docMk/>
            <pc:sldMk cId="3101415849" sldId="511"/>
            <ac:inkMk id="51" creationId="{C0E6FB9C-7329-1211-5A89-2DC787593A93}"/>
          </ac:inkMkLst>
        </pc:inkChg>
        <pc:inkChg chg="add">
          <ac:chgData name="蔡 東翰" userId="60e45f91182266b3" providerId="Windows Live" clId="Web-{BD8EBCE0-BE44-42A3-84F5-9C4F1D080008}" dt="2022-06-30T02:09:17.025" v="62"/>
          <ac:inkMkLst>
            <pc:docMk/>
            <pc:sldMk cId="3101415849" sldId="511"/>
            <ac:inkMk id="52" creationId="{6F4EB12E-88AD-7D9E-5D49-7948C7886BA0}"/>
          </ac:inkMkLst>
        </pc:inkChg>
        <pc:inkChg chg="add">
          <ac:chgData name="蔡 東翰" userId="60e45f91182266b3" providerId="Windows Live" clId="Web-{BD8EBCE0-BE44-42A3-84F5-9C4F1D080008}" dt="2022-06-30T02:09:18.087" v="63"/>
          <ac:inkMkLst>
            <pc:docMk/>
            <pc:sldMk cId="3101415849" sldId="511"/>
            <ac:inkMk id="53" creationId="{16338048-9463-DF32-1B32-7D187FF12CDB}"/>
          </ac:inkMkLst>
        </pc:inkChg>
        <pc:inkChg chg="add">
          <ac:chgData name="蔡 東翰" userId="60e45f91182266b3" providerId="Windows Live" clId="Web-{BD8EBCE0-BE44-42A3-84F5-9C4F1D080008}" dt="2022-06-30T02:09:18.087" v="64"/>
          <ac:inkMkLst>
            <pc:docMk/>
            <pc:sldMk cId="3101415849" sldId="511"/>
            <ac:inkMk id="54" creationId="{BFD9ED74-6A90-BEB6-427C-6549A3D4A85A}"/>
          </ac:inkMkLst>
        </pc:inkChg>
        <pc:inkChg chg="add">
          <ac:chgData name="蔡 東翰" userId="60e45f91182266b3" providerId="Windows Live" clId="Web-{BD8EBCE0-BE44-42A3-84F5-9C4F1D080008}" dt="2022-06-30T02:09:18.993" v="65"/>
          <ac:inkMkLst>
            <pc:docMk/>
            <pc:sldMk cId="3101415849" sldId="511"/>
            <ac:inkMk id="55" creationId="{F22407C4-BE96-7BAE-B683-E36502992992}"/>
          </ac:inkMkLst>
        </pc:inkChg>
        <pc:inkChg chg="add">
          <ac:chgData name="蔡 東翰" userId="60e45f91182266b3" providerId="Windows Live" clId="Web-{BD8EBCE0-BE44-42A3-84F5-9C4F1D080008}" dt="2022-06-30T02:09:18.993" v="66"/>
          <ac:inkMkLst>
            <pc:docMk/>
            <pc:sldMk cId="3101415849" sldId="511"/>
            <ac:inkMk id="56" creationId="{A244C9A3-967F-1336-91E4-3E2EF2C986FD}"/>
          </ac:inkMkLst>
        </pc:inkChg>
        <pc:inkChg chg="add">
          <ac:chgData name="蔡 東翰" userId="60e45f91182266b3" providerId="Windows Live" clId="Web-{BD8EBCE0-BE44-42A3-84F5-9C4F1D080008}" dt="2022-06-30T02:09:20.993" v="67"/>
          <ac:inkMkLst>
            <pc:docMk/>
            <pc:sldMk cId="3101415849" sldId="511"/>
            <ac:inkMk id="57" creationId="{F0B0D985-A5CD-9249-C305-5709E73365C3}"/>
          </ac:inkMkLst>
        </pc:inkChg>
        <pc:inkChg chg="add">
          <ac:chgData name="蔡 東翰" userId="60e45f91182266b3" providerId="Windows Live" clId="Web-{BD8EBCE0-BE44-42A3-84F5-9C4F1D080008}" dt="2022-06-30T02:09:21.978" v="68"/>
          <ac:inkMkLst>
            <pc:docMk/>
            <pc:sldMk cId="3101415849" sldId="511"/>
            <ac:inkMk id="58" creationId="{13B90CE8-53AE-56D1-0A1F-7C9B910FDFEC}"/>
          </ac:inkMkLst>
        </pc:inkChg>
        <pc:inkChg chg="add">
          <ac:chgData name="蔡 東翰" userId="60e45f91182266b3" providerId="Windows Live" clId="Web-{BD8EBCE0-BE44-42A3-84F5-9C4F1D080008}" dt="2022-06-30T02:09:22.743" v="69"/>
          <ac:inkMkLst>
            <pc:docMk/>
            <pc:sldMk cId="3101415849" sldId="511"/>
            <ac:inkMk id="59" creationId="{F354AA93-0D61-B55B-DE80-FF20C16FD5E8}"/>
          </ac:inkMkLst>
        </pc:inkChg>
        <pc:inkChg chg="add">
          <ac:chgData name="蔡 東翰" userId="60e45f91182266b3" providerId="Windows Live" clId="Web-{BD8EBCE0-BE44-42A3-84F5-9C4F1D080008}" dt="2022-06-30T02:09:23.353" v="70"/>
          <ac:inkMkLst>
            <pc:docMk/>
            <pc:sldMk cId="3101415849" sldId="511"/>
            <ac:inkMk id="60" creationId="{A5BFC26C-1908-B8B8-0806-1422D0DC3AAE}"/>
          </ac:inkMkLst>
        </pc:inkChg>
        <pc:inkChg chg="add">
          <ac:chgData name="蔡 東翰" userId="60e45f91182266b3" providerId="Windows Live" clId="Web-{BD8EBCE0-BE44-42A3-84F5-9C4F1D080008}" dt="2022-06-30T02:09:23.368" v="71"/>
          <ac:inkMkLst>
            <pc:docMk/>
            <pc:sldMk cId="3101415849" sldId="511"/>
            <ac:inkMk id="61" creationId="{F242FF8E-4AAD-E47E-4E04-C19333F25AD8}"/>
          </ac:inkMkLst>
        </pc:inkChg>
        <pc:inkChg chg="add">
          <ac:chgData name="蔡 東翰" userId="60e45f91182266b3" providerId="Windows Live" clId="Web-{BD8EBCE0-BE44-42A3-84F5-9C4F1D080008}" dt="2022-06-30T02:09:24.853" v="72"/>
          <ac:inkMkLst>
            <pc:docMk/>
            <pc:sldMk cId="3101415849" sldId="511"/>
            <ac:inkMk id="62" creationId="{8750800D-7257-2E67-C014-FFF509F321E7}"/>
          </ac:inkMkLst>
        </pc:inkChg>
        <pc:inkChg chg="add">
          <ac:chgData name="蔡 東翰" userId="60e45f91182266b3" providerId="Windows Live" clId="Web-{BD8EBCE0-BE44-42A3-84F5-9C4F1D080008}" dt="2022-06-30T02:09:26.009" v="73"/>
          <ac:inkMkLst>
            <pc:docMk/>
            <pc:sldMk cId="3101415849" sldId="511"/>
            <ac:inkMk id="63" creationId="{A2A9D95C-B524-D4E2-99BC-52735FB0EEB3}"/>
          </ac:inkMkLst>
        </pc:inkChg>
        <pc:inkChg chg="add">
          <ac:chgData name="蔡 東翰" userId="60e45f91182266b3" providerId="Windows Live" clId="Web-{BD8EBCE0-BE44-42A3-84F5-9C4F1D080008}" dt="2022-06-30T02:09:27.119" v="74"/>
          <ac:inkMkLst>
            <pc:docMk/>
            <pc:sldMk cId="3101415849" sldId="511"/>
            <ac:inkMk id="64" creationId="{FD4381D9-816F-1924-3AA0-1E7C2FECDDBD}"/>
          </ac:inkMkLst>
        </pc:inkChg>
        <pc:inkChg chg="add">
          <ac:chgData name="蔡 東翰" userId="60e45f91182266b3" providerId="Windows Live" clId="Web-{BD8EBCE0-BE44-42A3-84F5-9C4F1D080008}" dt="2022-06-30T02:09:27.119" v="75"/>
          <ac:inkMkLst>
            <pc:docMk/>
            <pc:sldMk cId="3101415849" sldId="511"/>
            <ac:inkMk id="65" creationId="{5C28577C-F115-A3FC-9D78-05A51AF8CF9E}"/>
          </ac:inkMkLst>
        </pc:inkChg>
        <pc:inkChg chg="add">
          <ac:chgData name="蔡 東翰" userId="60e45f91182266b3" providerId="Windows Live" clId="Web-{BD8EBCE0-BE44-42A3-84F5-9C4F1D080008}" dt="2022-06-30T02:09:27.900" v="76"/>
          <ac:inkMkLst>
            <pc:docMk/>
            <pc:sldMk cId="3101415849" sldId="511"/>
            <ac:inkMk id="66" creationId="{EE353A50-E096-70BC-A554-6F80BB22336E}"/>
          </ac:inkMkLst>
        </pc:inkChg>
        <pc:inkChg chg="add">
          <ac:chgData name="蔡 東翰" userId="60e45f91182266b3" providerId="Windows Live" clId="Web-{BD8EBCE0-BE44-42A3-84F5-9C4F1D080008}" dt="2022-06-30T02:09:27.900" v="77"/>
          <ac:inkMkLst>
            <pc:docMk/>
            <pc:sldMk cId="3101415849" sldId="511"/>
            <ac:inkMk id="67" creationId="{772A23B6-71EE-A0C4-4A18-6EFF88FED481}"/>
          </ac:inkMkLst>
        </pc:inkChg>
        <pc:inkChg chg="add">
          <ac:chgData name="蔡 東翰" userId="60e45f91182266b3" providerId="Windows Live" clId="Web-{BD8EBCE0-BE44-42A3-84F5-9C4F1D080008}" dt="2022-06-30T02:09:27.900" v="78"/>
          <ac:inkMkLst>
            <pc:docMk/>
            <pc:sldMk cId="3101415849" sldId="511"/>
            <ac:inkMk id="68" creationId="{F3A1873F-0134-A0B2-56CB-68CB2BCC3FF0}"/>
          </ac:inkMkLst>
        </pc:inkChg>
        <pc:inkChg chg="add">
          <ac:chgData name="蔡 東翰" userId="60e45f91182266b3" providerId="Windows Live" clId="Web-{BD8EBCE0-BE44-42A3-84F5-9C4F1D080008}" dt="2022-06-30T02:09:28.462" v="79"/>
          <ac:inkMkLst>
            <pc:docMk/>
            <pc:sldMk cId="3101415849" sldId="511"/>
            <ac:inkMk id="69" creationId="{76FB7B38-0A18-67A8-0435-500D1E03C4BF}"/>
          </ac:inkMkLst>
        </pc:inkChg>
        <pc:inkChg chg="add">
          <ac:chgData name="蔡 東翰" userId="60e45f91182266b3" providerId="Windows Live" clId="Web-{BD8EBCE0-BE44-42A3-84F5-9C4F1D080008}" dt="2022-06-30T02:09:28.790" v="80"/>
          <ac:inkMkLst>
            <pc:docMk/>
            <pc:sldMk cId="3101415849" sldId="511"/>
            <ac:inkMk id="70" creationId="{625BD73C-2854-B99B-6797-76577CFEF179}"/>
          </ac:inkMkLst>
        </pc:inkChg>
        <pc:inkChg chg="add">
          <ac:chgData name="蔡 東翰" userId="60e45f91182266b3" providerId="Windows Live" clId="Web-{BD8EBCE0-BE44-42A3-84F5-9C4F1D080008}" dt="2022-06-30T02:09:29.587" v="81"/>
          <ac:inkMkLst>
            <pc:docMk/>
            <pc:sldMk cId="3101415849" sldId="511"/>
            <ac:inkMk id="71" creationId="{B6F983AC-4CC1-8FEA-E4A5-87D348FB3228}"/>
          </ac:inkMkLst>
        </pc:inkChg>
        <pc:inkChg chg="add">
          <ac:chgData name="蔡 東翰" userId="60e45f91182266b3" providerId="Windows Live" clId="Web-{BD8EBCE0-BE44-42A3-84F5-9C4F1D080008}" dt="2022-06-30T02:09:30.556" v="82"/>
          <ac:inkMkLst>
            <pc:docMk/>
            <pc:sldMk cId="3101415849" sldId="511"/>
            <ac:inkMk id="72" creationId="{6F460C3F-3E55-3057-B206-F8E7BEB226EB}"/>
          </ac:inkMkLst>
        </pc:inkChg>
        <pc:inkChg chg="add">
          <ac:chgData name="蔡 東翰" userId="60e45f91182266b3" providerId="Windows Live" clId="Web-{BD8EBCE0-BE44-42A3-84F5-9C4F1D080008}" dt="2022-06-30T02:09:32.572" v="83"/>
          <ac:inkMkLst>
            <pc:docMk/>
            <pc:sldMk cId="3101415849" sldId="511"/>
            <ac:inkMk id="73" creationId="{0ADB7E3A-B829-0A30-2C4B-4CA5CFEFDF8F}"/>
          </ac:inkMkLst>
        </pc:inkChg>
        <pc:inkChg chg="add">
          <ac:chgData name="蔡 東翰" userId="60e45f91182266b3" providerId="Windows Live" clId="Web-{BD8EBCE0-BE44-42A3-84F5-9C4F1D080008}" dt="2022-06-30T02:09:34.619" v="84"/>
          <ac:inkMkLst>
            <pc:docMk/>
            <pc:sldMk cId="3101415849" sldId="511"/>
            <ac:inkMk id="74" creationId="{2455333E-66D7-8C62-073D-A3D651CE58CC}"/>
          </ac:inkMkLst>
        </pc:inkChg>
        <pc:inkChg chg="add">
          <ac:chgData name="蔡 東翰" userId="60e45f91182266b3" providerId="Windows Live" clId="Web-{BD8EBCE0-BE44-42A3-84F5-9C4F1D080008}" dt="2022-06-30T02:09:36.697" v="85"/>
          <ac:inkMkLst>
            <pc:docMk/>
            <pc:sldMk cId="3101415849" sldId="511"/>
            <ac:inkMk id="75" creationId="{1942F442-6614-6054-2B81-C883BCBCF6FC}"/>
          </ac:inkMkLst>
        </pc:inkChg>
        <pc:inkChg chg="add">
          <ac:chgData name="蔡 東翰" userId="60e45f91182266b3" providerId="Windows Live" clId="Web-{BD8EBCE0-BE44-42A3-84F5-9C4F1D080008}" dt="2022-06-30T02:09:36.697" v="86"/>
          <ac:inkMkLst>
            <pc:docMk/>
            <pc:sldMk cId="3101415849" sldId="511"/>
            <ac:inkMk id="76" creationId="{1247F5B0-DE03-E6A4-1188-0CC24BF4EFF9}"/>
          </ac:inkMkLst>
        </pc:inkChg>
        <pc:inkChg chg="add">
          <ac:chgData name="蔡 東翰" userId="60e45f91182266b3" providerId="Windows Live" clId="Web-{BD8EBCE0-BE44-42A3-84F5-9C4F1D080008}" dt="2022-06-30T02:09:37.400" v="87"/>
          <ac:inkMkLst>
            <pc:docMk/>
            <pc:sldMk cId="3101415849" sldId="511"/>
            <ac:inkMk id="77" creationId="{90AC0994-E8AF-D6BB-089D-F8097DF6B8B1}"/>
          </ac:inkMkLst>
        </pc:inkChg>
        <pc:inkChg chg="add">
          <ac:chgData name="蔡 東翰" userId="60e45f91182266b3" providerId="Windows Live" clId="Web-{BD8EBCE0-BE44-42A3-84F5-9C4F1D080008}" dt="2022-06-30T02:09:38.791" v="88"/>
          <ac:inkMkLst>
            <pc:docMk/>
            <pc:sldMk cId="3101415849" sldId="511"/>
            <ac:inkMk id="78" creationId="{20C3B20D-5E81-3F68-34B5-BAA15BE318B6}"/>
          </ac:inkMkLst>
        </pc:inkChg>
        <pc:inkChg chg="add">
          <ac:chgData name="蔡 東翰" userId="60e45f91182266b3" providerId="Windows Live" clId="Web-{BD8EBCE0-BE44-42A3-84F5-9C4F1D080008}" dt="2022-06-30T02:09:38.806" v="89"/>
          <ac:inkMkLst>
            <pc:docMk/>
            <pc:sldMk cId="3101415849" sldId="511"/>
            <ac:inkMk id="79" creationId="{735A6B15-0AD9-DC6A-3C42-0BB8E03A9483}"/>
          </ac:inkMkLst>
        </pc:inkChg>
        <pc:inkChg chg="add">
          <ac:chgData name="蔡 東翰" userId="60e45f91182266b3" providerId="Windows Live" clId="Web-{BD8EBCE0-BE44-42A3-84F5-9C4F1D080008}" dt="2022-06-30T02:09:38.806" v="90"/>
          <ac:inkMkLst>
            <pc:docMk/>
            <pc:sldMk cId="3101415849" sldId="511"/>
            <ac:inkMk id="80" creationId="{2215B4B6-C9F7-DF1A-3647-FC0DC1B17C58}"/>
          </ac:inkMkLst>
        </pc:inkChg>
        <pc:inkChg chg="add">
          <ac:chgData name="蔡 東翰" userId="60e45f91182266b3" providerId="Windows Live" clId="Web-{BD8EBCE0-BE44-42A3-84F5-9C4F1D080008}" dt="2022-06-30T02:09:44.400" v="91"/>
          <ac:inkMkLst>
            <pc:docMk/>
            <pc:sldMk cId="3101415849" sldId="511"/>
            <ac:inkMk id="81" creationId="{94B38CBC-7BD5-FB1F-4FD0-01B649E6BEDE}"/>
          </ac:inkMkLst>
        </pc:inkChg>
        <pc:inkChg chg="add">
          <ac:chgData name="蔡 東翰" userId="60e45f91182266b3" providerId="Windows Live" clId="Web-{BD8EBCE0-BE44-42A3-84F5-9C4F1D080008}" dt="2022-06-30T02:09:46.635" v="92"/>
          <ac:inkMkLst>
            <pc:docMk/>
            <pc:sldMk cId="3101415849" sldId="511"/>
            <ac:inkMk id="82" creationId="{7F228C4C-622C-B465-EC54-3CFA70B4F237}"/>
          </ac:inkMkLst>
        </pc:inkChg>
        <pc:inkChg chg="add">
          <ac:chgData name="蔡 東翰" userId="60e45f91182266b3" providerId="Windows Live" clId="Web-{BD8EBCE0-BE44-42A3-84F5-9C4F1D080008}" dt="2022-06-30T02:09:49.244" v="93"/>
          <ac:inkMkLst>
            <pc:docMk/>
            <pc:sldMk cId="3101415849" sldId="511"/>
            <ac:inkMk id="83" creationId="{6F3D0644-FCC0-2F5B-A15C-E3CC075E5E8B}"/>
          </ac:inkMkLst>
        </pc:inkChg>
        <pc:inkChg chg="add">
          <ac:chgData name="蔡 東翰" userId="60e45f91182266b3" providerId="Windows Live" clId="Web-{BD8EBCE0-BE44-42A3-84F5-9C4F1D080008}" dt="2022-06-30T02:09:49.244" v="94"/>
          <ac:inkMkLst>
            <pc:docMk/>
            <pc:sldMk cId="3101415849" sldId="511"/>
            <ac:inkMk id="84" creationId="{E3A53BFE-12C0-9EC1-B9F2-F4430675B6D1}"/>
          </ac:inkMkLst>
        </pc:inkChg>
        <pc:inkChg chg="add">
          <ac:chgData name="蔡 東翰" userId="60e45f91182266b3" providerId="Windows Live" clId="Web-{BD8EBCE0-BE44-42A3-84F5-9C4F1D080008}" dt="2022-06-30T02:09:49.244" v="95"/>
          <ac:inkMkLst>
            <pc:docMk/>
            <pc:sldMk cId="3101415849" sldId="511"/>
            <ac:inkMk id="85" creationId="{E677808F-63D4-F19A-DA49-F9E9C007B265}"/>
          </ac:inkMkLst>
        </pc:inkChg>
        <pc:inkChg chg="add">
          <ac:chgData name="蔡 東翰" userId="60e45f91182266b3" providerId="Windows Live" clId="Web-{BD8EBCE0-BE44-42A3-84F5-9C4F1D080008}" dt="2022-06-30T02:09:51.072" v="96"/>
          <ac:inkMkLst>
            <pc:docMk/>
            <pc:sldMk cId="3101415849" sldId="511"/>
            <ac:inkMk id="86" creationId="{B75DB647-AAD8-A85A-7AB1-2E97A4E68088}"/>
          </ac:inkMkLst>
        </pc:inkChg>
        <pc:inkChg chg="add">
          <ac:chgData name="蔡 東翰" userId="60e45f91182266b3" providerId="Windows Live" clId="Web-{BD8EBCE0-BE44-42A3-84F5-9C4F1D080008}" dt="2022-06-30T02:09:51.088" v="97"/>
          <ac:inkMkLst>
            <pc:docMk/>
            <pc:sldMk cId="3101415849" sldId="511"/>
            <ac:inkMk id="87" creationId="{5A260604-C31A-1DF3-BDD4-54C5B8C0BD2A}"/>
          </ac:inkMkLst>
        </pc:inkChg>
        <pc:inkChg chg="add">
          <ac:chgData name="蔡 東翰" userId="60e45f91182266b3" providerId="Windows Live" clId="Web-{BD8EBCE0-BE44-42A3-84F5-9C4F1D080008}" dt="2022-06-30T02:09:51.088" v="98"/>
          <ac:inkMkLst>
            <pc:docMk/>
            <pc:sldMk cId="3101415849" sldId="511"/>
            <ac:inkMk id="88" creationId="{37AF7454-A2BF-8CEC-B148-77CBE7E9956C}"/>
          </ac:inkMkLst>
        </pc:inkChg>
        <pc:inkChg chg="add">
          <ac:chgData name="蔡 東翰" userId="60e45f91182266b3" providerId="Windows Live" clId="Web-{BD8EBCE0-BE44-42A3-84F5-9C4F1D080008}" dt="2022-06-30T02:09:51.728" v="99"/>
          <ac:inkMkLst>
            <pc:docMk/>
            <pc:sldMk cId="3101415849" sldId="511"/>
            <ac:inkMk id="89" creationId="{DF93175B-5F9D-57F1-F0BC-D0FBF7CA8E9C}"/>
          </ac:inkMkLst>
        </pc:inkChg>
        <pc:inkChg chg="add">
          <ac:chgData name="蔡 東翰" userId="60e45f91182266b3" providerId="Windows Live" clId="Web-{BD8EBCE0-BE44-42A3-84F5-9C4F1D080008}" dt="2022-06-30T02:09:51.744" v="100"/>
          <ac:inkMkLst>
            <pc:docMk/>
            <pc:sldMk cId="3101415849" sldId="511"/>
            <ac:inkMk id="90" creationId="{49F369BD-E000-F895-F330-FB21E67D48FA}"/>
          </ac:inkMkLst>
        </pc:inkChg>
        <pc:inkChg chg="add">
          <ac:chgData name="蔡 東翰" userId="60e45f91182266b3" providerId="Windows Live" clId="Web-{BD8EBCE0-BE44-42A3-84F5-9C4F1D080008}" dt="2022-06-30T02:09:52.916" v="101"/>
          <ac:inkMkLst>
            <pc:docMk/>
            <pc:sldMk cId="3101415849" sldId="511"/>
            <ac:inkMk id="91" creationId="{0FE33837-E3E4-65F2-7491-D40CB811ADE2}"/>
          </ac:inkMkLst>
        </pc:inkChg>
        <pc:inkChg chg="add">
          <ac:chgData name="蔡 東翰" userId="60e45f91182266b3" providerId="Windows Live" clId="Web-{BD8EBCE0-BE44-42A3-84F5-9C4F1D080008}" dt="2022-06-30T02:09:52.932" v="102"/>
          <ac:inkMkLst>
            <pc:docMk/>
            <pc:sldMk cId="3101415849" sldId="511"/>
            <ac:inkMk id="92" creationId="{987223FB-46B3-8DDA-0E12-CB7745600806}"/>
          </ac:inkMkLst>
        </pc:inkChg>
        <pc:inkChg chg="add del">
          <ac:chgData name="蔡 東翰" userId="60e45f91182266b3" providerId="Windows Live" clId="Web-{BD8EBCE0-BE44-42A3-84F5-9C4F1D080008}" dt="2022-06-30T06:10:05.951" v="116"/>
          <ac:inkMkLst>
            <pc:docMk/>
            <pc:sldMk cId="3101415849" sldId="511"/>
            <ac:inkMk id="93" creationId="{B7353625-A8B5-64D6-80B2-FDEC4687AB17}"/>
          </ac:inkMkLst>
        </pc:inkChg>
        <pc:inkChg chg="add">
          <ac:chgData name="蔡 東翰" userId="60e45f91182266b3" providerId="Windows Live" clId="Web-{BD8EBCE0-BE44-42A3-84F5-9C4F1D080008}" dt="2022-06-30T02:10:03.354" v="104"/>
          <ac:inkMkLst>
            <pc:docMk/>
            <pc:sldMk cId="3101415849" sldId="511"/>
            <ac:inkMk id="94" creationId="{EB63C7DB-C315-9AC2-0316-C1B2075B37D8}"/>
          </ac:inkMkLst>
        </pc:inkChg>
        <pc:inkChg chg="add">
          <ac:chgData name="蔡 東翰" userId="60e45f91182266b3" providerId="Windows Live" clId="Web-{BD8EBCE0-BE44-42A3-84F5-9C4F1D080008}" dt="2022-06-30T02:10:05.791" v="105"/>
          <ac:inkMkLst>
            <pc:docMk/>
            <pc:sldMk cId="3101415849" sldId="511"/>
            <ac:inkMk id="95" creationId="{3D79721C-8944-9F93-E1A1-E2B2246D4627}"/>
          </ac:inkMkLst>
        </pc:inkChg>
        <pc:inkChg chg="add">
          <ac:chgData name="蔡 東翰" userId="60e45f91182266b3" providerId="Windows Live" clId="Web-{BD8EBCE0-BE44-42A3-84F5-9C4F1D080008}" dt="2022-06-30T02:10:05.791" v="106"/>
          <ac:inkMkLst>
            <pc:docMk/>
            <pc:sldMk cId="3101415849" sldId="511"/>
            <ac:inkMk id="96" creationId="{57D8F994-AF5E-AA45-B17E-904E26F344F2}"/>
          </ac:inkMkLst>
        </pc:inkChg>
        <pc:inkChg chg="add">
          <ac:chgData name="蔡 東翰" userId="60e45f91182266b3" providerId="Windows Live" clId="Web-{BD8EBCE0-BE44-42A3-84F5-9C4F1D080008}" dt="2022-06-30T02:10:05.791" v="107"/>
          <ac:inkMkLst>
            <pc:docMk/>
            <pc:sldMk cId="3101415849" sldId="511"/>
            <ac:inkMk id="97" creationId="{C93D09CB-005D-03A4-4E5F-0D653FE4D66A}"/>
          </ac:inkMkLst>
        </pc:inkChg>
        <pc:inkChg chg="add">
          <ac:chgData name="蔡 東翰" userId="60e45f91182266b3" providerId="Windows Live" clId="Web-{BD8EBCE0-BE44-42A3-84F5-9C4F1D080008}" dt="2022-06-30T02:10:05.807" v="108"/>
          <ac:inkMkLst>
            <pc:docMk/>
            <pc:sldMk cId="3101415849" sldId="511"/>
            <ac:inkMk id="98" creationId="{75488997-C69C-3A42-7858-E04CBEF28A2F}"/>
          </ac:inkMkLst>
        </pc:inkChg>
        <pc:inkChg chg="add del">
          <ac:chgData name="蔡 東翰" userId="60e45f91182266b3" providerId="Windows Live" clId="Web-{BD8EBCE0-BE44-42A3-84F5-9C4F1D080008}" dt="2022-06-30T06:10:05.951" v="115"/>
          <ac:inkMkLst>
            <pc:docMk/>
            <pc:sldMk cId="3101415849" sldId="511"/>
            <ac:inkMk id="99" creationId="{44A2072A-AC3E-5425-1F5C-084F7FCA4D5D}"/>
          </ac:inkMkLst>
        </pc:inkChg>
      </pc:sldChg>
      <pc:sldChg chg="addSp delSp">
        <pc:chgData name="蔡 東翰" userId="60e45f91182266b3" providerId="Windows Live" clId="Web-{BD8EBCE0-BE44-42A3-84F5-9C4F1D080008}" dt="2022-07-01T01:42:30.616" v="154"/>
        <pc:sldMkLst>
          <pc:docMk/>
          <pc:sldMk cId="1342131389" sldId="512"/>
        </pc:sldMkLst>
        <pc:inkChg chg="add del">
          <ac:chgData name="蔡 東翰" userId="60e45f91182266b3" providerId="Windows Live" clId="Web-{BD8EBCE0-BE44-42A3-84F5-9C4F1D080008}" dt="2022-07-01T01:38:52.704" v="130"/>
          <ac:inkMkLst>
            <pc:docMk/>
            <pc:sldMk cId="1342131389" sldId="512"/>
            <ac:inkMk id="4" creationId="{909CF8DE-266E-E6E1-C1EC-9C60D436405B}"/>
          </ac:inkMkLst>
        </pc:inkChg>
        <pc:inkChg chg="add del">
          <ac:chgData name="蔡 東翰" userId="60e45f91182266b3" providerId="Windows Live" clId="Web-{BD8EBCE0-BE44-42A3-84F5-9C4F1D080008}" dt="2022-07-01T01:39:34.377" v="142"/>
          <ac:inkMkLst>
            <pc:docMk/>
            <pc:sldMk cId="1342131389" sldId="512"/>
            <ac:inkMk id="5" creationId="{0668C183-17EC-404D-E783-18564B95C18C}"/>
          </ac:inkMkLst>
        </pc:inkChg>
        <pc:inkChg chg="add del">
          <ac:chgData name="蔡 東翰" userId="60e45f91182266b3" providerId="Windows Live" clId="Web-{BD8EBCE0-BE44-42A3-84F5-9C4F1D080008}" dt="2022-07-01T01:39:33.971" v="141"/>
          <ac:inkMkLst>
            <pc:docMk/>
            <pc:sldMk cId="1342131389" sldId="512"/>
            <ac:inkMk id="7" creationId="{1E9124D3-E67E-A6D8-6D4B-350B3467DBB7}"/>
          </ac:inkMkLst>
        </pc:inkChg>
        <pc:inkChg chg="add del">
          <ac:chgData name="蔡 東翰" userId="60e45f91182266b3" providerId="Windows Live" clId="Web-{BD8EBCE0-BE44-42A3-84F5-9C4F1D080008}" dt="2022-07-01T01:39:33.971" v="140"/>
          <ac:inkMkLst>
            <pc:docMk/>
            <pc:sldMk cId="1342131389" sldId="512"/>
            <ac:inkMk id="8" creationId="{39433718-ECE2-1763-235B-5A4C60503723}"/>
          </ac:inkMkLst>
        </pc:inkChg>
        <pc:inkChg chg="add del">
          <ac:chgData name="蔡 東翰" userId="60e45f91182266b3" providerId="Windows Live" clId="Web-{BD8EBCE0-BE44-42A3-84F5-9C4F1D080008}" dt="2022-07-01T01:39:33.971" v="139"/>
          <ac:inkMkLst>
            <pc:docMk/>
            <pc:sldMk cId="1342131389" sldId="512"/>
            <ac:inkMk id="9" creationId="{E106F45D-50DD-0A14-79C0-9B9BEAD16541}"/>
          </ac:inkMkLst>
        </pc:inkChg>
        <pc:inkChg chg="add del">
          <ac:chgData name="蔡 東翰" userId="60e45f91182266b3" providerId="Windows Live" clId="Web-{BD8EBCE0-BE44-42A3-84F5-9C4F1D080008}" dt="2022-07-01T01:39:33.971" v="138"/>
          <ac:inkMkLst>
            <pc:docMk/>
            <pc:sldMk cId="1342131389" sldId="512"/>
            <ac:inkMk id="10" creationId="{53C38FBF-940F-FEEE-269A-60035AF485DD}"/>
          </ac:inkMkLst>
        </pc:inkChg>
        <pc:inkChg chg="add del">
          <ac:chgData name="蔡 東翰" userId="60e45f91182266b3" providerId="Windows Live" clId="Web-{BD8EBCE0-BE44-42A3-84F5-9C4F1D080008}" dt="2022-07-01T01:39:31.690" v="137"/>
          <ac:inkMkLst>
            <pc:docMk/>
            <pc:sldMk cId="1342131389" sldId="512"/>
            <ac:inkMk id="11" creationId="{DA340F0C-7D95-2CCD-8B86-BAECBFB4684E}"/>
          </ac:inkMkLst>
        </pc:inkChg>
        <pc:inkChg chg="add del">
          <ac:chgData name="蔡 東翰" userId="60e45f91182266b3" providerId="Windows Live" clId="Web-{BD8EBCE0-BE44-42A3-84F5-9C4F1D080008}" dt="2022-07-01T01:39:44.081" v="144"/>
          <ac:inkMkLst>
            <pc:docMk/>
            <pc:sldMk cId="1342131389" sldId="512"/>
            <ac:inkMk id="12" creationId="{66EC8EEC-DBBB-E641-76D2-AD2B92C700B1}"/>
          </ac:inkMkLst>
        </pc:inkChg>
        <pc:inkChg chg="add del">
          <ac:chgData name="蔡 東翰" userId="60e45f91182266b3" providerId="Windows Live" clId="Web-{BD8EBCE0-BE44-42A3-84F5-9C4F1D080008}" dt="2022-07-01T01:42:25.663" v="152"/>
          <ac:inkMkLst>
            <pc:docMk/>
            <pc:sldMk cId="1342131389" sldId="512"/>
            <ac:inkMk id="13" creationId="{FBEC9A5C-5FFE-9238-FC24-62FDE14A8BF6}"/>
          </ac:inkMkLst>
        </pc:inkChg>
        <pc:inkChg chg="add del">
          <ac:chgData name="蔡 東翰" userId="60e45f91182266b3" providerId="Windows Live" clId="Web-{BD8EBCE0-BE44-42A3-84F5-9C4F1D080008}" dt="2022-07-01T01:42:24.694" v="151"/>
          <ac:inkMkLst>
            <pc:docMk/>
            <pc:sldMk cId="1342131389" sldId="512"/>
            <ac:inkMk id="14" creationId="{D18C9AC5-09FC-85FF-4B7B-5C5CC966941D}"/>
          </ac:inkMkLst>
        </pc:inkChg>
        <pc:inkChg chg="add del">
          <ac:chgData name="蔡 東翰" userId="60e45f91182266b3" providerId="Windows Live" clId="Web-{BD8EBCE0-BE44-42A3-84F5-9C4F1D080008}" dt="2022-07-01T01:42:23.726" v="150"/>
          <ac:inkMkLst>
            <pc:docMk/>
            <pc:sldMk cId="1342131389" sldId="512"/>
            <ac:inkMk id="15" creationId="{E3E959C9-4D79-E81A-AE9C-21A13050CB42}"/>
          </ac:inkMkLst>
        </pc:inkChg>
        <pc:inkChg chg="add del">
          <ac:chgData name="蔡 東翰" userId="60e45f91182266b3" providerId="Windows Live" clId="Web-{BD8EBCE0-BE44-42A3-84F5-9C4F1D080008}" dt="2022-07-01T01:42:23.726" v="149"/>
          <ac:inkMkLst>
            <pc:docMk/>
            <pc:sldMk cId="1342131389" sldId="512"/>
            <ac:inkMk id="16" creationId="{0DAA9D8D-1655-622C-8388-4DFF73B127AE}"/>
          </ac:inkMkLst>
        </pc:inkChg>
        <pc:inkChg chg="add">
          <ac:chgData name="蔡 東翰" userId="60e45f91182266b3" providerId="Windows Live" clId="Web-{BD8EBCE0-BE44-42A3-84F5-9C4F1D080008}" dt="2022-07-01T01:42:29.054" v="153"/>
          <ac:inkMkLst>
            <pc:docMk/>
            <pc:sldMk cId="1342131389" sldId="512"/>
            <ac:inkMk id="17" creationId="{F722947E-989E-C2B1-B234-F532D2AB92CD}"/>
          </ac:inkMkLst>
        </pc:inkChg>
        <pc:inkChg chg="add">
          <ac:chgData name="蔡 東翰" userId="60e45f91182266b3" providerId="Windows Live" clId="Web-{BD8EBCE0-BE44-42A3-84F5-9C4F1D080008}" dt="2022-07-01T01:42:30.616" v="154"/>
          <ac:inkMkLst>
            <pc:docMk/>
            <pc:sldMk cId="1342131389" sldId="512"/>
            <ac:inkMk id="18" creationId="{4695CB6F-4354-2FDC-76FF-6DF68A1B83C9}"/>
          </ac:inkMkLst>
        </pc:inkChg>
      </pc:sldChg>
      <pc:sldChg chg="addSp delSp">
        <pc:chgData name="蔡 東翰" userId="60e45f91182266b3" providerId="Windows Live" clId="Web-{BD8EBCE0-BE44-42A3-84F5-9C4F1D080008}" dt="2022-07-01T01:45:29.793" v="247"/>
        <pc:sldMkLst>
          <pc:docMk/>
          <pc:sldMk cId="2620662978" sldId="513"/>
        </pc:sldMkLst>
        <pc:inkChg chg="add">
          <ac:chgData name="蔡 東翰" userId="60e45f91182266b3" providerId="Windows Live" clId="Web-{BD8EBCE0-BE44-42A3-84F5-9C4F1D080008}" dt="2022-07-01T01:44:32.135" v="155"/>
          <ac:inkMkLst>
            <pc:docMk/>
            <pc:sldMk cId="2620662978" sldId="513"/>
            <ac:inkMk id="3" creationId="{D52C1E4C-A868-CCF0-2E69-D68E452C7032}"/>
          </ac:inkMkLst>
        </pc:inkChg>
        <pc:inkChg chg="add">
          <ac:chgData name="蔡 東翰" userId="60e45f91182266b3" providerId="Windows Live" clId="Web-{BD8EBCE0-BE44-42A3-84F5-9C4F1D080008}" dt="2022-07-01T01:44:32.151" v="156"/>
          <ac:inkMkLst>
            <pc:docMk/>
            <pc:sldMk cId="2620662978" sldId="513"/>
            <ac:inkMk id="4" creationId="{387EFE71-F2B0-E46D-E8CB-AEBEAB3A7CFD}"/>
          </ac:inkMkLst>
        </pc:inkChg>
        <pc:inkChg chg="add">
          <ac:chgData name="蔡 東翰" userId="60e45f91182266b3" providerId="Windows Live" clId="Web-{BD8EBCE0-BE44-42A3-84F5-9C4F1D080008}" dt="2022-07-01T01:44:36.776" v="157"/>
          <ac:inkMkLst>
            <pc:docMk/>
            <pc:sldMk cId="2620662978" sldId="513"/>
            <ac:inkMk id="5" creationId="{88115E73-40B8-3A43-774D-2417856E67B1}"/>
          </ac:inkMkLst>
        </pc:inkChg>
        <pc:inkChg chg="add">
          <ac:chgData name="蔡 東翰" userId="60e45f91182266b3" providerId="Windows Live" clId="Web-{BD8EBCE0-BE44-42A3-84F5-9C4F1D080008}" dt="2022-07-01T01:44:36.776" v="158"/>
          <ac:inkMkLst>
            <pc:docMk/>
            <pc:sldMk cId="2620662978" sldId="513"/>
            <ac:inkMk id="7" creationId="{07B0B4E0-4BE7-12EB-7E0F-28BE71F94D27}"/>
          </ac:inkMkLst>
        </pc:inkChg>
        <pc:inkChg chg="add">
          <ac:chgData name="蔡 東翰" userId="60e45f91182266b3" providerId="Windows Live" clId="Web-{BD8EBCE0-BE44-42A3-84F5-9C4F1D080008}" dt="2022-07-01T01:44:36.792" v="159"/>
          <ac:inkMkLst>
            <pc:docMk/>
            <pc:sldMk cId="2620662978" sldId="513"/>
            <ac:inkMk id="9" creationId="{7008A11F-8496-B394-119B-732CB12CEA30}"/>
          </ac:inkMkLst>
        </pc:inkChg>
        <pc:inkChg chg="add">
          <ac:chgData name="蔡 東翰" userId="60e45f91182266b3" providerId="Windows Live" clId="Web-{BD8EBCE0-BE44-42A3-84F5-9C4F1D080008}" dt="2022-07-01T01:44:36.807" v="160"/>
          <ac:inkMkLst>
            <pc:docMk/>
            <pc:sldMk cId="2620662978" sldId="513"/>
            <ac:inkMk id="10" creationId="{20EBE169-80D0-8A8C-A1B3-D673FFC14DCD}"/>
          </ac:inkMkLst>
        </pc:inkChg>
        <pc:inkChg chg="add">
          <ac:chgData name="蔡 東翰" userId="60e45f91182266b3" providerId="Windows Live" clId="Web-{BD8EBCE0-BE44-42A3-84F5-9C4F1D080008}" dt="2022-07-01T01:44:36.807" v="161"/>
          <ac:inkMkLst>
            <pc:docMk/>
            <pc:sldMk cId="2620662978" sldId="513"/>
            <ac:inkMk id="21" creationId="{86FA92C9-FD2F-6BC5-1401-FA3524B7572E}"/>
          </ac:inkMkLst>
        </pc:inkChg>
        <pc:inkChg chg="add">
          <ac:chgData name="蔡 東翰" userId="60e45f91182266b3" providerId="Windows Live" clId="Web-{BD8EBCE0-BE44-42A3-84F5-9C4F1D080008}" dt="2022-07-01T01:44:36.823" v="162"/>
          <ac:inkMkLst>
            <pc:docMk/>
            <pc:sldMk cId="2620662978" sldId="513"/>
            <ac:inkMk id="22" creationId="{11EA30F2-B838-808A-83BC-B6776DC2D822}"/>
          </ac:inkMkLst>
        </pc:inkChg>
        <pc:inkChg chg="add">
          <ac:chgData name="蔡 東翰" userId="60e45f91182266b3" providerId="Windows Live" clId="Web-{BD8EBCE0-BE44-42A3-84F5-9C4F1D080008}" dt="2022-07-01T01:44:36.839" v="163"/>
          <ac:inkMkLst>
            <pc:docMk/>
            <pc:sldMk cId="2620662978" sldId="513"/>
            <ac:inkMk id="23" creationId="{88473471-5511-0EE5-554D-1EC43FCE7A12}"/>
          </ac:inkMkLst>
        </pc:inkChg>
        <pc:inkChg chg="add">
          <ac:chgData name="蔡 東翰" userId="60e45f91182266b3" providerId="Windows Live" clId="Web-{BD8EBCE0-BE44-42A3-84F5-9C4F1D080008}" dt="2022-07-01T01:44:36.839" v="164"/>
          <ac:inkMkLst>
            <pc:docMk/>
            <pc:sldMk cId="2620662978" sldId="513"/>
            <ac:inkMk id="24" creationId="{F50B2CE0-E8F9-7AEC-1022-79495218551D}"/>
          </ac:inkMkLst>
        </pc:inkChg>
        <pc:inkChg chg="add">
          <ac:chgData name="蔡 東翰" userId="60e45f91182266b3" providerId="Windows Live" clId="Web-{BD8EBCE0-BE44-42A3-84F5-9C4F1D080008}" dt="2022-07-01T01:44:36.854" v="165"/>
          <ac:inkMkLst>
            <pc:docMk/>
            <pc:sldMk cId="2620662978" sldId="513"/>
            <ac:inkMk id="25" creationId="{CDF5F9A8-C46A-8757-9F08-D160392A5A7A}"/>
          </ac:inkMkLst>
        </pc:inkChg>
        <pc:inkChg chg="add">
          <ac:chgData name="蔡 東翰" userId="60e45f91182266b3" providerId="Windows Live" clId="Web-{BD8EBCE0-BE44-42A3-84F5-9C4F1D080008}" dt="2022-07-01T01:44:36.870" v="166"/>
          <ac:inkMkLst>
            <pc:docMk/>
            <pc:sldMk cId="2620662978" sldId="513"/>
            <ac:inkMk id="26" creationId="{00C97071-6578-3651-8E54-07C05135D1A1}"/>
          </ac:inkMkLst>
        </pc:inkChg>
        <pc:inkChg chg="add">
          <ac:chgData name="蔡 東翰" userId="60e45f91182266b3" providerId="Windows Live" clId="Web-{BD8EBCE0-BE44-42A3-84F5-9C4F1D080008}" dt="2022-07-01T01:44:36.870" v="167"/>
          <ac:inkMkLst>
            <pc:docMk/>
            <pc:sldMk cId="2620662978" sldId="513"/>
            <ac:inkMk id="27" creationId="{36426443-B7A1-F90C-3CB1-6292E8961EBB}"/>
          </ac:inkMkLst>
        </pc:inkChg>
        <pc:inkChg chg="add">
          <ac:chgData name="蔡 東翰" userId="60e45f91182266b3" providerId="Windows Live" clId="Web-{BD8EBCE0-BE44-42A3-84F5-9C4F1D080008}" dt="2022-07-01T01:44:36.885" v="168"/>
          <ac:inkMkLst>
            <pc:docMk/>
            <pc:sldMk cId="2620662978" sldId="513"/>
            <ac:inkMk id="28" creationId="{52BB1634-9D20-BBEF-8695-84E921F8733F}"/>
          </ac:inkMkLst>
        </pc:inkChg>
        <pc:inkChg chg="add">
          <ac:chgData name="蔡 東翰" userId="60e45f91182266b3" providerId="Windows Live" clId="Web-{BD8EBCE0-BE44-42A3-84F5-9C4F1D080008}" dt="2022-07-01T01:44:40.573" v="169"/>
          <ac:inkMkLst>
            <pc:docMk/>
            <pc:sldMk cId="2620662978" sldId="513"/>
            <ac:inkMk id="29" creationId="{6BB65973-824C-1B4C-0734-2F776FE399A0}"/>
          </ac:inkMkLst>
        </pc:inkChg>
        <pc:inkChg chg="add">
          <ac:chgData name="蔡 東翰" userId="60e45f91182266b3" providerId="Windows Live" clId="Web-{BD8EBCE0-BE44-42A3-84F5-9C4F1D080008}" dt="2022-07-01T01:44:40.573" v="170"/>
          <ac:inkMkLst>
            <pc:docMk/>
            <pc:sldMk cId="2620662978" sldId="513"/>
            <ac:inkMk id="30" creationId="{8A666145-E3F1-52C3-6545-A153882963D0}"/>
          </ac:inkMkLst>
        </pc:inkChg>
        <pc:inkChg chg="add">
          <ac:chgData name="蔡 東翰" userId="60e45f91182266b3" providerId="Windows Live" clId="Web-{BD8EBCE0-BE44-42A3-84F5-9C4F1D080008}" dt="2022-07-01T01:44:40.589" v="171"/>
          <ac:inkMkLst>
            <pc:docMk/>
            <pc:sldMk cId="2620662978" sldId="513"/>
            <ac:inkMk id="31" creationId="{A9EFF7AE-9FC7-1FE9-AEA0-17A8B4B5F949}"/>
          </ac:inkMkLst>
        </pc:inkChg>
        <pc:inkChg chg="add">
          <ac:chgData name="蔡 東翰" userId="60e45f91182266b3" providerId="Windows Live" clId="Web-{BD8EBCE0-BE44-42A3-84F5-9C4F1D080008}" dt="2022-07-01T01:44:40.604" v="172"/>
          <ac:inkMkLst>
            <pc:docMk/>
            <pc:sldMk cId="2620662978" sldId="513"/>
            <ac:inkMk id="32" creationId="{68C409D1-DFFF-B022-6A2A-71DC518E3651}"/>
          </ac:inkMkLst>
        </pc:inkChg>
        <pc:inkChg chg="add">
          <ac:chgData name="蔡 東翰" userId="60e45f91182266b3" providerId="Windows Live" clId="Web-{BD8EBCE0-BE44-42A3-84F5-9C4F1D080008}" dt="2022-07-01T01:44:40.604" v="173"/>
          <ac:inkMkLst>
            <pc:docMk/>
            <pc:sldMk cId="2620662978" sldId="513"/>
            <ac:inkMk id="33" creationId="{AA349646-5B73-A979-FA19-AF8EE6A5B766}"/>
          </ac:inkMkLst>
        </pc:inkChg>
        <pc:inkChg chg="add">
          <ac:chgData name="蔡 東翰" userId="60e45f91182266b3" providerId="Windows Live" clId="Web-{BD8EBCE0-BE44-42A3-84F5-9C4F1D080008}" dt="2022-07-01T01:44:40.620" v="174"/>
          <ac:inkMkLst>
            <pc:docMk/>
            <pc:sldMk cId="2620662978" sldId="513"/>
            <ac:inkMk id="34" creationId="{81D7F01F-0FAF-CF13-D2A8-36C23FB2B856}"/>
          </ac:inkMkLst>
        </pc:inkChg>
        <pc:inkChg chg="add">
          <ac:chgData name="蔡 東翰" userId="60e45f91182266b3" providerId="Windows Live" clId="Web-{BD8EBCE0-BE44-42A3-84F5-9C4F1D080008}" dt="2022-07-01T01:44:40.636" v="175"/>
          <ac:inkMkLst>
            <pc:docMk/>
            <pc:sldMk cId="2620662978" sldId="513"/>
            <ac:inkMk id="35" creationId="{F9CAB07D-0C86-BAAC-21B5-6E3E9E0567D9}"/>
          </ac:inkMkLst>
        </pc:inkChg>
        <pc:inkChg chg="add">
          <ac:chgData name="蔡 東翰" userId="60e45f91182266b3" providerId="Windows Live" clId="Web-{BD8EBCE0-BE44-42A3-84F5-9C4F1D080008}" dt="2022-07-01T01:44:40.636" v="176"/>
          <ac:inkMkLst>
            <pc:docMk/>
            <pc:sldMk cId="2620662978" sldId="513"/>
            <ac:inkMk id="36" creationId="{F80ACCD2-E24E-F25D-F0E3-8988EDBC4174}"/>
          </ac:inkMkLst>
        </pc:inkChg>
        <pc:inkChg chg="add">
          <ac:chgData name="蔡 東翰" userId="60e45f91182266b3" providerId="Windows Live" clId="Web-{BD8EBCE0-BE44-42A3-84F5-9C4F1D080008}" dt="2022-07-01T01:44:40.651" v="177"/>
          <ac:inkMkLst>
            <pc:docMk/>
            <pc:sldMk cId="2620662978" sldId="513"/>
            <ac:inkMk id="37" creationId="{0F0A33EB-93DA-ABE3-7B06-092F79FD4601}"/>
          </ac:inkMkLst>
        </pc:inkChg>
        <pc:inkChg chg="add del">
          <ac:chgData name="蔡 東翰" userId="60e45f91182266b3" providerId="Windows Live" clId="Web-{BD8EBCE0-BE44-42A3-84F5-9C4F1D080008}" dt="2022-07-01T01:44:45.151" v="185"/>
          <ac:inkMkLst>
            <pc:docMk/>
            <pc:sldMk cId="2620662978" sldId="513"/>
            <ac:inkMk id="38" creationId="{0ECFF1E1-B6E5-7BD8-066F-DD0586B73708}"/>
          </ac:inkMkLst>
        </pc:inkChg>
        <pc:inkChg chg="add del">
          <ac:chgData name="蔡 東翰" userId="60e45f91182266b3" providerId="Windows Live" clId="Web-{BD8EBCE0-BE44-42A3-84F5-9C4F1D080008}" dt="2022-07-01T01:44:45.151" v="184"/>
          <ac:inkMkLst>
            <pc:docMk/>
            <pc:sldMk cId="2620662978" sldId="513"/>
            <ac:inkMk id="39" creationId="{710FD511-56CE-4639-2F75-16A10A6C514F}"/>
          </ac:inkMkLst>
        </pc:inkChg>
        <pc:inkChg chg="add del">
          <ac:chgData name="蔡 東翰" userId="60e45f91182266b3" providerId="Windows Live" clId="Web-{BD8EBCE0-BE44-42A3-84F5-9C4F1D080008}" dt="2022-07-01T01:44:45.151" v="183"/>
          <ac:inkMkLst>
            <pc:docMk/>
            <pc:sldMk cId="2620662978" sldId="513"/>
            <ac:inkMk id="40" creationId="{617B73F9-6D83-9C8F-E7C4-2FF0EAD56090}"/>
          </ac:inkMkLst>
        </pc:inkChg>
        <pc:inkChg chg="add del">
          <ac:chgData name="蔡 東翰" userId="60e45f91182266b3" providerId="Windows Live" clId="Web-{BD8EBCE0-BE44-42A3-84F5-9C4F1D080008}" dt="2022-07-01T01:44:45.151" v="182"/>
          <ac:inkMkLst>
            <pc:docMk/>
            <pc:sldMk cId="2620662978" sldId="513"/>
            <ac:inkMk id="41" creationId="{C62DCDC6-C0C3-501B-3477-2381C3888885}"/>
          </ac:inkMkLst>
        </pc:inkChg>
        <pc:inkChg chg="add del">
          <ac:chgData name="蔡 東翰" userId="60e45f91182266b3" providerId="Windows Live" clId="Web-{BD8EBCE0-BE44-42A3-84F5-9C4F1D080008}" dt="2022-07-01T01:44:56.933" v="187"/>
          <ac:inkMkLst>
            <pc:docMk/>
            <pc:sldMk cId="2620662978" sldId="513"/>
            <ac:inkMk id="42" creationId="{E77A603E-8BBC-CEFC-AD34-DEC2C0A0245F}"/>
          </ac:inkMkLst>
        </pc:inkChg>
        <pc:inkChg chg="add">
          <ac:chgData name="蔡 東翰" userId="60e45f91182266b3" providerId="Windows Live" clId="Web-{BD8EBCE0-BE44-42A3-84F5-9C4F1D080008}" dt="2022-07-01T01:44:58.964" v="188"/>
          <ac:inkMkLst>
            <pc:docMk/>
            <pc:sldMk cId="2620662978" sldId="513"/>
            <ac:inkMk id="43" creationId="{80A13276-B8B5-EF84-B696-8184B2E0F233}"/>
          </ac:inkMkLst>
        </pc:inkChg>
        <pc:inkChg chg="add">
          <ac:chgData name="蔡 東翰" userId="60e45f91182266b3" providerId="Windows Live" clId="Web-{BD8EBCE0-BE44-42A3-84F5-9C4F1D080008}" dt="2022-07-01T01:44:58.964" v="189"/>
          <ac:inkMkLst>
            <pc:docMk/>
            <pc:sldMk cId="2620662978" sldId="513"/>
            <ac:inkMk id="44" creationId="{C3A16899-1977-633B-6DB0-0135CF339AC7}"/>
          </ac:inkMkLst>
        </pc:inkChg>
        <pc:inkChg chg="add">
          <ac:chgData name="蔡 東翰" userId="60e45f91182266b3" providerId="Windows Live" clId="Web-{BD8EBCE0-BE44-42A3-84F5-9C4F1D080008}" dt="2022-07-01T01:44:58.980" v="190"/>
          <ac:inkMkLst>
            <pc:docMk/>
            <pc:sldMk cId="2620662978" sldId="513"/>
            <ac:inkMk id="45" creationId="{B124BB84-D36E-C245-D679-F06D2BAFBD65}"/>
          </ac:inkMkLst>
        </pc:inkChg>
        <pc:inkChg chg="add">
          <ac:chgData name="蔡 東翰" userId="60e45f91182266b3" providerId="Windows Live" clId="Web-{BD8EBCE0-BE44-42A3-84F5-9C4F1D080008}" dt="2022-07-01T01:44:58.995" v="191"/>
          <ac:inkMkLst>
            <pc:docMk/>
            <pc:sldMk cId="2620662978" sldId="513"/>
            <ac:inkMk id="46" creationId="{BF175147-C465-D586-B7B5-2B40BE4CC940}"/>
          </ac:inkMkLst>
        </pc:inkChg>
        <pc:inkChg chg="add">
          <ac:chgData name="蔡 東翰" userId="60e45f91182266b3" providerId="Windows Live" clId="Web-{BD8EBCE0-BE44-42A3-84F5-9C4F1D080008}" dt="2022-07-01T01:45:01.574" v="192"/>
          <ac:inkMkLst>
            <pc:docMk/>
            <pc:sldMk cId="2620662978" sldId="513"/>
            <ac:inkMk id="47" creationId="{FCC5DE63-B34A-167B-30B5-DC075A5DE2C2}"/>
          </ac:inkMkLst>
        </pc:inkChg>
        <pc:inkChg chg="add">
          <ac:chgData name="蔡 東翰" userId="60e45f91182266b3" providerId="Windows Live" clId="Web-{BD8EBCE0-BE44-42A3-84F5-9C4F1D080008}" dt="2022-07-01T01:45:01.589" v="193"/>
          <ac:inkMkLst>
            <pc:docMk/>
            <pc:sldMk cId="2620662978" sldId="513"/>
            <ac:inkMk id="48" creationId="{7B413AFC-C7BD-A663-DC33-A187B1DE74DF}"/>
          </ac:inkMkLst>
        </pc:inkChg>
        <pc:inkChg chg="add">
          <ac:chgData name="蔡 東翰" userId="60e45f91182266b3" providerId="Windows Live" clId="Web-{BD8EBCE0-BE44-42A3-84F5-9C4F1D080008}" dt="2022-07-01T01:45:01.605" v="194"/>
          <ac:inkMkLst>
            <pc:docMk/>
            <pc:sldMk cId="2620662978" sldId="513"/>
            <ac:inkMk id="49" creationId="{F5918496-9FE2-A59C-641C-6DEC354AB2BA}"/>
          </ac:inkMkLst>
        </pc:inkChg>
        <pc:inkChg chg="add">
          <ac:chgData name="蔡 東翰" userId="60e45f91182266b3" providerId="Windows Live" clId="Web-{BD8EBCE0-BE44-42A3-84F5-9C4F1D080008}" dt="2022-07-01T01:45:01.620" v="195"/>
          <ac:inkMkLst>
            <pc:docMk/>
            <pc:sldMk cId="2620662978" sldId="513"/>
            <ac:inkMk id="50" creationId="{1E2E1BCD-81D7-7DC5-007F-A881EF879C87}"/>
          </ac:inkMkLst>
        </pc:inkChg>
        <pc:inkChg chg="add">
          <ac:chgData name="蔡 東翰" userId="60e45f91182266b3" providerId="Windows Live" clId="Web-{BD8EBCE0-BE44-42A3-84F5-9C4F1D080008}" dt="2022-07-01T01:45:01.620" v="196"/>
          <ac:inkMkLst>
            <pc:docMk/>
            <pc:sldMk cId="2620662978" sldId="513"/>
            <ac:inkMk id="51" creationId="{DE742536-131B-D3A3-FC7F-4E33922184F4}"/>
          </ac:inkMkLst>
        </pc:inkChg>
        <pc:inkChg chg="add">
          <ac:chgData name="蔡 東翰" userId="60e45f91182266b3" providerId="Windows Live" clId="Web-{BD8EBCE0-BE44-42A3-84F5-9C4F1D080008}" dt="2022-07-01T01:45:03.621" v="197"/>
          <ac:inkMkLst>
            <pc:docMk/>
            <pc:sldMk cId="2620662978" sldId="513"/>
            <ac:inkMk id="52" creationId="{E7577693-4AEE-2E2D-112C-EDE5B302EE5C}"/>
          </ac:inkMkLst>
        </pc:inkChg>
        <pc:inkChg chg="add">
          <ac:chgData name="蔡 東翰" userId="60e45f91182266b3" providerId="Windows Live" clId="Web-{BD8EBCE0-BE44-42A3-84F5-9C4F1D080008}" dt="2022-07-01T01:45:03.636" v="198"/>
          <ac:inkMkLst>
            <pc:docMk/>
            <pc:sldMk cId="2620662978" sldId="513"/>
            <ac:inkMk id="53" creationId="{01FA9010-CD41-6BDE-7747-C7DCF623D156}"/>
          </ac:inkMkLst>
        </pc:inkChg>
        <pc:inkChg chg="add">
          <ac:chgData name="蔡 東翰" userId="60e45f91182266b3" providerId="Windows Live" clId="Web-{BD8EBCE0-BE44-42A3-84F5-9C4F1D080008}" dt="2022-07-01T01:45:04.933" v="199"/>
          <ac:inkMkLst>
            <pc:docMk/>
            <pc:sldMk cId="2620662978" sldId="513"/>
            <ac:inkMk id="54" creationId="{05381FDB-030D-B1A7-CCAC-F7E10AC63DE8}"/>
          </ac:inkMkLst>
        </pc:inkChg>
        <pc:inkChg chg="add">
          <ac:chgData name="蔡 東翰" userId="60e45f91182266b3" providerId="Windows Live" clId="Web-{BD8EBCE0-BE44-42A3-84F5-9C4F1D080008}" dt="2022-07-01T01:45:04.933" v="200"/>
          <ac:inkMkLst>
            <pc:docMk/>
            <pc:sldMk cId="2620662978" sldId="513"/>
            <ac:inkMk id="55" creationId="{9E8826E4-2A7F-3652-FC3C-F143D2E9CB05}"/>
          </ac:inkMkLst>
        </pc:inkChg>
        <pc:inkChg chg="add">
          <ac:chgData name="蔡 東翰" userId="60e45f91182266b3" providerId="Windows Live" clId="Web-{BD8EBCE0-BE44-42A3-84F5-9C4F1D080008}" dt="2022-07-01T01:45:07.871" v="201"/>
          <ac:inkMkLst>
            <pc:docMk/>
            <pc:sldMk cId="2620662978" sldId="513"/>
            <ac:inkMk id="56" creationId="{488CED34-0DA0-99D9-85B5-A54196DE7A28}"/>
          </ac:inkMkLst>
        </pc:inkChg>
        <pc:inkChg chg="add">
          <ac:chgData name="蔡 東翰" userId="60e45f91182266b3" providerId="Windows Live" clId="Web-{BD8EBCE0-BE44-42A3-84F5-9C4F1D080008}" dt="2022-07-01T01:45:07.871" v="202"/>
          <ac:inkMkLst>
            <pc:docMk/>
            <pc:sldMk cId="2620662978" sldId="513"/>
            <ac:inkMk id="57" creationId="{8DC8606B-7219-04E7-2F59-7E721107E72F}"/>
          </ac:inkMkLst>
        </pc:inkChg>
        <pc:inkChg chg="add">
          <ac:chgData name="蔡 東翰" userId="60e45f91182266b3" providerId="Windows Live" clId="Web-{BD8EBCE0-BE44-42A3-84F5-9C4F1D080008}" dt="2022-07-01T01:45:07.886" v="203"/>
          <ac:inkMkLst>
            <pc:docMk/>
            <pc:sldMk cId="2620662978" sldId="513"/>
            <ac:inkMk id="58" creationId="{E9778100-4225-1BDE-8E83-236D4F41C209}"/>
          </ac:inkMkLst>
        </pc:inkChg>
        <pc:inkChg chg="add">
          <ac:chgData name="蔡 東翰" userId="60e45f91182266b3" providerId="Windows Live" clId="Web-{BD8EBCE0-BE44-42A3-84F5-9C4F1D080008}" dt="2022-07-01T01:45:07.902" v="204"/>
          <ac:inkMkLst>
            <pc:docMk/>
            <pc:sldMk cId="2620662978" sldId="513"/>
            <ac:inkMk id="59" creationId="{DC5E4A57-509A-B402-75FD-07398B2584BB}"/>
          </ac:inkMkLst>
        </pc:inkChg>
        <pc:inkChg chg="add del">
          <ac:chgData name="蔡 東翰" userId="60e45f91182266b3" providerId="Windows Live" clId="Web-{BD8EBCE0-BE44-42A3-84F5-9C4F1D080008}" dt="2022-07-01T01:45:11.933" v="216"/>
          <ac:inkMkLst>
            <pc:docMk/>
            <pc:sldMk cId="2620662978" sldId="513"/>
            <ac:inkMk id="60" creationId="{62A89D4A-AC62-26CB-E750-713899BE0B8F}"/>
          </ac:inkMkLst>
        </pc:inkChg>
        <pc:inkChg chg="add del">
          <ac:chgData name="蔡 東翰" userId="60e45f91182266b3" providerId="Windows Live" clId="Web-{BD8EBCE0-BE44-42A3-84F5-9C4F1D080008}" dt="2022-07-01T01:45:11.933" v="215"/>
          <ac:inkMkLst>
            <pc:docMk/>
            <pc:sldMk cId="2620662978" sldId="513"/>
            <ac:inkMk id="61" creationId="{6873D497-4527-7CC7-4677-57EF7D162FA5}"/>
          </ac:inkMkLst>
        </pc:inkChg>
        <pc:inkChg chg="add del">
          <ac:chgData name="蔡 東翰" userId="60e45f91182266b3" providerId="Windows Live" clId="Web-{BD8EBCE0-BE44-42A3-84F5-9C4F1D080008}" dt="2022-07-01T01:45:11.933" v="214"/>
          <ac:inkMkLst>
            <pc:docMk/>
            <pc:sldMk cId="2620662978" sldId="513"/>
            <ac:inkMk id="62" creationId="{18263929-1D39-AC11-DAEA-AC933D231EA8}"/>
          </ac:inkMkLst>
        </pc:inkChg>
        <pc:inkChg chg="add del">
          <ac:chgData name="蔡 東翰" userId="60e45f91182266b3" providerId="Windows Live" clId="Web-{BD8EBCE0-BE44-42A3-84F5-9C4F1D080008}" dt="2022-07-01T01:45:11.933" v="213"/>
          <ac:inkMkLst>
            <pc:docMk/>
            <pc:sldMk cId="2620662978" sldId="513"/>
            <ac:inkMk id="63" creationId="{95D0B2C4-E2A6-3353-C75A-FD9534F76F47}"/>
          </ac:inkMkLst>
        </pc:inkChg>
        <pc:inkChg chg="add del">
          <ac:chgData name="蔡 東翰" userId="60e45f91182266b3" providerId="Windows Live" clId="Web-{BD8EBCE0-BE44-42A3-84F5-9C4F1D080008}" dt="2022-07-01T01:45:11.933" v="212"/>
          <ac:inkMkLst>
            <pc:docMk/>
            <pc:sldMk cId="2620662978" sldId="513"/>
            <ac:inkMk id="64" creationId="{C1F659C4-D541-4E0F-2904-0C4EA3D14093}"/>
          </ac:inkMkLst>
        </pc:inkChg>
        <pc:inkChg chg="add del">
          <ac:chgData name="蔡 東翰" userId="60e45f91182266b3" providerId="Windows Live" clId="Web-{BD8EBCE0-BE44-42A3-84F5-9C4F1D080008}" dt="2022-07-01T01:45:11.933" v="211"/>
          <ac:inkMkLst>
            <pc:docMk/>
            <pc:sldMk cId="2620662978" sldId="513"/>
            <ac:inkMk id="65" creationId="{307B83E9-39D5-936C-B2DE-6E5E3CC7C696}"/>
          </ac:inkMkLst>
        </pc:inkChg>
        <pc:inkChg chg="add">
          <ac:chgData name="蔡 東翰" userId="60e45f91182266b3" providerId="Windows Live" clId="Web-{BD8EBCE0-BE44-42A3-84F5-9C4F1D080008}" dt="2022-07-01T01:45:13.652" v="217"/>
          <ac:inkMkLst>
            <pc:docMk/>
            <pc:sldMk cId="2620662978" sldId="513"/>
            <ac:inkMk id="66" creationId="{B5019D6D-A366-1E3D-314F-9922CF3AEB6C}"/>
          </ac:inkMkLst>
        </pc:inkChg>
        <pc:inkChg chg="add">
          <ac:chgData name="蔡 東翰" userId="60e45f91182266b3" providerId="Windows Live" clId="Web-{BD8EBCE0-BE44-42A3-84F5-9C4F1D080008}" dt="2022-07-01T01:45:13.668" v="218"/>
          <ac:inkMkLst>
            <pc:docMk/>
            <pc:sldMk cId="2620662978" sldId="513"/>
            <ac:inkMk id="67" creationId="{AE29ABC2-648E-3482-790D-0760D648B27C}"/>
          </ac:inkMkLst>
        </pc:inkChg>
        <pc:inkChg chg="add">
          <ac:chgData name="蔡 東翰" userId="60e45f91182266b3" providerId="Windows Live" clId="Web-{BD8EBCE0-BE44-42A3-84F5-9C4F1D080008}" dt="2022-07-01T01:45:13.683" v="219"/>
          <ac:inkMkLst>
            <pc:docMk/>
            <pc:sldMk cId="2620662978" sldId="513"/>
            <ac:inkMk id="68" creationId="{33567DCC-74FF-612C-F492-EFBE440D702B}"/>
          </ac:inkMkLst>
        </pc:inkChg>
        <pc:inkChg chg="add">
          <ac:chgData name="蔡 東翰" userId="60e45f91182266b3" providerId="Windows Live" clId="Web-{BD8EBCE0-BE44-42A3-84F5-9C4F1D080008}" dt="2022-07-01T01:45:15.527" v="220"/>
          <ac:inkMkLst>
            <pc:docMk/>
            <pc:sldMk cId="2620662978" sldId="513"/>
            <ac:inkMk id="69" creationId="{21966F54-9989-4901-63CB-0F4F8051A844}"/>
          </ac:inkMkLst>
        </pc:inkChg>
        <pc:inkChg chg="add">
          <ac:chgData name="蔡 東翰" userId="60e45f91182266b3" providerId="Windows Live" clId="Web-{BD8EBCE0-BE44-42A3-84F5-9C4F1D080008}" dt="2022-07-01T01:45:15.543" v="221"/>
          <ac:inkMkLst>
            <pc:docMk/>
            <pc:sldMk cId="2620662978" sldId="513"/>
            <ac:inkMk id="70" creationId="{A64A65EF-A312-F4E4-9A48-8770D75255FB}"/>
          </ac:inkMkLst>
        </pc:inkChg>
        <pc:inkChg chg="add">
          <ac:chgData name="蔡 東翰" userId="60e45f91182266b3" providerId="Windows Live" clId="Web-{BD8EBCE0-BE44-42A3-84F5-9C4F1D080008}" dt="2022-07-01T01:45:15.558" v="222"/>
          <ac:inkMkLst>
            <pc:docMk/>
            <pc:sldMk cId="2620662978" sldId="513"/>
            <ac:inkMk id="71" creationId="{3B3E4814-D34D-F2CF-0609-0D8E3EF7E368}"/>
          </ac:inkMkLst>
        </pc:inkChg>
        <pc:inkChg chg="add">
          <ac:chgData name="蔡 東翰" userId="60e45f91182266b3" providerId="Windows Live" clId="Web-{BD8EBCE0-BE44-42A3-84F5-9C4F1D080008}" dt="2022-07-01T01:45:15.558" v="223"/>
          <ac:inkMkLst>
            <pc:docMk/>
            <pc:sldMk cId="2620662978" sldId="513"/>
            <ac:inkMk id="72" creationId="{C892E710-4A27-E1D8-E8A6-EC21439221EF}"/>
          </ac:inkMkLst>
        </pc:inkChg>
        <pc:inkChg chg="add">
          <ac:chgData name="蔡 東翰" userId="60e45f91182266b3" providerId="Windows Live" clId="Web-{BD8EBCE0-BE44-42A3-84F5-9C4F1D080008}" dt="2022-07-01T01:45:16.683" v="224"/>
          <ac:inkMkLst>
            <pc:docMk/>
            <pc:sldMk cId="2620662978" sldId="513"/>
            <ac:inkMk id="73" creationId="{C9B36B24-7B2D-BCE1-D66C-3B0A0B51732F}"/>
          </ac:inkMkLst>
        </pc:inkChg>
        <pc:inkChg chg="add">
          <ac:chgData name="蔡 東翰" userId="60e45f91182266b3" providerId="Windows Live" clId="Web-{BD8EBCE0-BE44-42A3-84F5-9C4F1D080008}" dt="2022-07-01T01:45:16.699" v="225"/>
          <ac:inkMkLst>
            <pc:docMk/>
            <pc:sldMk cId="2620662978" sldId="513"/>
            <ac:inkMk id="74" creationId="{C631DBD4-41BC-7389-554C-57CA57E6EC2D}"/>
          </ac:inkMkLst>
        </pc:inkChg>
        <pc:inkChg chg="add">
          <ac:chgData name="蔡 東翰" userId="60e45f91182266b3" providerId="Windows Live" clId="Web-{BD8EBCE0-BE44-42A3-84F5-9C4F1D080008}" dt="2022-07-01T01:45:16.715" v="226"/>
          <ac:inkMkLst>
            <pc:docMk/>
            <pc:sldMk cId="2620662978" sldId="513"/>
            <ac:inkMk id="75" creationId="{5C037E45-75B1-2A50-9209-E7CD86F9D240}"/>
          </ac:inkMkLst>
        </pc:inkChg>
        <pc:inkChg chg="add">
          <ac:chgData name="蔡 東翰" userId="60e45f91182266b3" providerId="Windows Live" clId="Web-{BD8EBCE0-BE44-42A3-84F5-9C4F1D080008}" dt="2022-07-01T01:45:18.855" v="227"/>
          <ac:inkMkLst>
            <pc:docMk/>
            <pc:sldMk cId="2620662978" sldId="513"/>
            <ac:inkMk id="76" creationId="{F370E80A-6910-ED6A-49FB-0561E1FC8603}"/>
          </ac:inkMkLst>
        </pc:inkChg>
        <pc:inkChg chg="add">
          <ac:chgData name="蔡 東翰" userId="60e45f91182266b3" providerId="Windows Live" clId="Web-{BD8EBCE0-BE44-42A3-84F5-9C4F1D080008}" dt="2022-07-01T01:45:18.871" v="228"/>
          <ac:inkMkLst>
            <pc:docMk/>
            <pc:sldMk cId="2620662978" sldId="513"/>
            <ac:inkMk id="77" creationId="{0C4E0652-D682-6E2C-1366-4B7CEDDB0D83}"/>
          </ac:inkMkLst>
        </pc:inkChg>
        <pc:inkChg chg="add">
          <ac:chgData name="蔡 東翰" userId="60e45f91182266b3" providerId="Windows Live" clId="Web-{BD8EBCE0-BE44-42A3-84F5-9C4F1D080008}" dt="2022-07-01T01:45:18.902" v="229"/>
          <ac:inkMkLst>
            <pc:docMk/>
            <pc:sldMk cId="2620662978" sldId="513"/>
            <ac:inkMk id="78" creationId="{0F69D95B-7036-4C8C-8485-C1D744A55442}"/>
          </ac:inkMkLst>
        </pc:inkChg>
        <pc:inkChg chg="add">
          <ac:chgData name="蔡 東翰" userId="60e45f91182266b3" providerId="Windows Live" clId="Web-{BD8EBCE0-BE44-42A3-84F5-9C4F1D080008}" dt="2022-07-01T01:45:18.918" v="230"/>
          <ac:inkMkLst>
            <pc:docMk/>
            <pc:sldMk cId="2620662978" sldId="513"/>
            <ac:inkMk id="79" creationId="{A25966C7-ACD9-AF20-CC4F-4A9994AABD5E}"/>
          </ac:inkMkLst>
        </pc:inkChg>
        <pc:inkChg chg="add">
          <ac:chgData name="蔡 東翰" userId="60e45f91182266b3" providerId="Windows Live" clId="Web-{BD8EBCE0-BE44-42A3-84F5-9C4F1D080008}" dt="2022-07-01T01:45:18.965" v="231"/>
          <ac:inkMkLst>
            <pc:docMk/>
            <pc:sldMk cId="2620662978" sldId="513"/>
            <ac:inkMk id="80" creationId="{11B53792-FF84-37B1-EA9C-952405685EC6}"/>
          </ac:inkMkLst>
        </pc:inkChg>
        <pc:inkChg chg="add">
          <ac:chgData name="蔡 東翰" userId="60e45f91182266b3" providerId="Windows Live" clId="Web-{BD8EBCE0-BE44-42A3-84F5-9C4F1D080008}" dt="2022-07-01T01:45:20.574" v="232"/>
          <ac:inkMkLst>
            <pc:docMk/>
            <pc:sldMk cId="2620662978" sldId="513"/>
            <ac:inkMk id="81" creationId="{1B52BFFB-5595-3D9E-3990-87663448967C}"/>
          </ac:inkMkLst>
        </pc:inkChg>
        <pc:inkChg chg="add">
          <ac:chgData name="蔡 東翰" userId="60e45f91182266b3" providerId="Windows Live" clId="Web-{BD8EBCE0-BE44-42A3-84F5-9C4F1D080008}" dt="2022-07-01T01:45:20.590" v="233"/>
          <ac:inkMkLst>
            <pc:docMk/>
            <pc:sldMk cId="2620662978" sldId="513"/>
            <ac:inkMk id="82" creationId="{4C344A4F-4C42-E063-CB4D-1894F7C5854A}"/>
          </ac:inkMkLst>
        </pc:inkChg>
        <pc:inkChg chg="add">
          <ac:chgData name="蔡 東翰" userId="60e45f91182266b3" providerId="Windows Live" clId="Web-{BD8EBCE0-BE44-42A3-84F5-9C4F1D080008}" dt="2022-07-01T01:45:25.887" v="234"/>
          <ac:inkMkLst>
            <pc:docMk/>
            <pc:sldMk cId="2620662978" sldId="513"/>
            <ac:inkMk id="83" creationId="{0997D0A4-03E2-351A-65B9-A7476A08840E}"/>
          </ac:inkMkLst>
        </pc:inkChg>
        <pc:inkChg chg="add">
          <ac:chgData name="蔡 東翰" userId="60e45f91182266b3" providerId="Windows Live" clId="Web-{BD8EBCE0-BE44-42A3-84F5-9C4F1D080008}" dt="2022-07-01T01:45:25.902" v="235"/>
          <ac:inkMkLst>
            <pc:docMk/>
            <pc:sldMk cId="2620662978" sldId="513"/>
            <ac:inkMk id="84" creationId="{2B10D67A-3801-148A-2578-3A0520EEC778}"/>
          </ac:inkMkLst>
        </pc:inkChg>
        <pc:inkChg chg="add">
          <ac:chgData name="蔡 東翰" userId="60e45f91182266b3" providerId="Windows Live" clId="Web-{BD8EBCE0-BE44-42A3-84F5-9C4F1D080008}" dt="2022-07-01T01:45:25.918" v="236"/>
          <ac:inkMkLst>
            <pc:docMk/>
            <pc:sldMk cId="2620662978" sldId="513"/>
            <ac:inkMk id="85" creationId="{8AF76D31-F100-056D-8091-A812834618C1}"/>
          </ac:inkMkLst>
        </pc:inkChg>
        <pc:inkChg chg="add">
          <ac:chgData name="蔡 東翰" userId="60e45f91182266b3" providerId="Windows Live" clId="Web-{BD8EBCE0-BE44-42A3-84F5-9C4F1D080008}" dt="2022-07-01T01:45:25.934" v="237"/>
          <ac:inkMkLst>
            <pc:docMk/>
            <pc:sldMk cId="2620662978" sldId="513"/>
            <ac:inkMk id="86" creationId="{426B7E17-FB3B-68B3-26FC-FF3BEC6DF447}"/>
          </ac:inkMkLst>
        </pc:inkChg>
        <pc:inkChg chg="add">
          <ac:chgData name="蔡 東翰" userId="60e45f91182266b3" providerId="Windows Live" clId="Web-{BD8EBCE0-BE44-42A3-84F5-9C4F1D080008}" dt="2022-07-01T01:45:25.934" v="238"/>
          <ac:inkMkLst>
            <pc:docMk/>
            <pc:sldMk cId="2620662978" sldId="513"/>
            <ac:inkMk id="87" creationId="{86C7D009-A93D-89AC-260D-4496374D2AC1}"/>
          </ac:inkMkLst>
        </pc:inkChg>
        <pc:inkChg chg="add">
          <ac:chgData name="蔡 東翰" userId="60e45f91182266b3" providerId="Windows Live" clId="Web-{BD8EBCE0-BE44-42A3-84F5-9C4F1D080008}" dt="2022-07-01T01:45:25.949" v="239"/>
          <ac:inkMkLst>
            <pc:docMk/>
            <pc:sldMk cId="2620662978" sldId="513"/>
            <ac:inkMk id="88" creationId="{98C4AADC-2118-4329-527A-7140E4B5031B}"/>
          </ac:inkMkLst>
        </pc:inkChg>
        <pc:inkChg chg="add">
          <ac:chgData name="蔡 東翰" userId="60e45f91182266b3" providerId="Windows Live" clId="Web-{BD8EBCE0-BE44-42A3-84F5-9C4F1D080008}" dt="2022-07-01T01:45:25.965" v="240"/>
          <ac:inkMkLst>
            <pc:docMk/>
            <pc:sldMk cId="2620662978" sldId="513"/>
            <ac:inkMk id="89" creationId="{52089784-6D60-E323-6143-8089DF3CC7DE}"/>
          </ac:inkMkLst>
        </pc:inkChg>
        <pc:inkChg chg="add">
          <ac:chgData name="蔡 東翰" userId="60e45f91182266b3" providerId="Windows Live" clId="Web-{BD8EBCE0-BE44-42A3-84F5-9C4F1D080008}" dt="2022-07-01T01:45:25.981" v="241"/>
          <ac:inkMkLst>
            <pc:docMk/>
            <pc:sldMk cId="2620662978" sldId="513"/>
            <ac:inkMk id="90" creationId="{6309CCED-2567-1836-9321-A0BA4D94DA51}"/>
          </ac:inkMkLst>
        </pc:inkChg>
        <pc:inkChg chg="add">
          <ac:chgData name="蔡 東翰" userId="60e45f91182266b3" providerId="Windows Live" clId="Web-{BD8EBCE0-BE44-42A3-84F5-9C4F1D080008}" dt="2022-07-01T01:45:25.996" v="242"/>
          <ac:inkMkLst>
            <pc:docMk/>
            <pc:sldMk cId="2620662978" sldId="513"/>
            <ac:inkMk id="91" creationId="{151EE9FD-F9BC-E855-B6D8-E6930A46500F}"/>
          </ac:inkMkLst>
        </pc:inkChg>
        <pc:inkChg chg="add">
          <ac:chgData name="蔡 東翰" userId="60e45f91182266b3" providerId="Windows Live" clId="Web-{BD8EBCE0-BE44-42A3-84F5-9C4F1D080008}" dt="2022-07-01T01:45:26.887" v="243"/>
          <ac:inkMkLst>
            <pc:docMk/>
            <pc:sldMk cId="2620662978" sldId="513"/>
            <ac:inkMk id="92" creationId="{0B72115A-E1E0-0E2C-A5E7-0B4FCBCF960C}"/>
          </ac:inkMkLst>
        </pc:inkChg>
        <pc:inkChg chg="add">
          <ac:chgData name="蔡 東翰" userId="60e45f91182266b3" providerId="Windows Live" clId="Web-{BD8EBCE0-BE44-42A3-84F5-9C4F1D080008}" dt="2022-07-01T01:45:26.902" v="244"/>
          <ac:inkMkLst>
            <pc:docMk/>
            <pc:sldMk cId="2620662978" sldId="513"/>
            <ac:inkMk id="93" creationId="{08F40204-A283-908A-48AA-E024001E7FC5}"/>
          </ac:inkMkLst>
        </pc:inkChg>
        <pc:inkChg chg="add">
          <ac:chgData name="蔡 東翰" userId="60e45f91182266b3" providerId="Windows Live" clId="Web-{BD8EBCE0-BE44-42A3-84F5-9C4F1D080008}" dt="2022-07-01T01:45:29.762" v="245"/>
          <ac:inkMkLst>
            <pc:docMk/>
            <pc:sldMk cId="2620662978" sldId="513"/>
            <ac:inkMk id="94" creationId="{6E0DF20D-E8E5-B659-11BE-227951553343}"/>
          </ac:inkMkLst>
        </pc:inkChg>
        <pc:inkChg chg="add">
          <ac:chgData name="蔡 東翰" userId="60e45f91182266b3" providerId="Windows Live" clId="Web-{BD8EBCE0-BE44-42A3-84F5-9C4F1D080008}" dt="2022-07-01T01:45:29.778" v="246"/>
          <ac:inkMkLst>
            <pc:docMk/>
            <pc:sldMk cId="2620662978" sldId="513"/>
            <ac:inkMk id="95" creationId="{301B0BC6-024C-87F4-EA6B-80EDF0414D07}"/>
          </ac:inkMkLst>
        </pc:inkChg>
        <pc:inkChg chg="add">
          <ac:chgData name="蔡 東翰" userId="60e45f91182266b3" providerId="Windows Live" clId="Web-{BD8EBCE0-BE44-42A3-84F5-9C4F1D080008}" dt="2022-07-01T01:45:29.793" v="247"/>
          <ac:inkMkLst>
            <pc:docMk/>
            <pc:sldMk cId="2620662978" sldId="513"/>
            <ac:inkMk id="96" creationId="{D466413D-8F11-7EA2-C042-2D3BAEF27142}"/>
          </ac:inkMkLst>
        </pc:inkChg>
      </pc:sldChg>
      <pc:sldChg chg="addSp">
        <pc:chgData name="蔡 東翰" userId="60e45f91182266b3" providerId="Windows Live" clId="Web-{BD8EBCE0-BE44-42A3-84F5-9C4F1D080008}" dt="2022-07-01T01:47:06.968" v="306"/>
        <pc:sldMkLst>
          <pc:docMk/>
          <pc:sldMk cId="2309789979" sldId="515"/>
        </pc:sldMkLst>
        <pc:inkChg chg="add">
          <ac:chgData name="蔡 東翰" userId="60e45f91182266b3" providerId="Windows Live" clId="Web-{BD8EBCE0-BE44-42A3-84F5-9C4F1D080008}" dt="2022-07-01T01:46:00.341" v="248"/>
          <ac:inkMkLst>
            <pc:docMk/>
            <pc:sldMk cId="2309789979" sldId="515"/>
            <ac:inkMk id="3" creationId="{CD747FA2-0192-A8B9-EC40-EE49F49D37A7}"/>
          </ac:inkMkLst>
        </pc:inkChg>
        <pc:inkChg chg="add">
          <ac:chgData name="蔡 東翰" userId="60e45f91182266b3" providerId="Windows Live" clId="Web-{BD8EBCE0-BE44-42A3-84F5-9C4F1D080008}" dt="2022-07-01T01:46:00.356" v="249"/>
          <ac:inkMkLst>
            <pc:docMk/>
            <pc:sldMk cId="2309789979" sldId="515"/>
            <ac:inkMk id="7" creationId="{993FC747-6750-E7DE-765E-431D04EAB0CE}"/>
          </ac:inkMkLst>
        </pc:inkChg>
        <pc:inkChg chg="add">
          <ac:chgData name="蔡 東翰" userId="60e45f91182266b3" providerId="Windows Live" clId="Web-{BD8EBCE0-BE44-42A3-84F5-9C4F1D080008}" dt="2022-07-01T01:46:00.372" v="250"/>
          <ac:inkMkLst>
            <pc:docMk/>
            <pc:sldMk cId="2309789979" sldId="515"/>
            <ac:inkMk id="9" creationId="{4BA30E91-3A55-A995-D853-DBF40A1DDC77}"/>
          </ac:inkMkLst>
        </pc:inkChg>
        <pc:inkChg chg="add">
          <ac:chgData name="蔡 東翰" userId="60e45f91182266b3" providerId="Windows Live" clId="Web-{BD8EBCE0-BE44-42A3-84F5-9C4F1D080008}" dt="2022-07-01T01:46:01.185" v="251"/>
          <ac:inkMkLst>
            <pc:docMk/>
            <pc:sldMk cId="2309789979" sldId="515"/>
            <ac:inkMk id="10" creationId="{20B5A92B-17B6-C25B-2DFA-6129CC1A01B8}"/>
          </ac:inkMkLst>
        </pc:inkChg>
        <pc:inkChg chg="add">
          <ac:chgData name="蔡 東翰" userId="60e45f91182266b3" providerId="Windows Live" clId="Web-{BD8EBCE0-BE44-42A3-84F5-9C4F1D080008}" dt="2022-07-01T01:46:01.200" v="252"/>
          <ac:inkMkLst>
            <pc:docMk/>
            <pc:sldMk cId="2309789979" sldId="515"/>
            <ac:inkMk id="11" creationId="{8BE4A209-7006-10F2-AFC1-1F0C5F11DBA4}"/>
          </ac:inkMkLst>
        </pc:inkChg>
        <pc:inkChg chg="add">
          <ac:chgData name="蔡 東翰" userId="60e45f91182266b3" providerId="Windows Live" clId="Web-{BD8EBCE0-BE44-42A3-84F5-9C4F1D080008}" dt="2022-07-01T01:46:01.200" v="253"/>
          <ac:inkMkLst>
            <pc:docMk/>
            <pc:sldMk cId="2309789979" sldId="515"/>
            <ac:inkMk id="12" creationId="{53291BEB-18A4-3C16-E0BC-922BA544CADD}"/>
          </ac:inkMkLst>
        </pc:inkChg>
        <pc:inkChg chg="add">
          <ac:chgData name="蔡 東翰" userId="60e45f91182266b3" providerId="Windows Live" clId="Web-{BD8EBCE0-BE44-42A3-84F5-9C4F1D080008}" dt="2022-07-01T01:46:03.794" v="254"/>
          <ac:inkMkLst>
            <pc:docMk/>
            <pc:sldMk cId="2309789979" sldId="515"/>
            <ac:inkMk id="13" creationId="{7428F301-78ED-463A-0854-60CB74F7819D}"/>
          </ac:inkMkLst>
        </pc:inkChg>
        <pc:inkChg chg="add">
          <ac:chgData name="蔡 東翰" userId="60e45f91182266b3" providerId="Windows Live" clId="Web-{BD8EBCE0-BE44-42A3-84F5-9C4F1D080008}" dt="2022-07-01T01:46:03.794" v="255"/>
          <ac:inkMkLst>
            <pc:docMk/>
            <pc:sldMk cId="2309789979" sldId="515"/>
            <ac:inkMk id="14" creationId="{5C9BAB30-6EC8-4CFF-B9B3-A3F860140FDE}"/>
          </ac:inkMkLst>
        </pc:inkChg>
        <pc:inkChg chg="add">
          <ac:chgData name="蔡 東翰" userId="60e45f91182266b3" providerId="Windows Live" clId="Web-{BD8EBCE0-BE44-42A3-84F5-9C4F1D080008}" dt="2022-07-01T01:46:03.810" v="256"/>
          <ac:inkMkLst>
            <pc:docMk/>
            <pc:sldMk cId="2309789979" sldId="515"/>
            <ac:inkMk id="15" creationId="{34428E8A-A1AA-3B3A-45C6-D386E8BFF2FA}"/>
          </ac:inkMkLst>
        </pc:inkChg>
        <pc:inkChg chg="add">
          <ac:chgData name="蔡 東翰" userId="60e45f91182266b3" providerId="Windows Live" clId="Web-{BD8EBCE0-BE44-42A3-84F5-9C4F1D080008}" dt="2022-07-01T01:46:04.591" v="257"/>
          <ac:inkMkLst>
            <pc:docMk/>
            <pc:sldMk cId="2309789979" sldId="515"/>
            <ac:inkMk id="16" creationId="{9E651BE8-9252-2B0E-D4A2-62D2688639CF}"/>
          </ac:inkMkLst>
        </pc:inkChg>
        <pc:inkChg chg="add">
          <ac:chgData name="蔡 東翰" userId="60e45f91182266b3" providerId="Windows Live" clId="Web-{BD8EBCE0-BE44-42A3-84F5-9C4F1D080008}" dt="2022-07-01T01:46:04.607" v="258"/>
          <ac:inkMkLst>
            <pc:docMk/>
            <pc:sldMk cId="2309789979" sldId="515"/>
            <ac:inkMk id="17" creationId="{8D225FDC-7C86-3F73-C8D8-EF59FDE44996}"/>
          </ac:inkMkLst>
        </pc:inkChg>
        <pc:inkChg chg="add">
          <ac:chgData name="蔡 東翰" userId="60e45f91182266b3" providerId="Windows Live" clId="Web-{BD8EBCE0-BE44-42A3-84F5-9C4F1D080008}" dt="2022-07-01T01:46:05.841" v="259"/>
          <ac:inkMkLst>
            <pc:docMk/>
            <pc:sldMk cId="2309789979" sldId="515"/>
            <ac:inkMk id="18" creationId="{2134AB08-2FDC-B694-0690-8FB986DD8D70}"/>
          </ac:inkMkLst>
        </pc:inkChg>
        <pc:inkChg chg="add">
          <ac:chgData name="蔡 東翰" userId="60e45f91182266b3" providerId="Windows Live" clId="Web-{BD8EBCE0-BE44-42A3-84F5-9C4F1D080008}" dt="2022-07-01T01:46:05.841" v="260"/>
          <ac:inkMkLst>
            <pc:docMk/>
            <pc:sldMk cId="2309789979" sldId="515"/>
            <ac:inkMk id="19" creationId="{87753859-D790-3C7A-8ED9-ABFBE44F5F92}"/>
          </ac:inkMkLst>
        </pc:inkChg>
        <pc:inkChg chg="add">
          <ac:chgData name="蔡 東翰" userId="60e45f91182266b3" providerId="Windows Live" clId="Web-{BD8EBCE0-BE44-42A3-84F5-9C4F1D080008}" dt="2022-07-01T01:46:05.857" v="261"/>
          <ac:inkMkLst>
            <pc:docMk/>
            <pc:sldMk cId="2309789979" sldId="515"/>
            <ac:inkMk id="20" creationId="{709A479E-76E6-9B38-DAE8-8011F5563C97}"/>
          </ac:inkMkLst>
        </pc:inkChg>
        <pc:inkChg chg="add">
          <ac:chgData name="蔡 東翰" userId="60e45f91182266b3" providerId="Windows Live" clId="Web-{BD8EBCE0-BE44-42A3-84F5-9C4F1D080008}" dt="2022-07-01T01:46:35.186" v="262"/>
          <ac:inkMkLst>
            <pc:docMk/>
            <pc:sldMk cId="2309789979" sldId="515"/>
            <ac:inkMk id="21" creationId="{6AEF8A62-BF27-C0C8-89F7-B3409C64E839}"/>
          </ac:inkMkLst>
        </pc:inkChg>
        <pc:inkChg chg="add">
          <ac:chgData name="蔡 東翰" userId="60e45f91182266b3" providerId="Windows Live" clId="Web-{BD8EBCE0-BE44-42A3-84F5-9C4F1D080008}" dt="2022-07-01T01:46:35.201" v="263"/>
          <ac:inkMkLst>
            <pc:docMk/>
            <pc:sldMk cId="2309789979" sldId="515"/>
            <ac:inkMk id="24" creationId="{3701ABBC-07F5-F7E5-F285-51FE6EE3153A}"/>
          </ac:inkMkLst>
        </pc:inkChg>
        <pc:inkChg chg="add">
          <ac:chgData name="蔡 東翰" userId="60e45f91182266b3" providerId="Windows Live" clId="Web-{BD8EBCE0-BE44-42A3-84F5-9C4F1D080008}" dt="2022-07-01T01:46:38.186" v="264"/>
          <ac:inkMkLst>
            <pc:docMk/>
            <pc:sldMk cId="2309789979" sldId="515"/>
            <ac:inkMk id="25" creationId="{734865B6-4DF6-3304-38D9-F395588AA945}"/>
          </ac:inkMkLst>
        </pc:inkChg>
        <pc:inkChg chg="add">
          <ac:chgData name="蔡 東翰" userId="60e45f91182266b3" providerId="Windows Live" clId="Web-{BD8EBCE0-BE44-42A3-84F5-9C4F1D080008}" dt="2022-07-01T01:46:38.201" v="265"/>
          <ac:inkMkLst>
            <pc:docMk/>
            <pc:sldMk cId="2309789979" sldId="515"/>
            <ac:inkMk id="26" creationId="{680C5C40-0749-8AB8-627E-DAC394FBE1FC}"/>
          </ac:inkMkLst>
        </pc:inkChg>
        <pc:inkChg chg="add">
          <ac:chgData name="蔡 東翰" userId="60e45f91182266b3" providerId="Windows Live" clId="Web-{BD8EBCE0-BE44-42A3-84F5-9C4F1D080008}" dt="2022-07-01T01:46:38.201" v="266"/>
          <ac:inkMkLst>
            <pc:docMk/>
            <pc:sldMk cId="2309789979" sldId="515"/>
            <ac:inkMk id="27" creationId="{CB1696BD-3551-B7C2-9954-4252F3E1291E}"/>
          </ac:inkMkLst>
        </pc:inkChg>
        <pc:inkChg chg="add">
          <ac:chgData name="蔡 東翰" userId="60e45f91182266b3" providerId="Windows Live" clId="Web-{BD8EBCE0-BE44-42A3-84F5-9C4F1D080008}" dt="2022-07-01T01:46:38.217" v="267"/>
          <ac:inkMkLst>
            <pc:docMk/>
            <pc:sldMk cId="2309789979" sldId="515"/>
            <ac:inkMk id="28" creationId="{091344AD-D4C1-F0A7-B22B-F8CD467E2C18}"/>
          </ac:inkMkLst>
        </pc:inkChg>
        <pc:inkChg chg="add">
          <ac:chgData name="蔡 東翰" userId="60e45f91182266b3" providerId="Windows Live" clId="Web-{BD8EBCE0-BE44-42A3-84F5-9C4F1D080008}" dt="2022-07-01T01:46:38.232" v="268"/>
          <ac:inkMkLst>
            <pc:docMk/>
            <pc:sldMk cId="2309789979" sldId="515"/>
            <ac:inkMk id="30" creationId="{20F50362-7D15-76EA-F134-90CE25801A02}"/>
          </ac:inkMkLst>
        </pc:inkChg>
        <pc:inkChg chg="add">
          <ac:chgData name="蔡 東翰" userId="60e45f91182266b3" providerId="Windows Live" clId="Web-{BD8EBCE0-BE44-42A3-84F5-9C4F1D080008}" dt="2022-07-01T01:46:38.232" v="269"/>
          <ac:inkMkLst>
            <pc:docMk/>
            <pc:sldMk cId="2309789979" sldId="515"/>
            <ac:inkMk id="31" creationId="{2FD55E4D-F963-C2FA-C41B-C7A981C379AA}"/>
          </ac:inkMkLst>
        </pc:inkChg>
        <pc:inkChg chg="add">
          <ac:chgData name="蔡 東翰" userId="60e45f91182266b3" providerId="Windows Live" clId="Web-{BD8EBCE0-BE44-42A3-84F5-9C4F1D080008}" dt="2022-07-01T01:46:38.248" v="270"/>
          <ac:inkMkLst>
            <pc:docMk/>
            <pc:sldMk cId="2309789979" sldId="515"/>
            <ac:inkMk id="32" creationId="{C3412222-45BA-2C0C-3988-24DC14D29488}"/>
          </ac:inkMkLst>
        </pc:inkChg>
        <pc:inkChg chg="add">
          <ac:chgData name="蔡 東翰" userId="60e45f91182266b3" providerId="Windows Live" clId="Web-{BD8EBCE0-BE44-42A3-84F5-9C4F1D080008}" dt="2022-07-01T01:46:38.248" v="271"/>
          <ac:inkMkLst>
            <pc:docMk/>
            <pc:sldMk cId="2309789979" sldId="515"/>
            <ac:inkMk id="33" creationId="{DCDED60E-B328-FD6A-099F-CA0888F029C2}"/>
          </ac:inkMkLst>
        </pc:inkChg>
        <pc:inkChg chg="add">
          <ac:chgData name="蔡 東翰" userId="60e45f91182266b3" providerId="Windows Live" clId="Web-{BD8EBCE0-BE44-42A3-84F5-9C4F1D080008}" dt="2022-07-01T01:46:38.264" v="272"/>
          <ac:inkMkLst>
            <pc:docMk/>
            <pc:sldMk cId="2309789979" sldId="515"/>
            <ac:inkMk id="34" creationId="{6175A04F-60EA-641A-6534-159F74FFC26C}"/>
          </ac:inkMkLst>
        </pc:inkChg>
        <pc:inkChg chg="add">
          <ac:chgData name="蔡 東翰" userId="60e45f91182266b3" providerId="Windows Live" clId="Web-{BD8EBCE0-BE44-42A3-84F5-9C4F1D080008}" dt="2022-07-01T01:46:40.623" v="273"/>
          <ac:inkMkLst>
            <pc:docMk/>
            <pc:sldMk cId="2309789979" sldId="515"/>
            <ac:inkMk id="35" creationId="{04263CF3-1D75-C1C8-BB72-6128BE382DF0}"/>
          </ac:inkMkLst>
        </pc:inkChg>
        <pc:inkChg chg="add">
          <ac:chgData name="蔡 東翰" userId="60e45f91182266b3" providerId="Windows Live" clId="Web-{BD8EBCE0-BE44-42A3-84F5-9C4F1D080008}" dt="2022-07-01T01:46:40.623" v="274"/>
          <ac:inkMkLst>
            <pc:docMk/>
            <pc:sldMk cId="2309789979" sldId="515"/>
            <ac:inkMk id="36" creationId="{F1DE0BFB-E923-ABC0-8CED-C9274A255BD6}"/>
          </ac:inkMkLst>
        </pc:inkChg>
        <pc:inkChg chg="add">
          <ac:chgData name="蔡 東翰" userId="60e45f91182266b3" providerId="Windows Live" clId="Web-{BD8EBCE0-BE44-42A3-84F5-9C4F1D080008}" dt="2022-07-01T01:46:40.639" v="275"/>
          <ac:inkMkLst>
            <pc:docMk/>
            <pc:sldMk cId="2309789979" sldId="515"/>
            <ac:inkMk id="37" creationId="{F5621B7F-B5A4-6D32-0807-FF2C696F0227}"/>
          </ac:inkMkLst>
        </pc:inkChg>
        <pc:inkChg chg="add">
          <ac:chgData name="蔡 東翰" userId="60e45f91182266b3" providerId="Windows Live" clId="Web-{BD8EBCE0-BE44-42A3-84F5-9C4F1D080008}" dt="2022-07-01T01:46:41.186" v="276"/>
          <ac:inkMkLst>
            <pc:docMk/>
            <pc:sldMk cId="2309789979" sldId="515"/>
            <ac:inkMk id="38" creationId="{6683F554-50B8-0181-F881-B7CC602B6292}"/>
          </ac:inkMkLst>
        </pc:inkChg>
        <pc:inkChg chg="add">
          <ac:chgData name="蔡 東翰" userId="60e45f91182266b3" providerId="Windows Live" clId="Web-{BD8EBCE0-BE44-42A3-84F5-9C4F1D080008}" dt="2022-07-01T01:46:42.108" v="277"/>
          <ac:inkMkLst>
            <pc:docMk/>
            <pc:sldMk cId="2309789979" sldId="515"/>
            <ac:inkMk id="39" creationId="{C93E75CE-6322-7FDD-7941-29EAC81C02A0}"/>
          </ac:inkMkLst>
        </pc:inkChg>
        <pc:inkChg chg="add">
          <ac:chgData name="蔡 東翰" userId="60e45f91182266b3" providerId="Windows Live" clId="Web-{BD8EBCE0-BE44-42A3-84F5-9C4F1D080008}" dt="2022-07-01T01:46:43.764" v="278"/>
          <ac:inkMkLst>
            <pc:docMk/>
            <pc:sldMk cId="2309789979" sldId="515"/>
            <ac:inkMk id="40" creationId="{4B0E2728-9EA6-5852-43D0-4845B2F2027F}"/>
          </ac:inkMkLst>
        </pc:inkChg>
        <pc:inkChg chg="add">
          <ac:chgData name="蔡 東翰" userId="60e45f91182266b3" providerId="Windows Live" clId="Web-{BD8EBCE0-BE44-42A3-84F5-9C4F1D080008}" dt="2022-07-01T01:46:43.764" v="279"/>
          <ac:inkMkLst>
            <pc:docMk/>
            <pc:sldMk cId="2309789979" sldId="515"/>
            <ac:inkMk id="41" creationId="{E7EE0B70-8815-1D83-6E01-B98B01325BC2}"/>
          </ac:inkMkLst>
        </pc:inkChg>
        <pc:inkChg chg="add">
          <ac:chgData name="蔡 東翰" userId="60e45f91182266b3" providerId="Windows Live" clId="Web-{BD8EBCE0-BE44-42A3-84F5-9C4F1D080008}" dt="2022-07-01T01:46:43.779" v="280"/>
          <ac:inkMkLst>
            <pc:docMk/>
            <pc:sldMk cId="2309789979" sldId="515"/>
            <ac:inkMk id="42" creationId="{B42860A9-5041-6BCC-91FD-67E695EC8413}"/>
          </ac:inkMkLst>
        </pc:inkChg>
        <pc:inkChg chg="add">
          <ac:chgData name="蔡 東翰" userId="60e45f91182266b3" providerId="Windows Live" clId="Web-{BD8EBCE0-BE44-42A3-84F5-9C4F1D080008}" dt="2022-07-01T01:46:43.779" v="281"/>
          <ac:inkMkLst>
            <pc:docMk/>
            <pc:sldMk cId="2309789979" sldId="515"/>
            <ac:inkMk id="43" creationId="{176020FD-32BA-F961-F298-61280B503778}"/>
          </ac:inkMkLst>
        </pc:inkChg>
        <pc:inkChg chg="add">
          <ac:chgData name="蔡 東翰" userId="60e45f91182266b3" providerId="Windows Live" clId="Web-{BD8EBCE0-BE44-42A3-84F5-9C4F1D080008}" dt="2022-07-01T01:46:43.795" v="282"/>
          <ac:inkMkLst>
            <pc:docMk/>
            <pc:sldMk cId="2309789979" sldId="515"/>
            <ac:inkMk id="44" creationId="{8958C7F3-BFA2-8092-F812-A5F8B56EBAE1}"/>
          </ac:inkMkLst>
        </pc:inkChg>
        <pc:inkChg chg="add">
          <ac:chgData name="蔡 東翰" userId="60e45f91182266b3" providerId="Windows Live" clId="Web-{BD8EBCE0-BE44-42A3-84F5-9C4F1D080008}" dt="2022-07-01T01:46:48.420" v="283"/>
          <ac:inkMkLst>
            <pc:docMk/>
            <pc:sldMk cId="2309789979" sldId="515"/>
            <ac:inkMk id="45" creationId="{42817F0E-5347-64BB-C7A3-1086D1FC8DED}"/>
          </ac:inkMkLst>
        </pc:inkChg>
        <pc:inkChg chg="add">
          <ac:chgData name="蔡 東翰" userId="60e45f91182266b3" providerId="Windows Live" clId="Web-{BD8EBCE0-BE44-42A3-84F5-9C4F1D080008}" dt="2022-07-01T01:46:51.373" v="284"/>
          <ac:inkMkLst>
            <pc:docMk/>
            <pc:sldMk cId="2309789979" sldId="515"/>
            <ac:inkMk id="46" creationId="{CEB137F4-8D3E-F7CA-2E11-16BFCD84A772}"/>
          </ac:inkMkLst>
        </pc:inkChg>
        <pc:inkChg chg="add">
          <ac:chgData name="蔡 東翰" userId="60e45f91182266b3" providerId="Windows Live" clId="Web-{BD8EBCE0-BE44-42A3-84F5-9C4F1D080008}" dt="2022-07-01T01:46:51.389" v="285"/>
          <ac:inkMkLst>
            <pc:docMk/>
            <pc:sldMk cId="2309789979" sldId="515"/>
            <ac:inkMk id="47" creationId="{D3414859-D098-1A01-60AA-1A0C7EE33489}"/>
          </ac:inkMkLst>
        </pc:inkChg>
        <pc:inkChg chg="add">
          <ac:chgData name="蔡 東翰" userId="60e45f91182266b3" providerId="Windows Live" clId="Web-{BD8EBCE0-BE44-42A3-84F5-9C4F1D080008}" dt="2022-07-01T01:46:51.405" v="286"/>
          <ac:inkMkLst>
            <pc:docMk/>
            <pc:sldMk cId="2309789979" sldId="515"/>
            <ac:inkMk id="48" creationId="{1ADBFAC8-FC40-B94B-7E42-AF4662E32694}"/>
          </ac:inkMkLst>
        </pc:inkChg>
        <pc:inkChg chg="add">
          <ac:chgData name="蔡 東翰" userId="60e45f91182266b3" providerId="Windows Live" clId="Web-{BD8EBCE0-BE44-42A3-84F5-9C4F1D080008}" dt="2022-07-01T01:46:51.405" v="287"/>
          <ac:inkMkLst>
            <pc:docMk/>
            <pc:sldMk cId="2309789979" sldId="515"/>
            <ac:inkMk id="49" creationId="{1A503762-49EC-70FE-589B-6778AB2F2043}"/>
          </ac:inkMkLst>
        </pc:inkChg>
        <pc:inkChg chg="add">
          <ac:chgData name="蔡 東翰" userId="60e45f91182266b3" providerId="Windows Live" clId="Web-{BD8EBCE0-BE44-42A3-84F5-9C4F1D080008}" dt="2022-07-01T01:46:51.420" v="288"/>
          <ac:inkMkLst>
            <pc:docMk/>
            <pc:sldMk cId="2309789979" sldId="515"/>
            <ac:inkMk id="50" creationId="{6FA34501-6267-90D9-5944-7739A3D38840}"/>
          </ac:inkMkLst>
        </pc:inkChg>
        <pc:inkChg chg="add">
          <ac:chgData name="蔡 東翰" userId="60e45f91182266b3" providerId="Windows Live" clId="Web-{BD8EBCE0-BE44-42A3-84F5-9C4F1D080008}" dt="2022-07-01T01:46:51.420" v="289"/>
          <ac:inkMkLst>
            <pc:docMk/>
            <pc:sldMk cId="2309789979" sldId="515"/>
            <ac:inkMk id="51" creationId="{960003A5-0760-0852-8EBA-F11534D2FA3B}"/>
          </ac:inkMkLst>
        </pc:inkChg>
        <pc:inkChg chg="add">
          <ac:chgData name="蔡 東翰" userId="60e45f91182266b3" providerId="Windows Live" clId="Web-{BD8EBCE0-BE44-42A3-84F5-9C4F1D080008}" dt="2022-07-01T01:46:54.295" v="290"/>
          <ac:inkMkLst>
            <pc:docMk/>
            <pc:sldMk cId="2309789979" sldId="515"/>
            <ac:inkMk id="52" creationId="{93C1555F-7879-F267-A634-43A1CAAC235D}"/>
          </ac:inkMkLst>
        </pc:inkChg>
        <pc:inkChg chg="add">
          <ac:chgData name="蔡 東翰" userId="60e45f91182266b3" providerId="Windows Live" clId="Web-{BD8EBCE0-BE44-42A3-84F5-9C4F1D080008}" dt="2022-07-01T01:46:54.311" v="291"/>
          <ac:inkMkLst>
            <pc:docMk/>
            <pc:sldMk cId="2309789979" sldId="515"/>
            <ac:inkMk id="53" creationId="{EDC45728-76AD-8478-6BE5-BF3AF5A9E390}"/>
          </ac:inkMkLst>
        </pc:inkChg>
        <pc:inkChg chg="add">
          <ac:chgData name="蔡 東翰" userId="60e45f91182266b3" providerId="Windows Live" clId="Web-{BD8EBCE0-BE44-42A3-84F5-9C4F1D080008}" dt="2022-07-01T01:46:54.311" v="292"/>
          <ac:inkMkLst>
            <pc:docMk/>
            <pc:sldMk cId="2309789979" sldId="515"/>
            <ac:inkMk id="54" creationId="{DC6AB991-D30A-1CB1-2746-4E5CDF44F263}"/>
          </ac:inkMkLst>
        </pc:inkChg>
        <pc:inkChg chg="add">
          <ac:chgData name="蔡 東翰" userId="60e45f91182266b3" providerId="Windows Live" clId="Web-{BD8EBCE0-BE44-42A3-84F5-9C4F1D080008}" dt="2022-07-01T01:46:54.327" v="293"/>
          <ac:inkMkLst>
            <pc:docMk/>
            <pc:sldMk cId="2309789979" sldId="515"/>
            <ac:inkMk id="55" creationId="{A5CE8DF8-6D47-3116-8349-68156BC11E3E}"/>
          </ac:inkMkLst>
        </pc:inkChg>
        <pc:inkChg chg="add">
          <ac:chgData name="蔡 東翰" userId="60e45f91182266b3" providerId="Windows Live" clId="Web-{BD8EBCE0-BE44-42A3-84F5-9C4F1D080008}" dt="2022-07-01T01:46:54.342" v="294"/>
          <ac:inkMkLst>
            <pc:docMk/>
            <pc:sldMk cId="2309789979" sldId="515"/>
            <ac:inkMk id="56" creationId="{D8C6BB65-8DAD-4309-948C-B7603FD1EA4F}"/>
          </ac:inkMkLst>
        </pc:inkChg>
        <pc:inkChg chg="add">
          <ac:chgData name="蔡 東翰" userId="60e45f91182266b3" providerId="Windows Live" clId="Web-{BD8EBCE0-BE44-42A3-84F5-9C4F1D080008}" dt="2022-07-01T01:46:55.092" v="295"/>
          <ac:inkMkLst>
            <pc:docMk/>
            <pc:sldMk cId="2309789979" sldId="515"/>
            <ac:inkMk id="57" creationId="{8A9A61CB-7259-DEB5-FAB2-4FB13657B6BF}"/>
          </ac:inkMkLst>
        </pc:inkChg>
        <pc:inkChg chg="add">
          <ac:chgData name="蔡 東翰" userId="60e45f91182266b3" providerId="Windows Live" clId="Web-{BD8EBCE0-BE44-42A3-84F5-9C4F1D080008}" dt="2022-07-01T01:46:55.092" v="296"/>
          <ac:inkMkLst>
            <pc:docMk/>
            <pc:sldMk cId="2309789979" sldId="515"/>
            <ac:inkMk id="58" creationId="{EE4CE5EF-A583-A35B-C7AC-5591BD6E8E5C}"/>
          </ac:inkMkLst>
        </pc:inkChg>
        <pc:inkChg chg="add">
          <ac:chgData name="蔡 東翰" userId="60e45f91182266b3" providerId="Windows Live" clId="Web-{BD8EBCE0-BE44-42A3-84F5-9C4F1D080008}" dt="2022-07-01T01:47:05.108" v="297"/>
          <ac:inkMkLst>
            <pc:docMk/>
            <pc:sldMk cId="2309789979" sldId="515"/>
            <ac:inkMk id="59" creationId="{D7FFB29A-F3A9-42B1-48E7-753625ED3220}"/>
          </ac:inkMkLst>
        </pc:inkChg>
        <pc:inkChg chg="add">
          <ac:chgData name="蔡 東翰" userId="60e45f91182266b3" providerId="Windows Live" clId="Web-{BD8EBCE0-BE44-42A3-84F5-9C4F1D080008}" dt="2022-07-01T01:47:05.124" v="298"/>
          <ac:inkMkLst>
            <pc:docMk/>
            <pc:sldMk cId="2309789979" sldId="515"/>
            <ac:inkMk id="60" creationId="{D24404F4-8B00-C46F-4D9B-5F965391A004}"/>
          </ac:inkMkLst>
        </pc:inkChg>
        <pc:inkChg chg="add">
          <ac:chgData name="蔡 東翰" userId="60e45f91182266b3" providerId="Windows Live" clId="Web-{BD8EBCE0-BE44-42A3-84F5-9C4F1D080008}" dt="2022-07-01T01:47:05.124" v="299"/>
          <ac:inkMkLst>
            <pc:docMk/>
            <pc:sldMk cId="2309789979" sldId="515"/>
            <ac:inkMk id="61" creationId="{57E62C1D-EFF2-8FCC-6843-899AAD9ECE90}"/>
          </ac:inkMkLst>
        </pc:inkChg>
        <pc:inkChg chg="add">
          <ac:chgData name="蔡 東翰" userId="60e45f91182266b3" providerId="Windows Live" clId="Web-{BD8EBCE0-BE44-42A3-84F5-9C4F1D080008}" dt="2022-07-01T01:47:05.139" v="300"/>
          <ac:inkMkLst>
            <pc:docMk/>
            <pc:sldMk cId="2309789979" sldId="515"/>
            <ac:inkMk id="62" creationId="{D30F90EF-1138-FFE2-A815-1DFF5160AD01}"/>
          </ac:inkMkLst>
        </pc:inkChg>
        <pc:inkChg chg="add">
          <ac:chgData name="蔡 東翰" userId="60e45f91182266b3" providerId="Windows Live" clId="Web-{BD8EBCE0-BE44-42A3-84F5-9C4F1D080008}" dt="2022-07-01T01:47:05.139" v="301"/>
          <ac:inkMkLst>
            <pc:docMk/>
            <pc:sldMk cId="2309789979" sldId="515"/>
            <ac:inkMk id="63" creationId="{03D764D8-4C91-4F2A-CFF3-DEB8DAB3F3D4}"/>
          </ac:inkMkLst>
        </pc:inkChg>
        <pc:inkChg chg="add">
          <ac:chgData name="蔡 東翰" userId="60e45f91182266b3" providerId="Windows Live" clId="Web-{BD8EBCE0-BE44-42A3-84F5-9C4F1D080008}" dt="2022-07-01T01:47:06.936" v="302"/>
          <ac:inkMkLst>
            <pc:docMk/>
            <pc:sldMk cId="2309789979" sldId="515"/>
            <ac:inkMk id="64" creationId="{AD3EE2B0-7141-4DDE-AF7D-DB5C1971B517}"/>
          </ac:inkMkLst>
        </pc:inkChg>
        <pc:inkChg chg="add">
          <ac:chgData name="蔡 東翰" userId="60e45f91182266b3" providerId="Windows Live" clId="Web-{BD8EBCE0-BE44-42A3-84F5-9C4F1D080008}" dt="2022-07-01T01:47:06.952" v="303"/>
          <ac:inkMkLst>
            <pc:docMk/>
            <pc:sldMk cId="2309789979" sldId="515"/>
            <ac:inkMk id="65" creationId="{632C7E32-CB14-BD85-2128-A5C9E8F7B60F}"/>
          </ac:inkMkLst>
        </pc:inkChg>
        <pc:inkChg chg="add">
          <ac:chgData name="蔡 東翰" userId="60e45f91182266b3" providerId="Windows Live" clId="Web-{BD8EBCE0-BE44-42A3-84F5-9C4F1D080008}" dt="2022-07-01T01:47:06.952" v="304"/>
          <ac:inkMkLst>
            <pc:docMk/>
            <pc:sldMk cId="2309789979" sldId="515"/>
            <ac:inkMk id="66" creationId="{B2375955-3C0C-49BC-C9C7-C0757B3F2647}"/>
          </ac:inkMkLst>
        </pc:inkChg>
        <pc:inkChg chg="add">
          <ac:chgData name="蔡 東翰" userId="60e45f91182266b3" providerId="Windows Live" clId="Web-{BD8EBCE0-BE44-42A3-84F5-9C4F1D080008}" dt="2022-07-01T01:47:06.968" v="305"/>
          <ac:inkMkLst>
            <pc:docMk/>
            <pc:sldMk cId="2309789979" sldId="515"/>
            <ac:inkMk id="67" creationId="{3FEB5401-AC8A-4570-0E01-91D70B03F9CD}"/>
          </ac:inkMkLst>
        </pc:inkChg>
        <pc:inkChg chg="add">
          <ac:chgData name="蔡 東翰" userId="60e45f91182266b3" providerId="Windows Live" clId="Web-{BD8EBCE0-BE44-42A3-84F5-9C4F1D080008}" dt="2022-07-01T01:47:06.968" v="306"/>
          <ac:inkMkLst>
            <pc:docMk/>
            <pc:sldMk cId="2309789979" sldId="515"/>
            <ac:inkMk id="68" creationId="{D7C441AC-D88A-5634-8E86-99A379023287}"/>
          </ac:inkMkLst>
        </pc:inkChg>
      </pc:sldChg>
      <pc:sldChg chg="addSp modSp">
        <pc:chgData name="蔡 東翰" userId="60e45f91182266b3" providerId="Windows Live" clId="Web-{BD8EBCE0-BE44-42A3-84F5-9C4F1D080008}" dt="2022-07-02T06:24:27.159" v="310"/>
        <pc:sldMkLst>
          <pc:docMk/>
          <pc:sldMk cId="2017420964" sldId="525"/>
        </pc:sldMkLst>
        <pc:spChg chg="mod">
          <ac:chgData name="蔡 東翰" userId="60e45f91182266b3" providerId="Windows Live" clId="Web-{BD8EBCE0-BE44-42A3-84F5-9C4F1D080008}" dt="2022-07-01T01:55:11.543" v="309" actId="20577"/>
          <ac:spMkLst>
            <pc:docMk/>
            <pc:sldMk cId="2017420964" sldId="525"/>
            <ac:spMk id="5" creationId="{00000000-0000-0000-0000-000000000000}"/>
          </ac:spMkLst>
        </pc:spChg>
        <pc:spChg chg="mod">
          <ac:chgData name="蔡 東翰" userId="60e45f91182266b3" providerId="Windows Live" clId="Web-{BD8EBCE0-BE44-42A3-84F5-9C4F1D080008}" dt="2022-07-01T01:55:06.746" v="308" actId="20577"/>
          <ac:spMkLst>
            <pc:docMk/>
            <pc:sldMk cId="2017420964" sldId="525"/>
            <ac:spMk id="6" creationId="{4048B39A-AA08-42D9-9BD6-CAADFE654C73}"/>
          </ac:spMkLst>
        </pc:spChg>
        <pc:inkChg chg="add">
          <ac:chgData name="蔡 東翰" userId="60e45f91182266b3" providerId="Windows Live" clId="Web-{BD8EBCE0-BE44-42A3-84F5-9C4F1D080008}" dt="2022-07-02T06:24:27.159" v="310"/>
          <ac:inkMkLst>
            <pc:docMk/>
            <pc:sldMk cId="2017420964" sldId="525"/>
            <ac:inkMk id="2" creationId="{2FBDD744-CCAE-EE38-03E9-223E1A703D7F}"/>
          </ac:inkMkLst>
        </pc:inkChg>
      </pc:sldChg>
    </pc:docChg>
  </pc:docChgLst>
  <pc:docChgLst>
    <pc:chgData name="蔡 東翰" userId="60e45f91182266b3" providerId="Windows Live" clId="Web-{FAAA337A-2EAB-498A-8384-E340ECD8DC2C}"/>
    <pc:docChg chg="modSld">
      <pc:chgData name="蔡 東翰" userId="60e45f91182266b3" providerId="Windows Live" clId="Web-{FAAA337A-2EAB-498A-8384-E340ECD8DC2C}" dt="2022-06-28T03:47:32.493" v="13"/>
      <pc:docMkLst>
        <pc:docMk/>
      </pc:docMkLst>
      <pc:sldChg chg="addSp delSp">
        <pc:chgData name="蔡 東翰" userId="60e45f91182266b3" providerId="Windows Live" clId="Web-{FAAA337A-2EAB-498A-8384-E340ECD8DC2C}" dt="2022-06-28T03:27:29.453" v="7"/>
        <pc:sldMkLst>
          <pc:docMk/>
          <pc:sldMk cId="4270561902" sldId="465"/>
        </pc:sldMkLst>
        <pc:inkChg chg="add del">
          <ac:chgData name="蔡 東翰" userId="60e45f91182266b3" providerId="Windows Live" clId="Web-{FAAA337A-2EAB-498A-8384-E340ECD8DC2C}" dt="2022-06-28T03:27:28.500" v="6"/>
          <ac:inkMkLst>
            <pc:docMk/>
            <pc:sldMk cId="4270561902" sldId="465"/>
            <ac:inkMk id="3" creationId="{FF2DFBA1-9C0C-342E-F510-A782AF4305A0}"/>
          </ac:inkMkLst>
        </pc:inkChg>
        <pc:inkChg chg="add del">
          <ac:chgData name="蔡 東翰" userId="60e45f91182266b3" providerId="Windows Live" clId="Web-{FAAA337A-2EAB-498A-8384-E340ECD8DC2C}" dt="2022-06-28T03:27:29.453" v="7"/>
          <ac:inkMkLst>
            <pc:docMk/>
            <pc:sldMk cId="4270561902" sldId="465"/>
            <ac:inkMk id="5" creationId="{721DA2E1-7D0A-3B81-4093-346DA6011CDE}"/>
          </ac:inkMkLst>
        </pc:inkChg>
      </pc:sldChg>
      <pc:sldChg chg="addSp delSp">
        <pc:chgData name="蔡 東翰" userId="60e45f91182266b3" providerId="Windows Live" clId="Web-{FAAA337A-2EAB-498A-8384-E340ECD8DC2C}" dt="2022-06-28T03:47:32.493" v="13"/>
        <pc:sldMkLst>
          <pc:docMk/>
          <pc:sldMk cId="2839124105" sldId="545"/>
        </pc:sldMkLst>
        <pc:inkChg chg="add del">
          <ac:chgData name="蔡 東翰" userId="60e45f91182266b3" providerId="Windows Live" clId="Web-{FAAA337A-2EAB-498A-8384-E340ECD8DC2C}" dt="2022-06-28T03:47:08.086" v="9"/>
          <ac:inkMkLst>
            <pc:docMk/>
            <pc:sldMk cId="2839124105" sldId="545"/>
            <ac:inkMk id="2" creationId="{C7587F9E-0D6C-8B53-31B6-A24179156D1D}"/>
          </ac:inkMkLst>
        </pc:inkChg>
        <pc:inkChg chg="add del">
          <ac:chgData name="蔡 東翰" userId="60e45f91182266b3" providerId="Windows Live" clId="Web-{FAAA337A-2EAB-498A-8384-E340ECD8DC2C}" dt="2022-06-28T03:47:18.868" v="11"/>
          <ac:inkMkLst>
            <pc:docMk/>
            <pc:sldMk cId="2839124105" sldId="545"/>
            <ac:inkMk id="3" creationId="{C80D8E37-ABA0-5ED0-CE80-3EFEC2CAA3AD}"/>
          </ac:inkMkLst>
        </pc:inkChg>
        <pc:inkChg chg="add del">
          <ac:chgData name="蔡 東翰" userId="60e45f91182266b3" providerId="Windows Live" clId="Web-{FAAA337A-2EAB-498A-8384-E340ECD8DC2C}" dt="2022-06-28T03:47:32.493" v="13"/>
          <ac:inkMkLst>
            <pc:docMk/>
            <pc:sldMk cId="2839124105" sldId="545"/>
            <ac:inkMk id="10" creationId="{C87FB300-548A-34E8-B529-E4A4186E0E23}"/>
          </ac:inkMkLst>
        </pc:inkChg>
      </pc:sldChg>
      <pc:sldChg chg="modSp">
        <pc:chgData name="蔡 東翰" userId="60e45f91182266b3" providerId="Windows Live" clId="Web-{FAAA337A-2EAB-498A-8384-E340ECD8DC2C}" dt="2022-06-28T02:37:27.356" v="3" actId="1076"/>
        <pc:sldMkLst>
          <pc:docMk/>
          <pc:sldMk cId="3212619845" sldId="571"/>
        </pc:sldMkLst>
        <pc:spChg chg="mod">
          <ac:chgData name="蔡 東翰" userId="60e45f91182266b3" providerId="Windows Live" clId="Web-{FAAA337A-2EAB-498A-8384-E340ECD8DC2C}" dt="2022-06-28T02:37:22.778" v="2" actId="1076"/>
          <ac:spMkLst>
            <pc:docMk/>
            <pc:sldMk cId="3212619845" sldId="571"/>
            <ac:spMk id="36" creationId="{00000000-0000-0000-0000-000000000000}"/>
          </ac:spMkLst>
        </pc:spChg>
        <pc:spChg chg="mod">
          <ac:chgData name="蔡 東翰" userId="60e45f91182266b3" providerId="Windows Live" clId="Web-{FAAA337A-2EAB-498A-8384-E340ECD8DC2C}" dt="2022-06-28T02:37:17.403" v="1" actId="1076"/>
          <ac:spMkLst>
            <pc:docMk/>
            <pc:sldMk cId="3212619845" sldId="571"/>
            <ac:spMk id="38" creationId="{00000000-0000-0000-0000-000000000000}"/>
          </ac:spMkLst>
        </pc:spChg>
        <pc:spChg chg="mod">
          <ac:chgData name="蔡 東翰" userId="60e45f91182266b3" providerId="Windows Live" clId="Web-{FAAA337A-2EAB-498A-8384-E340ECD8DC2C}" dt="2022-06-28T02:37:27.356" v="3" actId="1076"/>
          <ac:spMkLst>
            <pc:docMk/>
            <pc:sldMk cId="3212619845" sldId="571"/>
            <ac:spMk id="42" creationId="{00000000-0000-0000-0000-000000000000}"/>
          </ac:spMkLst>
        </pc:spChg>
      </pc:sldChg>
    </pc:docChg>
  </pc:docChgLst>
  <pc:docChgLst>
    <pc:chgData name="蔡 東翰" userId="60e45f91182266b3" providerId="Windows Live" clId="Web-{2072DFB3-91C5-4E0A-8373-1BBFE54CB793}"/>
    <pc:docChg chg="modSld">
      <pc:chgData name="蔡 東翰" userId="60e45f91182266b3" providerId="Windows Live" clId="Web-{2072DFB3-91C5-4E0A-8373-1BBFE54CB793}" dt="2022-06-28T08:41:38.879" v="278"/>
      <pc:docMkLst>
        <pc:docMk/>
      </pc:docMkLst>
      <pc:sldChg chg="addSp delSp">
        <pc:chgData name="蔡 東翰" userId="60e45f91182266b3" providerId="Windows Live" clId="Web-{2072DFB3-91C5-4E0A-8373-1BBFE54CB793}" dt="2022-06-28T05:56:24.662" v="241"/>
        <pc:sldMkLst>
          <pc:docMk/>
          <pc:sldMk cId="1391834900" sldId="449"/>
        </pc:sldMkLst>
        <pc:inkChg chg="add">
          <ac:chgData name="蔡 東翰" userId="60e45f91182266b3" providerId="Windows Live" clId="Web-{2072DFB3-91C5-4E0A-8373-1BBFE54CB793}" dt="2022-06-28T05:51:56.168" v="80"/>
          <ac:inkMkLst>
            <pc:docMk/>
            <pc:sldMk cId="1391834900" sldId="449"/>
            <ac:inkMk id="4" creationId="{21B2C1C0-A11D-7513-A14C-7DAF6EF5D84A}"/>
          </ac:inkMkLst>
        </pc:inkChg>
        <pc:inkChg chg="add">
          <ac:chgData name="蔡 東翰" userId="60e45f91182266b3" providerId="Windows Live" clId="Web-{2072DFB3-91C5-4E0A-8373-1BBFE54CB793}" dt="2022-06-28T05:51:57.293" v="81"/>
          <ac:inkMkLst>
            <pc:docMk/>
            <pc:sldMk cId="1391834900" sldId="449"/>
            <ac:inkMk id="7" creationId="{B4AF044B-CECB-F71F-9CA8-4FE44872D538}"/>
          </ac:inkMkLst>
        </pc:inkChg>
        <pc:inkChg chg="add">
          <ac:chgData name="蔡 東翰" userId="60e45f91182266b3" providerId="Windows Live" clId="Web-{2072DFB3-91C5-4E0A-8373-1BBFE54CB793}" dt="2022-06-28T05:51:57.309" v="82"/>
          <ac:inkMkLst>
            <pc:docMk/>
            <pc:sldMk cId="1391834900" sldId="449"/>
            <ac:inkMk id="8" creationId="{69E68557-0909-2A9D-3CCF-CF81D34A09D9}"/>
          </ac:inkMkLst>
        </pc:inkChg>
        <pc:inkChg chg="add">
          <ac:chgData name="蔡 東翰" userId="60e45f91182266b3" providerId="Windows Live" clId="Web-{2072DFB3-91C5-4E0A-8373-1BBFE54CB793}" dt="2022-06-28T05:51:59.606" v="83"/>
          <ac:inkMkLst>
            <pc:docMk/>
            <pc:sldMk cId="1391834900" sldId="449"/>
            <ac:inkMk id="9" creationId="{A770BEA2-414B-CD6F-6A5A-01006792BF3A}"/>
          </ac:inkMkLst>
        </pc:inkChg>
        <pc:inkChg chg="add">
          <ac:chgData name="蔡 東翰" userId="60e45f91182266b3" providerId="Windows Live" clId="Web-{2072DFB3-91C5-4E0A-8373-1BBFE54CB793}" dt="2022-06-28T05:52:00.606" v="84"/>
          <ac:inkMkLst>
            <pc:docMk/>
            <pc:sldMk cId="1391834900" sldId="449"/>
            <ac:inkMk id="10" creationId="{D23E472C-F038-EFEA-0A57-D488F1955DA6}"/>
          </ac:inkMkLst>
        </pc:inkChg>
        <pc:inkChg chg="add">
          <ac:chgData name="蔡 東翰" userId="60e45f91182266b3" providerId="Windows Live" clId="Web-{2072DFB3-91C5-4E0A-8373-1BBFE54CB793}" dt="2022-06-28T05:52:01.512" v="85"/>
          <ac:inkMkLst>
            <pc:docMk/>
            <pc:sldMk cId="1391834900" sldId="449"/>
            <ac:inkMk id="11" creationId="{94FADA03-EAAC-85FE-C731-DCD3037E6B10}"/>
          </ac:inkMkLst>
        </pc:inkChg>
        <pc:inkChg chg="add">
          <ac:chgData name="蔡 東翰" userId="60e45f91182266b3" providerId="Windows Live" clId="Web-{2072DFB3-91C5-4E0A-8373-1BBFE54CB793}" dt="2022-06-28T05:52:02.512" v="86"/>
          <ac:inkMkLst>
            <pc:docMk/>
            <pc:sldMk cId="1391834900" sldId="449"/>
            <ac:inkMk id="12" creationId="{BF61543D-53F3-834C-56FF-98F809A108FE}"/>
          </ac:inkMkLst>
        </pc:inkChg>
        <pc:inkChg chg="add">
          <ac:chgData name="蔡 東翰" userId="60e45f91182266b3" providerId="Windows Live" clId="Web-{2072DFB3-91C5-4E0A-8373-1BBFE54CB793}" dt="2022-06-28T05:52:02.528" v="87"/>
          <ac:inkMkLst>
            <pc:docMk/>
            <pc:sldMk cId="1391834900" sldId="449"/>
            <ac:inkMk id="13" creationId="{938F44F4-E5FE-9683-16B2-B0372F0D4E67}"/>
          </ac:inkMkLst>
        </pc:inkChg>
        <pc:inkChg chg="add">
          <ac:chgData name="蔡 東翰" userId="60e45f91182266b3" providerId="Windows Live" clId="Web-{2072DFB3-91C5-4E0A-8373-1BBFE54CB793}" dt="2022-06-28T05:52:04.106" v="88"/>
          <ac:inkMkLst>
            <pc:docMk/>
            <pc:sldMk cId="1391834900" sldId="449"/>
            <ac:inkMk id="14" creationId="{424CCDC4-DBEC-995F-0154-83CB3CF4337D}"/>
          </ac:inkMkLst>
        </pc:inkChg>
        <pc:inkChg chg="add">
          <ac:chgData name="蔡 東翰" userId="60e45f91182266b3" providerId="Windows Live" clId="Web-{2072DFB3-91C5-4E0A-8373-1BBFE54CB793}" dt="2022-06-28T05:52:04.121" v="89"/>
          <ac:inkMkLst>
            <pc:docMk/>
            <pc:sldMk cId="1391834900" sldId="449"/>
            <ac:inkMk id="15" creationId="{1826321D-A710-FF6B-F459-A49A2423919B}"/>
          </ac:inkMkLst>
        </pc:inkChg>
        <pc:inkChg chg="add">
          <ac:chgData name="蔡 東翰" userId="60e45f91182266b3" providerId="Windows Live" clId="Web-{2072DFB3-91C5-4E0A-8373-1BBFE54CB793}" dt="2022-06-28T05:52:04.137" v="90"/>
          <ac:inkMkLst>
            <pc:docMk/>
            <pc:sldMk cId="1391834900" sldId="449"/>
            <ac:inkMk id="16" creationId="{EACA7CE8-5BC1-703C-014A-1E35B351C2C3}"/>
          </ac:inkMkLst>
        </pc:inkChg>
        <pc:inkChg chg="add">
          <ac:chgData name="蔡 東翰" userId="60e45f91182266b3" providerId="Windows Live" clId="Web-{2072DFB3-91C5-4E0A-8373-1BBFE54CB793}" dt="2022-06-28T05:52:04.793" v="91"/>
          <ac:inkMkLst>
            <pc:docMk/>
            <pc:sldMk cId="1391834900" sldId="449"/>
            <ac:inkMk id="17" creationId="{7D2C6F35-B0EA-FAA4-7C81-D89055636BCA}"/>
          </ac:inkMkLst>
        </pc:inkChg>
        <pc:inkChg chg="add">
          <ac:chgData name="蔡 東翰" userId="60e45f91182266b3" providerId="Windows Live" clId="Web-{2072DFB3-91C5-4E0A-8373-1BBFE54CB793}" dt="2022-06-28T05:52:04.793" v="92"/>
          <ac:inkMkLst>
            <pc:docMk/>
            <pc:sldMk cId="1391834900" sldId="449"/>
            <ac:inkMk id="18" creationId="{E1DBFFEA-AD6D-90EB-B5DD-950EBA6A7333}"/>
          </ac:inkMkLst>
        </pc:inkChg>
        <pc:inkChg chg="add">
          <ac:chgData name="蔡 東翰" userId="60e45f91182266b3" providerId="Windows Live" clId="Web-{2072DFB3-91C5-4E0A-8373-1BBFE54CB793}" dt="2022-06-28T05:52:26.294" v="93"/>
          <ac:inkMkLst>
            <pc:docMk/>
            <pc:sldMk cId="1391834900" sldId="449"/>
            <ac:inkMk id="19" creationId="{8D3EE094-1196-B01B-87EA-75C90D83E7D2}"/>
          </ac:inkMkLst>
        </pc:inkChg>
        <pc:inkChg chg="add">
          <ac:chgData name="蔡 東翰" userId="60e45f91182266b3" providerId="Windows Live" clId="Web-{2072DFB3-91C5-4E0A-8373-1BBFE54CB793}" dt="2022-06-28T05:52:27.591" v="94"/>
          <ac:inkMkLst>
            <pc:docMk/>
            <pc:sldMk cId="1391834900" sldId="449"/>
            <ac:inkMk id="20" creationId="{61079E77-5FA1-D4DB-4825-137CF6B208B3}"/>
          </ac:inkMkLst>
        </pc:inkChg>
        <pc:inkChg chg="add">
          <ac:chgData name="蔡 東翰" userId="60e45f91182266b3" providerId="Windows Live" clId="Web-{2072DFB3-91C5-4E0A-8373-1BBFE54CB793}" dt="2022-06-28T05:52:27.622" v="95"/>
          <ac:inkMkLst>
            <pc:docMk/>
            <pc:sldMk cId="1391834900" sldId="449"/>
            <ac:inkMk id="21" creationId="{B54BAC54-F4FA-A7B1-27BC-2867E01CBBEE}"/>
          </ac:inkMkLst>
        </pc:inkChg>
        <pc:inkChg chg="add">
          <ac:chgData name="蔡 東翰" userId="60e45f91182266b3" providerId="Windows Live" clId="Web-{2072DFB3-91C5-4E0A-8373-1BBFE54CB793}" dt="2022-06-28T05:52:39.435" v="96"/>
          <ac:inkMkLst>
            <pc:docMk/>
            <pc:sldMk cId="1391834900" sldId="449"/>
            <ac:inkMk id="22" creationId="{187CDEBC-713C-FFB5-B29E-D42CAA0B6603}"/>
          </ac:inkMkLst>
        </pc:inkChg>
        <pc:inkChg chg="add">
          <ac:chgData name="蔡 東翰" userId="60e45f91182266b3" providerId="Windows Live" clId="Web-{2072DFB3-91C5-4E0A-8373-1BBFE54CB793}" dt="2022-06-28T05:52:39.435" v="97"/>
          <ac:inkMkLst>
            <pc:docMk/>
            <pc:sldMk cId="1391834900" sldId="449"/>
            <ac:inkMk id="23" creationId="{1618F9F7-E7F7-905D-BFF7-67BCE90D5A3E}"/>
          </ac:inkMkLst>
        </pc:inkChg>
        <pc:inkChg chg="add">
          <ac:chgData name="蔡 東翰" userId="60e45f91182266b3" providerId="Windows Live" clId="Web-{2072DFB3-91C5-4E0A-8373-1BBFE54CB793}" dt="2022-06-28T05:52:40.732" v="98"/>
          <ac:inkMkLst>
            <pc:docMk/>
            <pc:sldMk cId="1391834900" sldId="449"/>
            <ac:inkMk id="24" creationId="{1C598EFD-7286-7B85-8673-5A22EA6E3721}"/>
          </ac:inkMkLst>
        </pc:inkChg>
        <pc:inkChg chg="add">
          <ac:chgData name="蔡 東翰" userId="60e45f91182266b3" providerId="Windows Live" clId="Web-{2072DFB3-91C5-4E0A-8373-1BBFE54CB793}" dt="2022-06-28T05:52:41.779" v="99"/>
          <ac:inkMkLst>
            <pc:docMk/>
            <pc:sldMk cId="1391834900" sldId="449"/>
            <ac:inkMk id="25" creationId="{8D003985-5016-2914-7688-D3AC441992D5}"/>
          </ac:inkMkLst>
        </pc:inkChg>
        <pc:inkChg chg="add">
          <ac:chgData name="蔡 東翰" userId="60e45f91182266b3" providerId="Windows Live" clId="Web-{2072DFB3-91C5-4E0A-8373-1BBFE54CB793}" dt="2022-06-28T05:52:41.779" v="100"/>
          <ac:inkMkLst>
            <pc:docMk/>
            <pc:sldMk cId="1391834900" sldId="449"/>
            <ac:inkMk id="26" creationId="{C8DC4DE7-4842-FB06-7278-212B5FAF0424}"/>
          </ac:inkMkLst>
        </pc:inkChg>
        <pc:inkChg chg="add">
          <ac:chgData name="蔡 東翰" userId="60e45f91182266b3" providerId="Windows Live" clId="Web-{2072DFB3-91C5-4E0A-8373-1BBFE54CB793}" dt="2022-06-28T05:52:42.373" v="101"/>
          <ac:inkMkLst>
            <pc:docMk/>
            <pc:sldMk cId="1391834900" sldId="449"/>
            <ac:inkMk id="27" creationId="{89D79A98-7650-06B1-EF9B-CBB282A805C7}"/>
          </ac:inkMkLst>
        </pc:inkChg>
        <pc:inkChg chg="add">
          <ac:chgData name="蔡 東翰" userId="60e45f91182266b3" providerId="Windows Live" clId="Web-{2072DFB3-91C5-4E0A-8373-1BBFE54CB793}" dt="2022-06-28T05:52:51.264" v="102"/>
          <ac:inkMkLst>
            <pc:docMk/>
            <pc:sldMk cId="1391834900" sldId="449"/>
            <ac:inkMk id="28" creationId="{C2E92571-AC0F-E911-75E7-98EC990631C0}"/>
          </ac:inkMkLst>
        </pc:inkChg>
        <pc:inkChg chg="add">
          <ac:chgData name="蔡 東翰" userId="60e45f91182266b3" providerId="Windows Live" clId="Web-{2072DFB3-91C5-4E0A-8373-1BBFE54CB793}" dt="2022-06-28T05:52:51.279" v="103"/>
          <ac:inkMkLst>
            <pc:docMk/>
            <pc:sldMk cId="1391834900" sldId="449"/>
            <ac:inkMk id="29" creationId="{05456353-A7BB-D13E-7293-550078FBCAE1}"/>
          </ac:inkMkLst>
        </pc:inkChg>
        <pc:inkChg chg="add">
          <ac:chgData name="蔡 東翰" userId="60e45f91182266b3" providerId="Windows Live" clId="Web-{2072DFB3-91C5-4E0A-8373-1BBFE54CB793}" dt="2022-06-28T05:52:51.279" v="104"/>
          <ac:inkMkLst>
            <pc:docMk/>
            <pc:sldMk cId="1391834900" sldId="449"/>
            <ac:inkMk id="30" creationId="{468899E2-7DFA-5D56-CE39-3D4B92B47DB2}"/>
          </ac:inkMkLst>
        </pc:inkChg>
        <pc:inkChg chg="add">
          <ac:chgData name="蔡 東翰" userId="60e45f91182266b3" providerId="Windows Live" clId="Web-{2072DFB3-91C5-4E0A-8373-1BBFE54CB793}" dt="2022-06-28T05:52:52.889" v="105"/>
          <ac:inkMkLst>
            <pc:docMk/>
            <pc:sldMk cId="1391834900" sldId="449"/>
            <ac:inkMk id="31" creationId="{67D609F4-EDE7-911F-DB8C-9B86A1A6C065}"/>
          </ac:inkMkLst>
        </pc:inkChg>
        <pc:inkChg chg="add">
          <ac:chgData name="蔡 東翰" userId="60e45f91182266b3" providerId="Windows Live" clId="Web-{2072DFB3-91C5-4E0A-8373-1BBFE54CB793}" dt="2022-06-28T05:52:52.904" v="106"/>
          <ac:inkMkLst>
            <pc:docMk/>
            <pc:sldMk cId="1391834900" sldId="449"/>
            <ac:inkMk id="32" creationId="{DE6FD3A4-56B4-323E-5061-7D379F2E2148}"/>
          </ac:inkMkLst>
        </pc:inkChg>
        <pc:inkChg chg="add">
          <ac:chgData name="蔡 東翰" userId="60e45f91182266b3" providerId="Windows Live" clId="Web-{2072DFB3-91C5-4E0A-8373-1BBFE54CB793}" dt="2022-06-28T05:52:52.920" v="107"/>
          <ac:inkMkLst>
            <pc:docMk/>
            <pc:sldMk cId="1391834900" sldId="449"/>
            <ac:inkMk id="33" creationId="{A31C4DFB-BF2E-BB39-04E1-2105604E17A7}"/>
          </ac:inkMkLst>
        </pc:inkChg>
        <pc:inkChg chg="add">
          <ac:chgData name="蔡 東翰" userId="60e45f91182266b3" providerId="Windows Live" clId="Web-{2072DFB3-91C5-4E0A-8373-1BBFE54CB793}" dt="2022-06-28T05:52:53.889" v="108"/>
          <ac:inkMkLst>
            <pc:docMk/>
            <pc:sldMk cId="1391834900" sldId="449"/>
            <ac:inkMk id="34" creationId="{E04B521F-75ED-1AEA-3041-377F63E2BB41}"/>
          </ac:inkMkLst>
        </pc:inkChg>
        <pc:inkChg chg="add">
          <ac:chgData name="蔡 東翰" userId="60e45f91182266b3" providerId="Windows Live" clId="Web-{2072DFB3-91C5-4E0A-8373-1BBFE54CB793}" dt="2022-06-28T05:52:53.904" v="109"/>
          <ac:inkMkLst>
            <pc:docMk/>
            <pc:sldMk cId="1391834900" sldId="449"/>
            <ac:inkMk id="35" creationId="{C11C6FB1-207D-B6EB-00D5-AD8F558AEB8B}"/>
          </ac:inkMkLst>
        </pc:inkChg>
        <pc:inkChg chg="add">
          <ac:chgData name="蔡 東翰" userId="60e45f91182266b3" providerId="Windows Live" clId="Web-{2072DFB3-91C5-4E0A-8373-1BBFE54CB793}" dt="2022-06-28T05:52:53.904" v="110"/>
          <ac:inkMkLst>
            <pc:docMk/>
            <pc:sldMk cId="1391834900" sldId="449"/>
            <ac:inkMk id="36" creationId="{6E5C1489-49B7-95CD-2085-67EFCC4BE30F}"/>
          </ac:inkMkLst>
        </pc:inkChg>
        <pc:inkChg chg="add">
          <ac:chgData name="蔡 東翰" userId="60e45f91182266b3" providerId="Windows Live" clId="Web-{2072DFB3-91C5-4E0A-8373-1BBFE54CB793}" dt="2022-06-28T05:52:53.920" v="111"/>
          <ac:inkMkLst>
            <pc:docMk/>
            <pc:sldMk cId="1391834900" sldId="449"/>
            <ac:inkMk id="37" creationId="{08082436-0D6D-D5D8-C6E9-A449FB159D4E}"/>
          </ac:inkMkLst>
        </pc:inkChg>
        <pc:inkChg chg="add">
          <ac:chgData name="蔡 東翰" userId="60e45f91182266b3" providerId="Windows Live" clId="Web-{2072DFB3-91C5-4E0A-8373-1BBFE54CB793}" dt="2022-06-28T05:52:54.967" v="112"/>
          <ac:inkMkLst>
            <pc:docMk/>
            <pc:sldMk cId="1391834900" sldId="449"/>
            <ac:inkMk id="38" creationId="{BC16D41D-07BE-8F97-367C-C0B06ADB1E46}"/>
          </ac:inkMkLst>
        </pc:inkChg>
        <pc:inkChg chg="add">
          <ac:chgData name="蔡 東翰" userId="60e45f91182266b3" providerId="Windows Live" clId="Web-{2072DFB3-91C5-4E0A-8373-1BBFE54CB793}" dt="2022-06-28T05:52:54.982" v="113"/>
          <ac:inkMkLst>
            <pc:docMk/>
            <pc:sldMk cId="1391834900" sldId="449"/>
            <ac:inkMk id="39" creationId="{3018AB25-943C-1075-F772-5A593DA314EE}"/>
          </ac:inkMkLst>
        </pc:inkChg>
        <pc:inkChg chg="add">
          <ac:chgData name="蔡 東翰" userId="60e45f91182266b3" providerId="Windows Live" clId="Web-{2072DFB3-91C5-4E0A-8373-1BBFE54CB793}" dt="2022-06-28T05:53:02.889" v="114"/>
          <ac:inkMkLst>
            <pc:docMk/>
            <pc:sldMk cId="1391834900" sldId="449"/>
            <ac:inkMk id="40" creationId="{B20F9676-FC64-478B-2BA0-D9768436DEAF}"/>
          </ac:inkMkLst>
        </pc:inkChg>
        <pc:inkChg chg="add">
          <ac:chgData name="蔡 東翰" userId="60e45f91182266b3" providerId="Windows Live" clId="Web-{2072DFB3-91C5-4E0A-8373-1BBFE54CB793}" dt="2022-06-28T05:53:03.827" v="115"/>
          <ac:inkMkLst>
            <pc:docMk/>
            <pc:sldMk cId="1391834900" sldId="449"/>
            <ac:inkMk id="41" creationId="{B7F66C8A-1E02-9079-0CE6-8CD2062F33DC}"/>
          </ac:inkMkLst>
        </pc:inkChg>
        <pc:inkChg chg="add">
          <ac:chgData name="蔡 東翰" userId="60e45f91182266b3" providerId="Windows Live" clId="Web-{2072DFB3-91C5-4E0A-8373-1BBFE54CB793}" dt="2022-06-28T05:53:04.905" v="116"/>
          <ac:inkMkLst>
            <pc:docMk/>
            <pc:sldMk cId="1391834900" sldId="449"/>
            <ac:inkMk id="42" creationId="{1AFC21CA-E73C-44EE-01AE-9AA9C4405173}"/>
          </ac:inkMkLst>
        </pc:inkChg>
        <pc:inkChg chg="add">
          <ac:chgData name="蔡 東翰" userId="60e45f91182266b3" providerId="Windows Live" clId="Web-{2072DFB3-91C5-4E0A-8373-1BBFE54CB793}" dt="2022-06-28T05:53:04.905" v="117"/>
          <ac:inkMkLst>
            <pc:docMk/>
            <pc:sldMk cId="1391834900" sldId="449"/>
            <ac:inkMk id="43" creationId="{E951A7F5-B780-D15B-B1F0-511E5C1357E8}"/>
          </ac:inkMkLst>
        </pc:inkChg>
        <pc:inkChg chg="add del">
          <ac:chgData name="蔡 東翰" userId="60e45f91182266b3" providerId="Windows Live" clId="Web-{2072DFB3-91C5-4E0A-8373-1BBFE54CB793}" dt="2022-06-28T05:53:37.531" v="136"/>
          <ac:inkMkLst>
            <pc:docMk/>
            <pc:sldMk cId="1391834900" sldId="449"/>
            <ac:inkMk id="44" creationId="{68E832CE-9E6B-A08A-7376-9DA343BE4AA5}"/>
          </ac:inkMkLst>
        </pc:inkChg>
        <pc:inkChg chg="add">
          <ac:chgData name="蔡 東翰" userId="60e45f91182266b3" providerId="Windows Live" clId="Web-{2072DFB3-91C5-4E0A-8373-1BBFE54CB793}" dt="2022-06-28T05:53:11.171" v="119"/>
          <ac:inkMkLst>
            <pc:docMk/>
            <pc:sldMk cId="1391834900" sldId="449"/>
            <ac:inkMk id="45" creationId="{E7968A34-789B-0A1E-D9E8-B2B10D5B8A61}"/>
          </ac:inkMkLst>
        </pc:inkChg>
        <pc:inkChg chg="add">
          <ac:chgData name="蔡 東翰" userId="60e45f91182266b3" providerId="Windows Live" clId="Web-{2072DFB3-91C5-4E0A-8373-1BBFE54CB793}" dt="2022-06-28T05:53:11.186" v="120"/>
          <ac:inkMkLst>
            <pc:docMk/>
            <pc:sldMk cId="1391834900" sldId="449"/>
            <ac:inkMk id="46" creationId="{CEE51A9E-F1FA-12FF-0E0E-3C27A2A00E57}"/>
          </ac:inkMkLst>
        </pc:inkChg>
        <pc:inkChg chg="add">
          <ac:chgData name="蔡 東翰" userId="60e45f91182266b3" providerId="Windows Live" clId="Web-{2072DFB3-91C5-4E0A-8373-1BBFE54CB793}" dt="2022-06-28T05:53:11.186" v="121"/>
          <ac:inkMkLst>
            <pc:docMk/>
            <pc:sldMk cId="1391834900" sldId="449"/>
            <ac:inkMk id="47" creationId="{9D2088C2-9D39-4768-C4BE-FB7AF60B6471}"/>
          </ac:inkMkLst>
        </pc:inkChg>
        <pc:inkChg chg="add">
          <ac:chgData name="蔡 東翰" userId="60e45f91182266b3" providerId="Windows Live" clId="Web-{2072DFB3-91C5-4E0A-8373-1BBFE54CB793}" dt="2022-06-28T05:53:11.202" v="122"/>
          <ac:inkMkLst>
            <pc:docMk/>
            <pc:sldMk cId="1391834900" sldId="449"/>
            <ac:inkMk id="48" creationId="{0D7D1253-099C-2015-7812-2E0D57B13A2D}"/>
          </ac:inkMkLst>
        </pc:inkChg>
        <pc:inkChg chg="add">
          <ac:chgData name="蔡 東翰" userId="60e45f91182266b3" providerId="Windows Live" clId="Web-{2072DFB3-91C5-4E0A-8373-1BBFE54CB793}" dt="2022-06-28T05:53:11.217" v="123"/>
          <ac:inkMkLst>
            <pc:docMk/>
            <pc:sldMk cId="1391834900" sldId="449"/>
            <ac:inkMk id="49" creationId="{C1BE6949-FC10-AC04-34D5-ABC9DE7C0B81}"/>
          </ac:inkMkLst>
        </pc:inkChg>
        <pc:inkChg chg="add">
          <ac:chgData name="蔡 東翰" userId="60e45f91182266b3" providerId="Windows Live" clId="Web-{2072DFB3-91C5-4E0A-8373-1BBFE54CB793}" dt="2022-06-28T05:53:11.233" v="124"/>
          <ac:inkMkLst>
            <pc:docMk/>
            <pc:sldMk cId="1391834900" sldId="449"/>
            <ac:inkMk id="50" creationId="{6EEB4FCE-2240-B89A-7B9D-A947AE267D68}"/>
          </ac:inkMkLst>
        </pc:inkChg>
        <pc:inkChg chg="add">
          <ac:chgData name="蔡 東翰" userId="60e45f91182266b3" providerId="Windows Live" clId="Web-{2072DFB3-91C5-4E0A-8373-1BBFE54CB793}" dt="2022-06-28T05:53:11.233" v="125"/>
          <ac:inkMkLst>
            <pc:docMk/>
            <pc:sldMk cId="1391834900" sldId="449"/>
            <ac:inkMk id="51" creationId="{E958166A-85A7-A9F3-9F21-65A26723CDC6}"/>
          </ac:inkMkLst>
        </pc:inkChg>
        <pc:inkChg chg="add">
          <ac:chgData name="蔡 東翰" userId="60e45f91182266b3" providerId="Windows Live" clId="Web-{2072DFB3-91C5-4E0A-8373-1BBFE54CB793}" dt="2022-06-28T05:53:11.249" v="126"/>
          <ac:inkMkLst>
            <pc:docMk/>
            <pc:sldMk cId="1391834900" sldId="449"/>
            <ac:inkMk id="52" creationId="{0F88ADF4-D44D-9800-70AE-92E7B1F82FE6}"/>
          </ac:inkMkLst>
        </pc:inkChg>
        <pc:inkChg chg="add">
          <ac:chgData name="蔡 東翰" userId="60e45f91182266b3" providerId="Windows Live" clId="Web-{2072DFB3-91C5-4E0A-8373-1BBFE54CB793}" dt="2022-06-28T05:53:13.374" v="127"/>
          <ac:inkMkLst>
            <pc:docMk/>
            <pc:sldMk cId="1391834900" sldId="449"/>
            <ac:inkMk id="53" creationId="{F48AA3CD-0A8F-13AB-1DB0-D62149C7BC51}"/>
          </ac:inkMkLst>
        </pc:inkChg>
        <pc:inkChg chg="add">
          <ac:chgData name="蔡 東翰" userId="60e45f91182266b3" providerId="Windows Live" clId="Web-{2072DFB3-91C5-4E0A-8373-1BBFE54CB793}" dt="2022-06-28T05:53:13.389" v="128"/>
          <ac:inkMkLst>
            <pc:docMk/>
            <pc:sldMk cId="1391834900" sldId="449"/>
            <ac:inkMk id="54" creationId="{CC3E6E2C-1BC5-14F0-819B-5F34DBBAC4D5}"/>
          </ac:inkMkLst>
        </pc:inkChg>
        <pc:inkChg chg="add">
          <ac:chgData name="蔡 東翰" userId="60e45f91182266b3" providerId="Windows Live" clId="Web-{2072DFB3-91C5-4E0A-8373-1BBFE54CB793}" dt="2022-06-28T05:53:13.389" v="129"/>
          <ac:inkMkLst>
            <pc:docMk/>
            <pc:sldMk cId="1391834900" sldId="449"/>
            <ac:inkMk id="55" creationId="{DE52E61B-65BC-E2B2-7739-A199AF4683BB}"/>
          </ac:inkMkLst>
        </pc:inkChg>
        <pc:inkChg chg="add">
          <ac:chgData name="蔡 東翰" userId="60e45f91182266b3" providerId="Windows Live" clId="Web-{2072DFB3-91C5-4E0A-8373-1BBFE54CB793}" dt="2022-06-28T05:53:13.405" v="130"/>
          <ac:inkMkLst>
            <pc:docMk/>
            <pc:sldMk cId="1391834900" sldId="449"/>
            <ac:inkMk id="56" creationId="{94698911-60C9-6C0F-855F-9C32A35BA1DF}"/>
          </ac:inkMkLst>
        </pc:inkChg>
        <pc:inkChg chg="add">
          <ac:chgData name="蔡 東翰" userId="60e45f91182266b3" providerId="Windows Live" clId="Web-{2072DFB3-91C5-4E0A-8373-1BBFE54CB793}" dt="2022-06-28T05:53:13.421" v="131"/>
          <ac:inkMkLst>
            <pc:docMk/>
            <pc:sldMk cId="1391834900" sldId="449"/>
            <ac:inkMk id="57" creationId="{051674C0-6777-B2F0-E7E1-3FA3B3DC5E1E}"/>
          </ac:inkMkLst>
        </pc:inkChg>
        <pc:inkChg chg="add del">
          <ac:chgData name="蔡 東翰" userId="60e45f91182266b3" providerId="Windows Live" clId="Web-{2072DFB3-91C5-4E0A-8373-1BBFE54CB793}" dt="2022-06-28T05:53:37.531" v="135"/>
          <ac:inkMkLst>
            <pc:docMk/>
            <pc:sldMk cId="1391834900" sldId="449"/>
            <ac:inkMk id="58" creationId="{0DAEBCF0-F1F6-A95B-82BF-9BD3205A769D}"/>
          </ac:inkMkLst>
        </pc:inkChg>
        <pc:inkChg chg="add del">
          <ac:chgData name="蔡 東翰" userId="60e45f91182266b3" providerId="Windows Live" clId="Web-{2072DFB3-91C5-4E0A-8373-1BBFE54CB793}" dt="2022-06-28T05:53:37.531" v="134"/>
          <ac:inkMkLst>
            <pc:docMk/>
            <pc:sldMk cId="1391834900" sldId="449"/>
            <ac:inkMk id="59" creationId="{268C2C37-E980-8D0A-FEDF-04724FB54433}"/>
          </ac:inkMkLst>
        </pc:inkChg>
        <pc:inkChg chg="add del">
          <ac:chgData name="蔡 東翰" userId="60e45f91182266b3" providerId="Windows Live" clId="Web-{2072DFB3-91C5-4E0A-8373-1BBFE54CB793}" dt="2022-06-28T05:55:42.051" v="140"/>
          <ac:inkMkLst>
            <pc:docMk/>
            <pc:sldMk cId="1391834900" sldId="449"/>
            <ac:inkMk id="60" creationId="{C5957496-12F6-B6B3-CD04-8D71D7649952}"/>
          </ac:inkMkLst>
        </pc:inkChg>
        <pc:inkChg chg="add">
          <ac:chgData name="蔡 東翰" userId="60e45f91182266b3" providerId="Windows Live" clId="Web-{2072DFB3-91C5-4E0A-8373-1BBFE54CB793}" dt="2022-06-28T05:54:45.955" v="138"/>
          <ac:inkMkLst>
            <pc:docMk/>
            <pc:sldMk cId="1391834900" sldId="449"/>
            <ac:inkMk id="61" creationId="{43E556F2-88DD-1AEA-0608-0BD23F56A52C}"/>
          </ac:inkMkLst>
        </pc:inkChg>
        <pc:inkChg chg="add">
          <ac:chgData name="蔡 東翰" userId="60e45f91182266b3" providerId="Windows Live" clId="Web-{2072DFB3-91C5-4E0A-8373-1BBFE54CB793}" dt="2022-06-28T05:54:47.361" v="139"/>
          <ac:inkMkLst>
            <pc:docMk/>
            <pc:sldMk cId="1391834900" sldId="449"/>
            <ac:inkMk id="62" creationId="{6EC1C935-D8BA-C24C-23B0-DBBC94388D6A}"/>
          </ac:inkMkLst>
        </pc:inkChg>
        <pc:inkChg chg="add del">
          <ac:chgData name="蔡 東翰" userId="60e45f91182266b3" providerId="Windows Live" clId="Web-{2072DFB3-91C5-4E0A-8373-1BBFE54CB793}" dt="2022-06-28T05:56:17.740" v="223"/>
          <ac:inkMkLst>
            <pc:docMk/>
            <pc:sldMk cId="1391834900" sldId="449"/>
            <ac:inkMk id="63" creationId="{EDBD489A-81B2-68FF-44A0-F6BABD259A04}"/>
          </ac:inkMkLst>
        </pc:inkChg>
        <pc:inkChg chg="add">
          <ac:chgData name="蔡 東翰" userId="60e45f91182266b3" providerId="Windows Live" clId="Web-{2072DFB3-91C5-4E0A-8373-1BBFE54CB793}" dt="2022-06-28T05:55:46.129" v="142"/>
          <ac:inkMkLst>
            <pc:docMk/>
            <pc:sldMk cId="1391834900" sldId="449"/>
            <ac:inkMk id="64" creationId="{56330E28-460F-D55F-8B6B-CA5AE182CFD1}"/>
          </ac:inkMkLst>
        </pc:inkChg>
        <pc:inkChg chg="add">
          <ac:chgData name="蔡 東翰" userId="60e45f91182266b3" providerId="Windows Live" clId="Web-{2072DFB3-91C5-4E0A-8373-1BBFE54CB793}" dt="2022-06-28T05:55:46.145" v="143"/>
          <ac:inkMkLst>
            <pc:docMk/>
            <pc:sldMk cId="1391834900" sldId="449"/>
            <ac:inkMk id="65" creationId="{7EC043E5-157A-06D8-AEF2-D735567500DC}"/>
          </ac:inkMkLst>
        </pc:inkChg>
        <pc:inkChg chg="add">
          <ac:chgData name="蔡 東翰" userId="60e45f91182266b3" providerId="Windows Live" clId="Web-{2072DFB3-91C5-4E0A-8373-1BBFE54CB793}" dt="2022-06-28T05:55:47.410" v="144"/>
          <ac:inkMkLst>
            <pc:docMk/>
            <pc:sldMk cId="1391834900" sldId="449"/>
            <ac:inkMk id="66" creationId="{43DF943B-05C2-827C-C156-AD098FE8EF7D}"/>
          </ac:inkMkLst>
        </pc:inkChg>
        <pc:inkChg chg="add">
          <ac:chgData name="蔡 東翰" userId="60e45f91182266b3" providerId="Windows Live" clId="Web-{2072DFB3-91C5-4E0A-8373-1BBFE54CB793}" dt="2022-06-28T05:55:47.426" v="145"/>
          <ac:inkMkLst>
            <pc:docMk/>
            <pc:sldMk cId="1391834900" sldId="449"/>
            <ac:inkMk id="67" creationId="{E1FAC60A-83BD-21A8-ED83-EA4FC74ADF69}"/>
          </ac:inkMkLst>
        </pc:inkChg>
        <pc:inkChg chg="add">
          <ac:chgData name="蔡 東翰" userId="60e45f91182266b3" providerId="Windows Live" clId="Web-{2072DFB3-91C5-4E0A-8373-1BBFE54CB793}" dt="2022-06-28T05:55:47.442" v="146"/>
          <ac:inkMkLst>
            <pc:docMk/>
            <pc:sldMk cId="1391834900" sldId="449"/>
            <ac:inkMk id="68" creationId="{F12AA29F-22E2-5A63-3A49-1A6FDCAAD92A}"/>
          </ac:inkMkLst>
        </pc:inkChg>
        <pc:inkChg chg="add">
          <ac:chgData name="蔡 東翰" userId="60e45f91182266b3" providerId="Windows Live" clId="Web-{2072DFB3-91C5-4E0A-8373-1BBFE54CB793}" dt="2022-06-28T05:55:52.067" v="147"/>
          <ac:inkMkLst>
            <pc:docMk/>
            <pc:sldMk cId="1391834900" sldId="449"/>
            <ac:inkMk id="69" creationId="{68DF6565-5D42-AEC1-A04F-6B92CD501B83}"/>
          </ac:inkMkLst>
        </pc:inkChg>
        <pc:inkChg chg="add">
          <ac:chgData name="蔡 東翰" userId="60e45f91182266b3" providerId="Windows Live" clId="Web-{2072DFB3-91C5-4E0A-8373-1BBFE54CB793}" dt="2022-06-28T05:55:52.082" v="148"/>
          <ac:inkMkLst>
            <pc:docMk/>
            <pc:sldMk cId="1391834900" sldId="449"/>
            <ac:inkMk id="70" creationId="{C3AB1E68-8CEB-5E6C-E698-8725D770DB3D}"/>
          </ac:inkMkLst>
        </pc:inkChg>
        <pc:inkChg chg="add">
          <ac:chgData name="蔡 東翰" userId="60e45f91182266b3" providerId="Windows Live" clId="Web-{2072DFB3-91C5-4E0A-8373-1BBFE54CB793}" dt="2022-06-28T05:55:52.098" v="149"/>
          <ac:inkMkLst>
            <pc:docMk/>
            <pc:sldMk cId="1391834900" sldId="449"/>
            <ac:inkMk id="71" creationId="{7F6CE42E-FD28-8C1E-05B8-CCDD586FC79F}"/>
          </ac:inkMkLst>
        </pc:inkChg>
        <pc:inkChg chg="add">
          <ac:chgData name="蔡 東翰" userId="60e45f91182266b3" providerId="Windows Live" clId="Web-{2072DFB3-91C5-4E0A-8373-1BBFE54CB793}" dt="2022-06-28T05:55:52.114" v="150"/>
          <ac:inkMkLst>
            <pc:docMk/>
            <pc:sldMk cId="1391834900" sldId="449"/>
            <ac:inkMk id="72" creationId="{C80C3B98-A9E4-057C-14E4-F1B6423F9891}"/>
          </ac:inkMkLst>
        </pc:inkChg>
        <pc:inkChg chg="add">
          <ac:chgData name="蔡 東翰" userId="60e45f91182266b3" providerId="Windows Live" clId="Web-{2072DFB3-91C5-4E0A-8373-1BBFE54CB793}" dt="2022-06-28T05:55:52.254" v="151"/>
          <ac:inkMkLst>
            <pc:docMk/>
            <pc:sldMk cId="1391834900" sldId="449"/>
            <ac:inkMk id="73" creationId="{FDFD28AC-A21E-8D68-3252-E53EB4BB36FF}"/>
          </ac:inkMkLst>
        </pc:inkChg>
        <pc:inkChg chg="add">
          <ac:chgData name="蔡 東翰" userId="60e45f91182266b3" providerId="Windows Live" clId="Web-{2072DFB3-91C5-4E0A-8373-1BBFE54CB793}" dt="2022-06-28T05:55:52.270" v="152"/>
          <ac:inkMkLst>
            <pc:docMk/>
            <pc:sldMk cId="1391834900" sldId="449"/>
            <ac:inkMk id="74" creationId="{E19C1126-EE86-2638-F5DE-C259A0B4E81D}"/>
          </ac:inkMkLst>
        </pc:inkChg>
        <pc:inkChg chg="add">
          <ac:chgData name="蔡 東翰" userId="60e45f91182266b3" providerId="Windows Live" clId="Web-{2072DFB3-91C5-4E0A-8373-1BBFE54CB793}" dt="2022-06-28T05:55:52.286" v="153"/>
          <ac:inkMkLst>
            <pc:docMk/>
            <pc:sldMk cId="1391834900" sldId="449"/>
            <ac:inkMk id="75" creationId="{775DB53F-BBD5-CBB1-76E0-6ED7541C7F40}"/>
          </ac:inkMkLst>
        </pc:inkChg>
        <pc:inkChg chg="add">
          <ac:chgData name="蔡 東翰" userId="60e45f91182266b3" providerId="Windows Live" clId="Web-{2072DFB3-91C5-4E0A-8373-1BBFE54CB793}" dt="2022-06-28T05:55:52.301" v="154"/>
          <ac:inkMkLst>
            <pc:docMk/>
            <pc:sldMk cId="1391834900" sldId="449"/>
            <ac:inkMk id="76" creationId="{6ED4D9D1-1FF1-1AC3-5044-16B98EE06162}"/>
          </ac:inkMkLst>
        </pc:inkChg>
        <pc:inkChg chg="add">
          <ac:chgData name="蔡 東翰" userId="60e45f91182266b3" providerId="Windows Live" clId="Web-{2072DFB3-91C5-4E0A-8373-1BBFE54CB793}" dt="2022-06-28T05:55:52.317" v="155"/>
          <ac:inkMkLst>
            <pc:docMk/>
            <pc:sldMk cId="1391834900" sldId="449"/>
            <ac:inkMk id="77" creationId="{D152FE58-731C-874B-F77C-B3B26D67C312}"/>
          </ac:inkMkLst>
        </pc:inkChg>
        <pc:inkChg chg="add">
          <ac:chgData name="蔡 東翰" userId="60e45f91182266b3" providerId="Windows Live" clId="Web-{2072DFB3-91C5-4E0A-8373-1BBFE54CB793}" dt="2022-06-28T05:55:53.817" v="156"/>
          <ac:inkMkLst>
            <pc:docMk/>
            <pc:sldMk cId="1391834900" sldId="449"/>
            <ac:inkMk id="78" creationId="{4D8D72AE-1AAC-DD9A-A393-6F637067B3B0}"/>
          </ac:inkMkLst>
        </pc:inkChg>
        <pc:inkChg chg="add">
          <ac:chgData name="蔡 東翰" userId="60e45f91182266b3" providerId="Windows Live" clId="Web-{2072DFB3-91C5-4E0A-8373-1BBFE54CB793}" dt="2022-06-28T05:55:53.833" v="157"/>
          <ac:inkMkLst>
            <pc:docMk/>
            <pc:sldMk cId="1391834900" sldId="449"/>
            <ac:inkMk id="79" creationId="{A844415B-A0A4-550D-0535-21ABD636F178}"/>
          </ac:inkMkLst>
        </pc:inkChg>
        <pc:inkChg chg="add">
          <ac:chgData name="蔡 東翰" userId="60e45f91182266b3" providerId="Windows Live" clId="Web-{2072DFB3-91C5-4E0A-8373-1BBFE54CB793}" dt="2022-06-28T05:55:53.848" v="158"/>
          <ac:inkMkLst>
            <pc:docMk/>
            <pc:sldMk cId="1391834900" sldId="449"/>
            <ac:inkMk id="80" creationId="{EA0743EA-C461-8FC9-B383-0164EE410FE7}"/>
          </ac:inkMkLst>
        </pc:inkChg>
        <pc:inkChg chg="add">
          <ac:chgData name="蔡 東翰" userId="60e45f91182266b3" providerId="Windows Live" clId="Web-{2072DFB3-91C5-4E0A-8373-1BBFE54CB793}" dt="2022-06-28T05:55:53.864" v="159"/>
          <ac:inkMkLst>
            <pc:docMk/>
            <pc:sldMk cId="1391834900" sldId="449"/>
            <ac:inkMk id="81" creationId="{7C7FB5F6-77B8-BF3A-5BAE-2DC254AF80D1}"/>
          </ac:inkMkLst>
        </pc:inkChg>
        <pc:inkChg chg="add">
          <ac:chgData name="蔡 東翰" userId="60e45f91182266b3" providerId="Windows Live" clId="Web-{2072DFB3-91C5-4E0A-8373-1BBFE54CB793}" dt="2022-06-28T05:55:56.645" v="160"/>
          <ac:inkMkLst>
            <pc:docMk/>
            <pc:sldMk cId="1391834900" sldId="449"/>
            <ac:inkMk id="82" creationId="{C0A6543D-F836-9050-D689-C6D35435BAD8}"/>
          </ac:inkMkLst>
        </pc:inkChg>
        <pc:inkChg chg="add">
          <ac:chgData name="蔡 東翰" userId="60e45f91182266b3" providerId="Windows Live" clId="Web-{2072DFB3-91C5-4E0A-8373-1BBFE54CB793}" dt="2022-06-28T05:55:56.661" v="161"/>
          <ac:inkMkLst>
            <pc:docMk/>
            <pc:sldMk cId="1391834900" sldId="449"/>
            <ac:inkMk id="83" creationId="{E3C1AC40-0D48-1E69-839B-B46C0B0AAEB6}"/>
          </ac:inkMkLst>
        </pc:inkChg>
        <pc:inkChg chg="add">
          <ac:chgData name="蔡 東翰" userId="60e45f91182266b3" providerId="Windows Live" clId="Web-{2072DFB3-91C5-4E0A-8373-1BBFE54CB793}" dt="2022-06-28T05:55:56.661" v="162"/>
          <ac:inkMkLst>
            <pc:docMk/>
            <pc:sldMk cId="1391834900" sldId="449"/>
            <ac:inkMk id="84" creationId="{9B4DB9FD-1E08-BB65-DF87-0A5F41E522CF}"/>
          </ac:inkMkLst>
        </pc:inkChg>
        <pc:inkChg chg="add">
          <ac:chgData name="蔡 東翰" userId="60e45f91182266b3" providerId="Windows Live" clId="Web-{2072DFB3-91C5-4E0A-8373-1BBFE54CB793}" dt="2022-06-28T05:55:56.676" v="163"/>
          <ac:inkMkLst>
            <pc:docMk/>
            <pc:sldMk cId="1391834900" sldId="449"/>
            <ac:inkMk id="85" creationId="{34E825CA-D300-697C-8796-4FC897AF8510}"/>
          </ac:inkMkLst>
        </pc:inkChg>
        <pc:inkChg chg="add">
          <ac:chgData name="蔡 東翰" userId="60e45f91182266b3" providerId="Windows Live" clId="Web-{2072DFB3-91C5-4E0A-8373-1BBFE54CB793}" dt="2022-06-28T05:55:56.692" v="164"/>
          <ac:inkMkLst>
            <pc:docMk/>
            <pc:sldMk cId="1391834900" sldId="449"/>
            <ac:inkMk id="86" creationId="{A9F5B01A-62F6-43F5-9446-352AC0E856D0}"/>
          </ac:inkMkLst>
        </pc:inkChg>
        <pc:inkChg chg="add">
          <ac:chgData name="蔡 東翰" userId="60e45f91182266b3" providerId="Windows Live" clId="Web-{2072DFB3-91C5-4E0A-8373-1BBFE54CB793}" dt="2022-06-28T05:55:56.708" v="165"/>
          <ac:inkMkLst>
            <pc:docMk/>
            <pc:sldMk cId="1391834900" sldId="449"/>
            <ac:inkMk id="87" creationId="{F2D6925F-D8D8-EC69-A906-6B4D9AF6900F}"/>
          </ac:inkMkLst>
        </pc:inkChg>
        <pc:inkChg chg="add">
          <ac:chgData name="蔡 東翰" userId="60e45f91182266b3" providerId="Windows Live" clId="Web-{2072DFB3-91C5-4E0A-8373-1BBFE54CB793}" dt="2022-06-28T05:55:56.708" v="166"/>
          <ac:inkMkLst>
            <pc:docMk/>
            <pc:sldMk cId="1391834900" sldId="449"/>
            <ac:inkMk id="88" creationId="{AE183D73-AA5F-001D-058D-1A02AA6D96BB}"/>
          </ac:inkMkLst>
        </pc:inkChg>
        <pc:inkChg chg="add">
          <ac:chgData name="蔡 東翰" userId="60e45f91182266b3" providerId="Windows Live" clId="Web-{2072DFB3-91C5-4E0A-8373-1BBFE54CB793}" dt="2022-06-28T05:55:56.723" v="167"/>
          <ac:inkMkLst>
            <pc:docMk/>
            <pc:sldMk cId="1391834900" sldId="449"/>
            <ac:inkMk id="89" creationId="{B27A7935-1D73-5992-917C-BF8BA71C9349}"/>
          </ac:inkMkLst>
        </pc:inkChg>
        <pc:inkChg chg="add">
          <ac:chgData name="蔡 東翰" userId="60e45f91182266b3" providerId="Windows Live" clId="Web-{2072DFB3-91C5-4E0A-8373-1BBFE54CB793}" dt="2022-06-28T05:55:56.739" v="168"/>
          <ac:inkMkLst>
            <pc:docMk/>
            <pc:sldMk cId="1391834900" sldId="449"/>
            <ac:inkMk id="90" creationId="{CABF26EE-181E-DEB5-3766-CA0FBE63CD3D}"/>
          </ac:inkMkLst>
        </pc:inkChg>
        <pc:inkChg chg="add">
          <ac:chgData name="蔡 東翰" userId="60e45f91182266b3" providerId="Windows Live" clId="Web-{2072DFB3-91C5-4E0A-8373-1BBFE54CB793}" dt="2022-06-28T05:55:59.270" v="169"/>
          <ac:inkMkLst>
            <pc:docMk/>
            <pc:sldMk cId="1391834900" sldId="449"/>
            <ac:inkMk id="91" creationId="{441D279D-1304-F916-7109-D67B1CC25D28}"/>
          </ac:inkMkLst>
        </pc:inkChg>
        <pc:inkChg chg="add">
          <ac:chgData name="蔡 東翰" userId="60e45f91182266b3" providerId="Windows Live" clId="Web-{2072DFB3-91C5-4E0A-8373-1BBFE54CB793}" dt="2022-06-28T05:55:59.286" v="170"/>
          <ac:inkMkLst>
            <pc:docMk/>
            <pc:sldMk cId="1391834900" sldId="449"/>
            <ac:inkMk id="92" creationId="{C28FD8F7-7417-4B14-B53E-59EF7434C5CF}"/>
          </ac:inkMkLst>
        </pc:inkChg>
        <pc:inkChg chg="add">
          <ac:chgData name="蔡 東翰" userId="60e45f91182266b3" providerId="Windows Live" clId="Web-{2072DFB3-91C5-4E0A-8373-1BBFE54CB793}" dt="2022-06-28T05:55:59.301" v="171"/>
          <ac:inkMkLst>
            <pc:docMk/>
            <pc:sldMk cId="1391834900" sldId="449"/>
            <ac:inkMk id="93" creationId="{E4915102-C602-5EB0-2533-A023CC89325C}"/>
          </ac:inkMkLst>
        </pc:inkChg>
        <pc:inkChg chg="add">
          <ac:chgData name="蔡 東翰" userId="60e45f91182266b3" providerId="Windows Live" clId="Web-{2072DFB3-91C5-4E0A-8373-1BBFE54CB793}" dt="2022-06-28T05:55:59.317" v="172"/>
          <ac:inkMkLst>
            <pc:docMk/>
            <pc:sldMk cId="1391834900" sldId="449"/>
            <ac:inkMk id="94" creationId="{FFE0E971-7A2F-4795-A4A8-5F7579249FED}"/>
          </ac:inkMkLst>
        </pc:inkChg>
        <pc:inkChg chg="add">
          <ac:chgData name="蔡 東翰" userId="60e45f91182266b3" providerId="Windows Live" clId="Web-{2072DFB3-91C5-4E0A-8373-1BBFE54CB793}" dt="2022-06-28T05:55:59.333" v="173"/>
          <ac:inkMkLst>
            <pc:docMk/>
            <pc:sldMk cId="1391834900" sldId="449"/>
            <ac:inkMk id="95" creationId="{BB727AC9-F056-4CA4-16ED-D85D8F5FE441}"/>
          </ac:inkMkLst>
        </pc:inkChg>
        <pc:inkChg chg="add">
          <ac:chgData name="蔡 東翰" userId="60e45f91182266b3" providerId="Windows Live" clId="Web-{2072DFB3-91C5-4E0A-8373-1BBFE54CB793}" dt="2022-06-28T05:55:59.333" v="174"/>
          <ac:inkMkLst>
            <pc:docMk/>
            <pc:sldMk cId="1391834900" sldId="449"/>
            <ac:inkMk id="96" creationId="{177694B4-50C9-CC29-2E97-BCB7AE07149C}"/>
          </ac:inkMkLst>
        </pc:inkChg>
        <pc:inkChg chg="add">
          <ac:chgData name="蔡 東翰" userId="60e45f91182266b3" providerId="Windows Live" clId="Web-{2072DFB3-91C5-4E0A-8373-1BBFE54CB793}" dt="2022-06-28T05:55:59.348" v="175"/>
          <ac:inkMkLst>
            <pc:docMk/>
            <pc:sldMk cId="1391834900" sldId="449"/>
            <ac:inkMk id="97" creationId="{64A12DAF-6D64-F4B1-6049-3DB17773553A}"/>
          </ac:inkMkLst>
        </pc:inkChg>
        <pc:inkChg chg="add">
          <ac:chgData name="蔡 東翰" userId="60e45f91182266b3" providerId="Windows Live" clId="Web-{2072DFB3-91C5-4E0A-8373-1BBFE54CB793}" dt="2022-06-28T05:55:59.364" v="176"/>
          <ac:inkMkLst>
            <pc:docMk/>
            <pc:sldMk cId="1391834900" sldId="449"/>
            <ac:inkMk id="98" creationId="{A6B01FB6-570A-8F55-10C6-268D2B729C2C}"/>
          </ac:inkMkLst>
        </pc:inkChg>
        <pc:inkChg chg="add">
          <ac:chgData name="蔡 東翰" userId="60e45f91182266b3" providerId="Windows Live" clId="Web-{2072DFB3-91C5-4E0A-8373-1BBFE54CB793}" dt="2022-06-28T05:55:59.364" v="177"/>
          <ac:inkMkLst>
            <pc:docMk/>
            <pc:sldMk cId="1391834900" sldId="449"/>
            <ac:inkMk id="99" creationId="{BE0AE22B-9FA7-403A-AE08-1D6E299FD4C6}"/>
          </ac:inkMkLst>
        </pc:inkChg>
        <pc:inkChg chg="add">
          <ac:chgData name="蔡 東翰" userId="60e45f91182266b3" providerId="Windows Live" clId="Web-{2072DFB3-91C5-4E0A-8373-1BBFE54CB793}" dt="2022-06-28T05:55:59.380" v="178"/>
          <ac:inkMkLst>
            <pc:docMk/>
            <pc:sldMk cId="1391834900" sldId="449"/>
            <ac:inkMk id="100" creationId="{46537605-1EFA-AE09-4375-6B1AC8CC510C}"/>
          </ac:inkMkLst>
        </pc:inkChg>
        <pc:inkChg chg="add del">
          <ac:chgData name="蔡 東翰" userId="60e45f91182266b3" providerId="Windows Live" clId="Web-{2072DFB3-91C5-4E0A-8373-1BBFE54CB793}" dt="2022-06-28T05:56:17.740" v="222"/>
          <ac:inkMkLst>
            <pc:docMk/>
            <pc:sldMk cId="1391834900" sldId="449"/>
            <ac:inkMk id="101" creationId="{288AD5F9-69D3-3B46-C688-2A94D950025C}"/>
          </ac:inkMkLst>
        </pc:inkChg>
        <pc:inkChg chg="add del">
          <ac:chgData name="蔡 東翰" userId="60e45f91182266b3" providerId="Windows Live" clId="Web-{2072DFB3-91C5-4E0A-8373-1BBFE54CB793}" dt="2022-06-28T05:56:17.740" v="221"/>
          <ac:inkMkLst>
            <pc:docMk/>
            <pc:sldMk cId="1391834900" sldId="449"/>
            <ac:inkMk id="102" creationId="{0F6C6B23-EA89-38A7-1ECA-B96575FEED77}"/>
          </ac:inkMkLst>
        </pc:inkChg>
        <pc:inkChg chg="add del">
          <ac:chgData name="蔡 東翰" userId="60e45f91182266b3" providerId="Windows Live" clId="Web-{2072DFB3-91C5-4E0A-8373-1BBFE54CB793}" dt="2022-06-28T05:56:17.740" v="220"/>
          <ac:inkMkLst>
            <pc:docMk/>
            <pc:sldMk cId="1391834900" sldId="449"/>
            <ac:inkMk id="103" creationId="{C8EBA7AC-BA65-541B-269C-E8492EDDF420}"/>
          </ac:inkMkLst>
        </pc:inkChg>
        <pc:inkChg chg="add del">
          <ac:chgData name="蔡 東翰" userId="60e45f91182266b3" providerId="Windows Live" clId="Web-{2072DFB3-91C5-4E0A-8373-1BBFE54CB793}" dt="2022-06-28T05:56:17.740" v="219"/>
          <ac:inkMkLst>
            <pc:docMk/>
            <pc:sldMk cId="1391834900" sldId="449"/>
            <ac:inkMk id="104" creationId="{224EFF53-8E2D-4B18-18E1-93B532C11113}"/>
          </ac:inkMkLst>
        </pc:inkChg>
        <pc:inkChg chg="add del">
          <ac:chgData name="蔡 東翰" userId="60e45f91182266b3" providerId="Windows Live" clId="Web-{2072DFB3-91C5-4E0A-8373-1BBFE54CB793}" dt="2022-06-28T05:56:17.724" v="218"/>
          <ac:inkMkLst>
            <pc:docMk/>
            <pc:sldMk cId="1391834900" sldId="449"/>
            <ac:inkMk id="105" creationId="{06ED0839-7D7D-B519-5A5E-E94634C8181D}"/>
          </ac:inkMkLst>
        </pc:inkChg>
        <pc:inkChg chg="add del">
          <ac:chgData name="蔡 東翰" userId="60e45f91182266b3" providerId="Windows Live" clId="Web-{2072DFB3-91C5-4E0A-8373-1BBFE54CB793}" dt="2022-06-28T05:56:17.724" v="217"/>
          <ac:inkMkLst>
            <pc:docMk/>
            <pc:sldMk cId="1391834900" sldId="449"/>
            <ac:inkMk id="106" creationId="{DAA51D72-9FEF-41E4-6395-FBDFAA48856B}"/>
          </ac:inkMkLst>
        </pc:inkChg>
        <pc:inkChg chg="add del">
          <ac:chgData name="蔡 東翰" userId="60e45f91182266b3" providerId="Windows Live" clId="Web-{2072DFB3-91C5-4E0A-8373-1BBFE54CB793}" dt="2022-06-28T05:56:17.724" v="216"/>
          <ac:inkMkLst>
            <pc:docMk/>
            <pc:sldMk cId="1391834900" sldId="449"/>
            <ac:inkMk id="107" creationId="{DCEDD7DE-B71A-8311-9E4A-799F25F33BAA}"/>
          </ac:inkMkLst>
        </pc:inkChg>
        <pc:inkChg chg="add del">
          <ac:chgData name="蔡 東翰" userId="60e45f91182266b3" providerId="Windows Live" clId="Web-{2072DFB3-91C5-4E0A-8373-1BBFE54CB793}" dt="2022-06-28T05:56:17.724" v="215"/>
          <ac:inkMkLst>
            <pc:docMk/>
            <pc:sldMk cId="1391834900" sldId="449"/>
            <ac:inkMk id="108" creationId="{DCC8795E-3655-A0CE-2068-D88F6C020D73}"/>
          </ac:inkMkLst>
        </pc:inkChg>
        <pc:inkChg chg="add del">
          <ac:chgData name="蔡 東翰" userId="60e45f91182266b3" providerId="Windows Live" clId="Web-{2072DFB3-91C5-4E0A-8373-1BBFE54CB793}" dt="2022-06-28T05:56:17.724" v="214"/>
          <ac:inkMkLst>
            <pc:docMk/>
            <pc:sldMk cId="1391834900" sldId="449"/>
            <ac:inkMk id="109" creationId="{22C9B2CF-BC26-07C0-5502-39B334D030AE}"/>
          </ac:inkMkLst>
        </pc:inkChg>
        <pc:inkChg chg="add del">
          <ac:chgData name="蔡 東翰" userId="60e45f91182266b3" providerId="Windows Live" clId="Web-{2072DFB3-91C5-4E0A-8373-1BBFE54CB793}" dt="2022-06-28T05:56:17.724" v="213"/>
          <ac:inkMkLst>
            <pc:docMk/>
            <pc:sldMk cId="1391834900" sldId="449"/>
            <ac:inkMk id="110" creationId="{32225552-E8AB-A525-7B9C-E511E6B071F2}"/>
          </ac:inkMkLst>
        </pc:inkChg>
        <pc:inkChg chg="add del">
          <ac:chgData name="蔡 東翰" userId="60e45f91182266b3" providerId="Windows Live" clId="Web-{2072DFB3-91C5-4E0A-8373-1BBFE54CB793}" dt="2022-06-28T05:56:09.880" v="212"/>
          <ac:inkMkLst>
            <pc:docMk/>
            <pc:sldMk cId="1391834900" sldId="449"/>
            <ac:inkMk id="111" creationId="{6967AA43-7628-4175-11D5-CAD550D5B710}"/>
          </ac:inkMkLst>
        </pc:inkChg>
        <pc:inkChg chg="add del">
          <ac:chgData name="蔡 東翰" userId="60e45f91182266b3" providerId="Windows Live" clId="Web-{2072DFB3-91C5-4E0A-8373-1BBFE54CB793}" dt="2022-06-28T05:56:09.880" v="211"/>
          <ac:inkMkLst>
            <pc:docMk/>
            <pc:sldMk cId="1391834900" sldId="449"/>
            <ac:inkMk id="112" creationId="{FE0029B5-DE19-9A7C-1659-1EEE22AFCE92}"/>
          </ac:inkMkLst>
        </pc:inkChg>
        <pc:inkChg chg="add del">
          <ac:chgData name="蔡 東翰" userId="60e45f91182266b3" providerId="Windows Live" clId="Web-{2072DFB3-91C5-4E0A-8373-1BBFE54CB793}" dt="2022-06-28T05:56:09.880" v="210"/>
          <ac:inkMkLst>
            <pc:docMk/>
            <pc:sldMk cId="1391834900" sldId="449"/>
            <ac:inkMk id="113" creationId="{60C4A732-1DA8-12E2-CD01-8B7075CC60B5}"/>
          </ac:inkMkLst>
        </pc:inkChg>
        <pc:inkChg chg="add del">
          <ac:chgData name="蔡 東翰" userId="60e45f91182266b3" providerId="Windows Live" clId="Web-{2072DFB3-91C5-4E0A-8373-1BBFE54CB793}" dt="2022-06-28T05:56:09.880" v="209"/>
          <ac:inkMkLst>
            <pc:docMk/>
            <pc:sldMk cId="1391834900" sldId="449"/>
            <ac:inkMk id="114" creationId="{ABB9B6FC-D93B-7221-ECC3-39CC9FED1836}"/>
          </ac:inkMkLst>
        </pc:inkChg>
        <pc:inkChg chg="add del">
          <ac:chgData name="蔡 東翰" userId="60e45f91182266b3" providerId="Windows Live" clId="Web-{2072DFB3-91C5-4E0A-8373-1BBFE54CB793}" dt="2022-06-28T05:56:09.880" v="208"/>
          <ac:inkMkLst>
            <pc:docMk/>
            <pc:sldMk cId="1391834900" sldId="449"/>
            <ac:inkMk id="115" creationId="{2E9E8B8B-7882-9E68-97AA-6ACF939C56B3}"/>
          </ac:inkMkLst>
        </pc:inkChg>
        <pc:inkChg chg="add del">
          <ac:chgData name="蔡 東翰" userId="60e45f91182266b3" providerId="Windows Live" clId="Web-{2072DFB3-91C5-4E0A-8373-1BBFE54CB793}" dt="2022-06-28T05:56:09.880" v="207"/>
          <ac:inkMkLst>
            <pc:docMk/>
            <pc:sldMk cId="1391834900" sldId="449"/>
            <ac:inkMk id="116" creationId="{1C1812A1-DFCA-81B2-05E3-667C2E8229D8}"/>
          </ac:inkMkLst>
        </pc:inkChg>
        <pc:inkChg chg="add del">
          <ac:chgData name="蔡 東翰" userId="60e45f91182266b3" providerId="Windows Live" clId="Web-{2072DFB3-91C5-4E0A-8373-1BBFE54CB793}" dt="2022-06-28T05:56:09.880" v="206"/>
          <ac:inkMkLst>
            <pc:docMk/>
            <pc:sldMk cId="1391834900" sldId="449"/>
            <ac:inkMk id="117" creationId="{10086FB0-60B9-44FA-C599-BEAC82BEFFAB}"/>
          </ac:inkMkLst>
        </pc:inkChg>
        <pc:inkChg chg="add del">
          <ac:chgData name="蔡 東翰" userId="60e45f91182266b3" providerId="Windows Live" clId="Web-{2072DFB3-91C5-4E0A-8373-1BBFE54CB793}" dt="2022-06-28T05:56:09.880" v="205"/>
          <ac:inkMkLst>
            <pc:docMk/>
            <pc:sldMk cId="1391834900" sldId="449"/>
            <ac:inkMk id="118" creationId="{23A189AF-4A10-986A-7C6F-B4E5E5771F2F}"/>
          </ac:inkMkLst>
        </pc:inkChg>
        <pc:inkChg chg="add del">
          <ac:chgData name="蔡 東翰" userId="60e45f91182266b3" providerId="Windows Live" clId="Web-{2072DFB3-91C5-4E0A-8373-1BBFE54CB793}" dt="2022-06-28T05:56:09.880" v="204"/>
          <ac:inkMkLst>
            <pc:docMk/>
            <pc:sldMk cId="1391834900" sldId="449"/>
            <ac:inkMk id="119" creationId="{57BE6935-933D-5825-64B9-59503D31343E}"/>
          </ac:inkMkLst>
        </pc:inkChg>
        <pc:inkChg chg="add del">
          <ac:chgData name="蔡 東翰" userId="60e45f91182266b3" providerId="Windows Live" clId="Web-{2072DFB3-91C5-4E0A-8373-1BBFE54CB793}" dt="2022-06-28T05:56:09.880" v="203"/>
          <ac:inkMkLst>
            <pc:docMk/>
            <pc:sldMk cId="1391834900" sldId="449"/>
            <ac:inkMk id="120" creationId="{0592984B-C53F-9626-817B-B855714CACF6}"/>
          </ac:inkMkLst>
        </pc:inkChg>
        <pc:inkChg chg="add del">
          <ac:chgData name="蔡 東翰" userId="60e45f91182266b3" providerId="Windows Live" clId="Web-{2072DFB3-91C5-4E0A-8373-1BBFE54CB793}" dt="2022-06-28T05:56:09.880" v="202"/>
          <ac:inkMkLst>
            <pc:docMk/>
            <pc:sldMk cId="1391834900" sldId="449"/>
            <ac:inkMk id="121" creationId="{B3DCDEB5-9ADD-0446-631F-E294A5557258}"/>
          </ac:inkMkLst>
        </pc:inkChg>
        <pc:inkChg chg="add del">
          <ac:chgData name="蔡 東翰" userId="60e45f91182266b3" providerId="Windows Live" clId="Web-{2072DFB3-91C5-4E0A-8373-1BBFE54CB793}" dt="2022-06-28T05:56:09.880" v="201"/>
          <ac:inkMkLst>
            <pc:docMk/>
            <pc:sldMk cId="1391834900" sldId="449"/>
            <ac:inkMk id="122" creationId="{71C3CA07-CC8C-C342-6C61-FBA6495B4D6A}"/>
          </ac:inkMkLst>
        </pc:inkChg>
        <pc:inkChg chg="add">
          <ac:chgData name="蔡 東翰" userId="60e45f91182266b3" providerId="Windows Live" clId="Web-{2072DFB3-91C5-4E0A-8373-1BBFE54CB793}" dt="2022-06-28T05:56:22.552" v="224"/>
          <ac:inkMkLst>
            <pc:docMk/>
            <pc:sldMk cId="1391834900" sldId="449"/>
            <ac:inkMk id="123" creationId="{AFCE9037-62D4-3937-146A-603CD7EA723E}"/>
          </ac:inkMkLst>
        </pc:inkChg>
        <pc:inkChg chg="add">
          <ac:chgData name="蔡 東翰" userId="60e45f91182266b3" providerId="Windows Live" clId="Web-{2072DFB3-91C5-4E0A-8373-1BBFE54CB793}" dt="2022-06-28T05:56:22.552" v="225"/>
          <ac:inkMkLst>
            <pc:docMk/>
            <pc:sldMk cId="1391834900" sldId="449"/>
            <ac:inkMk id="124" creationId="{8C6AA77D-AAC1-F8C2-401E-63B4C94B58D1}"/>
          </ac:inkMkLst>
        </pc:inkChg>
        <pc:inkChg chg="add">
          <ac:chgData name="蔡 東翰" userId="60e45f91182266b3" providerId="Windows Live" clId="Web-{2072DFB3-91C5-4E0A-8373-1BBFE54CB793}" dt="2022-06-28T05:56:22.568" v="226"/>
          <ac:inkMkLst>
            <pc:docMk/>
            <pc:sldMk cId="1391834900" sldId="449"/>
            <ac:inkMk id="125" creationId="{019044A8-A83E-086C-B8B6-171D28D29A75}"/>
          </ac:inkMkLst>
        </pc:inkChg>
        <pc:inkChg chg="add">
          <ac:chgData name="蔡 東翰" userId="60e45f91182266b3" providerId="Windows Live" clId="Web-{2072DFB3-91C5-4E0A-8373-1BBFE54CB793}" dt="2022-06-28T05:56:22.584" v="227"/>
          <ac:inkMkLst>
            <pc:docMk/>
            <pc:sldMk cId="1391834900" sldId="449"/>
            <ac:inkMk id="126" creationId="{D3C87F95-7F39-16FD-5150-92C38CB0957E}"/>
          </ac:inkMkLst>
        </pc:inkChg>
        <pc:inkChg chg="add">
          <ac:chgData name="蔡 東翰" userId="60e45f91182266b3" providerId="Windows Live" clId="Web-{2072DFB3-91C5-4E0A-8373-1BBFE54CB793}" dt="2022-06-28T05:56:22.599" v="228"/>
          <ac:inkMkLst>
            <pc:docMk/>
            <pc:sldMk cId="1391834900" sldId="449"/>
            <ac:inkMk id="127" creationId="{0294C7C1-9C17-8249-4E0D-8D99987E263B}"/>
          </ac:inkMkLst>
        </pc:inkChg>
        <pc:inkChg chg="add">
          <ac:chgData name="蔡 東翰" userId="60e45f91182266b3" providerId="Windows Live" clId="Web-{2072DFB3-91C5-4E0A-8373-1BBFE54CB793}" dt="2022-06-28T05:56:22.615" v="229"/>
          <ac:inkMkLst>
            <pc:docMk/>
            <pc:sldMk cId="1391834900" sldId="449"/>
            <ac:inkMk id="128" creationId="{85544454-81C1-7E75-A8C4-69D50BB3515C}"/>
          </ac:inkMkLst>
        </pc:inkChg>
        <pc:inkChg chg="add">
          <ac:chgData name="蔡 東翰" userId="60e45f91182266b3" providerId="Windows Live" clId="Web-{2072DFB3-91C5-4E0A-8373-1BBFE54CB793}" dt="2022-06-28T05:56:22.646" v="230"/>
          <ac:inkMkLst>
            <pc:docMk/>
            <pc:sldMk cId="1391834900" sldId="449"/>
            <ac:inkMk id="129" creationId="{FE38A765-AC56-E790-D659-A1D5F2E2EF77}"/>
          </ac:inkMkLst>
        </pc:inkChg>
        <pc:inkChg chg="add">
          <ac:chgData name="蔡 東翰" userId="60e45f91182266b3" providerId="Windows Live" clId="Web-{2072DFB3-91C5-4E0A-8373-1BBFE54CB793}" dt="2022-06-28T05:56:22.662" v="231"/>
          <ac:inkMkLst>
            <pc:docMk/>
            <pc:sldMk cId="1391834900" sldId="449"/>
            <ac:inkMk id="130" creationId="{0E8329F0-28B5-D88E-7520-31BC564F6366}"/>
          </ac:inkMkLst>
        </pc:inkChg>
        <pc:inkChg chg="add">
          <ac:chgData name="蔡 東翰" userId="60e45f91182266b3" providerId="Windows Live" clId="Web-{2072DFB3-91C5-4E0A-8373-1BBFE54CB793}" dt="2022-06-28T05:56:22.677" v="232"/>
          <ac:inkMkLst>
            <pc:docMk/>
            <pc:sldMk cId="1391834900" sldId="449"/>
            <ac:inkMk id="131" creationId="{E1010303-26A9-8EE4-190C-6C62078E3C1C}"/>
          </ac:inkMkLst>
        </pc:inkChg>
        <pc:inkChg chg="add">
          <ac:chgData name="蔡 東翰" userId="60e45f91182266b3" providerId="Windows Live" clId="Web-{2072DFB3-91C5-4E0A-8373-1BBFE54CB793}" dt="2022-06-28T05:56:22.693" v="233"/>
          <ac:inkMkLst>
            <pc:docMk/>
            <pc:sldMk cId="1391834900" sldId="449"/>
            <ac:inkMk id="132" creationId="{28E97041-FC1E-AD87-27C3-844E6324C2F7}"/>
          </ac:inkMkLst>
        </pc:inkChg>
        <pc:inkChg chg="add">
          <ac:chgData name="蔡 東翰" userId="60e45f91182266b3" providerId="Windows Live" clId="Web-{2072DFB3-91C5-4E0A-8373-1BBFE54CB793}" dt="2022-06-28T05:56:22.709" v="234"/>
          <ac:inkMkLst>
            <pc:docMk/>
            <pc:sldMk cId="1391834900" sldId="449"/>
            <ac:inkMk id="133" creationId="{41AB6DF8-7D25-CA0F-18AC-EE023AE7488F}"/>
          </ac:inkMkLst>
        </pc:inkChg>
        <pc:inkChg chg="add">
          <ac:chgData name="蔡 東翰" userId="60e45f91182266b3" providerId="Windows Live" clId="Web-{2072DFB3-91C5-4E0A-8373-1BBFE54CB793}" dt="2022-06-28T05:56:22.724" v="235"/>
          <ac:inkMkLst>
            <pc:docMk/>
            <pc:sldMk cId="1391834900" sldId="449"/>
            <ac:inkMk id="134" creationId="{5D509953-79B9-0C0B-8057-E36ED3880271}"/>
          </ac:inkMkLst>
        </pc:inkChg>
        <pc:inkChg chg="add">
          <ac:chgData name="蔡 東翰" userId="60e45f91182266b3" providerId="Windows Live" clId="Web-{2072DFB3-91C5-4E0A-8373-1BBFE54CB793}" dt="2022-06-28T05:56:24.568" v="236"/>
          <ac:inkMkLst>
            <pc:docMk/>
            <pc:sldMk cId="1391834900" sldId="449"/>
            <ac:inkMk id="135" creationId="{F30FB2E2-0F40-940D-90EA-CF460682574A}"/>
          </ac:inkMkLst>
        </pc:inkChg>
        <pc:inkChg chg="add">
          <ac:chgData name="蔡 東翰" userId="60e45f91182266b3" providerId="Windows Live" clId="Web-{2072DFB3-91C5-4E0A-8373-1BBFE54CB793}" dt="2022-06-28T05:56:24.599" v="237"/>
          <ac:inkMkLst>
            <pc:docMk/>
            <pc:sldMk cId="1391834900" sldId="449"/>
            <ac:inkMk id="136" creationId="{AA979284-7718-4D3D-9636-DCFAD5F84DD5}"/>
          </ac:inkMkLst>
        </pc:inkChg>
        <pc:inkChg chg="add">
          <ac:chgData name="蔡 東翰" userId="60e45f91182266b3" providerId="Windows Live" clId="Web-{2072DFB3-91C5-4E0A-8373-1BBFE54CB793}" dt="2022-06-28T05:56:24.615" v="238"/>
          <ac:inkMkLst>
            <pc:docMk/>
            <pc:sldMk cId="1391834900" sldId="449"/>
            <ac:inkMk id="137" creationId="{B1880249-4638-E712-8101-CD9B7FD9E7E7}"/>
          </ac:inkMkLst>
        </pc:inkChg>
        <pc:inkChg chg="add">
          <ac:chgData name="蔡 東翰" userId="60e45f91182266b3" providerId="Windows Live" clId="Web-{2072DFB3-91C5-4E0A-8373-1BBFE54CB793}" dt="2022-06-28T05:56:24.630" v="239"/>
          <ac:inkMkLst>
            <pc:docMk/>
            <pc:sldMk cId="1391834900" sldId="449"/>
            <ac:inkMk id="138" creationId="{C9E792BC-B9AA-82CB-F0BE-0B29A49EE27D}"/>
          </ac:inkMkLst>
        </pc:inkChg>
        <pc:inkChg chg="add">
          <ac:chgData name="蔡 東翰" userId="60e45f91182266b3" providerId="Windows Live" clId="Web-{2072DFB3-91C5-4E0A-8373-1BBFE54CB793}" dt="2022-06-28T05:56:24.646" v="240"/>
          <ac:inkMkLst>
            <pc:docMk/>
            <pc:sldMk cId="1391834900" sldId="449"/>
            <ac:inkMk id="139" creationId="{5CB876F0-683B-65A2-BC69-D50329A11266}"/>
          </ac:inkMkLst>
        </pc:inkChg>
        <pc:inkChg chg="add">
          <ac:chgData name="蔡 東翰" userId="60e45f91182266b3" providerId="Windows Live" clId="Web-{2072DFB3-91C5-4E0A-8373-1BBFE54CB793}" dt="2022-06-28T05:56:24.662" v="241"/>
          <ac:inkMkLst>
            <pc:docMk/>
            <pc:sldMk cId="1391834900" sldId="449"/>
            <ac:inkMk id="140" creationId="{58F1062F-823B-74EF-73ED-AAFC19239866}"/>
          </ac:inkMkLst>
        </pc:inkChg>
      </pc:sldChg>
      <pc:sldChg chg="addSp delSp">
        <pc:chgData name="蔡 東翰" userId="60e45f91182266b3" providerId="Windows Live" clId="Web-{2072DFB3-91C5-4E0A-8373-1BBFE54CB793}" dt="2022-06-28T05:57:51.259" v="272"/>
        <pc:sldMkLst>
          <pc:docMk/>
          <pc:sldMk cId="74764584" sldId="450"/>
        </pc:sldMkLst>
        <pc:inkChg chg="add">
          <ac:chgData name="蔡 東翰" userId="60e45f91182266b3" providerId="Windows Live" clId="Web-{2072DFB3-91C5-4E0A-8373-1BBFE54CB793}" dt="2022-06-28T05:56:31.834" v="242"/>
          <ac:inkMkLst>
            <pc:docMk/>
            <pc:sldMk cId="74764584" sldId="450"/>
            <ac:inkMk id="4" creationId="{550EB21C-8BBF-25E8-EE23-488D2775F937}"/>
          </ac:inkMkLst>
        </pc:inkChg>
        <pc:inkChg chg="add">
          <ac:chgData name="蔡 東翰" userId="60e45f91182266b3" providerId="Windows Live" clId="Web-{2072DFB3-91C5-4E0A-8373-1BBFE54CB793}" dt="2022-06-28T05:56:33.365" v="243"/>
          <ac:inkMkLst>
            <pc:docMk/>
            <pc:sldMk cId="74764584" sldId="450"/>
            <ac:inkMk id="5" creationId="{28947EE0-00AB-67B6-5D05-AB716A98603E}"/>
          </ac:inkMkLst>
        </pc:inkChg>
        <pc:inkChg chg="add">
          <ac:chgData name="蔡 東翰" userId="60e45f91182266b3" providerId="Windows Live" clId="Web-{2072DFB3-91C5-4E0A-8373-1BBFE54CB793}" dt="2022-06-28T05:56:37.928" v="244"/>
          <ac:inkMkLst>
            <pc:docMk/>
            <pc:sldMk cId="74764584" sldId="450"/>
            <ac:inkMk id="7" creationId="{3DF30D35-11E7-5688-D396-55BEB6839677}"/>
          </ac:inkMkLst>
        </pc:inkChg>
        <pc:inkChg chg="add">
          <ac:chgData name="蔡 東翰" userId="60e45f91182266b3" providerId="Windows Live" clId="Web-{2072DFB3-91C5-4E0A-8373-1BBFE54CB793}" dt="2022-06-28T05:56:39.084" v="245"/>
          <ac:inkMkLst>
            <pc:docMk/>
            <pc:sldMk cId="74764584" sldId="450"/>
            <ac:inkMk id="8" creationId="{15C764F7-7626-C30E-9817-549CCB5EF61F}"/>
          </ac:inkMkLst>
        </pc:inkChg>
        <pc:inkChg chg="add">
          <ac:chgData name="蔡 東翰" userId="60e45f91182266b3" providerId="Windows Live" clId="Web-{2072DFB3-91C5-4E0A-8373-1BBFE54CB793}" dt="2022-06-28T05:56:39.100" v="246"/>
          <ac:inkMkLst>
            <pc:docMk/>
            <pc:sldMk cId="74764584" sldId="450"/>
            <ac:inkMk id="9" creationId="{E3DB38D4-A43C-5708-1AC8-12EAD5A1709B}"/>
          </ac:inkMkLst>
        </pc:inkChg>
        <pc:inkChg chg="add">
          <ac:chgData name="蔡 東翰" userId="60e45f91182266b3" providerId="Windows Live" clId="Web-{2072DFB3-91C5-4E0A-8373-1BBFE54CB793}" dt="2022-06-28T05:56:42.069" v="247"/>
          <ac:inkMkLst>
            <pc:docMk/>
            <pc:sldMk cId="74764584" sldId="450"/>
            <ac:inkMk id="10" creationId="{B3E6E998-9E3C-A954-E7E6-9EB3FFFA5407}"/>
          </ac:inkMkLst>
        </pc:inkChg>
        <pc:inkChg chg="add">
          <ac:chgData name="蔡 東翰" userId="60e45f91182266b3" providerId="Windows Live" clId="Web-{2072DFB3-91C5-4E0A-8373-1BBFE54CB793}" dt="2022-06-28T05:56:42.100" v="248"/>
          <ac:inkMkLst>
            <pc:docMk/>
            <pc:sldMk cId="74764584" sldId="450"/>
            <ac:inkMk id="11" creationId="{F2108121-1F38-5F48-1772-139E9CB10E24}"/>
          </ac:inkMkLst>
        </pc:inkChg>
        <pc:inkChg chg="add">
          <ac:chgData name="蔡 東翰" userId="60e45f91182266b3" providerId="Windows Live" clId="Web-{2072DFB3-91C5-4E0A-8373-1BBFE54CB793}" dt="2022-06-28T05:56:42.319" v="249"/>
          <ac:inkMkLst>
            <pc:docMk/>
            <pc:sldMk cId="74764584" sldId="450"/>
            <ac:inkMk id="12" creationId="{C7F48392-4D89-DE58-E420-0087F7990AC5}"/>
          </ac:inkMkLst>
        </pc:inkChg>
        <pc:inkChg chg="add">
          <ac:chgData name="蔡 東翰" userId="60e45f91182266b3" providerId="Windows Live" clId="Web-{2072DFB3-91C5-4E0A-8373-1BBFE54CB793}" dt="2022-06-28T05:56:42.334" v="250"/>
          <ac:inkMkLst>
            <pc:docMk/>
            <pc:sldMk cId="74764584" sldId="450"/>
            <ac:inkMk id="13" creationId="{0E9180EC-7F3D-B14C-3807-7A77F31042BB}"/>
          </ac:inkMkLst>
        </pc:inkChg>
        <pc:inkChg chg="add">
          <ac:chgData name="蔡 東翰" userId="60e45f91182266b3" providerId="Windows Live" clId="Web-{2072DFB3-91C5-4E0A-8373-1BBFE54CB793}" dt="2022-06-28T05:56:42.350" v="251"/>
          <ac:inkMkLst>
            <pc:docMk/>
            <pc:sldMk cId="74764584" sldId="450"/>
            <ac:inkMk id="14" creationId="{3129F394-8FFB-049A-CDD2-ECC96FFE870C}"/>
          </ac:inkMkLst>
        </pc:inkChg>
        <pc:inkChg chg="add">
          <ac:chgData name="蔡 東翰" userId="60e45f91182266b3" providerId="Windows Live" clId="Web-{2072DFB3-91C5-4E0A-8373-1BBFE54CB793}" dt="2022-06-28T05:56:43.662" v="252"/>
          <ac:inkMkLst>
            <pc:docMk/>
            <pc:sldMk cId="74764584" sldId="450"/>
            <ac:inkMk id="15" creationId="{E34FAA51-88E1-0E4E-CD5E-9C34678F8858}"/>
          </ac:inkMkLst>
        </pc:inkChg>
        <pc:inkChg chg="add">
          <ac:chgData name="蔡 東翰" userId="60e45f91182266b3" providerId="Windows Live" clId="Web-{2072DFB3-91C5-4E0A-8373-1BBFE54CB793}" dt="2022-06-28T05:56:44.725" v="253"/>
          <ac:inkMkLst>
            <pc:docMk/>
            <pc:sldMk cId="74764584" sldId="450"/>
            <ac:inkMk id="16" creationId="{4EB571AE-DFDD-170F-9C8B-C2E76C731144}"/>
          </ac:inkMkLst>
        </pc:inkChg>
        <pc:inkChg chg="add">
          <ac:chgData name="蔡 東翰" userId="60e45f91182266b3" providerId="Windows Live" clId="Web-{2072DFB3-91C5-4E0A-8373-1BBFE54CB793}" dt="2022-06-28T05:56:44.741" v="254"/>
          <ac:inkMkLst>
            <pc:docMk/>
            <pc:sldMk cId="74764584" sldId="450"/>
            <ac:inkMk id="17" creationId="{F6CA6067-9294-2B80-8030-ABE5FB46DA59}"/>
          </ac:inkMkLst>
        </pc:inkChg>
        <pc:inkChg chg="add">
          <ac:chgData name="蔡 東翰" userId="60e45f91182266b3" providerId="Windows Live" clId="Web-{2072DFB3-91C5-4E0A-8373-1BBFE54CB793}" dt="2022-06-28T05:56:44.756" v="255"/>
          <ac:inkMkLst>
            <pc:docMk/>
            <pc:sldMk cId="74764584" sldId="450"/>
            <ac:inkMk id="18" creationId="{7B154897-49A6-0F2F-4156-EA79117652E5}"/>
          </ac:inkMkLst>
        </pc:inkChg>
        <pc:inkChg chg="add">
          <ac:chgData name="蔡 東翰" userId="60e45f91182266b3" providerId="Windows Live" clId="Web-{2072DFB3-91C5-4E0A-8373-1BBFE54CB793}" dt="2022-06-28T05:56:45.553" v="256"/>
          <ac:inkMkLst>
            <pc:docMk/>
            <pc:sldMk cId="74764584" sldId="450"/>
            <ac:inkMk id="19" creationId="{991DC6AA-4838-E98C-6CA0-594775681CEC}"/>
          </ac:inkMkLst>
        </pc:inkChg>
        <pc:inkChg chg="add">
          <ac:chgData name="蔡 東翰" userId="60e45f91182266b3" providerId="Windows Live" clId="Web-{2072DFB3-91C5-4E0A-8373-1BBFE54CB793}" dt="2022-06-28T05:56:45.569" v="257"/>
          <ac:inkMkLst>
            <pc:docMk/>
            <pc:sldMk cId="74764584" sldId="450"/>
            <ac:inkMk id="20" creationId="{E25039B5-667E-6049-498D-A706EA7BDB2C}"/>
          </ac:inkMkLst>
        </pc:inkChg>
        <pc:inkChg chg="add">
          <ac:chgData name="蔡 東翰" userId="60e45f91182266b3" providerId="Windows Live" clId="Web-{2072DFB3-91C5-4E0A-8373-1BBFE54CB793}" dt="2022-06-28T05:56:45.584" v="258"/>
          <ac:inkMkLst>
            <pc:docMk/>
            <pc:sldMk cId="74764584" sldId="450"/>
            <ac:inkMk id="21" creationId="{661BA96C-F568-3F18-9950-7DBB8A1EBCB6}"/>
          </ac:inkMkLst>
        </pc:inkChg>
        <pc:inkChg chg="add">
          <ac:chgData name="蔡 東翰" userId="60e45f91182266b3" providerId="Windows Live" clId="Web-{2072DFB3-91C5-4E0A-8373-1BBFE54CB793}" dt="2022-06-28T05:57:34.039" v="259"/>
          <ac:inkMkLst>
            <pc:docMk/>
            <pc:sldMk cId="74764584" sldId="450"/>
            <ac:inkMk id="22" creationId="{7ED7DC5C-82D1-9CCC-B021-850E3225A132}"/>
          </ac:inkMkLst>
        </pc:inkChg>
        <pc:inkChg chg="add">
          <ac:chgData name="蔡 東翰" userId="60e45f91182266b3" providerId="Windows Live" clId="Web-{2072DFB3-91C5-4E0A-8373-1BBFE54CB793}" dt="2022-06-28T05:57:37.539" v="260"/>
          <ac:inkMkLst>
            <pc:docMk/>
            <pc:sldMk cId="74764584" sldId="450"/>
            <ac:inkMk id="23" creationId="{32269609-E1B5-58FE-73BA-D31890CE336E}"/>
          </ac:inkMkLst>
        </pc:inkChg>
        <pc:inkChg chg="add">
          <ac:chgData name="蔡 東翰" userId="60e45f91182266b3" providerId="Windows Live" clId="Web-{2072DFB3-91C5-4E0A-8373-1BBFE54CB793}" dt="2022-06-28T05:57:37.555" v="261"/>
          <ac:inkMkLst>
            <pc:docMk/>
            <pc:sldMk cId="74764584" sldId="450"/>
            <ac:inkMk id="24" creationId="{5DF5B7C8-B5A2-ABF9-ED89-58E05CCEFA2E}"/>
          </ac:inkMkLst>
        </pc:inkChg>
        <pc:inkChg chg="add">
          <ac:chgData name="蔡 東翰" userId="60e45f91182266b3" providerId="Windows Live" clId="Web-{2072DFB3-91C5-4E0A-8373-1BBFE54CB793}" dt="2022-06-28T05:57:37.696" v="262"/>
          <ac:inkMkLst>
            <pc:docMk/>
            <pc:sldMk cId="74764584" sldId="450"/>
            <ac:inkMk id="25" creationId="{42340D85-F9BD-5CB0-9A7E-9C4A85755FDC}"/>
          </ac:inkMkLst>
        </pc:inkChg>
        <pc:inkChg chg="add">
          <ac:chgData name="蔡 東翰" userId="60e45f91182266b3" providerId="Windows Live" clId="Web-{2072DFB3-91C5-4E0A-8373-1BBFE54CB793}" dt="2022-06-28T05:57:37.836" v="263"/>
          <ac:inkMkLst>
            <pc:docMk/>
            <pc:sldMk cId="74764584" sldId="450"/>
            <ac:inkMk id="26" creationId="{4AB4033D-75C5-185D-62D5-0536744B070A}"/>
          </ac:inkMkLst>
        </pc:inkChg>
        <pc:inkChg chg="add">
          <ac:chgData name="蔡 東翰" userId="60e45f91182266b3" providerId="Windows Live" clId="Web-{2072DFB3-91C5-4E0A-8373-1BBFE54CB793}" dt="2022-06-28T05:57:37.867" v="264"/>
          <ac:inkMkLst>
            <pc:docMk/>
            <pc:sldMk cId="74764584" sldId="450"/>
            <ac:inkMk id="27" creationId="{7DF80238-3968-DC58-B903-F4EE355E3C18}"/>
          </ac:inkMkLst>
        </pc:inkChg>
        <pc:inkChg chg="add">
          <ac:chgData name="蔡 東翰" userId="60e45f91182266b3" providerId="Windows Live" clId="Web-{2072DFB3-91C5-4E0A-8373-1BBFE54CB793}" dt="2022-06-28T05:57:38.649" v="265"/>
          <ac:inkMkLst>
            <pc:docMk/>
            <pc:sldMk cId="74764584" sldId="450"/>
            <ac:inkMk id="28" creationId="{27E8EF20-F5DF-067B-FC80-A241A39A5C96}"/>
          </ac:inkMkLst>
        </pc:inkChg>
        <pc:inkChg chg="add">
          <ac:chgData name="蔡 東翰" userId="60e45f91182266b3" providerId="Windows Live" clId="Web-{2072DFB3-91C5-4E0A-8373-1BBFE54CB793}" dt="2022-06-28T05:57:39.680" v="266"/>
          <ac:inkMkLst>
            <pc:docMk/>
            <pc:sldMk cId="74764584" sldId="450"/>
            <ac:inkMk id="29" creationId="{06D24547-D309-0BCE-26C0-A8DFDE133C29}"/>
          </ac:inkMkLst>
        </pc:inkChg>
        <pc:inkChg chg="add">
          <ac:chgData name="蔡 東翰" userId="60e45f91182266b3" providerId="Windows Live" clId="Web-{2072DFB3-91C5-4E0A-8373-1BBFE54CB793}" dt="2022-06-28T05:57:40.477" v="267"/>
          <ac:inkMkLst>
            <pc:docMk/>
            <pc:sldMk cId="74764584" sldId="450"/>
            <ac:inkMk id="30" creationId="{A52671C3-934C-E89D-1F44-60CA17C22CE7}"/>
          </ac:inkMkLst>
        </pc:inkChg>
        <pc:inkChg chg="add">
          <ac:chgData name="蔡 東翰" userId="60e45f91182266b3" providerId="Windows Live" clId="Web-{2072DFB3-91C5-4E0A-8373-1BBFE54CB793}" dt="2022-06-28T05:57:41.493" v="268"/>
          <ac:inkMkLst>
            <pc:docMk/>
            <pc:sldMk cId="74764584" sldId="450"/>
            <ac:inkMk id="31" creationId="{958DC06D-3DCB-04ED-BB5A-A6D6C267FA08}"/>
          </ac:inkMkLst>
        </pc:inkChg>
        <pc:inkChg chg="add">
          <ac:chgData name="蔡 東翰" userId="60e45f91182266b3" providerId="Windows Live" clId="Web-{2072DFB3-91C5-4E0A-8373-1BBFE54CB793}" dt="2022-06-28T05:57:42.258" v="269"/>
          <ac:inkMkLst>
            <pc:docMk/>
            <pc:sldMk cId="74764584" sldId="450"/>
            <ac:inkMk id="32" creationId="{3139E658-0FC3-48C5-0925-E7BAFA71D2A4}"/>
          </ac:inkMkLst>
        </pc:inkChg>
        <pc:inkChg chg="add del">
          <ac:chgData name="蔡 東翰" userId="60e45f91182266b3" providerId="Windows Live" clId="Web-{2072DFB3-91C5-4E0A-8373-1BBFE54CB793}" dt="2022-06-28T05:57:45.961" v="271"/>
          <ac:inkMkLst>
            <pc:docMk/>
            <pc:sldMk cId="74764584" sldId="450"/>
            <ac:inkMk id="33" creationId="{691126C4-C694-880C-82F3-CF9B2829A4E8}"/>
          </ac:inkMkLst>
        </pc:inkChg>
        <pc:inkChg chg="add">
          <ac:chgData name="蔡 東翰" userId="60e45f91182266b3" providerId="Windows Live" clId="Web-{2072DFB3-91C5-4E0A-8373-1BBFE54CB793}" dt="2022-06-28T05:57:51.259" v="272"/>
          <ac:inkMkLst>
            <pc:docMk/>
            <pc:sldMk cId="74764584" sldId="450"/>
            <ac:inkMk id="34" creationId="{B5B4DC90-FE6A-CF01-7289-80BC164827E0}"/>
          </ac:inkMkLst>
        </pc:inkChg>
      </pc:sldChg>
      <pc:sldChg chg="addSp delSp">
        <pc:chgData name="蔡 東翰" userId="60e45f91182266b3" providerId="Windows Live" clId="Web-{2072DFB3-91C5-4E0A-8373-1BBFE54CB793}" dt="2022-06-28T08:41:38.879" v="278"/>
        <pc:sldMkLst>
          <pc:docMk/>
          <pc:sldMk cId="3651305168" sldId="451"/>
        </pc:sldMkLst>
        <pc:inkChg chg="add">
          <ac:chgData name="蔡 東翰" userId="60e45f91182266b3" providerId="Windows Live" clId="Web-{2072DFB3-91C5-4E0A-8373-1BBFE54CB793}" dt="2022-06-28T06:57:13.463" v="273"/>
          <ac:inkMkLst>
            <pc:docMk/>
            <pc:sldMk cId="3651305168" sldId="451"/>
            <ac:inkMk id="4" creationId="{CC5F3F19-9701-6832-2EA7-8B7FA072437A}"/>
          </ac:inkMkLst>
        </pc:inkChg>
        <pc:inkChg chg="add">
          <ac:chgData name="蔡 東翰" userId="60e45f91182266b3" providerId="Windows Live" clId="Web-{2072DFB3-91C5-4E0A-8373-1BBFE54CB793}" dt="2022-06-28T08:41:38.782" v="274"/>
          <ac:inkMkLst>
            <pc:docMk/>
            <pc:sldMk cId="3651305168" sldId="451"/>
            <ac:inkMk id="5" creationId="{EC219247-E488-44A1-9794-77660DE4FF39}"/>
          </ac:inkMkLst>
        </pc:inkChg>
        <pc:inkChg chg="add del">
          <ac:chgData name="蔡 東翰" userId="60e45f91182266b3" providerId="Windows Live" clId="Web-{2072DFB3-91C5-4E0A-8373-1BBFE54CB793}" dt="2022-06-28T08:41:38.879" v="278"/>
          <ac:inkMkLst>
            <pc:docMk/>
            <pc:sldMk cId="3651305168" sldId="451"/>
            <ac:inkMk id="7" creationId="{B18937C6-0AF6-EB39-6F15-C5E620629653}"/>
          </ac:inkMkLst>
        </pc:inkChg>
        <pc:inkChg chg="add del">
          <ac:chgData name="蔡 東翰" userId="60e45f91182266b3" providerId="Windows Live" clId="Web-{2072DFB3-91C5-4E0A-8373-1BBFE54CB793}" dt="2022-06-28T08:41:38.879" v="277"/>
          <ac:inkMkLst>
            <pc:docMk/>
            <pc:sldMk cId="3651305168" sldId="451"/>
            <ac:inkMk id="8" creationId="{EC41762C-CB00-EF6A-93DF-FE5D709EC1B4}"/>
          </ac:inkMkLst>
        </pc:inkChg>
      </pc:sldChg>
      <pc:sldChg chg="addSp delSp">
        <pc:chgData name="蔡 東翰" userId="60e45f91182266b3" providerId="Windows Live" clId="Web-{2072DFB3-91C5-4E0A-8373-1BBFE54CB793}" dt="2022-06-28T05:47:46.128" v="79"/>
        <pc:sldMkLst>
          <pc:docMk/>
          <pc:sldMk cId="203564163" sldId="570"/>
        </pc:sldMkLst>
        <pc:inkChg chg="add del">
          <ac:chgData name="蔡 東翰" userId="60e45f91182266b3" providerId="Windows Live" clId="Web-{2072DFB3-91C5-4E0A-8373-1BBFE54CB793}" dt="2022-06-28T05:45:40.498" v="1"/>
          <ac:inkMkLst>
            <pc:docMk/>
            <pc:sldMk cId="203564163" sldId="570"/>
            <ac:inkMk id="2" creationId="{FD71069A-76BE-09AC-20EE-813D5E84CE75}"/>
          </ac:inkMkLst>
        </pc:inkChg>
        <pc:inkChg chg="add del">
          <ac:chgData name="蔡 東翰" userId="60e45f91182266b3" providerId="Windows Live" clId="Web-{2072DFB3-91C5-4E0A-8373-1BBFE54CB793}" dt="2022-06-28T05:46:06.749" v="19"/>
          <ac:inkMkLst>
            <pc:docMk/>
            <pc:sldMk cId="203564163" sldId="570"/>
            <ac:inkMk id="3" creationId="{17B08B4B-6008-C1D4-1307-E5CEAF3C19C6}"/>
          </ac:inkMkLst>
        </pc:inkChg>
        <pc:inkChg chg="add del">
          <ac:chgData name="蔡 東翰" userId="60e45f91182266b3" providerId="Windows Live" clId="Web-{2072DFB3-91C5-4E0A-8373-1BBFE54CB793}" dt="2022-06-28T05:46:09.281" v="23"/>
          <ac:inkMkLst>
            <pc:docMk/>
            <pc:sldMk cId="203564163" sldId="570"/>
            <ac:inkMk id="6" creationId="{2FE0692D-B051-0A1F-D7B4-A77C3E5ACC7D}"/>
          </ac:inkMkLst>
        </pc:inkChg>
        <pc:inkChg chg="add del">
          <ac:chgData name="蔡 東翰" userId="60e45f91182266b3" providerId="Windows Live" clId="Web-{2072DFB3-91C5-4E0A-8373-1BBFE54CB793}" dt="2022-06-28T05:46:07.890" v="21"/>
          <ac:inkMkLst>
            <pc:docMk/>
            <pc:sldMk cId="203564163" sldId="570"/>
            <ac:inkMk id="10" creationId="{2CD4460A-16E7-F91C-3891-151FD59A04E4}"/>
          </ac:inkMkLst>
        </pc:inkChg>
        <pc:inkChg chg="add del">
          <ac:chgData name="蔡 東翰" userId="60e45f91182266b3" providerId="Windows Live" clId="Web-{2072DFB3-91C5-4E0A-8373-1BBFE54CB793}" dt="2022-06-28T05:46:06.749" v="18"/>
          <ac:inkMkLst>
            <pc:docMk/>
            <pc:sldMk cId="203564163" sldId="570"/>
            <ac:inkMk id="27" creationId="{9CDC4A27-3457-456F-9422-318F2BB620C1}"/>
          </ac:inkMkLst>
        </pc:inkChg>
        <pc:inkChg chg="add del">
          <ac:chgData name="蔡 東翰" userId="60e45f91182266b3" providerId="Windows Live" clId="Web-{2072DFB3-91C5-4E0A-8373-1BBFE54CB793}" dt="2022-06-28T05:46:06.749" v="17"/>
          <ac:inkMkLst>
            <pc:docMk/>
            <pc:sldMk cId="203564163" sldId="570"/>
            <ac:inkMk id="28" creationId="{AFBB8C74-8598-648E-0164-24CCE77E0FC6}"/>
          </ac:inkMkLst>
        </pc:inkChg>
        <pc:inkChg chg="add del">
          <ac:chgData name="蔡 東翰" userId="60e45f91182266b3" providerId="Windows Live" clId="Web-{2072DFB3-91C5-4E0A-8373-1BBFE54CB793}" dt="2022-06-28T05:46:06.749" v="16"/>
          <ac:inkMkLst>
            <pc:docMk/>
            <pc:sldMk cId="203564163" sldId="570"/>
            <ac:inkMk id="29" creationId="{DAD329C4-578E-30E8-8D70-DE5A86D210F7}"/>
          </ac:inkMkLst>
        </pc:inkChg>
        <pc:inkChg chg="add del">
          <ac:chgData name="蔡 東翰" userId="60e45f91182266b3" providerId="Windows Live" clId="Web-{2072DFB3-91C5-4E0A-8373-1BBFE54CB793}" dt="2022-06-28T05:46:06.749" v="15"/>
          <ac:inkMkLst>
            <pc:docMk/>
            <pc:sldMk cId="203564163" sldId="570"/>
            <ac:inkMk id="30" creationId="{5841C263-B05E-5FA9-E5FA-1AE0FF43497B}"/>
          </ac:inkMkLst>
        </pc:inkChg>
        <pc:inkChg chg="add del">
          <ac:chgData name="蔡 東翰" userId="60e45f91182266b3" providerId="Windows Live" clId="Web-{2072DFB3-91C5-4E0A-8373-1BBFE54CB793}" dt="2022-06-28T05:46:06.749" v="14"/>
          <ac:inkMkLst>
            <pc:docMk/>
            <pc:sldMk cId="203564163" sldId="570"/>
            <ac:inkMk id="31" creationId="{74A8803D-D2B1-600E-1645-9F21F1DA5542}"/>
          </ac:inkMkLst>
        </pc:inkChg>
        <pc:inkChg chg="add del">
          <ac:chgData name="蔡 東翰" userId="60e45f91182266b3" providerId="Windows Live" clId="Web-{2072DFB3-91C5-4E0A-8373-1BBFE54CB793}" dt="2022-06-28T05:46:06.749" v="13"/>
          <ac:inkMkLst>
            <pc:docMk/>
            <pc:sldMk cId="203564163" sldId="570"/>
            <ac:inkMk id="32" creationId="{D8FB2A05-87AD-03CF-7A5A-7585C72F3391}"/>
          </ac:inkMkLst>
        </pc:inkChg>
        <pc:inkChg chg="add del">
          <ac:chgData name="蔡 東翰" userId="60e45f91182266b3" providerId="Windows Live" clId="Web-{2072DFB3-91C5-4E0A-8373-1BBFE54CB793}" dt="2022-06-28T05:46:07.890" v="20"/>
          <ac:inkMkLst>
            <pc:docMk/>
            <pc:sldMk cId="203564163" sldId="570"/>
            <ac:inkMk id="36" creationId="{62581D2F-D2CA-B69B-6B01-F794377AA9E4}"/>
          </ac:inkMkLst>
        </pc:inkChg>
        <pc:inkChg chg="add del">
          <ac:chgData name="蔡 東翰" userId="60e45f91182266b3" providerId="Windows Live" clId="Web-{2072DFB3-91C5-4E0A-8373-1BBFE54CB793}" dt="2022-06-28T05:46:09.281" v="22"/>
          <ac:inkMkLst>
            <pc:docMk/>
            <pc:sldMk cId="203564163" sldId="570"/>
            <ac:inkMk id="38" creationId="{6A33D940-2786-D5EB-DA21-143A89E08FAF}"/>
          </ac:inkMkLst>
        </pc:inkChg>
        <pc:inkChg chg="add del">
          <ac:chgData name="蔡 東翰" userId="60e45f91182266b3" providerId="Windows Live" clId="Web-{2072DFB3-91C5-4E0A-8373-1BBFE54CB793}" dt="2022-06-28T05:46:37.547" v="25"/>
          <ac:inkMkLst>
            <pc:docMk/>
            <pc:sldMk cId="203564163" sldId="570"/>
            <ac:inkMk id="39" creationId="{3606DE2B-FF20-2F3C-CB44-FBC98887D0C4}"/>
          </ac:inkMkLst>
        </pc:inkChg>
        <pc:inkChg chg="add del">
          <ac:chgData name="蔡 東翰" userId="60e45f91182266b3" providerId="Windows Live" clId="Web-{2072DFB3-91C5-4E0A-8373-1BBFE54CB793}" dt="2022-06-28T05:46:44.001" v="27"/>
          <ac:inkMkLst>
            <pc:docMk/>
            <pc:sldMk cId="203564163" sldId="570"/>
            <ac:inkMk id="40" creationId="{DA989AFA-FC19-CC5F-AB3C-DF1C24299085}"/>
          </ac:inkMkLst>
        </pc:inkChg>
        <pc:inkChg chg="add">
          <ac:chgData name="蔡 東翰" userId="60e45f91182266b3" providerId="Windows Live" clId="Web-{2072DFB3-91C5-4E0A-8373-1BBFE54CB793}" dt="2022-06-28T05:46:48.813" v="28"/>
          <ac:inkMkLst>
            <pc:docMk/>
            <pc:sldMk cId="203564163" sldId="570"/>
            <ac:inkMk id="41" creationId="{152EA7B9-908E-2805-EFE9-000D5F9C3332}"/>
          </ac:inkMkLst>
        </pc:inkChg>
        <pc:inkChg chg="add">
          <ac:chgData name="蔡 東翰" userId="60e45f91182266b3" providerId="Windows Live" clId="Web-{2072DFB3-91C5-4E0A-8373-1BBFE54CB793}" dt="2022-06-28T05:47:20.627" v="29"/>
          <ac:inkMkLst>
            <pc:docMk/>
            <pc:sldMk cId="203564163" sldId="570"/>
            <ac:inkMk id="42" creationId="{EB99B31E-859C-1507-0CC1-3AFF31F742C8}"/>
          </ac:inkMkLst>
        </pc:inkChg>
        <pc:inkChg chg="add">
          <ac:chgData name="蔡 東翰" userId="60e45f91182266b3" providerId="Windows Live" clId="Web-{2072DFB3-91C5-4E0A-8373-1BBFE54CB793}" dt="2022-06-28T05:47:23.002" v="30"/>
          <ac:inkMkLst>
            <pc:docMk/>
            <pc:sldMk cId="203564163" sldId="570"/>
            <ac:inkMk id="43" creationId="{E3F834BA-D75D-3617-2D36-7D32F4B0B450}"/>
          </ac:inkMkLst>
        </pc:inkChg>
        <pc:inkChg chg="add">
          <ac:chgData name="蔡 東翰" userId="60e45f91182266b3" providerId="Windows Live" clId="Web-{2072DFB3-91C5-4E0A-8373-1BBFE54CB793}" dt="2022-06-28T05:47:23.033" v="31"/>
          <ac:inkMkLst>
            <pc:docMk/>
            <pc:sldMk cId="203564163" sldId="570"/>
            <ac:inkMk id="44" creationId="{E8BB63D5-F07F-D92E-BFB8-FAC90AA23688}"/>
          </ac:inkMkLst>
        </pc:inkChg>
        <pc:inkChg chg="add">
          <ac:chgData name="蔡 東翰" userId="60e45f91182266b3" providerId="Windows Live" clId="Web-{2072DFB3-91C5-4E0A-8373-1BBFE54CB793}" dt="2022-06-28T05:47:23.049" v="32"/>
          <ac:inkMkLst>
            <pc:docMk/>
            <pc:sldMk cId="203564163" sldId="570"/>
            <ac:inkMk id="45" creationId="{FA43A7F1-F6E1-61F2-E6BD-59AD0138183C}"/>
          </ac:inkMkLst>
        </pc:inkChg>
        <pc:inkChg chg="add">
          <ac:chgData name="蔡 東翰" userId="60e45f91182266b3" providerId="Windows Live" clId="Web-{2072DFB3-91C5-4E0A-8373-1BBFE54CB793}" dt="2022-06-28T05:47:23.065" v="33"/>
          <ac:inkMkLst>
            <pc:docMk/>
            <pc:sldMk cId="203564163" sldId="570"/>
            <ac:inkMk id="46" creationId="{3E55E9C4-0796-35A8-859C-4A10A222C6D7}"/>
          </ac:inkMkLst>
        </pc:inkChg>
        <pc:inkChg chg="add">
          <ac:chgData name="蔡 東翰" userId="60e45f91182266b3" providerId="Windows Live" clId="Web-{2072DFB3-91C5-4E0A-8373-1BBFE54CB793}" dt="2022-06-28T05:47:25.721" v="34"/>
          <ac:inkMkLst>
            <pc:docMk/>
            <pc:sldMk cId="203564163" sldId="570"/>
            <ac:inkMk id="47" creationId="{B0AB271B-F643-7C1F-FF6D-8879EEFDE78C}"/>
          </ac:inkMkLst>
        </pc:inkChg>
        <pc:inkChg chg="add">
          <ac:chgData name="蔡 東翰" userId="60e45f91182266b3" providerId="Windows Live" clId="Web-{2072DFB3-91C5-4E0A-8373-1BBFE54CB793}" dt="2022-06-28T05:47:25.737" v="35"/>
          <ac:inkMkLst>
            <pc:docMk/>
            <pc:sldMk cId="203564163" sldId="570"/>
            <ac:inkMk id="48" creationId="{1A08F83E-9515-0B41-E45C-B74742EBF114}"/>
          </ac:inkMkLst>
        </pc:inkChg>
        <pc:inkChg chg="add">
          <ac:chgData name="蔡 東翰" userId="60e45f91182266b3" providerId="Windows Live" clId="Web-{2072DFB3-91C5-4E0A-8373-1BBFE54CB793}" dt="2022-06-28T05:47:27.330" v="36"/>
          <ac:inkMkLst>
            <pc:docMk/>
            <pc:sldMk cId="203564163" sldId="570"/>
            <ac:inkMk id="49" creationId="{AAE6BAD0-A759-C97D-ECD1-126B4EBDE46D}"/>
          </ac:inkMkLst>
        </pc:inkChg>
        <pc:inkChg chg="add">
          <ac:chgData name="蔡 東翰" userId="60e45f91182266b3" providerId="Windows Live" clId="Web-{2072DFB3-91C5-4E0A-8373-1BBFE54CB793}" dt="2022-06-28T05:47:27.362" v="37"/>
          <ac:inkMkLst>
            <pc:docMk/>
            <pc:sldMk cId="203564163" sldId="570"/>
            <ac:inkMk id="50" creationId="{75B53824-0AA3-0069-D5EB-54D7F79A542B}"/>
          </ac:inkMkLst>
        </pc:inkChg>
        <pc:inkChg chg="add">
          <ac:chgData name="蔡 東翰" userId="60e45f91182266b3" providerId="Windows Live" clId="Web-{2072DFB3-91C5-4E0A-8373-1BBFE54CB793}" dt="2022-06-28T05:47:27.377" v="38"/>
          <ac:inkMkLst>
            <pc:docMk/>
            <pc:sldMk cId="203564163" sldId="570"/>
            <ac:inkMk id="51" creationId="{0E77BA10-D586-9493-556B-B077E2CA833B}"/>
          </ac:inkMkLst>
        </pc:inkChg>
        <pc:inkChg chg="add">
          <ac:chgData name="蔡 東翰" userId="60e45f91182266b3" providerId="Windows Live" clId="Web-{2072DFB3-91C5-4E0A-8373-1BBFE54CB793}" dt="2022-06-28T05:47:27.408" v="39"/>
          <ac:inkMkLst>
            <pc:docMk/>
            <pc:sldMk cId="203564163" sldId="570"/>
            <ac:inkMk id="52" creationId="{62AEAD34-041C-59FC-B0E4-E1776F426088}"/>
          </ac:inkMkLst>
        </pc:inkChg>
        <pc:inkChg chg="add">
          <ac:chgData name="蔡 東翰" userId="60e45f91182266b3" providerId="Windows Live" clId="Web-{2072DFB3-91C5-4E0A-8373-1BBFE54CB793}" dt="2022-06-28T05:47:34.737" v="40"/>
          <ac:inkMkLst>
            <pc:docMk/>
            <pc:sldMk cId="203564163" sldId="570"/>
            <ac:inkMk id="53" creationId="{F6A891EB-67CE-653A-3A10-DE9B0B213D14}"/>
          </ac:inkMkLst>
        </pc:inkChg>
        <pc:inkChg chg="add">
          <ac:chgData name="蔡 東翰" userId="60e45f91182266b3" providerId="Windows Live" clId="Web-{2072DFB3-91C5-4E0A-8373-1BBFE54CB793}" dt="2022-06-28T05:47:34.768" v="41"/>
          <ac:inkMkLst>
            <pc:docMk/>
            <pc:sldMk cId="203564163" sldId="570"/>
            <ac:inkMk id="54" creationId="{7A7BB054-8354-70F6-FC0B-5D8A4BA2312D}"/>
          </ac:inkMkLst>
        </pc:inkChg>
        <pc:inkChg chg="add">
          <ac:chgData name="蔡 東翰" userId="60e45f91182266b3" providerId="Windows Live" clId="Web-{2072DFB3-91C5-4E0A-8373-1BBFE54CB793}" dt="2022-06-28T05:47:34.799" v="42"/>
          <ac:inkMkLst>
            <pc:docMk/>
            <pc:sldMk cId="203564163" sldId="570"/>
            <ac:inkMk id="55" creationId="{9DC84B64-0A2F-BA3E-14C2-6590875BF3B9}"/>
          </ac:inkMkLst>
        </pc:inkChg>
        <pc:inkChg chg="add">
          <ac:chgData name="蔡 東翰" userId="60e45f91182266b3" providerId="Windows Live" clId="Web-{2072DFB3-91C5-4E0A-8373-1BBFE54CB793}" dt="2022-06-28T05:47:34.815" v="43"/>
          <ac:inkMkLst>
            <pc:docMk/>
            <pc:sldMk cId="203564163" sldId="570"/>
            <ac:inkMk id="56" creationId="{791C8B51-31F4-B8E1-E158-BEB7396E76BC}"/>
          </ac:inkMkLst>
        </pc:inkChg>
        <pc:inkChg chg="add">
          <ac:chgData name="蔡 東翰" userId="60e45f91182266b3" providerId="Windows Live" clId="Web-{2072DFB3-91C5-4E0A-8373-1BBFE54CB793}" dt="2022-06-28T05:47:34.846" v="44"/>
          <ac:inkMkLst>
            <pc:docMk/>
            <pc:sldMk cId="203564163" sldId="570"/>
            <ac:inkMk id="57" creationId="{B645F5CC-3BD2-382D-37C7-AA835E62E6DA}"/>
          </ac:inkMkLst>
        </pc:inkChg>
        <pc:inkChg chg="add">
          <ac:chgData name="蔡 東翰" userId="60e45f91182266b3" providerId="Windows Live" clId="Web-{2072DFB3-91C5-4E0A-8373-1BBFE54CB793}" dt="2022-06-28T05:47:34.862" v="45"/>
          <ac:inkMkLst>
            <pc:docMk/>
            <pc:sldMk cId="203564163" sldId="570"/>
            <ac:inkMk id="58" creationId="{BBE6C41B-6E21-7007-5902-5C2AFDEB553B}"/>
          </ac:inkMkLst>
        </pc:inkChg>
        <pc:inkChg chg="add">
          <ac:chgData name="蔡 東翰" userId="60e45f91182266b3" providerId="Windows Live" clId="Web-{2072DFB3-91C5-4E0A-8373-1BBFE54CB793}" dt="2022-06-28T05:47:34.877" v="46"/>
          <ac:inkMkLst>
            <pc:docMk/>
            <pc:sldMk cId="203564163" sldId="570"/>
            <ac:inkMk id="59" creationId="{3A459248-269B-D4A1-0E49-45E17E5AC5B9}"/>
          </ac:inkMkLst>
        </pc:inkChg>
        <pc:inkChg chg="add">
          <ac:chgData name="蔡 東翰" userId="60e45f91182266b3" providerId="Windows Live" clId="Web-{2072DFB3-91C5-4E0A-8373-1BBFE54CB793}" dt="2022-06-28T05:47:34.893" v="47"/>
          <ac:inkMkLst>
            <pc:docMk/>
            <pc:sldMk cId="203564163" sldId="570"/>
            <ac:inkMk id="60" creationId="{3AB9AB65-6609-1DF0-D377-EDC4406AAA61}"/>
          </ac:inkMkLst>
        </pc:inkChg>
        <pc:inkChg chg="add">
          <ac:chgData name="蔡 東翰" userId="60e45f91182266b3" providerId="Windows Live" clId="Web-{2072DFB3-91C5-4E0A-8373-1BBFE54CB793}" dt="2022-06-28T05:47:34.924" v="48"/>
          <ac:inkMkLst>
            <pc:docMk/>
            <pc:sldMk cId="203564163" sldId="570"/>
            <ac:inkMk id="61" creationId="{8A2A7A82-AAE0-43F7-829A-4EB4DBFCDC7A}"/>
          </ac:inkMkLst>
        </pc:inkChg>
        <pc:inkChg chg="add">
          <ac:chgData name="蔡 東翰" userId="60e45f91182266b3" providerId="Windows Live" clId="Web-{2072DFB3-91C5-4E0A-8373-1BBFE54CB793}" dt="2022-06-28T05:47:34.940" v="49"/>
          <ac:inkMkLst>
            <pc:docMk/>
            <pc:sldMk cId="203564163" sldId="570"/>
            <ac:inkMk id="62" creationId="{EBA50A0B-777F-A795-340E-575267166144}"/>
          </ac:inkMkLst>
        </pc:inkChg>
        <pc:inkChg chg="add">
          <ac:chgData name="蔡 東翰" userId="60e45f91182266b3" providerId="Windows Live" clId="Web-{2072DFB3-91C5-4E0A-8373-1BBFE54CB793}" dt="2022-06-28T05:47:36.424" v="50"/>
          <ac:inkMkLst>
            <pc:docMk/>
            <pc:sldMk cId="203564163" sldId="570"/>
            <ac:inkMk id="63" creationId="{8BF5BBD8-6798-1953-D9D3-EC79C02AEF54}"/>
          </ac:inkMkLst>
        </pc:inkChg>
        <pc:inkChg chg="add">
          <ac:chgData name="蔡 東翰" userId="60e45f91182266b3" providerId="Windows Live" clId="Web-{2072DFB3-91C5-4E0A-8373-1BBFE54CB793}" dt="2022-06-28T05:47:36.440" v="51"/>
          <ac:inkMkLst>
            <pc:docMk/>
            <pc:sldMk cId="203564163" sldId="570"/>
            <ac:inkMk id="64" creationId="{C968D8BA-A2B2-8BAE-AF60-6796341DCA17}"/>
          </ac:inkMkLst>
        </pc:inkChg>
        <pc:inkChg chg="add">
          <ac:chgData name="蔡 東翰" userId="60e45f91182266b3" providerId="Windows Live" clId="Web-{2072DFB3-91C5-4E0A-8373-1BBFE54CB793}" dt="2022-06-28T05:47:36.471" v="52"/>
          <ac:inkMkLst>
            <pc:docMk/>
            <pc:sldMk cId="203564163" sldId="570"/>
            <ac:inkMk id="65" creationId="{C2643285-6C4A-6EF8-C9E1-CA2090064790}"/>
          </ac:inkMkLst>
        </pc:inkChg>
        <pc:inkChg chg="add">
          <ac:chgData name="蔡 東翰" userId="60e45f91182266b3" providerId="Windows Live" clId="Web-{2072DFB3-91C5-4E0A-8373-1BBFE54CB793}" dt="2022-06-28T05:47:36.487" v="53"/>
          <ac:inkMkLst>
            <pc:docMk/>
            <pc:sldMk cId="203564163" sldId="570"/>
            <ac:inkMk id="66" creationId="{D27FCF5A-7D49-141D-0A53-28BA1DD70B37}"/>
          </ac:inkMkLst>
        </pc:inkChg>
        <pc:inkChg chg="add">
          <ac:chgData name="蔡 東翰" userId="60e45f91182266b3" providerId="Windows Live" clId="Web-{2072DFB3-91C5-4E0A-8373-1BBFE54CB793}" dt="2022-06-28T05:47:36.518" v="54"/>
          <ac:inkMkLst>
            <pc:docMk/>
            <pc:sldMk cId="203564163" sldId="570"/>
            <ac:inkMk id="67" creationId="{ACADC98A-21E5-AED3-EB49-666D4E17F73E}"/>
          </ac:inkMkLst>
        </pc:inkChg>
        <pc:inkChg chg="add">
          <ac:chgData name="蔡 東翰" userId="60e45f91182266b3" providerId="Windows Live" clId="Web-{2072DFB3-91C5-4E0A-8373-1BBFE54CB793}" dt="2022-06-28T05:47:36.534" v="55"/>
          <ac:inkMkLst>
            <pc:docMk/>
            <pc:sldMk cId="203564163" sldId="570"/>
            <ac:inkMk id="68" creationId="{003F2DA1-E319-8D2E-0CEE-FDDBB3AD201C}"/>
          </ac:inkMkLst>
        </pc:inkChg>
        <pc:inkChg chg="add">
          <ac:chgData name="蔡 東翰" userId="60e45f91182266b3" providerId="Windows Live" clId="Web-{2072DFB3-91C5-4E0A-8373-1BBFE54CB793}" dt="2022-06-28T05:47:36.565" v="56"/>
          <ac:inkMkLst>
            <pc:docMk/>
            <pc:sldMk cId="203564163" sldId="570"/>
            <ac:inkMk id="69" creationId="{5025235F-21A2-1AF8-78B1-92F316374669}"/>
          </ac:inkMkLst>
        </pc:inkChg>
        <pc:inkChg chg="add">
          <ac:chgData name="蔡 東翰" userId="60e45f91182266b3" providerId="Windows Live" clId="Web-{2072DFB3-91C5-4E0A-8373-1BBFE54CB793}" dt="2022-06-28T05:47:39.831" v="57"/>
          <ac:inkMkLst>
            <pc:docMk/>
            <pc:sldMk cId="203564163" sldId="570"/>
            <ac:inkMk id="70" creationId="{10CF7744-84CB-CF99-C6A5-D252A0BF78AB}"/>
          </ac:inkMkLst>
        </pc:inkChg>
        <pc:inkChg chg="add">
          <ac:chgData name="蔡 東翰" userId="60e45f91182266b3" providerId="Windows Live" clId="Web-{2072DFB3-91C5-4E0A-8373-1BBFE54CB793}" dt="2022-06-28T05:47:39.878" v="58"/>
          <ac:inkMkLst>
            <pc:docMk/>
            <pc:sldMk cId="203564163" sldId="570"/>
            <ac:inkMk id="71" creationId="{7E5EC35C-87F5-BDDB-B29F-92DB89004C9F}"/>
          </ac:inkMkLst>
        </pc:inkChg>
        <pc:inkChg chg="add">
          <ac:chgData name="蔡 東翰" userId="60e45f91182266b3" providerId="Windows Live" clId="Web-{2072DFB3-91C5-4E0A-8373-1BBFE54CB793}" dt="2022-06-28T05:47:40.003" v="59"/>
          <ac:inkMkLst>
            <pc:docMk/>
            <pc:sldMk cId="203564163" sldId="570"/>
            <ac:inkMk id="72" creationId="{87F1EC22-820B-B49B-2BDF-C5A16E3A7968}"/>
          </ac:inkMkLst>
        </pc:inkChg>
        <pc:inkChg chg="add">
          <ac:chgData name="蔡 東翰" userId="60e45f91182266b3" providerId="Windows Live" clId="Web-{2072DFB3-91C5-4E0A-8373-1BBFE54CB793}" dt="2022-06-28T05:47:40.018" v="60"/>
          <ac:inkMkLst>
            <pc:docMk/>
            <pc:sldMk cId="203564163" sldId="570"/>
            <ac:inkMk id="73" creationId="{83DDF8C1-C41C-B68F-AFD3-E6B7A344B7B9}"/>
          </ac:inkMkLst>
        </pc:inkChg>
        <pc:inkChg chg="add">
          <ac:chgData name="蔡 東翰" userId="60e45f91182266b3" providerId="Windows Live" clId="Web-{2072DFB3-91C5-4E0A-8373-1BBFE54CB793}" dt="2022-06-28T05:47:43.690" v="61"/>
          <ac:inkMkLst>
            <pc:docMk/>
            <pc:sldMk cId="203564163" sldId="570"/>
            <ac:inkMk id="74" creationId="{F18CCA15-98D4-2A8C-E15B-88E1FD10CAB0}"/>
          </ac:inkMkLst>
        </pc:inkChg>
        <pc:inkChg chg="add">
          <ac:chgData name="蔡 東翰" userId="60e45f91182266b3" providerId="Windows Live" clId="Web-{2072DFB3-91C5-4E0A-8373-1BBFE54CB793}" dt="2022-06-28T05:47:43.706" v="62"/>
          <ac:inkMkLst>
            <pc:docMk/>
            <pc:sldMk cId="203564163" sldId="570"/>
            <ac:inkMk id="75" creationId="{921E086B-E453-64C8-60BD-5B6D66DAFE91}"/>
          </ac:inkMkLst>
        </pc:inkChg>
        <pc:inkChg chg="add">
          <ac:chgData name="蔡 東翰" userId="60e45f91182266b3" providerId="Windows Live" clId="Web-{2072DFB3-91C5-4E0A-8373-1BBFE54CB793}" dt="2022-06-28T05:47:43.737" v="63"/>
          <ac:inkMkLst>
            <pc:docMk/>
            <pc:sldMk cId="203564163" sldId="570"/>
            <ac:inkMk id="76" creationId="{462C0C05-FB3F-8A7B-516D-4C71B9FADB09}"/>
          </ac:inkMkLst>
        </pc:inkChg>
        <pc:inkChg chg="add">
          <ac:chgData name="蔡 東翰" userId="60e45f91182266b3" providerId="Windows Live" clId="Web-{2072DFB3-91C5-4E0A-8373-1BBFE54CB793}" dt="2022-06-28T05:47:43.768" v="64"/>
          <ac:inkMkLst>
            <pc:docMk/>
            <pc:sldMk cId="203564163" sldId="570"/>
            <ac:inkMk id="77" creationId="{7EF1D5AB-64E0-CE71-FFB3-CFDB84876B0A}"/>
          </ac:inkMkLst>
        </pc:inkChg>
        <pc:inkChg chg="add">
          <ac:chgData name="蔡 東翰" userId="60e45f91182266b3" providerId="Windows Live" clId="Web-{2072DFB3-91C5-4E0A-8373-1BBFE54CB793}" dt="2022-06-28T05:47:43.815" v="65"/>
          <ac:inkMkLst>
            <pc:docMk/>
            <pc:sldMk cId="203564163" sldId="570"/>
            <ac:inkMk id="78" creationId="{1577C1F0-2000-4568-4E82-047EE869B908}"/>
          </ac:inkMkLst>
        </pc:inkChg>
        <pc:inkChg chg="add">
          <ac:chgData name="蔡 東翰" userId="60e45f91182266b3" providerId="Windows Live" clId="Web-{2072DFB3-91C5-4E0A-8373-1BBFE54CB793}" dt="2022-06-28T05:47:43.847" v="66"/>
          <ac:inkMkLst>
            <pc:docMk/>
            <pc:sldMk cId="203564163" sldId="570"/>
            <ac:inkMk id="79" creationId="{17AE361F-77CE-0F69-9A10-CC5F9466D6B8}"/>
          </ac:inkMkLst>
        </pc:inkChg>
        <pc:inkChg chg="add">
          <ac:chgData name="蔡 東翰" userId="60e45f91182266b3" providerId="Windows Live" clId="Web-{2072DFB3-91C5-4E0A-8373-1BBFE54CB793}" dt="2022-06-28T05:47:43.862" v="67"/>
          <ac:inkMkLst>
            <pc:docMk/>
            <pc:sldMk cId="203564163" sldId="570"/>
            <ac:inkMk id="80" creationId="{00F7D917-FE04-9F8E-99D4-BFD657AAB2B5}"/>
          </ac:inkMkLst>
        </pc:inkChg>
        <pc:inkChg chg="add">
          <ac:chgData name="蔡 東翰" userId="60e45f91182266b3" providerId="Windows Live" clId="Web-{2072DFB3-91C5-4E0A-8373-1BBFE54CB793}" dt="2022-06-28T05:47:43.893" v="68"/>
          <ac:inkMkLst>
            <pc:docMk/>
            <pc:sldMk cId="203564163" sldId="570"/>
            <ac:inkMk id="81" creationId="{FD173F24-3960-C69B-9799-5A5C244DF18B}"/>
          </ac:inkMkLst>
        </pc:inkChg>
        <pc:inkChg chg="add">
          <ac:chgData name="蔡 東翰" userId="60e45f91182266b3" providerId="Windows Live" clId="Web-{2072DFB3-91C5-4E0A-8373-1BBFE54CB793}" dt="2022-06-28T05:47:43.909" v="69"/>
          <ac:inkMkLst>
            <pc:docMk/>
            <pc:sldMk cId="203564163" sldId="570"/>
            <ac:inkMk id="82" creationId="{51534F02-2AD6-9BAB-A324-8A81FEAD0617}"/>
          </ac:inkMkLst>
        </pc:inkChg>
        <pc:inkChg chg="add">
          <ac:chgData name="蔡 東翰" userId="60e45f91182266b3" providerId="Windows Live" clId="Web-{2072DFB3-91C5-4E0A-8373-1BBFE54CB793}" dt="2022-06-28T05:47:43.940" v="70"/>
          <ac:inkMkLst>
            <pc:docMk/>
            <pc:sldMk cId="203564163" sldId="570"/>
            <ac:inkMk id="83" creationId="{96405419-F71B-CD74-4A1D-9C470F22556F}"/>
          </ac:inkMkLst>
        </pc:inkChg>
        <pc:inkChg chg="add">
          <ac:chgData name="蔡 東翰" userId="60e45f91182266b3" providerId="Windows Live" clId="Web-{2072DFB3-91C5-4E0A-8373-1BBFE54CB793}" dt="2022-06-28T05:47:43.956" v="71"/>
          <ac:inkMkLst>
            <pc:docMk/>
            <pc:sldMk cId="203564163" sldId="570"/>
            <ac:inkMk id="84" creationId="{B04F1A9C-4D29-B122-BAE1-06F1BD6D1EE9}"/>
          </ac:inkMkLst>
        </pc:inkChg>
        <pc:inkChg chg="add">
          <ac:chgData name="蔡 東翰" userId="60e45f91182266b3" providerId="Windows Live" clId="Web-{2072DFB3-91C5-4E0A-8373-1BBFE54CB793}" dt="2022-06-28T05:47:44.222" v="72"/>
          <ac:inkMkLst>
            <pc:docMk/>
            <pc:sldMk cId="203564163" sldId="570"/>
            <ac:inkMk id="85" creationId="{9EE76B54-9F45-2F2A-D342-B24E2E864611}"/>
          </ac:inkMkLst>
        </pc:inkChg>
        <pc:inkChg chg="add">
          <ac:chgData name="蔡 東翰" userId="60e45f91182266b3" providerId="Windows Live" clId="Web-{2072DFB3-91C5-4E0A-8373-1BBFE54CB793}" dt="2022-06-28T05:47:45.956" v="73"/>
          <ac:inkMkLst>
            <pc:docMk/>
            <pc:sldMk cId="203564163" sldId="570"/>
            <ac:inkMk id="86" creationId="{759AD3F9-BE11-22AE-761E-1466B16AB04B}"/>
          </ac:inkMkLst>
        </pc:inkChg>
        <pc:inkChg chg="add">
          <ac:chgData name="蔡 東翰" userId="60e45f91182266b3" providerId="Windows Live" clId="Web-{2072DFB3-91C5-4E0A-8373-1BBFE54CB793}" dt="2022-06-28T05:47:45.972" v="74"/>
          <ac:inkMkLst>
            <pc:docMk/>
            <pc:sldMk cId="203564163" sldId="570"/>
            <ac:inkMk id="87" creationId="{1B115D69-C135-933B-93BB-FEF4281DA620}"/>
          </ac:inkMkLst>
        </pc:inkChg>
        <pc:inkChg chg="add">
          <ac:chgData name="蔡 東翰" userId="60e45f91182266b3" providerId="Windows Live" clId="Web-{2072DFB3-91C5-4E0A-8373-1BBFE54CB793}" dt="2022-06-28T05:47:45.987" v="75"/>
          <ac:inkMkLst>
            <pc:docMk/>
            <pc:sldMk cId="203564163" sldId="570"/>
            <ac:inkMk id="88" creationId="{400D2E31-D780-D83C-56DA-7407FFA90FE1}"/>
          </ac:inkMkLst>
        </pc:inkChg>
        <pc:inkChg chg="add">
          <ac:chgData name="蔡 東翰" userId="60e45f91182266b3" providerId="Windows Live" clId="Web-{2072DFB3-91C5-4E0A-8373-1BBFE54CB793}" dt="2022-06-28T05:47:46.003" v="76"/>
          <ac:inkMkLst>
            <pc:docMk/>
            <pc:sldMk cId="203564163" sldId="570"/>
            <ac:inkMk id="89" creationId="{6AD3CC48-01F0-3C4E-5899-59BBBD328AAC}"/>
          </ac:inkMkLst>
        </pc:inkChg>
        <pc:inkChg chg="add">
          <ac:chgData name="蔡 東翰" userId="60e45f91182266b3" providerId="Windows Live" clId="Web-{2072DFB3-91C5-4E0A-8373-1BBFE54CB793}" dt="2022-06-28T05:47:46.050" v="77"/>
          <ac:inkMkLst>
            <pc:docMk/>
            <pc:sldMk cId="203564163" sldId="570"/>
            <ac:inkMk id="90" creationId="{967994DC-9800-951E-BE23-B385F7CC7530}"/>
          </ac:inkMkLst>
        </pc:inkChg>
        <pc:inkChg chg="add">
          <ac:chgData name="蔡 東翰" userId="60e45f91182266b3" providerId="Windows Live" clId="Web-{2072DFB3-91C5-4E0A-8373-1BBFE54CB793}" dt="2022-06-28T05:47:46.097" v="78"/>
          <ac:inkMkLst>
            <pc:docMk/>
            <pc:sldMk cId="203564163" sldId="570"/>
            <ac:inkMk id="91" creationId="{AF179409-F61A-B31A-BDE8-0275B45FC69E}"/>
          </ac:inkMkLst>
        </pc:inkChg>
        <pc:inkChg chg="add">
          <ac:chgData name="蔡 東翰" userId="60e45f91182266b3" providerId="Windows Live" clId="Web-{2072DFB3-91C5-4E0A-8373-1BBFE54CB793}" dt="2022-06-28T05:47:46.128" v="79"/>
          <ac:inkMkLst>
            <pc:docMk/>
            <pc:sldMk cId="203564163" sldId="570"/>
            <ac:inkMk id="92" creationId="{D5F306EB-53F2-6EA4-C440-0631B8F1E281}"/>
          </ac:inkMkLst>
        </pc:inkChg>
      </pc:sldChg>
    </pc:docChg>
  </pc:docChgLst>
  <pc:docChgLst>
    <pc:chgData name="子敬 洪" userId="ad1b616e7398b0d3" providerId="LiveId" clId="{387D4BB9-805B-475B-B783-A5E5644F9B28}"/>
    <pc:docChg chg="modSld">
      <pc:chgData name="子敬 洪" userId="ad1b616e7398b0d3" providerId="LiveId" clId="{387D4BB9-805B-475B-B783-A5E5644F9B28}" dt="2022-03-30T18:05:01.738" v="12" actId="21"/>
      <pc:docMkLst>
        <pc:docMk/>
      </pc:docMkLst>
      <pc:sldChg chg="modSp mod">
        <pc:chgData name="子敬 洪" userId="ad1b616e7398b0d3" providerId="LiveId" clId="{387D4BB9-805B-475B-B783-A5E5644F9B28}" dt="2022-03-30T18:04:51.317" v="10" actId="20577"/>
        <pc:sldMkLst>
          <pc:docMk/>
          <pc:sldMk cId="4270561902" sldId="465"/>
        </pc:sldMkLst>
        <pc:spChg chg="mod">
          <ac:chgData name="子敬 洪" userId="ad1b616e7398b0d3" providerId="LiveId" clId="{387D4BB9-805B-475B-B783-A5E5644F9B28}" dt="2022-03-30T18:04:51.317" v="10" actId="20577"/>
          <ac:spMkLst>
            <pc:docMk/>
            <pc:sldMk cId="4270561902" sldId="465"/>
            <ac:spMk id="7" creationId="{65D5726D-53FD-4E2A-A2FC-E07669DCCEDC}"/>
          </ac:spMkLst>
        </pc:spChg>
      </pc:sldChg>
      <pc:sldChg chg="modSp mod">
        <pc:chgData name="子敬 洪" userId="ad1b616e7398b0d3" providerId="LiveId" clId="{387D4BB9-805B-475B-B783-A5E5644F9B28}" dt="2022-03-30T18:05:01.738" v="12" actId="21"/>
        <pc:sldMkLst>
          <pc:docMk/>
          <pc:sldMk cId="2839124105" sldId="545"/>
        </pc:sldMkLst>
        <pc:spChg chg="mod">
          <ac:chgData name="子敬 洪" userId="ad1b616e7398b0d3" providerId="LiveId" clId="{387D4BB9-805B-475B-B783-A5E5644F9B28}" dt="2022-03-30T18:05:01.738" v="12" actId="21"/>
          <ac:spMkLst>
            <pc:docMk/>
            <pc:sldMk cId="2839124105" sldId="545"/>
            <ac:spMk id="30" creationId="{8570CFE9-0731-4434-8914-6944777BFE6D}"/>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context>
    <inkml:brush xml:id="br0">
      <inkml:brushProperty name="width" value="0.05" units="cm"/>
      <inkml:brushProperty name="height" value="0.05" units="cm"/>
      <inkml:brushProperty name="color" value="#E71224"/>
    </inkml:brush>
  </inkml:definitions>
  <inkml:trace contextRef="#ctx0" brushRef="#br0">38728 16477 7903 0 0,'-4'-4'-2048'0'0,"-2"-2"2048"0"0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88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16443 19523 4223 0 0,'-4'0'416'0'0,"-2"-4"1728"0"0,1 2 3968 0 0,4 2-4384 0 0,9 2-544 0 0,6-1-160 0 0,5 0-608 0 0,4 4-32 0 0,3 2-128 0 0,1-1 64 0 0,1-1-32 0 0,-1-2-96 0 0,0-1 96 0 0,0-1-96 0 0,0-1-128 0 0,-1 0 96 0 0,1 0-96 0 0,-1 0 0 0 0,-4-5-32 0 0,-2-1 192 0 0,0 0-224 0 0,-3-3 96 0 0,0 0-160 0 0,2 1 160 0 0,1 3-64 0 0,-2-3-96 0 0,0 0 96 0 0,2 1 0 0 0,1 3-64 0 0,3 1 64 0 0,0 1 64 0 0,2 1-128 0 0,-5 6 64 0 0,0 1-96 0 0,-1 0 96 0 0,2-1-96 0 0,2-2 96 0 0,0-1 96 0 0,1 4-96 0 0,1 0 32 0 0,0 0 0 0 0,0-1 0 0 0,1-3 32 0 0,-1 0-96 0 0,0-1 128 0 0,1-1 32 0 0,-1 0 0 0 0,0 0-32 0 0,0 0 32 0 0,0-5-64 0 0,0-1 0 0 0,1-4-96 0 0,-1-1 96 0 0,0 2-96 0 0,0 3-32 0 0,0-3 64 0 0,0 1 0 0 0,0 1-32 0 0,0 2 64 0 0,1 2-96 0 0,-1-3 64 0 0,0 0-32 0 0,0 0-64 0 0,0 2 96 0 0,0 1-32 0 0,9 6 0 0 0,3 2 64 0 0,4 0-64 0 0,-1 0-64 0 0,11 3 128 0 0,14 0-160 0 0,0-1 128 0 0,-2 3 32 0 0,1-1-64 0 0,-1-2 32 0 0,1 3 0 0 0,-5 0-32 0 0,-9-3 0 0 0,-4-2 0 0 0,-1-1 32 0 0,-4 2-32 0 0,4 0 32 0 0,3 0-32 0 0,-2-2-32 0 0,-5-1 96 0 0,-5-1-64 0 0,0-2 32 0 0,-1 1-64 0 0,1-2-32 0 0,4 1 96 0 0,-1 0 0 0 0,-3 0-32 0 0,-3 4-32 0 0,6 2-64 0 0,1-1 96 0 0,-3 0 0 0 0,2-2 32 0 0,-2-1-64 0 0,1-1 0 0 0,4-1 32 0 0,3 0 64 0 0,-2 0-64 0 0,-4 0 32 0 0,0 0 128 0 0,-2 0-96 0 0,-4-1 32 0 0,2 1-64 0 0,4-4-192 0 0,-1-2 160 0 0,-3 0 0 0 0,2 2 256 0 0,4 1-352 0 0,-2 1 160 0 0,-3 1-96 0 0,1 0-64 0 0,-1 1 160 0 0,-2 0-96 0 0,1 1 64 0 0,-1-1 0 0 0,-2 0-128 0 0,-2 0 160 0 0,-2 0-96 0 0,-1-4 64 0 0,-1-2-32 0 0,3 0 0 0 0,2 2-32 0 0,-1 1 64 0 0,0 0 32 0 0,-2 2-96 0 0,-2-3-32 0 0,1-2 160 0 0,-2 0-96 0 0,0 2-32 0 0,0 1 32 0 0,0 1 0 0 0,0 1 0 0 0,0 1 32 0 0,0 0 32 0 0,0 0-64 0 0,0 0 0 0 0,0 1 32 0 0,0-1-32 0 0,0 0 96 0 0,1 0-96 0 0,-1 0 64 0 0,-5-4 0 0 0,0-2 0 0 0,-1 0-64 0 0,2 1 128 0 0,-4-2-160 0 0,0-1 128 0 0,2 1-128 0 0,1 2 64 0 0,-3 6-32 0 0,1 3-32 0 0,0 6 96 0 0,3 0-64 0 0,5 3 96 0 0,4 0-64 0 0,0-2-32 0 0,-1 0-32 0 0,0 0 0 0 0,-2-3 64 0 0,4-3 32 0 0,1-2-32 0 0,-1-1-32 0 0,8-1 32 0 0,1-2 32 0 0,2-4 64 0 0,-1-1-160 0 0,-3 0 64 0 0,-5 1-32 0 0,-2 2 0 0 0,1 0 32 0 0,0 2-32 0 0,-2 1 64 0 0,4 0-32 0 0,13 5 128 0 0,11 1-32 0 0,1 0-32 0 0,-5-2-32 0 0,-4 0-64 0 0,-6-2 64 0 0,3-5-64 0 0,-2-3 32 0 0,-5 0 0 0 0,-5 2 128 0 0,-4 0-128 0 0,-3 2-96 0 0,-2 1 64 0 0,13 0 32 0 0,3 1 0 0 0,17 0-64 0 0,2 0 96 0 0,-4 1-96 0 0,-8-1 32 0 0,-4 0-32 0 0,-5 0 96 0 0,-5 0-32 0 0,1 0 0 0 0,-3 0-64 0 0,7 0 32 0 0,1 0-128 0 0,-2 0 96 0 0,-4 0 0 0 0,-3 0 64 0 0,-3 0 32 0 0,-2 5 0 0 0,-2 0-32 0 0,0 1 0 0 0,4-1-64 0 0,1-2 64 0 0,14-1 32 0 0,7 3-32 0 0,9 2-64 0 0,-2-2 32 0 0,-6 0 0 0 0,-8-2 32 0 0,-8-2 0 0 0,0 0-64 0 0,-2 0 64 0 0,-4-1-64 0 0,8-1 0 0 0,1 1 32 0 0,-2 0 32 0 0,6 0-32 0 0,0-1 0 0 0,-4 1-32 0 0,-3 0 32 0 0,-4 0 32 0 0,-3 0 0 0 0,-2 5-64 0 0,3 1 64 0 0,0-1-32 0 0,0 0 0 0 0,-1-2-32 0 0,-1-1 32 0 0,-1-1-32 0 0,-1 0 32 0 0,-1 3 0 0 0,0 2 64 0 0,4-1-32 0 0,2-1-96 0 0,4-1 96 0 0,5-1 32 0 0,4-5-64 0 0,-1-3 0 0 0,-3 1 0 0 0,4-4 64 0 0,0-1-128 0 0,0 2 160 0 0,-3 2-96 0 0,-4 3 0 0 0,-4 1-32 0 0,-3 1 0 0 0,2 5 96 0 0,-1 2-96 0 0,0 0 64 0 0,-3 3 0 0 0,0 1-128 0 0,3-2 160 0 0,0 2-128 0 0,0 0 96 0 0,-1-3-32 0 0,-2-1-32 0 0,-1-3 64 0 0,-6 3-96 0 0,-1 1 64 0 0,-1-1 96 0 0,-7-7 192 0 0,-7-6-3008 0 0,-4-8 1056 0 0,-2-4-2912 0 0,-1-5-5824 0 0,-1 3 10400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886"/>
    </inkml:context>
    <inkml:brush xml:id="br0">
      <inkml:brushProperty name="width" value="0.1" units="cm"/>
      <inkml:brushProperty name="height" value="0.1" units="cm"/>
      <inkml:brushProperty name="color" value="#E71224"/>
    </inkml:brush>
  </inkml:definitions>
  <inkml:trace contextRef="#ctx0" brushRef="#br0">20050 4994 2847 0 0,'-5'0'1952'0'0,"-19"0"-1536"0"0,-18 0 768 0 0,-7-4-736 0 0,-4-2 224 0 0,-2 0-384 0 0,-5-3 256 0 0,3-4-192 0 0,-19-19 1184 0 0,-2-7-1216 0 0,0-11 640 0 0,3-6-384 0 0,15 3-384 0 0,14-17 224 0 0,14-5-384 0 0,21-4-32 0 0,31-10 64 0 0,16 2-64 0 0,15 1-64 0 0,26-15 160 0 0,9 0-32 0 0,20-5-192 0 0,15 8 32 0 0,0 15 64 0 0,42 26-64 0 0,6 27 64 0 0,28 60-224 0 0,-11 32 192 0 0,-15 46-32 0 0,-31 14 64 0 0,-36-1 0 0 0,-31 37 64 0 0,-32 1 0 0 0,-41 26 544 0 0,-25-9-160 0 0,-39 9 1664 0 0,-14-17-1792 0 0,-2-33-160 0 0,0-26 96 0 0,3-27-128 0 0,7-23 0 0 0,-2-18 0 0 0,-21-19-576 0 0,-8-19-192 0 0,5-18-480 0 0,-8-42-5024 0 0,5-29 1056 0 0,19-1 5120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887"/>
    </inkml:context>
    <inkml:brush xml:id="br0">
      <inkml:brushProperty name="width" value="0.1" units="cm"/>
      <inkml:brushProperty name="height" value="0.1" units="cm"/>
      <inkml:brushProperty name="color" value="#E71224"/>
    </inkml:brush>
  </inkml:definitions>
  <inkml:trace contextRef="#ctx0" brushRef="#br0">19901 1218 6463 0 0,'-4'-4'384'0'0,"-2"-7"-32"0"0,-4 4 4896 0 0,-1 7-4672 0 0,-2 9-64 0 0,1 6-224 0 0,-3 6 32 0 0,2 12 544 0 0,3 5-544 0 0,-1 5-32 0 0,1 0 32 0 0,-2 5 128 0 0,1 5-192 0 0,2 9 192 0 0,-1 9-224 0 0,-4 27 192 0 0,-4 20-224 0 0,1 7-32 0 0,-14 45 352 0 0,-2 6-448 0 0,-4 5 0 0 0,13-29-2016 0 0,15-44-352 0 0,9-45 704 0 0,18-73-6592 0 0,10-45 4672 0 0,1-11 3520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888"/>
    </inkml:context>
    <inkml:brush xml:id="br0">
      <inkml:brushProperty name="width" value="0.1" units="cm"/>
      <inkml:brushProperty name="height" value="0.1" units="cm"/>
      <inkml:brushProperty name="color" value="#E71224"/>
    </inkml:brush>
  </inkml:definitions>
  <inkml:trace contextRef="#ctx0" brushRef="#br0">19904 1187 6367 0 0,'0'-5'64'0'0,"0"-5"352"0"0,5-2 2624 0 0,5 2-2240 0 0,6 7-128 0 0,5 8 352 0 0,2 3-800 0 0,3 5 352 0 0,1 1 0 0 0,-4 1-384 0 0,-2-1 32 0 0,5 6 544 0 0,7 8-160 0 0,2 4-416 0 0,-5 5 544 0 0,-8 2-224 0 0,-7 1-256 0 0,-10 0-160 0 0,-12-3 96 0 0,-8-3-64 0 0,-6-3-128 0 0,-4-3 32 0 0,-2-1 0 0 0,-6-1 160 0 0,-1-5-128 0 0,-13-1 0 0 0,-7-9-2560 0 0,5-11 1088 0 0,7-5-416 0 0,11-6-4864 0 0,10-6 2592 0 0,8 0 4096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889"/>
    </inkml:context>
    <inkml:brush xml:id="br0">
      <inkml:brushProperty name="width" value="0.1" units="cm"/>
      <inkml:brushProperty name="height" value="0.1" units="cm"/>
      <inkml:brushProperty name="color" value="#E71224"/>
    </inkml:brush>
  </inkml:definitions>
  <inkml:trace contextRef="#ctx0" brushRef="#br0">20786 1436 4703 0 0,'0'-5'96'0'0,"0"-5"64"0"0,0-6 1728 0 0,0-5-1376 0 0,-4 2 2016 0 0,-2-1-1056 0 0,-4 3-352 0 0,-5 5-384 0 0,-4 4-224 0 0,-4 8-128 0 0,-2 8-160 0 0,-1 3-192 0 0,4 5 32 0 0,1-2-64 0 0,4 2 64 0 0,0-2-32 0 0,0-3 64 0 0,1 1-96 0 0,0 7 0 0 0,-2 5 0 0 0,2 3 0 0 0,4 1 32 0 0,3 0-128 0 0,4 5 160 0 0,3 1-96 0 0,10-2-32 0 0,9-5 32 0 0,5-3 32 0 0,4-6-64 0 0,1-10 0 0 0,6-11 192 0 0,6-9-160 0 0,-4-8 32 0 0,-4-8 0 0 0,-6-5 0 0 0,-4 4 32 0 0,0-7 0 0 0,-4-2-64 0 0,-1 2-64 0 0,-3-7-160 0 0,-3 0 160 0 0,-4 2-96 0 0,2 8 128 0 0,-1 6 32 0 0,-1 12-224 0 0,-2 12 288 0 0,-2 12 32 0 0,0 8-64 0 0,-2 6 64 0 0,0 8 0 0 0,0 8-32 0 0,0 1-32 0 0,-1-1 32 0 0,1-3-32 0 0,0-4-160 0 0,4-6-1824 0 0,2-4 544 0 0,4-6-2912 0 0,0 0 128 0 0,-1-4 4224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890"/>
    </inkml:context>
    <inkml:brush xml:id="br0">
      <inkml:brushProperty name="width" value="0.1" units="cm"/>
      <inkml:brushProperty name="height" value="0.1" units="cm"/>
      <inkml:brushProperty name="color" value="#E71224"/>
    </inkml:brush>
  </inkml:definitions>
  <inkml:trace contextRef="#ctx0" brushRef="#br0">21381 1450 4415 0 0,'-5'0'1760'0'0,"-5"-5"1184"0"0,-6-1-896 0 0,-5-4-1728 0 0,-2 0 0 0 0,-3 1-224 0 0,-1 3 0 0 0,0 1-64 0 0,0 12 96 0 0,0 12-128 0 0,0 4-32 0 0,5 2-64 0 0,1-3-1152 0 0,5-1 416 0 0,9-4 384 0 0,11-5 448 0 0,4-9-32 0 0,9-9-96 0 0,7-4 96 0 0,17-4-160 0 0,6-1 192 0 0,4-1 96 0 0,-3 2-32 0 0,-4 2-64 0 0,-6 5 0 0 0,0 2 64 0 0,-2 3 32 0 0,-8 6 0 0 0,-8 7 224 0 0,-7 5-128 0 0,-7 5-128 0 0,-3 8 192 0 0,-3 3-96 0 0,-6 1-96 0 0,-10 13 416 0 0,-8 2-224 0 0,1-2-160 0 0,0 4 288 0 0,-5-1-96 0 0,-3-1 32 0 0,5-4-192 0 0,1-5 128 0 0,-11 9 160 0 0,-6 5-320 0 0,1-2 0 0 0,-15 26 64 0 0,-7 4-128 0 0,-1 1 96 0 0,-4 6-32 0 0,6-9-96 0 0,-10-4 160 0 0,5-10-128 0 0,7-17 128 0 0,20-29-32 0 0,20-23-160 0 0,14-15 32 0 0,31-35 32 0 0,14-17-64 0 0,10-11 0 0 0,11-13 128 0 0,3 1-32 0 0,26-24 512 0 0,8 0-448 0 0,18-7 32 0 0,-2 13-192 0 0,3 21-352 0 0,-15 22-96 0 0,-15 22-256 0 0,-9 20-3584 0 0,-9 14 640 0 0,-11 9-576 0 0,-16 6 4256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891"/>
    </inkml:context>
    <inkml:brush xml:id="br0">
      <inkml:brushProperty name="width" value="0.1" units="cm"/>
      <inkml:brushProperty name="height" value="0.1" units="cm"/>
      <inkml:brushProperty name="color" value="#E71224"/>
    </inkml:brush>
  </inkml:definitions>
  <inkml:trace contextRef="#ctx0" brushRef="#br0">22409 1337 7007 0 0,'0'-5'1056'0'0,"-4"-1"1728"0"0,-6 1 384 0 0,-2 4-2624 0 0,6 9-544 0 0,9 1-32 0 0,3 5-288 0 0,6-1-2112 0 0,0 7-3200 0 0,-2 4 3584 0 0,3-2-1280 0 0,-2-5 3328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892"/>
    </inkml:context>
    <inkml:brush xml:id="br0">
      <inkml:brushProperty name="width" value="0.1" units="cm"/>
      <inkml:brushProperty name="height" value="0.1" units="cm"/>
      <inkml:brushProperty name="color" value="#E71224"/>
    </inkml:brush>
  </inkml:definitions>
  <inkml:trace contextRef="#ctx0" brushRef="#br0">22412 1956 6207 0 0,'0'9'5920'0'0,"-4"11"-12512"0"0,-2 4 6592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893"/>
    </inkml:context>
    <inkml:brush xml:id="br0">
      <inkml:brushProperty name="width" value="0.1" units="cm"/>
      <inkml:brushProperty name="height" value="0.1" units="cm"/>
      <inkml:brushProperty name="color" value="#E71224"/>
    </inkml:brush>
  </inkml:definitions>
  <inkml:trace contextRef="#ctx0" brushRef="#br0">22956 1309 4863 0 0,'0'9'9280'0'0,"5"3"-8992"0"0,1 8 480 0 0,-1 10-352 0 0,0 4-32 0 0,-2 1-256 0 0,-1-2-32 0 0,-1-1 0 0 0,0 2 96 0 0,-6 10-32 0 0,-5 5-160 0 0,-2 3 64 0 0,-3 3 0 0 0,-3-1-64 0 0,1-4 0 0 0,-1-1-128 0 0,3 3-704 0 0,-1-6-736 0 0,3-8 320 0 0,3-4-7296 0 0,8-9 5024 0 0,4-9 3520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894"/>
    </inkml:context>
    <inkml:brush xml:id="br0">
      <inkml:brushProperty name="width" value="0.1" units="cm"/>
      <inkml:brushProperty name="height" value="0.1" units="cm"/>
      <inkml:brushProperty name="color" value="#E71224"/>
    </inkml:brush>
  </inkml:definitions>
  <inkml:trace contextRef="#ctx0" brushRef="#br0">23289 1427 3615 0 0,'0'4'5824'0'0,"4"2"-2016"0"0,2 4-3392 0 0,0 5 608 0 0,-2 4-640 0 0,0 4-224 0 0,-7 6 288 0 0,-2 3-384 0 0,0 1 0 0 0,1-2-64 0 0,0 8 64 0 0,2 2-32 0 0,-4 2 0 0 0,0 4 0 0 0,0 2-96 0 0,1 1 0 0 0,-2-3 0 0 0,-1-4-64 0 0,2 11-3104 0 0,1 2-3904 0 0,2-9 7136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895"/>
    </inkml:context>
    <inkml:brush xml:id="br0">
      <inkml:brushProperty name="width" value="0.1" units="cm"/>
      <inkml:brushProperty name="height" value="0.1" units="cm"/>
      <inkml:brushProperty name="color" value="#E71224"/>
    </inkml:brush>
  </inkml:definitions>
  <inkml:trace contextRef="#ctx0" brushRef="#br0">24126 1395 4543 0 0,'-4'-4'2720'0'0,"-6"-2"2240"0"0,-6 0-3840 0 0,-5 6-288 0 0,-3 3-448 0 0,-1 5-224 0 0,-7 6 0 0 0,-14 9 0 0 0,-14 10 0 0 0,0 3-160 0 0,5 1 0 0 0,16-6-288 0 0,25-14 352 0 0,18-8-64 0 0,26-7 160 0 0,13-3-128 0 0,8-2-96 0 0,-1 0 64 0 0,-3 5 32 0 0,-2 11-32 0 0,-8 7 0 0 0,-11 5 32 0 0,-9 3 32 0 0,-8 1-64 0 0,-5 0 0 0 0,-4 8-32 0 0,-1 8 128 0 0,-6-1-32 0 0,-9 6-64 0 0,-8-1 64 0 0,-8-4 0 0 0,-3-10-64 0 0,-4-15 64 0 0,-1-21-32 0 0,8-13-32 0 0,3-6-32 0 0,8-2 32 0 0,7-3 0 0 0,6-2 32 0 0,9-9 64 0 0,8-7-128 0 0,3-2 32 0 0,9-1 32 0 0,8-2-32 0 0,5 3 0 0 0,1 4-32 0 0,-1 6 0 0 0,-2 3-32 0 0,-2 3 64 0 0,-2 2-32 0 0,4 1 32 0 0,0 1-320 0 0,-1 4-96 0 0,0 6-192 0 0,-2 6-1760 0 0,-1 4-3104 0 0,-6 7 4224 0 0,-6 4 1248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896"/>
    </inkml:context>
    <inkml:brush xml:id="br0">
      <inkml:brushProperty name="width" value="0.1" units="cm"/>
      <inkml:brushProperty name="height" value="0.1" units="cm"/>
      <inkml:brushProperty name="color" value="#E71224"/>
    </inkml:brush>
  </inkml:definitions>
  <inkml:trace contextRef="#ctx0" brushRef="#br0">24383 2250 14687 0 0,'0'4'-12960'0'0,"0"2"12960"0"0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897"/>
    </inkml:context>
    <inkml:brush xml:id="br0">
      <inkml:brushProperty name="width" value="0.1" units="cm"/>
      <inkml:brushProperty name="height" value="0.1" units="cm"/>
      <inkml:brushProperty name="color" value="#E71224"/>
    </inkml:brush>
  </inkml:definitions>
  <inkml:trace contextRef="#ctx0" brushRef="#br0">25030 946 5375 0 0,'0'-4'832'0'0,"4"-7"6400"0"0,11 0-5856 0 0,7-4-1024 0 0,4 2-256 0 0,2 2-64 0 0,1 3-32 0 0,0 3-96 0 0,0 3-64 0 0,-2 1-2144 0 0,-4 5-9600 0 0,-7 3 11904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898"/>
    </inkml:context>
    <inkml:brush xml:id="br0">
      <inkml:brushProperty name="width" value="0.1" units="cm"/>
      <inkml:brushProperty name="height" value="0.1" units="cm"/>
      <inkml:brushProperty name="color" value="#E71224"/>
    </inkml:brush>
  </inkml:definitions>
  <inkml:trace contextRef="#ctx0" brushRef="#br0">24971 1125 6559 0 0,'0'-5'992'0'0,"0"-5"2272"0"0,4-1-416 0 0,2-4-2624 0 0,4 1 192 0 0,5 8-320 0 0,5 4-256 0 0,2 3-384 0 0,7 6-2816 0 0,3 1-448 0 0,1-5 2368 0 0,-6-3 1440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01"/>
    </inkml:context>
    <inkml:brush xml:id="br0">
      <inkml:brushProperty name="width" value="0.1" units="cm"/>
      <inkml:brushProperty name="height" value="0.1" units="cm"/>
      <inkml:brushProperty name="color" value="#E71224"/>
    </inkml:brush>
  </inkml:definitions>
  <inkml:trace contextRef="#ctx0" brushRef="#br0">25799 751 3999 0 0,'-4'4'4448'0'0,"-7"6"-3328"0"0,-5 6-576 0 0,-4 0-384 0 0,-4 2-64 0 0,3 2-96 0 0,0-2 32 0 0,3 0-32 0 0,2-2-32 0 0,2-1-288 0 0,0-2-704 0 0,1-8-3840 0 0,9-4 4896 0 0,4-8 256 0 0,6-2-64 0 0,8-4 3040 0 0,9 1-416 0 0,6 1-1184 0 0,2 3-896 0 0,0 3-416 0 0,0 3-128 0 0,-6 5-128 0 0,-3 3 0 0 0,-4 4 0 0 0,-7 6 320 0 0,-8 4-288 0 0,-10 3-1216 0 0,-12 6-1440 0 0,-8-1 1760 0 0,-8-1-2496 0 0,-2-6 1152 0 0,0-5-32 0 0,7-2-224 0 0,9-3 2368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02"/>
    </inkml:context>
    <inkml:brush xml:id="br0">
      <inkml:brushProperty name="width" value="0.1" units="cm"/>
      <inkml:brushProperty name="height" value="0.1" units="cm"/>
      <inkml:brushProperty name="color" value="#E71224"/>
    </inkml:brush>
  </inkml:definitions>
  <inkml:trace contextRef="#ctx0" brushRef="#br0">25575 1162 7551 0 0,'-4'0'4064'0'0,"-6"0"-992"0"0,-2 5-2976 0 0,-3 0-32 0 0,2 6-128 0 0,-3-1-608 0 0,-2-1-2080 0 0,2-3 2752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03"/>
    </inkml:context>
    <inkml:brush xml:id="br0">
      <inkml:brushProperty name="width" value="0.1" units="cm"/>
      <inkml:brushProperty name="height" value="0.1" units="cm"/>
      <inkml:brushProperty name="color" value="#E71224"/>
    </inkml:brush>
  </inkml:definitions>
  <inkml:trace contextRef="#ctx0" brushRef="#br0">25530 1221 4799 0 0,'8'0'7296'0'0,"9"0"-5792"0"0,0 4-1344 0 0,2 2 0 0 0,2 4-224 0 0,3 1-1792 0 0,0 2-2432 0 0,-2 4 608 0 0,-7-1 3680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04"/>
    </inkml:context>
    <inkml:brush xml:id="br0">
      <inkml:brushProperty name="width" value="0.1" units="cm"/>
      <inkml:brushProperty name="height" value="0.1" units="cm"/>
      <inkml:brushProperty name="color" value="#E71224"/>
    </inkml:brush>
  </inkml:definitions>
  <inkml:trace contextRef="#ctx0" brushRef="#br0">25078 1515 6975 0 0,'0'4'9216'0'0,"0"7"-9056"0"0,0 9-32 0 0,-4 7-128 0 0,-2 15 64 0 0,-4 2-128 0 0,-5 10-2272 0 0,0 6-288 0 0,-1 0-3968 0 0,1-8 6592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05"/>
    </inkml:context>
    <inkml:brush xml:id="br0">
      <inkml:brushProperty name="width" value="0.1" units="cm"/>
      <inkml:brushProperty name="height" value="0.1" units="cm"/>
      <inkml:brushProperty name="color" value="#E71224"/>
    </inkml:brush>
  </inkml:definitions>
  <inkml:trace contextRef="#ctx0" brushRef="#br0">25089 1708 4703 0 0,'0'-4'1088'0'0,"4"-6"-576"0"0,6-6 3840 0 0,6-5-3072 0 0,5 2 736 0 0,3 3 416 0 0,1 5-2304 0 0,7 9 448 0 0,1 5-288 0 0,0 1-160 0 0,-2 0-32 0 0,-1 5-32 0 0,-1 0-32 0 0,-2-2 0 0 0,0-1 64 0 0,-1-3 96 0 0,0 0-128 0 0,-4-7-32 0 0,-2-2 128 0 0,-5 5 160 0 0,-4 7-96 0 0,-8 1-192 0 0,-6 6 32 0 0,-1 4 0 0 0,-5 3-64 0 0,-1 4-32 0 0,-3 1 0 0 0,-4 2 32 0 0,-3 8 64 0 0,-3 9-192 0 0,-2 4-160 0 0,-6 4-2080 0 0,-1-3-4832 0 0,4-5 5568 0 0,2-10-928 0 0,6-11 2560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06"/>
    </inkml:context>
    <inkml:brush xml:id="br0">
      <inkml:brushProperty name="width" value="0.1" units="cm"/>
      <inkml:brushProperty name="height" value="0.1" units="cm"/>
      <inkml:brushProperty name="color" value="#E71224"/>
    </inkml:brush>
  </inkml:definitions>
  <inkml:trace contextRef="#ctx0" brushRef="#br0">25147 1809 5023 0 0,'5'0'10784'0'0,"5"4"-9664"0"0,6 2-800 0 0,9 4-224 0 0,0 5-96 0 0,1 4-320 0 0,0 0-1984 0 0,-5-1-7360 0 0,-5-1 9664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07"/>
    </inkml:context>
    <inkml:brush xml:id="br0">
      <inkml:brushProperty name="width" value="0.1" units="cm"/>
      <inkml:brushProperty name="height" value="0.1" units="cm"/>
      <inkml:brushProperty name="color" value="#E71224"/>
    </inkml:brush>
  </inkml:definitions>
  <inkml:trace contextRef="#ctx0" brushRef="#br0">25030 2015 3007 0 0,'4'0'4448'0'0,"11"0"736"0"0,7 4-4160 0 0,4 2-832 0 0,-2 4-160 0 0,-1 5 352 0 0,-4 4-544 0 0,-6 4-1504 0 0,-4 2-1376 0 0,-9-4 1696 0 0,-9 5-2720 0 0,-2-3 4064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08"/>
    </inkml:context>
    <inkml:brush xml:id="br0">
      <inkml:brushProperty name="width" value="0.1" units="cm"/>
      <inkml:brushProperty name="height" value="0.1" units="cm"/>
      <inkml:brushProperty name="color" value="#E71224"/>
    </inkml:brush>
  </inkml:definitions>
  <inkml:trace contextRef="#ctx0" brushRef="#br0">24971 2338 3647 0 0,'4'0'6304'0'0,"16"0"-3360"0"0,7 0-2016 0 0,5 0-736 0 0,1 0-128 0 0,4 0 96 0 0,0 0-192 0 0,-2 0 160 0 0,-3 0-160 0 0,-6 5 160 0 0,-12 5 736 0 0,-13 6-768 0 0,-12 4-128 0 0,-7 0 32 0 0,-6 0 0 0 0,-3-4 32 0 0,-10 1-128 0 0,-4-3 160 0 0,2-4-160 0 0,11-3 896 0 0,15 1 320 0 0,14-1-672 0 0,11-1-224 0 0,9-2 256 0 0,4-1 0 0 0,3-2-256 0 0,5 4 160 0 0,11 1-64 0 0,11-1-480 0 0,1-1-96 0 0,-1-1-2304 0 0,-5-1-1376 0 0,-6-1-3360 0 0,-12-1 7296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09"/>
    </inkml:context>
    <inkml:brush xml:id="br0">
      <inkml:brushProperty name="width" value="0.1" units="cm"/>
      <inkml:brushProperty name="height" value="0.1" units="cm"/>
      <inkml:brushProperty name="color" value="#E71224"/>
    </inkml:brush>
  </inkml:definitions>
  <inkml:trace contextRef="#ctx0" brushRef="#br0">26411 1303 7967 0 0,'5'-4'3648'0'0,"1"-7"-832"0"0,4 0-2496 0 0,5 0 480 0 0,4 4-352 0 0,8 1-128 0 0,4 8-128 0 0,1 2-128 0 0,-1 6 0 0 0,-1 0-64 0 0,-1 4 32 0 0,-1 4-64 0 0,4-2 32 0 0,4 1-384 0 0,2-2-64 0 0,3-3-3232 0 0,-2-5 2048 0 0,-2-3-3872 0 0,-8-2 5504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10"/>
    </inkml:context>
    <inkml:brush xml:id="br0">
      <inkml:brushProperty name="width" value="0.1" units="cm"/>
      <inkml:brushProperty name="height" value="0.1" units="cm"/>
      <inkml:brushProperty name="color" value="#E71224"/>
    </inkml:brush>
  </inkml:definitions>
  <inkml:trace contextRef="#ctx0" brushRef="#br0">26850 986 5567 0 0,'-4'0'2528'0'0,"-2"4"-1504"0"0,0 7 1216 0 0,-3 5-1536 0 0,0 4 96 0 0,-3 8 736 0 0,-4 13-384 0 0,1 3-1024 0 0,-6 26 288 0 0,-9 18-480 0 0,2 4-704 0 0,0-10-1376 0 0,6-15 512 0 0,1-13-4256 0 0,5-12 1120 0 0,5-13 4768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11"/>
    </inkml:context>
    <inkml:brush xml:id="br0">
      <inkml:brushProperty name="width" value="0.1" units="cm"/>
      <inkml:brushProperty name="height" value="0.1" units="cm"/>
      <inkml:brushProperty name="color" value="#E71224"/>
    </inkml:brush>
  </inkml:definitions>
  <inkml:trace contextRef="#ctx0" brushRef="#br0">26529 1103 1951 0 0,'0'5'544'0'0,"0"5"992"0"0,5 2-576 0 0,0 2-736 0 0,6 4 128 0 0,3-1-288 0 0,1 1-64 0 0,2 2-544 0 0,2-3-704 0 0,3 0-1152 0 0,1-2 1536 0 0,-2-4 864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12"/>
    </inkml:context>
    <inkml:brush xml:id="br0">
      <inkml:brushProperty name="width" value="0.1" units="cm"/>
      <inkml:brushProperty name="height" value="0.1" units="cm"/>
      <inkml:brushProperty name="color" value="#E71224"/>
    </inkml:brush>
  </inkml:definitions>
  <inkml:trace contextRef="#ctx0" brushRef="#br0">27125 1045 5151 0 0,'-4'4'1376'0'0,"-6"2"-320"0"0,-6 4 32 0 0,-5 0-608 0 0,2 4-352 0 0,-1 3-224 0 0,3 3-256 0 0,0 3-320 0 0,-6 11-7072 0 0,1-1 7744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13"/>
    </inkml:context>
    <inkml:brush xml:id="br0">
      <inkml:brushProperty name="width" value="0.1" units="cm"/>
      <inkml:brushProperty name="height" value="0.1" units="cm"/>
      <inkml:brushProperty name="color" value="#E71224"/>
    </inkml:brush>
  </inkml:definitions>
  <inkml:trace contextRef="#ctx0" brushRef="#br0">26510 1662 9599 0 0,'-4'0'2240'0'0,"-2"4"-1056"0"0,-4 2-608 0 0,-5 0 576 0 0,0 3-704 0 0,-2 4-352 0 0,-2 1-160 0 0,-2 2-2144 0 0,-3-2-5696 0 0,3-3 7904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14"/>
    </inkml:context>
    <inkml:brush xml:id="br0">
      <inkml:brushProperty name="width" value="0.1" units="cm"/>
      <inkml:brushProperty name="height" value="0.1" units="cm"/>
      <inkml:brushProperty name="color" value="#E71224"/>
    </inkml:brush>
  </inkml:definitions>
  <inkml:trace contextRef="#ctx0" brushRef="#br0">26705 1662 6015 0 0,'5'0'2144'0'0,"5"0"-1536"0"0,6 4 1536 0 0,5 2-800 0 0,3 0-896 0 0,1 7 288 0 0,2 7-1280 0 0,0-1-4160 0 0,-4 1-64 0 0,-6-2 4768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15"/>
    </inkml:context>
    <inkml:brush xml:id="br0">
      <inkml:brushProperty name="width" value="0.1" units="cm"/>
      <inkml:brushProperty name="height" value="0.1" units="cm"/>
      <inkml:brushProperty name="color" value="#E71224"/>
    </inkml:brush>
  </inkml:definitions>
  <inkml:trace contextRef="#ctx0" brushRef="#br0">26323 2013 3903 0 0,'0'-4'-384'0'0,"0"-2"384"0"0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16"/>
    </inkml:context>
    <inkml:brush xml:id="br0">
      <inkml:brushProperty name="width" value="0.1" units="cm"/>
      <inkml:brushProperty name="height" value="0.1" units="cm"/>
      <inkml:brushProperty name="color" value="#E71224"/>
    </inkml:brush>
  </inkml:definitions>
  <inkml:trace contextRef="#ctx0" brushRef="#br0">27235 1450 4991 0 0,'0'-5'4288'0'0,"9"-5"3808"0"0,7-1-7776 0 0,10 0 128 0 0,5 4-384 0 0,1 1-32 0 0,1 8 32 0 0,-2 2-96 0 0,-1 1-32 0 0,2 5-768 0 0,2-1-704 0 0,-2-1 384 0 0,3-6-3968 0 0,0-8 1216 0 0,-1-4 96 0 0,-7 1 3808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17"/>
    </inkml:context>
    <inkml:brush xml:id="br0">
      <inkml:brushProperty name="width" value="0.1" units="cm"/>
      <inkml:brushProperty name="height" value="0.1" units="cm"/>
      <inkml:brushProperty name="color" value="#E71224"/>
    </inkml:brush>
  </inkml:definitions>
  <inkml:trace contextRef="#ctx0" brushRef="#br0">27624 1074 4511 0 0,'0'4'11872'0'0,"0"11"-10784"0"0,0 7-832 0 0,0 9 32 0 0,0 3-160 0 0,0 5 0 0 0,0 0-32 0 0,-5 3 32 0 0,-1 2-128 0 0,-4 13 0 0 0,-5 9 96 0 0,0-2-64 0 0,3-4 32 0 0,-1 12-96 0 0,-3-3 0 0 0,1-5 32 0 0,4-7 32 0 0,-6 7-256 0 0,0-2-512 0 0,4-7-3200 0 0,3-8-5152 0 0,3-13 9088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18"/>
    </inkml:context>
    <inkml:brush xml:id="br0">
      <inkml:brushProperty name="width" value="0.1" units="cm"/>
      <inkml:brushProperty name="height" value="0.1" units="cm"/>
      <inkml:brushProperty name="color" value="#E71224"/>
    </inkml:brush>
  </inkml:definitions>
  <inkml:trace contextRef="#ctx0" brushRef="#br0">27323 898 3263 0 0,'4'4'11424'0'0,"2"6"-10048"0"0,4 6-1056 0 0,5 5-96 0 0,0 3-192 0 0,2 1-480 0 0,-3 2-96 0 0,2-4-224 0 0,-2-2-8064 0 0,-4-4 8832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19"/>
    </inkml:context>
    <inkml:brush xml:id="br0">
      <inkml:brushProperty name="width" value="0.1" units="cm"/>
      <inkml:brushProperty name="height" value="0.1" units="cm"/>
      <inkml:brushProperty name="color" value="#E71224"/>
    </inkml:brush>
  </inkml:definitions>
  <inkml:trace contextRef="#ctx0" brushRef="#br0">27382 1250 8895 0 0,'4'5'6816'0'0,"6"1"-7296"0"0,6-1-5152 0 0,5 4-2464 0 0,-2 0 8096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20"/>
    </inkml:context>
    <inkml:brush xml:id="br0">
      <inkml:brushProperty name="width" value="0.1" units="cm"/>
      <inkml:brushProperty name="height" value="0.1" units="cm"/>
      <inkml:brushProperty name="color" value="#E71224"/>
    </inkml:brush>
  </inkml:definitions>
  <inkml:trace contextRef="#ctx0" brushRef="#br0">28264 1244 3519 0 0,'4'-4'1248'0'0,"2"-7"2464"0"0,4 0 3360 0 0,5 1-6976 0 0,9 2 128 0 0,4 3-160 0 0,11 6-128 0 0,4 3-160 0 0,-2 2-608 0 0,2-2-2496 0 0,-7 0 3328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21"/>
    </inkml:context>
    <inkml:brush xml:id="br0">
      <inkml:brushProperty name="width" value="0.1" units="cm"/>
      <inkml:brushProperty name="height" value="0.1" units="cm"/>
      <inkml:brushProperty name="color" value="#E71224"/>
    </inkml:brush>
  </inkml:definitions>
  <inkml:trace contextRef="#ctx0" brushRef="#br0">28509 927 4479 0 0,'0'4'832'0'0,"-5"2"704"0"0,-1 4 480 0 0,1 5-1568 0 0,0 4 0 0 0,2 4 64 0 0,-4-3-320 0 0,0 1-96 0 0,1 9 160 0 0,-3 9-288 0 0,0 2-480 0 0,2-2 32 0 0,-3-7-1216 0 0,-4-4 608 0 0,1-4-1120 0 0,-2 0 1440 0 0,-4 4-2528 0 0,3-2 3296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22"/>
    </inkml:context>
    <inkml:brush xml:id="br0">
      <inkml:brushProperty name="width" value="0.1" units="cm"/>
      <inkml:brushProperty name="height" value="0.1" units="cm"/>
      <inkml:brushProperty name="color" value="#E71224"/>
    </inkml:brush>
  </inkml:definitions>
  <inkml:trace contextRef="#ctx0" brushRef="#br0">28087 1508 4511 0 0,'0'-4'2336'0'0,"5"-2"-320"0"0,5-4 1952 0 0,10-1-2336 0 0,7 2-1152 0 0,2 3 320 0 0,2 2-448 0 0,3 1 448 0 0,1 2-480 0 0,-1 1-224 0 0,7 4 32 0 0,1 3-32 0 0,-2-1-32 0 0,14 3 0 0 0,2 1-96 0 0,10-2 0 0 0,-7 2-96 0 0,-4-1-480 0 0,-2-1-2176 0 0,-7-3 1760 0 0,-6-1-5024 0 0,-10-2 6048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23"/>
    </inkml:context>
    <inkml:brush xml:id="br0">
      <inkml:brushProperty name="width" value="0.1" units="cm"/>
      <inkml:brushProperty name="height" value="0.1" units="cm"/>
      <inkml:brushProperty name="color" value="#E71224"/>
    </inkml:brush>
  </inkml:definitions>
  <inkml:trace contextRef="#ctx0" brushRef="#br0">28146 1809 3711 0 0,'13'0'11104'0'0,"14"0"-10528"0"0,6 0-512 0 0,2 0-32 0 0,0 0-32 0 0,-2 4 0 0 0,-2 2-352 0 0,-2 0-2752 0 0,-1-2 1600 0 0,-6 4-8160 0 0,-6 0 9664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24"/>
    </inkml:context>
    <inkml:brush xml:id="br0">
      <inkml:brushProperty name="width" value="0.1" units="cm"/>
      <inkml:brushProperty name="height" value="0.1" units="cm"/>
      <inkml:brushProperty name="color" value="#E71224"/>
    </inkml:brush>
  </inkml:definitions>
  <inkml:trace contextRef="#ctx0" brushRef="#br0">28134 1926 4447 0 0,'0'5'5280'0'0,"-4"5"-4960"0"0,-2 6 64 0 0,-4 0 0 0 0,-1 2-288 0 0,2 2 64 0 0,-2 3 0 0 0,1 1 32 0 0,-2 1-192 0 0,0 1-640 0 0,3 0-1056 0 0,7-4-2496 0 0,9-10 3872 0 0,2-12 320 0 0,9-10 736 0 0,7-8 1024 0 0,2-5-384 0 0,2 1-640 0 0,4 0 2176 0 0,1 4-832 0 0,0 4-1408 0 0,-6 10 96 0 0,-13 5-768 0 0,-8 7-96 0 0,-11 11-1536 0 0,-8 3 832 0 0,-2 1-96 0 0,-4 2-2944 0 0,2 0 2432 0 0,-2 1-832 0 0,-1-3 1536 0 0,2-7 704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25"/>
    </inkml:context>
    <inkml:brush xml:id="br0">
      <inkml:brushProperty name="width" value="0.1" units="cm"/>
      <inkml:brushProperty name="height" value="0.1" units="cm"/>
      <inkml:brushProperty name="color" value="#E71224"/>
    </inkml:brush>
  </inkml:definitions>
  <inkml:trace contextRef="#ctx0" brushRef="#br0">28146 2132 4127 0 0,'0'5'2464'0'0,"4"1"-2048"0"0,7 4 160 0 0,0 5-448 0 0,8-1-96 0 0,1 3-1408 0 0,1-2 192 0 0,-3 0-320 0 0,-4-1 1504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26"/>
    </inkml:context>
    <inkml:brush xml:id="br0">
      <inkml:brushProperty name="width" value="0.1" units="cm"/>
      <inkml:brushProperty name="height" value="0.1" units="cm"/>
      <inkml:brushProperty name="color" value="#E71224"/>
    </inkml:brush>
  </inkml:definitions>
  <inkml:trace contextRef="#ctx0" brushRef="#br0">28145 2191 4607 0 0,'0'5'1152'0'0,"0"5"-576"0"0,0 6-416 0 0,0 9-768 0 0,0 4-864 0 0,-5 3-800 0 0,-1-5 2272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27"/>
    </inkml:context>
    <inkml:brush xml:id="br0">
      <inkml:brushProperty name="width" value="0.1" units="cm"/>
      <inkml:brushProperty name="height" value="0.1" units="cm"/>
      <inkml:brushProperty name="color" value="#E71224"/>
    </inkml:brush>
  </inkml:definitions>
  <inkml:trace contextRef="#ctx0" brushRef="#br0">27911 2485 3551 0 0,'0'5'4768'0'0,"4"0"-2400"0"0,2 5-2080 0 0,4 1 96 0 0,5-2-256 0 0,9 2 64 0 0,4-1-224 0 0,3-2-1792 0 0,-1-2 672 0 0,0-12-3488 0 0,0-8 1344 0 0,-7-3 3296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28"/>
    </inkml:context>
    <inkml:brush xml:id="br0">
      <inkml:brushProperty name="width" value="0.1" units="cm"/>
      <inkml:brushProperty name="height" value="0.1" units="cm"/>
      <inkml:brushProperty name="color" value="#E71224"/>
    </inkml:brush>
  </inkml:definitions>
  <inkml:trace contextRef="#ctx0" brushRef="#br0">28265 1691 4127 0 0,'0'5'8800'0'0,"-4"5"-7552"0"0,-2 6-736 0 0,-4 18 1760 0 0,-1 7-1984 0 0,2 7 320 0 0,3-2-256 0 0,-3 5 320 0 0,-4-1-416 0 0,-4 13 160 0 0,1-1-352 0 0,3 0 0 0 0,3-4-32 0 0,-9 30-32 0 0,-2 8-96 0 0,3-3-96 0 0,4-13-32 0 0,1-16-320 0 0,2-14-416 0 0,7-11-4160 0 0,9-13-1888 0 0,4-10 7008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29"/>
    </inkml:context>
    <inkml:brush xml:id="br0">
      <inkml:brushProperty name="width" value="0.1" units="cm"/>
      <inkml:brushProperty name="height" value="0.1" units="cm"/>
      <inkml:brushProperty name="color" value="#E71224"/>
    </inkml:brush>
  </inkml:definitions>
  <inkml:trace contextRef="#ctx0" brushRef="#br0">28786 1397 5759 0 0,'-4'5'1664'0'0,"-2"5"32"0"0,0 6-32 0 0,-3 5-736 0 0,0 11 96 0 0,1 6-736 0 0,3 18 1344 0 0,1 8-1152 0 0,2 7 352 0 0,1 0-480 0 0,1 2 96 0 0,0-8-256 0 0,1 8 192 0 0,-1 0-320 0 0,0-8-32 0 0,5-1-320 0 0,1-8-1504 0 0,4-13 288 0 0,1-18 512 0 0,11-36-7232 0 0,2-20 4576 0 0,-3-5 3648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30"/>
    </inkml:context>
    <inkml:brush xml:id="br0">
      <inkml:brushProperty name="width" value="0.1" units="cm"/>
      <inkml:brushProperty name="height" value="0.1" units="cm"/>
      <inkml:brushProperty name="color" value="#E71224"/>
    </inkml:brush>
  </inkml:definitions>
  <inkml:trace contextRef="#ctx0" brushRef="#br0">28936 1133 6047 0 0,'-4'4'1152'0'0,"-2"11"1440"0"0,0 7-1248 0 0,2 4-800 0 0,1 7-192 0 0,1 2-288 0 0,0-1 0 0 0,2-1 64 0 0,0-2-64 0 0,0-2-32 0 0,0-1 0 0 0,1 21-2080 0 0,-1 6 352 0 0,0 13-2912 0 0,0-2 1408 0 0,0-12 3200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31"/>
    </inkml:context>
    <inkml:brush xml:id="br0">
      <inkml:brushProperty name="width" value="0.1" units="cm"/>
      <inkml:brushProperty name="height" value="0.1" units="cm"/>
      <inkml:brushProperty name="color" value="#E71224"/>
    </inkml:brush>
  </inkml:definitions>
  <inkml:trace contextRef="#ctx0" brushRef="#br0">28909 1897 4671 0 0,'-5'0'12768'0'0,"-5"9"-12512"0"0,-11 7-192 0 0,-5 6 0 0 0,-3 3-32 0 0,-2 2 0 0 0,-3 1-128 0 0,-1 0-224 0 0,-17 13-4800 0 0,-4-1 2656 0 0,4-2-64 0 0,1-3 416 0 0,5-4-2080 0 0,10-6 4192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32"/>
    </inkml:context>
    <inkml:brush xml:id="br0">
      <inkml:brushProperty name="width" value="0.1" units="cm"/>
      <inkml:brushProperty name="height" value="0.1" units="cm"/>
      <inkml:brushProperty name="color" value="#E71224"/>
    </inkml:brush>
  </inkml:definitions>
  <inkml:trace contextRef="#ctx0" brushRef="#br0">29766 1368 5855 0 0,'-5'0'11488'0'0,"-5"0"-11232"0"0,-6 4 0 0 0,-5 7 128 0 0,-2 0-192 0 0,1 4 0 0 0,-3 3 64 0 0,-3 3-256 0 0,0-2 0 0 0,-5 1 96 0 0,-1 0-64 0 0,1-2-64 0 0,1 0-256 0 0,3-4-1152 0 0,0-3 832 0 0,-2 0-3392 0 0,3-5-3712 0 0,6-5 7712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33"/>
    </inkml:context>
    <inkml:brush xml:id="br0">
      <inkml:brushProperty name="width" value="0.1" units="cm"/>
      <inkml:brushProperty name="height" value="0.1" units="cm"/>
      <inkml:brushProperty name="color" value="#E71224"/>
    </inkml:brush>
  </inkml:definitions>
  <inkml:trace contextRef="#ctx0" brushRef="#br0">29516 1603 5183 0 0,'0'5'2560'0'0,"0"5"-896"0"0,0 6-704 0 0,0 18 1504 0 0,0 7-2176 0 0,0 15 672 0 0,0 7-608 0 0,0 1 384 0 0,-9 26 608 0 0,-3 1-1184 0 0,-4-5 0 0 0,1-9 64 0 0,-1-13-192 0 0,1-8-64 0 0,4-9-6016 0 0,8-13 0 0 0,5-13 6048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34"/>
    </inkml:context>
    <inkml:brush xml:id="br0">
      <inkml:brushProperty name="width" value="0.1" units="cm"/>
      <inkml:brushProperty name="height" value="0.1" units="cm"/>
      <inkml:brushProperty name="color" value="#E71224"/>
    </inkml:brush>
  </inkml:definitions>
  <inkml:trace contextRef="#ctx0" brushRef="#br0">29939 1795 7487 0 0,'5'0'2240'0'0,"5"-5"0"0"0,6-1-1344 0 0,5 1 480 0 0,2-4-1216 0 0,8 0 128 0 0,1-4-224 0 0,1 2-1600 0 0,-5-3 736 0 0,0-7-6880 0 0,-3-1 7680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35"/>
    </inkml:context>
    <inkml:brush xml:id="br0">
      <inkml:brushProperty name="width" value="0.1" units="cm"/>
      <inkml:brushProperty name="height" value="0.1" units="cm"/>
      <inkml:brushProperty name="color" value="#E71224"/>
    </inkml:brush>
  </inkml:definitions>
  <inkml:trace contextRef="#ctx0" brushRef="#br0">30202 1427 4703 0 0,'-5'0'8512'0'0,"-1"4"-6592"0"0,-4 7 96 0 0,0 5-1472 0 0,-3 17 1984 0 0,0 9-2048 0 0,-1 9 448 0 0,-4 2-704 0 0,3-5-32 0 0,-2 3 192 0 0,-7 20 64 0 0,-3 2-416 0 0,-6 15 160 0 0,-7 11-96 0 0,4-3-96 0 0,-5 13 0 0 0,0-2 0 0 0,6-16 32 0 0,5-14-96 0 0,4-11-96 0 0,5-13-608 0 0,12-15-4480 0 0,6-18 672 0 0,5-22-224 0 0,10-24 224 0 0,3-11 2016 0 0,0-1 2560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36"/>
    </inkml:context>
    <inkml:brush xml:id="br0">
      <inkml:brushProperty name="width" value="0.1" units="cm"/>
      <inkml:brushProperty name="height" value="0.1" units="cm"/>
      <inkml:brushProperty name="color" value="#E71224"/>
    </inkml:brush>
  </inkml:definitions>
  <inkml:trace contextRef="#ctx0" brushRef="#br0">29956 1956 3711 0 0,'0'4'4352'0'0,"-4"7"2528"0"0,-7 5-5248 0 0,-5 4-640 0 0,-4 4-832 0 0,-4 2 32 0 0,3 1-64 0 0,0-5-64 0 0,-10 0-128 0 0,1-1-96 0 0,1-3-128 0 0,-4-1-2336 0 0,0-2-1408 0 0,5-9 512 0 0,7-10-768 0 0,8-4 4288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37"/>
    </inkml:context>
    <inkml:brush xml:id="br0">
      <inkml:brushProperty name="width" value="0.1" units="cm"/>
      <inkml:brushProperty name="height" value="0.1" units="cm"/>
      <inkml:brushProperty name="color" value="#E71224"/>
    </inkml:brush>
  </inkml:definitions>
  <inkml:trace contextRef="#ctx0" brushRef="#br0">29880 2073 2879 0 0,'5'0'1504'0'0,"5"0"-864"0"0,6 0 160 0 0,5 0 352 0 0,11 0 4256 0 0,6 0-4384 0 0,0 0-160 0 0,3 5 1248 0 0,-1 5-1728 0 0,-8 6-288 0 0,-5 5 96 0 0,-6 3-64 0 0,-3 6-416 0 0,-4 3-896 0 0,-10-1-960 0 0,-4 0-1664 0 0,-8-6-1696 0 0,-6-3 2208 0 0,-1-5 3296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38"/>
    </inkml:context>
    <inkml:brush xml:id="br0">
      <inkml:brushProperty name="width" value="0.1" units="cm"/>
      <inkml:brushProperty name="height" value="0.1" units="cm"/>
      <inkml:brushProperty name="color" value="#E71224"/>
    </inkml:brush>
  </inkml:definitions>
  <inkml:trace contextRef="#ctx0" brushRef="#br0">29675 2446 6431 0 0,'0'-4'1152'0'0,"4"-6"2080"0"0,6-2-1920 0 0,2-2 0 0 0,3 0-192 0 0,12 3 1920 0 0,10 3-2624 0 0,13 8-224 0 0,2 8-224 0 0,0 12-1248 0 0,2 6-2368 0 0,-1 8-8096 0 0,-8-1 11744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39"/>
    </inkml:context>
    <inkml:brush xml:id="br0">
      <inkml:brushProperty name="width" value="0.1" units="cm"/>
      <inkml:brushProperty name="height" value="0.1" units="cm"/>
      <inkml:brushProperty name="color" value="#E71224"/>
    </inkml:brush>
  </inkml:definitions>
  <inkml:trace contextRef="#ctx0" brushRef="#br0">24410 6654 5919 0 0,'-5'0'480'0'0,"-10"0"-384"0"0,-15 0 96 0 0,-8 0 160 0 0,-6 0 640 0 0,0 0-448 0 0,3 0-64 0 0,-14-9 896 0 0,-6-11-608 0 0,-2-12-32 0 0,-3-14-64 0 0,0-16-96 0 0,7-7-352 0 0,1-23 96 0 0,9-9-288 0 0,19-9 32 0 0,26-22-32 0 0,24-2-64 0 0,21 0-96 0 0,36-13-32 0 0,12 6 96 0 0,14 3 0 0 0,25 0 64 0 0,0 14 0 0 0,0 19-32 0 0,0 23-64 0 0,-7 25 64 0 0,-17 23 0 0 0,2 17-64 0 0,4 20 0 0 0,-7 10 64 0 0,-12 7 0 0 0,27 31 288 0 0,2 11-128 0 0,12 31 672 0 0,-7 13-448 0 0,-12 11 320 0 0,-25-6-480 0 0,-28-9 128 0 0,-24-3 0 0 0,-17-6-32 0 0,-18-5-160 0 0,-21 5 96 0 0,-21 4-96 0 0,-8-5-64 0 0,-9-1 64 0 0,-17 6-32 0 0,-4-3-96 0 0,2-11-32 0 0,5-9 32 0 0,-16 5 32 0 0,-2-3 0 0 0,-8-4 64 0 0,-5-11-32 0 0,2-16 0 0 0,9-15-96 0 0,11-17-32 0 0,10-16-64 0 0,-13-24-928 0 0,-1-17 544 0 0,-32-46-3008 0 0,1-15 2592 0 0,15 0-256 0 0,25 5-1760 0 0,25 11 512 0 0,22 15-1184 0 0,15 22 3616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40"/>
    </inkml:context>
    <inkml:brush xml:id="br0">
      <inkml:brushProperty name="width" value="0.1" units="cm"/>
      <inkml:brushProperty name="height" value="0.1" units="cm"/>
      <inkml:brushProperty name="color" value="#E71224"/>
    </inkml:brush>
  </inkml:definitions>
  <inkml:trace contextRef="#ctx0" brushRef="#br0">25012 6983 8415 0 0,'-4'0'832'0'0,"-7"4"1344"0"0,-5 16 128 0 0,0 7-1888 0 0,-2 10 1248 0 0,3 1-1376 0 0,-2 0-96 0 0,-1 11 480 0 0,2 1-544 0 0,8 15 128 0 0,5 1-224 0 0,13 15 128 0 0,8-1-160 0 0,24 8 64 0 0,9-7-64 0 0,9-13-64 0 0,-1-13 32 0 0,-2-11-32 0 0,-6-14 64 0 0,-7-12-64 0 0,-2-8 0 0 0,4-7-672 0 0,0-3 288 0 0,-4-7-96 0 0,4-6-1824 0 0,-1-5 1376 0 0,-3 0-224 0 0,-10-1-256 0 0,-5 2-384 0 0,-8 1 256 0 0,-2 1-2944 0 0,-4 5 4544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41"/>
    </inkml:context>
    <inkml:brush xml:id="br0">
      <inkml:brushProperty name="width" value="0.1" units="cm"/>
      <inkml:brushProperty name="height" value="0.1" units="cm"/>
      <inkml:brushProperty name="color" value="#E71224"/>
    </inkml:brush>
  </inkml:definitions>
  <inkml:trace contextRef="#ctx0" brushRef="#br0">25441 7248 4287 0 0,'0'4'2784'0'0,"5"2"4224"0"0,5 0-5696 0 0,6-2-1216 0 0,5-1 320 0 0,7 4 96 0 0,8 4-224 0 0,2 6-160 0 0,4 8 160 0 0,-1 0-224 0 0,2 0 0 0 0,1 5 96 0 0,-1 1-96 0 0,10 10 0 0 0,4-3-96 0 0,-3-3 32 0 0,-2 1 64 0 0,-5-6-64 0 0,-6-3 32 0 0,-6-6-32 0 0,-4-2-32 0 0,-3-5 64 0 0,-2-4-32 0 0,-1 0 96 0 0,0-2-32 0 0,0-1 64 0 0,0-7 384 0 0,1-4-416 0 0,0 0 128 0 0,0-5 64 0 0,0-5-64 0 0,-5-4-192 0 0,0 0 32 0 0,-5 0 64 0 0,-5-3 128 0 0,-8 3-192 0 0,-10 5-64 0 0,-3 8 0 0 0,-14 15 128 0 0,-2 9-128 0 0,-6 11-32 0 0,-2 9 64 0 0,0 2-32 0 0,2-1 32 0 0,-16 19-64 0 0,-4 4 0 0 0,-3 5-256 0 0,0-5-512 0 0,9-9 64 0 0,8-9-1280 0 0,6-12-3168 0 0,8-7 2624 0 0,8-8 2560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42"/>
    </inkml:context>
    <inkml:brush xml:id="br0">
      <inkml:brushProperty name="width" value="0.1" units="cm"/>
      <inkml:brushProperty name="height" value="0.1" units="cm"/>
      <inkml:brushProperty name="color" value="#E71224"/>
    </inkml:brush>
  </inkml:definitions>
  <inkml:trace contextRef="#ctx0" brushRef="#br0">27770 7438 5183 0 0,'0'-5'2848'0'0,"-5"-1"0"0"0,-1-4-1152 0 0,1-5 96 0 0,-4-4 672 0 0,-5-4-608 0 0,-4 3-480 0 0,-3 4-640 0 0,-4 5-416 0 0,0 9-224 0 0,-6 14-32 0 0,-2 9 0 0 0,-4 5-32 0 0,-1 3-32 0 0,3 1-32 0 0,2 0 64 0 0,-2 3 96 0 0,-4 6-192 0 0,4 0 64 0 0,-9 11 128 0 0,3 2-128 0 0,-1 14 0 0 0,7 0 0 0 0,5 3-128 0 0,12-7 64 0 0,14-8 64 0 0,15-10 64 0 0,12-8-64 0 0,14-5 0 0 0,11-4 0 0 0,0-2 32 0 0,-2-5-32 0 0,-1-6 0 0 0,5-1-160 0 0,0-3 32 0 0,12-11-3040 0 0,0-11 1536 0 0,0-7-3296 0 0,-4-10-4288 0 0,-10 0 9216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43"/>
    </inkml:context>
    <inkml:brush xml:id="br0">
      <inkml:brushProperty name="width" value="0.1" units="cm"/>
      <inkml:brushProperty name="height" value="0.1" units="cm"/>
      <inkml:brushProperty name="color" value="#E71224"/>
    </inkml:brush>
  </inkml:definitions>
  <inkml:trace contextRef="#ctx0" brushRef="#br0">28390 7361 5951 0 0,'0'-4'2848'0'0,"0"-7"2784"0"0,5 0-4896 0 0,1 5 3872 0 0,-1 9-4032 0 0,-5 12-64 0 0,-2 8-352 0 0,-2 23 608 0 0,1 7-672 0 0,-5 13 64 0 0,1 5-64 0 0,-5 6-32 0 0,-3 19-64 0 0,-5 0-64 0 0,2-2 32 0 0,-5-3-256 0 0,1-14 192 0 0,5-15-32 0 0,4-13-32 0 0,6-11-352 0 0,3-8-384 0 0,2-12-3200 0 0,2-15 2880 0 0,1-16-480 0 0,0-15-256 0 0,0-12 960 0 0,0-21-2624 0 0,4-9 2848 0 0,1 3 64 0 0,4-10-224 0 0,5-4 896 0 0,0 6 96 0 0,-3 8-32 0 0,1 10 64 0 0,3 7 384 0 0,3 6-192 0 0,3-2 1856 0 0,-2 3 1696 0 0,-1 8-2208 0 0,-3 5-96 0 0,0 9 3872 0 0,-2 3-4544 0 0,0 4-544 0 0,3 9 480 0 0,2 6-576 0 0,3 3 32 0 0,-2 4-128 0 0,-1 6 64 0 0,2 5-128 0 0,1 3 64 0 0,1 3 96 0 0,-3 2-160 0 0,-5 0 64 0 0,-5 5 96 0 0,-4 1-128 0 0,-3-1-32 0 0,-7-1-32 0 0,-2-1 64 0 0,-5-6-64 0 0,-1-3-32 0 0,-2-4-64 0 0,-4-2 64 0 0,-2-2 0 0 0,1 0-32 0 0,-5-1-64 0 0,-2-4 32 0 0,3-6 32 0 0,-8-5-160 0 0,-3-6 288 0 0,4 4-160 0 0,12 1 96 0 0,13 7 128 0 0,12 8 128 0 0,9 0-32 0 0,7 5-128 0 0,-1 2 160 0 0,0 0-192 0 0,5 4 96 0 0,-1 4-96 0 0,12 15 320 0 0,8 13-352 0 0,2 7 0 0 0,-4-2-64 0 0,-5-3-128 0 0,-4-6-256 0 0,-3-8-1120 0 0,-4-10 544 0 0,-1-11-8128 0 0,-6-9 9088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44"/>
    </inkml:context>
    <inkml:brush xml:id="br0">
      <inkml:brushProperty name="width" value="0.1" units="cm"/>
      <inkml:brushProperty name="height" value="0.1" units="cm"/>
      <inkml:brushProperty name="color" value="#E71224"/>
    </inkml:brush>
  </inkml:definitions>
  <inkml:trace contextRef="#ctx0" brushRef="#br0">29482 7576 6911 0 0,'-5'-4'4640'0'0,"-5"-2"-1376"0"0,-2 4-1824 0 0,-2 4-512 0 0,0 5-384 0 0,-1 1 0 0 0,1 4-352 0 0,4 5 96 0 0,-2 8 448 0 0,2 4-608 0 0,3 19 224 0 0,2 11-192 0 0,2 4-96 0 0,1 0 32 0 0,2-6-32 0 0,0-4-64 0 0,5 2 64 0 0,6 6-32 0 0,1-4-32 0 0,7-2-32 0 0,5-2-32 0 0,12-5 128 0 0,4-12-128 0 0,0-10 64 0 0,-3-11 32 0 0,2-12 64 0 0,-6-11-96 0 0,4-18 32 0 0,1-8-32 0 0,-2-8 64 0 0,-7-1-32 0 0,-3 3 96 0 0,-3-2 32 0 0,0-6 352 0 0,0 1-128 0 0,-4-2 32 0 0,4-13 960 0 0,3-6-1024 0 0,-4 4-96 0 0,0 5-64 0 0,-1 3 32 0 0,-2 6-96 0 0,-2 4 32 0 0,-2 4-96 0 0,-5-3-32 0 0,-3 1 32 0 0,-3 3-64 0 0,-7 5-32 0 0,-8 9-96 0 0,-5 12-384 0 0,-5 14 32 0 0,-4 12-736 0 0,3 7-2016 0 0,5 7 128 0 0,1 2-4896 0 0,3-3 8000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45"/>
    </inkml:context>
    <inkml:brush xml:id="br0">
      <inkml:brushProperty name="width" value="0.1" units="cm"/>
      <inkml:brushProperty name="height" value="0.1" units="cm"/>
      <inkml:brushProperty name="color" value="#E71224"/>
    </inkml:brush>
  </inkml:definitions>
  <inkml:trace contextRef="#ctx0" brushRef="#br0">30628 7479 6047 0 0,'0'-4'3424'0'0,"-4"-2"-64"0"0,-2-4 864 0 0,0 4-1344 0 0,2 7-2272 0 0,0 9-224 0 0,7 6-192 0 0,2 5 64 0 0,0 4-128 0 0,0 2 0 0 0,-2 0 32 0 0,-1 5 160 0 0,0 2-160 0 0,-6-1-64 0 0,-7 29 128 0 0,0 9-160 0 0,-4 2-32 0 0,1-8 0 0 0,-1-6-32 0 0,1-9 0 0 0,3-3-32 0 0,0-6 0 0 0,1 9-480 0 0,2-1 160 0 0,3-4-256 0 0,2-5-2624 0 0,2-4-9632 0 0,5-14 8800 0 0,2-10 4064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46"/>
    </inkml:context>
    <inkml:brush xml:id="br0">
      <inkml:brushProperty name="width" value="0.1" units="cm"/>
      <inkml:brushProperty name="height" value="0.1" units="cm"/>
      <inkml:brushProperty name="color" value="#E71224"/>
    </inkml:brush>
  </inkml:definitions>
  <inkml:trace contextRef="#ctx0" brushRef="#br0">30686 7476 5343 0 0,'4'-9'2656'0'0,"6"-2"-1920"0"0,6-1 768 0 0,5 3 128 0 0,3 3 1120 0 0,1 2-1184 0 0,2 6-576 0 0,0 8-608 0 0,1 6 416 0 0,-1 0-416 0 0,0 2-96 0 0,-1 3 448 0 0,1 2-576 0 0,8 10 512 0 0,3 17-416 0 0,-1 6-160 0 0,-11 9-96 0 0,-9 0 32 0 0,-9-8 0 0 0,-18 9-320 0 0,-12-2 256 0 0,-20 14-256 0 0,-17 12-224 0 0,-2-5 320 0 0,0-8-256 0 0,2-17 96 0 0,-3-14-1216 0 0,1-11 288 0 0,6-11 320 0 0,-1-23-13024 0 0,9-12 13984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47"/>
    </inkml:context>
    <inkml:brush xml:id="br0">
      <inkml:brushProperty name="width" value="0.1" units="cm"/>
      <inkml:brushProperty name="height" value="0.1" units="cm"/>
      <inkml:brushProperty name="color" value="#E71224"/>
    </inkml:brush>
  </inkml:definitions>
  <inkml:trace contextRef="#ctx0" brushRef="#br0">32176 8071 5247 0 0,'-4'0'7136'0'0,"-11"0"-4320"0"0,-2 4-2592 0 0,-4 2 384 0 0,3 4-416 0 0,0 5 256 0 0,-2 0-288 0 0,-2 6 128 0 0,-2 4-160 0 0,4 2-64 0 0,5 1-128 0 0,5 1 32 0 0,4-1 64 0 0,3-1-32 0 0,7 0-96 0 0,7 0 96 0 0,6-5 0 0 0,4-2-32 0 0,4-4 0 0 0,6-5-224 0 0,2-4 224 0 0,0-3 32 0 0,-1-3-32 0 0,-2-1-32 0 0,-1-6 0 0 0,3-14 192 0 0,-3-17 128 0 0,-12-3-256 0 0,-9 1 64 0 0,-9 3-32 0 0,-6 3-96 0 0,-5 3-640 0 0,-1 2 192 0 0,-2 1-3520 0 0,0 1 2464 0 0,9 0-3712 0 0,4 5 5280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48"/>
    </inkml:context>
    <inkml:brush xml:id="br0">
      <inkml:brushProperty name="width" value="0.1" units="cm"/>
      <inkml:brushProperty name="height" value="0.1" units="cm"/>
      <inkml:brushProperty name="color" value="#E71224"/>
    </inkml:brush>
  </inkml:definitions>
  <inkml:trace contextRef="#ctx0" brushRef="#br0">32556 8041 6015 0 0,'4'0'5952'0'0,"2"5"-2368"0"0,4 10-2016 0 0,1 6-1312 0 0,-3 10 448 0 0,-1 3-576 0 0,-3 5 64 0 0,-6 10 96 0 0,-3 0-256 0 0,0-4-32 0 0,-4-4 64 0 0,-1-6-64 0 0,-2-8-64 0 0,4-18-512 0 0,9-14 544 0 0,13-21 160 0 0,3-9-64 0 0,5-4 96 0 0,1-4-32 0 0,3 5-96 0 0,-4 5 0 0 0,-1 8 32 0 0,0 4 128 0 0,2 5-160 0 0,0 6 192 0 0,2 4 256 0 0,-5 8-416 0 0,0 3 32 0 0,-4 15 320 0 0,0 3-384 0 0,-7 16 192 0 0,-6 6-192 0 0,-2 12 0 0 0,-3 2-32 0 0,-4-5-96 0 0,-2-3-1088 0 0,1-5-832 0 0,2-12 2016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49"/>
    </inkml:context>
    <inkml:brush xml:id="br0">
      <inkml:brushProperty name="width" value="0.1" units="cm"/>
      <inkml:brushProperty name="height" value="0.1" units="cm"/>
      <inkml:brushProperty name="color" value="#E71224"/>
    </inkml:brush>
  </inkml:definitions>
  <inkml:trace contextRef="#ctx0" brushRef="#br0">33411 7421 6207 0 0,'-5'0'2784'0'0,"-1"-4"64"0"0,5-7 1696 0 0,7 4 128 0 0,2 7-4384 0 0,0 9 160 0 0,-1 6-160 0 0,-2 15 416 0 0,-2 6-480 0 0,-6 19 512 0 0,-2 5-512 0 0,-5 1-64 0 0,-5 8 64 0 0,0 2-256 0 0,-2 9-64 0 0,-3 2 32 0 0,-2-5 96 0 0,-6 6-128 0 0,-3 12-1216 0 0,4-1 320 0 0,2-13-416 0 0,10-2-12960 0 0,7-14 14368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50"/>
    </inkml:context>
    <inkml:brush xml:id="br0">
      <inkml:brushProperty name="width" value="0.1" units="cm"/>
      <inkml:brushProperty name="height" value="0.1" units="cm"/>
      <inkml:brushProperty name="color" value="#E71224"/>
    </inkml:brush>
  </inkml:definitions>
  <inkml:trace contextRef="#ctx0" brushRef="#br0">33790 8128 7583 0 0,'0'-4'6592'0'0,"5"-2"-1696"0"0,1 5-3744 0 0,4 6-960 0 0,5 13 64 0 0,0 6-288 0 0,6 13-576 0 0,-1 5 224 0 0,-3-1-192 0 0,4-2-3680 0 0,3-9 2624 0 0,2-8-2528 0 0,1-9-352 0 0,0-6 832 0 0,-4-5 3680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51"/>
    </inkml:context>
    <inkml:brush xml:id="br0">
      <inkml:brushProperty name="width" value="0.1" units="cm"/>
      <inkml:brushProperty name="height" value="0.1" units="cm"/>
      <inkml:brushProperty name="color" value="#E71224"/>
    </inkml:brush>
  </inkml:definitions>
  <inkml:trace contextRef="#ctx0" brushRef="#br0">34150 8100 7871 0 0,'-5'0'10560'0'0,"-5"0"-7424"0"0,-6 5-1440 0 0,-5 5-864 0 0,-2 6-480 0 0,-8 18 992 0 0,-10 12-1056 0 0,0 2-224 0 0,0 7-96 0 0,1 3 64 0 0,-27 31 0 0 0,-8 10-128 0 0,-12 14-640 0 0,-10 6-256 0 0,-1 1-416 0 0,2-7-672 0 0,9-19 544 0 0,15-15-448 0 0,14-18-352 0 0,10-14-7392 0 0,7-15 5344 0 0,11-14 4384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52"/>
    </inkml:context>
    <inkml:brush xml:id="br0">
      <inkml:brushProperty name="width" value="0.1" units="cm"/>
      <inkml:brushProperty name="height" value="0.1" units="cm"/>
      <inkml:brushProperty name="color" value="#E71224"/>
    </inkml:brush>
  </inkml:definitions>
  <inkml:trace contextRef="#ctx0" brushRef="#br0">27622 6709 6847 0 0,'-40'0'256'0'0,"-22"-5"-128"0"0,-32-14 992 0 0,-8-9-928 0 0,3-4 32 0 0,2-9 224 0 0,-10-26 768 0 0,9-4-864 0 0,17-5 224 0 0,18-11 0 0 0,19 1-448 0 0,30-22 192 0 0,23 0-288 0 0,36-22 672 0 0,19 1-544 0 0,35-7 832 0 0,9 10-736 0 0,-1 18-64 0 0,4 13 160 0 0,6 15-128 0 0,-5 16-128 0 0,-7 14-64 0 0,36 12 224 0 0,7 12-160 0 0,6 10 64 0 0,29 17-96 0 0,24 18-96 0 0,-10 9-32 0 0,-17 9-96 0 0,-24 3 64 0 0,13 21-32 0 0,-8 5 96 0 0,-1 13-32 0 0,-18 2-32 0 0,-29-8 0 0 0,-7 14-288 0 0,-17 6 256 0 0,-15 14 32 0 0,-20-2 96 0 0,-19-15-32 0 0,-16-14 0 0 0,-10-11 32 0 0,-17-3 160 0 0,-15 6-32 0 0,-13 4-32 0 0,-9-5 0 0 0,-14 3 0 0 0,-3 0-64 0 0,-38 17 192 0 0,-12 0-160 0 0,-53 7 288 0 0,-13-13-256 0 0,-55-29 224 0 0,-6-27-320 0 0,-11-32-96 0 0,23-24 64 0 0,38-10 32 0 0,36-3-128 0 0,24-3-992 0 0,19-2-896 0 0,28 2 448 0 0,25 1-1664 0 0,21 3-2080 0 0,17 10 5312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53"/>
    </inkml:context>
    <inkml:brush xml:id="br0">
      <inkml:brushProperty name="width" value="0.1" units="cm"/>
      <inkml:brushProperty name="height" value="0.1" units="cm"/>
      <inkml:brushProperty name="color" value="#E71224"/>
    </inkml:brush>
  </inkml:definitions>
  <inkml:trace contextRef="#ctx0" brushRef="#br0">28941 4805 6239 0 0,'-5'0'96'0'0,"0"4"-32"0"0,-5 2 96 0 0,-14 9 992 0 0,-12 5 448 0 0,-3-8-96 0 0,3-12-1216 0 0,5-9 256 0 0,7-8-320 0 0,12-11 288 0 0,8-4-288 0 0,5-1 0 0 0,20-31 672 0 0,15-22-512 0 0,7-5-160 0 0,-1-1-64 0 0,7-3 128 0 0,-2 7-224 0 0,37-44 256 0 0,13-9-256 0 0,-2 6-32 0 0,-8 13 0 0 0,13-4 224 0 0,2 11-192 0 0,15-7 64 0 0,-3 10-96 0 0,-13 13-32 0 0,-9 21 32 0 0,19-5-96 0 0,-1 9 0 0 0,-14 12-32 0 0,-19 16-32 0 0,-9 12-448 0 0,-12 7 64 0 0,-11 9-960 0 0,-9 6 480 0 0,-6 6-2528 0 0,-7 0 2496 0 0,-5 0 256 0 0,-4 1 768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54"/>
    </inkml:context>
    <inkml:brush xml:id="br0">
      <inkml:brushProperty name="width" value="0.1" units="cm"/>
      <inkml:brushProperty name="height" value="0.1" units="cm"/>
      <inkml:brushProperty name="color" value="#E71224"/>
    </inkml:brush>
  </inkml:definitions>
  <inkml:trace contextRef="#ctx0" brushRef="#br0">30672 2137 4927 0 0,'0'-4'288'0'0,"0"-7"160"0"0,0-5 96 0 0,-4-4 160 0 0,-2-4 256 0 0,0-2-704 0 0,6 4 192 0 0,3 1 128 0 0,5-1 96 0 0,6 4 416 0 0,9 9 64 0 0,5 6-640 0 0,12 9 544 0 0,3 2-544 0 0,3 5-32 0 0,-2 0-256 0 0,-4-2 64 0 0,-4-3-32 0 0,-4-3-32 0 0,11 2 448 0 0,2 0-576 0 0,-2-1 0 0 0,-4-2 32 0 0,-4-1 0 0 0,9-2 128 0 0,3 4-224 0 0,1 1 160 0 0,-3 0-96 0 0,-4-2 0 0 0,-5-1 0 0 0,0-1 96 0 0,-1-1-64 0 0,-2-1 384 0 0,-8 4-32 0 0,-2 2-384 0 0,-6 4 96 0 0,-5 5 64 0 0,-10-1-96 0 0,-5 3-32 0 0,-6 6 128 0 0,-6 5-224 0 0,-1 1-32 0 0,-2 1 64 0 0,-7 8 32 0 0,-3 2-96 0 0,-2-1-32 0 0,-4 10-64 0 0,-1 6 64 0 0,-22 21-64 0 0,-4 10-64 0 0,-38 48-2752 0 0,-10 15 1792 0 0,0 0-1696 0 0,15-17 1056 0 0,9-21-2144 0 0,19-26-1216 0 0,21-27 5120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55"/>
    </inkml:context>
    <inkml:brush xml:id="br0">
      <inkml:brushProperty name="width" value="0.1" units="cm"/>
      <inkml:brushProperty name="height" value="0.1" units="cm"/>
      <inkml:brushProperty name="color" value="#E71224"/>
    </inkml:brush>
  </inkml:definitions>
  <inkml:trace contextRef="#ctx0" brushRef="#br0">32290 2014 4191 0 0,'-5'0'160'0'0,"-1"4"1376"0"0,5 2 320 0 0,11 4-512 0 0,9 1-832 0 0,5-3-288 0 0,3-5 512 0 0,2-5-544 0 0,0-1 0 0 0,-1-5-64 0 0,0-6 160 0 0,4-8 64 0 0,-4-6-160 0 0,-1-2-32 0 0,15-28 224 0 0,7-12-288 0 0,-6-3-32 0 0,3-8 64 0 0,3-6-96 0 0,-3 1-32 0 0,5-15 0 0 0,-3 0 32 0 0,-8 9-32 0 0,-8 11 32 0 0,0-11 64 0 0,-1 4-96 0 0,-5 9 0 0 0,1 5-32 0 0,-4 10 64 0 0,-5 12-32 0 0,-7 10 64 0 0,-4 17 64 0 0,-9 16-160 0 0,-7 15 96 0 0,-8 7-64 0 0,-4 9 32 0 0,0 6-32 0 0,0 2 32 0 0,-1 1-32 0 0,-1 4 0 0 0,-1 0 0 0 0,3-1-32 0 0,-3 2 64 0 0,-3 0-32 0 0,0 7 0 0 0,-1 1 0 0 0,-13 28 64 0 0,1 6 0 0 0,-3 4 32 0 0,7-9-64 0 0,5-2-64 0 0,7-9 32 0 0,4-7-64 0 0,5-3 96 0 0,6-7-32 0 0,3-5-32 0 0,3-7 0 0 0,7 2-64 0 0,3-2 64 0 0,-1-2-32 0 0,4-1-128 0 0,5-2-352 0 0,-1-1-960 0 0,2-5 896 0 0,3-7-2048 0 0,2-5 640 0 0,-2-9-2304 0 0,-4-5 4320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56"/>
    </inkml:context>
    <inkml:brush xml:id="br0">
      <inkml:brushProperty name="width" value="0.1" units="cm"/>
      <inkml:brushProperty name="height" value="0.1" units="cm"/>
      <inkml:brushProperty name="color" value="#E71224"/>
    </inkml:brush>
  </inkml:definitions>
  <inkml:trace contextRef="#ctx0" brushRef="#br0">33215 1695 4959 0 0,'-5'0'1792'0'0,"-5"0"-352"0"0,-6 0-1312 0 0,-5 9 256 0 0,-2 7-224 0 0,1 6-96 0 0,1-1-96 0 0,4 4 96 0 0,14 3 160 0 0,7 1-192 0 0,20 0 288 0 0,12-5-256 0 0,12-11 768 0 0,2-12 704 0 0,3-15 96 0 0,-9-10-1216 0 0,-7-18 736 0 0,-10-7-992 0 0,-10 1 64 0 0,-11 4-64 0 0,-8 5-128 0 0,-3 4 32 0 0,-5 5 0 0 0,-1 2-64 0 0,-3 6-96 0 0,1 2-512 0 0,-2 5 96 0 0,2 5 512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57"/>
    </inkml:context>
    <inkml:brush xml:id="br0">
      <inkml:brushProperty name="width" value="0.1" units="cm"/>
      <inkml:brushProperty name="height" value="0.1" units="cm"/>
      <inkml:brushProperty name="color" value="#E71224"/>
    </inkml:brush>
  </inkml:definitions>
  <inkml:trace contextRef="#ctx0" brushRef="#br0">33869 1747 4607 0 0,'0'-5'2496'0'0,"-4"-1"-1728"0"0,-7 1 2304 0 0,-5 0-1888 0 0,-4 2-960 0 0,-4 1-64 0 0,-2 1 64 0 0,-1 0 32 0 0,0 6-224 0 0,0 1 32 0 0,0 0-128 0 0,4 3 32 0 0,3 0 0 0 0,3 4-64 0 0,2 3 128 0 0,-3 3-32 0 0,-1 4-160 0 0,-3 6-288 0 0,3 3 0 0 0,0 0-128 0 0,3 0-288 0 0,9-7 736 0 0,10-6-64 0 0,13-8 160 0 0,9-9 96 0 0,13-10 224 0 0,5-3-64 0 0,-1-5-96 0 0,-3 1-64 0 0,1-1 128 0 0,-2 1-64 0 0,-3-1 192 0 0,-3-1-128 0 0,2-4 224 0 0,-1-1-224 0 0,-5-3 64 0 0,-4 4-96 0 0,-5 1-96 0 0,-6-1 192 0 0,-1 3-224 0 0,-7 5 0 0 0,-4 9-32 0 0,-3 10 64 0 0,-5 8 0 0 0,-10 15-64 0 0,-2 7 0 0 0,1 2 32 0 0,1-2-32 0 0,-3 3-64 0 0,3-1 64 0 0,0-3 0 0 0,-6 2 32 0 0,-4-1-32 0 0,3-2-32 0 0,-13 19-128 0 0,-3 6 128 0 0,-10 19-160 0 0,1 1 160 0 0,3-4 0 0 0,-8 3 32 0 0,1-3 0 0 0,4-10 0 0 0,7-11 0 0 0,6-11 0 0 0,0-4 32 0 0,2-8-32 0 0,2-5 32 0 0,2-7-32 0 0,2-7 96 0 0,1-9-64 0 0,5-11-32 0 0,7-12 64 0 0,5-7 0 0 0,9-8 32 0 0,5-3 32 0 0,2 2-32 0 0,-1 1 0 0 0,17-19 736 0 0,9-10-608 0 0,9-3 288 0 0,1 2-288 0 0,3 2 128 0 0,-2 3-256 0 0,15-5 192 0 0,1 3-256 0 0,14-1 96 0 0,-2 10-192 0 0,-7 15 0 0 0,-6 8-320 0 0,-4 10-384 0 0,-7 9-288 0 0,-1 5-160 0 0,-10 9 512 0 0,-5 3 32 0 0,-4 2-32 0 0,-1-2-32 0 0,3-1-1632 0 0,6-2 32 0 0,2-1-1536 0 0,-6-1 3872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58"/>
    </inkml:context>
    <inkml:brush xml:id="br0">
      <inkml:brushProperty name="width" value="0.1" units="cm"/>
      <inkml:brushProperty name="height" value="0.1" units="cm"/>
      <inkml:brushProperty name="color" value="#E71224"/>
    </inkml:brush>
  </inkml:definitions>
  <inkml:trace contextRef="#ctx0" brushRef="#br0">34626 1780 4799 0 0,'0'4'7040'0'0,"0"6"-6592"0"0,-4 6 800 0 0,-2 9-608 0 0,0 5-96 0 0,-3 6 256 0 0,-4 1-448 0 0,-1 4-320 0 0,3-2-64 0 0,-2-2-448 0 0,2-3-128 0 0,3-3-1536 0 0,-3 11-4128 0 0,-2 3 5120 0 0,0-7 1152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59"/>
    </inkml:context>
    <inkml:brush xml:id="br0">
      <inkml:brushProperty name="width" value="0.1" units="cm"/>
      <inkml:brushProperty name="height" value="0.1" units="cm"/>
      <inkml:brushProperty name="color" value="#E71224"/>
    </inkml:brush>
  </inkml:definitions>
  <inkml:trace contextRef="#ctx0" brushRef="#br0">34871 1280 6879 0 0,'-4'0'1184'0'0,"-6"0"512"0"0,-2 4-1664 0 0,2 7-96 0 0,2 5-288 0 0,3 4-1600 0 0,2 4-1312 0 0,1-3 3264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60"/>
    </inkml:context>
    <inkml:brush xml:id="br0">
      <inkml:brushProperty name="width" value="0.1" units="cm"/>
      <inkml:brushProperty name="height" value="0.1" units="cm"/>
      <inkml:brushProperty name="color" value="#E71224"/>
    </inkml:brush>
  </inkml:definitions>
  <inkml:trace contextRef="#ctx0" brushRef="#br0">35408 1691 4351 0 0,'-4'0'3712'0'0,"-7"0"-2560"0"0,-5 0 288 0 0,-4 5-416 0 0,-4 1-416 0 0,3 4-352 0 0,-5 5 224 0 0,-1-1-384 0 0,-2 3 32 0 0,-4 7 32 0 0,0 3-128 0 0,-5 7-32 0 0,0-3 0 0 0,7-2 0 0 0,9-2 32 0 0,-6 8-32 0 0,2 3-32 0 0,6-1 0 0 0,6-2-64 0 0,10-3-320 0 0,10-7 0 0 0,4-3 64 0 0,18-5-1696 0 0,17-6-736 0 0,15-4-512 0 0,2-8 192 0 0,-10-5 3104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61"/>
    </inkml:context>
    <inkml:brush xml:id="br0">
      <inkml:brushProperty name="width" value="0.1" units="cm"/>
      <inkml:brushProperty name="height" value="0.1" units="cm"/>
      <inkml:brushProperty name="color" value="#E71224"/>
    </inkml:brush>
  </inkml:definitions>
  <inkml:trace contextRef="#ctx0" brushRef="#br0">36613 1273 3647 0 0,'0'-5'256'0'0,"0"-5"640"0"0,4-1 64 0 0,6 0-64 0 0,6 4-800 0 0,5 1 96 0 0,3 3-32 0 0,1 2-96 0 0,7 0-32 0 0,5 6 96 0 0,7 1-128 0 0,-1 0-32 0 0,-3 4-160 0 0,-4-1-1792 0 0,-7-1 1984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62"/>
    </inkml:context>
    <inkml:brush xml:id="br0">
      <inkml:brushProperty name="width" value="0.1" units="cm"/>
      <inkml:brushProperty name="height" value="0.1" units="cm"/>
      <inkml:brushProperty name="color" value="#E71224"/>
    </inkml:brush>
  </inkml:definitions>
  <inkml:trace contextRef="#ctx0" brushRef="#br0">36648 1309 3711 0 0,'-5'0'992'0'0,"-1"5"0"0"0,-4 5 768 0 0,0 6-1376 0 0,1 4 192 0 0,-2 9 64 0 0,-4 2-352 0 0,1 2-160 0 0,-2-1 32 0 0,3-2-160 0 0,-3 4 96 0 0,3-1-64 0 0,-10 18 0 0 0,-6 8-96 0 0,-2 3-224 0 0,0-4 0 0 0,0-4-544 0 0,2-1-128 0 0,5-6 512 0 0,2-7 32 0 0,1-9-32 0 0,4-6-64 0 0,0-3-896 0 0,3-5 1408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63"/>
    </inkml:context>
    <inkml:brush xml:id="br0">
      <inkml:brushProperty name="width" value="0.1" units="cm"/>
      <inkml:brushProperty name="height" value="0.1" units="cm"/>
      <inkml:brushProperty name="color" value="#E71224"/>
    </inkml:brush>
  </inkml:definitions>
  <inkml:trace contextRef="#ctx0" brushRef="#br0">36377 1866 3295 0 0,'-5'-5'5888'0'0,"4"-1"-4192"0"0,6 1-480 0 0,6 5-1024 0 0,11 2 192 0 0,5 6-288 0 0,8 2 32 0 0,2 3-96 0 0,-1-1-224 0 0,-2-2-96 0 0,11 2-5344 0 0,2-2 4192 0 0,-2-2 256 0 0,-5-2-2144 0 0,-8-3 3328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64"/>
    </inkml:context>
    <inkml:brush xml:id="br0">
      <inkml:brushProperty name="width" value="0.1" units="cm"/>
      <inkml:brushProperty name="height" value="0.1" units="cm"/>
      <inkml:brushProperty name="color" value="#E71224"/>
    </inkml:brush>
  </inkml:definitions>
  <inkml:trace contextRef="#ctx0" brushRef="#br0">37032 2100 3039 0 0,'0'-4'1984'0'0,"0"-7"4800"0"0,0 4-2464 0 0,-4 7-4160 0 0,-6 9-160 0 0,-6 6 64 0 0,-5 6-32 0 0,-3 3-32 0 0,3 2 32 0 0,0 11-64 0 0,4 2-32 0 0,0 0 128 0 0,3-3-96 0 0,9-2-128 0 0,9-8 192 0 0,8-8-64 0 0,3-2-32 0 0,3-5 0 0 0,2-3 32 0 0,8-8 32 0 0,2-4 0 0 0,6-6 0 0 0,-3-5 32 0 0,-3-1 0 0 0,-7-1 0 0 0,2-8 0 0 0,1-3 0 0 0,-4-1 32 0 0,-1-1 64 0 0,0 5-64 0 0,-4 3-32 0 0,1 0-32 0 0,0-5 128 0 0,3-2-32 0 0,-3-1-32 0 0,-4 9 640 0 0,-9 13-704 0 0,-6 12 160 0 0,-6 10-96 0 0,-3 7-32 0 0,1 4 32 0 0,-3-2-32 0 0,1 4 32 0 0,2 2-96 0 0,-2 0-32 0 0,-3 9 96 0 0,-4 2-64 0 0,1-1-32 0 0,4-3-160 0 0,-1 2-640 0 0,2-2 224 0 0,4-2-3936 0 0,2-3-1632 0 0,3-6 6208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65"/>
    </inkml:context>
    <inkml:brush xml:id="br0">
      <inkml:brushProperty name="width" value="0.1" units="cm"/>
      <inkml:brushProperty name="height" value="0.1" units="cm"/>
      <inkml:brushProperty name="color" value="#E71224"/>
    </inkml:brush>
  </inkml:definitions>
  <inkml:trace contextRef="#ctx0" brushRef="#br0">37427 2304 4799 0 0,'0'-4'2368'0'0,"0"-7"2944"0"0,4 0-2368 0 0,-2 5-1056 0 0,-3 13-1696 0 0,-4 5-160 0 0,-2 6-32 0 0,0 3-32 0 0,1 3 0 0 0,-2-3 64 0 0,-5 4-32 0 0,0 3-96 0 0,3 0 96 0 0,2 0-288 0 0,7-9 224 0 0,13-12 32 0 0,9-12 0 0 0,10-14 64 0 0,3-3-96 0 0,1-3 64 0 0,-5-2 0 0 0,-4 4 64 0 0,-6 2 32 0 0,-2 4-32 0 0,-4 0-32 0 0,0 4 64 0 0,-3-1-32 0 0,2-2 256 0 0,3 1 128 0 0,3 8 768 0 0,-2 9-1088 0 0,-8 10-64 0 0,-5 10 192 0 0,-4 7-192 0 0,-6-2-32 0 0,-7 4-32 0 0,0 0-64 0 0,1 5-384 0 0,-2 4-1568 0 0,-2 0-3648 0 0,1-2 2720 0 0,3-3 512 0 0,4-8 2432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66"/>
    </inkml:context>
    <inkml:brush xml:id="br0">
      <inkml:brushProperty name="width" value="0.1" units="cm"/>
      <inkml:brushProperty name="height" value="0.1" units="cm"/>
      <inkml:brushProperty name="color" value="#E71224"/>
    </inkml:brush>
  </inkml:definitions>
  <inkml:trace contextRef="#ctx0" brushRef="#br0">38135 2302 4127 0 0,'0'-5'2016'0'0,"4"-5"1088"0"0,2-6 1600 0 0,-5 0-3456 0 0,-2 7-1248 0 0,-6 9-32 0 0,-10 10 96 0 0,-7 7-32 0 0,1 5-64 0 0,-1 4 0 0 0,0-3 0 0 0,0-1 64 0 0,-2 0 0 0 0,-4 6-96 0 0,3 2 64 0 0,1 0 0 0 0,5 0-64 0 0,7-1 0 0 0,5-1 32 0 0,8 0 0 0 0,10-6-96 0 0,7-6 96 0 0,10-6-448 0 0,5-4-64 0 0,1-4-288 0 0,1-2-1920 0 0,-2-1 896 0 0,3-5-1600 0 0,-4-1 3456 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67"/>
    </inkml:context>
    <inkml:brush xml:id="br0">
      <inkml:brushProperty name="width" value="0.1" units="cm"/>
      <inkml:brushProperty name="height" value="0.1" units="cm"/>
      <inkml:brushProperty name="color" value="#E71224"/>
    </inkml:brush>
  </inkml:definitions>
  <inkml:trace contextRef="#ctx0" brushRef="#br0">38465 2361 6271 0 0,'0'-4'1152'0'0,"0"-7"3808"0"0,4 0-3104 0 0,7 1-1120 0 0,5 2-64 0 0,4 3-128 0 0,8 6-256 0 0,8 4-2112 0 0,3 0-1824 0 0,-2-1-1088 0 0,-6-4-64 0 0,-9-4 4800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68"/>
    </inkml:context>
    <inkml:brush xml:id="br0">
      <inkml:brushProperty name="width" value="0.1" units="cm"/>
      <inkml:brushProperty name="height" value="0.1" units="cm"/>
      <inkml:brushProperty name="color" value="#E71224"/>
    </inkml:brush>
  </inkml:definitions>
  <inkml:trace contextRef="#ctx0" brushRef="#br0">38868 2073 3807 0 0,'-5'0'1120'0'0,"-5"5"3424"0"0,-2 5-3584 0 0,-7 6 1728 0 0,0 9-1216 0 0,-2 0-800 0 0,-6 14 1760 0 0,-3 5-2176 0 0,-1 7 608 0 0,1 1-832 0 0,1 8-320 0 0,5-1-352 0 0,2-1-2304 0 0,5-7 1536 0 0,10-12 1312 0 0,6-8 32 0 0,8-9 32 0 0,7-9 32 0 0,5-6 32 0 0,5-4-32 0 0,10-17-1856 0 0,10-9-1248 0 0,1-2 1312 0 0,1-5-832 0 0,-6 3 2624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69"/>
    </inkml:context>
    <inkml:brush xml:id="br0">
      <inkml:brushProperty name="width" value="0.1" units="cm"/>
      <inkml:brushProperty name="height" value="0.1" units="cm"/>
      <inkml:brushProperty name="color" value="#E71224"/>
    </inkml:brush>
  </inkml:definitions>
  <inkml:trace contextRef="#ctx0" brushRef="#br0">39070 2397 2591 0 0,'0'4'4320'0'0,"0"7"-1056"0"0,-5 0-2144 0 0,0 4 2944 0 0,-1 3-3488 0 0,-3 8 1184 0 0,-5 12-1312 0 0,-4 9-960 0 0,-3 1-2144 0 0,1-8 2656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70"/>
    </inkml:context>
    <inkml:brush xml:id="br0">
      <inkml:brushProperty name="width" value="0.1" units="cm"/>
      <inkml:brushProperty name="height" value="0.1" units="cm"/>
      <inkml:brushProperty name="color" value="#E71224"/>
    </inkml:brush>
  </inkml:definitions>
  <inkml:trace contextRef="#ctx0" brushRef="#br0">39367 2015 5663 0 0,'-5'0'1536'0'0,"0"4"3040"0"0,-6 2-4384 0 0,1 4 0 0 0,-3 5-512 0 0,0 4-2624 0 0,3 4-4672 0 0,3-3 7616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71"/>
    </inkml:context>
    <inkml:brush xml:id="br0">
      <inkml:brushProperty name="width" value="0.1" units="cm"/>
      <inkml:brushProperty name="height" value="0.1" units="cm"/>
      <inkml:brushProperty name="color" value="#E71224"/>
    </inkml:brush>
  </inkml:definitions>
  <inkml:trace contextRef="#ctx0" brushRef="#br0">39466 2309 3903 0 0,'-5'0'960'0'0,"-5"4"672"0"0,-1 6-1088 0 0,-4 2-288 0 0,-12 12 960 0 0,-2 5-832 0 0,0 4 992 0 0,1-5-960 0 0,4-2-96 0 0,7 3 352 0 0,1 1-576 0 0,5 0-128 0 0,11 4 0 0 0,25-4-160 0 0,16-12 160 0 0,11-13 64 0 0,5-16 96 0 0,1-11 864 0 0,-8-6-480 0 0,-5-12 2176 0 0,-9-3-2208 0 0,-11 1 160 0 0,-10 4-288 0 0,-16 3-128 0 0,-13 7-448 0 0,-8 10-12192 0 0,4 7 9824 0 0,6 5 2592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72"/>
    </inkml:context>
    <inkml:brush xml:id="br0">
      <inkml:brushProperty name="width" value="0.1" units="cm"/>
      <inkml:brushProperty name="height" value="0.1" units="cm"/>
      <inkml:brushProperty name="color" value="#E71224"/>
    </inkml:brush>
  </inkml:definitions>
  <inkml:trace contextRef="#ctx0" brushRef="#br0">39886 2305 5023 0 0,'5'-5'2432'0'0,"1"-5"3040"0"0,4-2-4064 0 0,0 7 928 0 0,-5 7-2208 0 0,-5 9-96 0 0,-5 15 192 0 0,-8 8-224 0 0,-5 12-32 0 0,-4 6 32 0 0,1 0-32 0 0,-4 12-64 0 0,2 0 96 0 0,0 7-64 0 0,5-4 32 0 0,4-5-192 0 0,10-12-384 0 0,10-29 384 0 0,13-26 64 0 0,11-26 128 0 0,2-12 32 0 0,12-17 416 0 0,8-2 160 0 0,0 5-256 0 0,-10 16 32 0 0,-11 20-64 0 0,-11 18-224 0 0,-9 14 256 0 0,-7 9-96 0 0,1 2-128 0 0,0 10 128 0 0,-6 4-160 0 0,-3 0-64 0 0,0-1 96 0 0,0-2-64 0 0,1-3-32 0 0,1 3 0 0 0,0 0 0 0 0,6 4-64 0 0,6 4-1280 0 0,6-1-1376 0 0,5-7-3360 0 0,-1-8 6080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73"/>
    </inkml:context>
    <inkml:brush xml:id="br0">
      <inkml:brushProperty name="width" value="0.1" units="cm"/>
      <inkml:brushProperty name="height" value="0.1" units="cm"/>
      <inkml:brushProperty name="color" value="#E71224"/>
    </inkml:brush>
  </inkml:definitions>
  <inkml:trace contextRef="#ctx0" brushRef="#br0">22700 13295 5311 0 0,'0'-4'2272'0'0,"0"-6"-320"0"0,0-6 544 0 0,-4 0 864 0 0,-6 2-1952 0 0,-2 9-1376 0 0,-3 9 160 0 0,2 8-160 0 0,-3 3-32 0 0,3 2 32 0 0,-2 13 0 0 0,-7 18 0 0 0,1 6 0 0 0,-2 7-32 0 0,0-3 0 0 0,-1 2 96 0 0,3-4-96 0 0,2-7 32 0 0,3-8-32 0 0,4-7 32 0 0,5-4-32 0 0,3-3 32 0 0,3 3 0 0 0,5-4 0 0 0,3-1 0 0 0,8 3-32 0 0,7-3 0 0 0,12-1-352 0 0,6-4-1856 0 0,-1-7-640 0 0,8-4-6720 0 0,-5-5 9568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74"/>
    </inkml:context>
    <inkml:brush xml:id="br0">
      <inkml:brushProperty name="width" value="0.1" units="cm"/>
      <inkml:brushProperty name="height" value="0.1" units="cm"/>
      <inkml:brushProperty name="color" value="#E71224"/>
    </inkml:brush>
  </inkml:definitions>
  <inkml:trace contextRef="#ctx0" brushRef="#br0">27440 13304 4351 0 0,'-5'0'128'0'0,"4"0"9408"0"0,5 4-6720 0 0,8 2-2336 0 0,1 4-64 0 0,3 5-224 0 0,-2 4 128 0 0,2-1 0 0 0,16 19 224 0 0,2 7-544 0 0,0 1 0 0 0,-1 6 192 0 0,-7-1-128 0 0,-7-1 64 0 0,-7 1-96 0 0,-6-4 0 0 0,-4-5 32 0 0,-1-6-64 0 0,-2 1 32 0 0,-1-1-32 0 0,-4 1 32 0 0,-5 0-32 0 0,-6 3 0 0 0,-4-2-32 0 0,-3 7-32 0 0,2 1-32 0 0,-3-4-512 0 0,-3-4-32 0 0,-9-4-9184 0 0,-3-7 2592 0 0,5-8 7232 0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75"/>
    </inkml:context>
    <inkml:brush xml:id="br0">
      <inkml:brushProperty name="width" value="0.1" units="cm"/>
      <inkml:brushProperty name="height" value="0.1" units="cm"/>
      <inkml:brushProperty name="color" value="#E71224"/>
    </inkml:brush>
  </inkml:definitions>
  <inkml:trace contextRef="#ctx0" brushRef="#br0">27549 13154 4031 0 0,'-4'0'1376'0'0,"-7"-5"3648"0"0,-5-5 256 0 0,0-6-4160 0 0,3-4-128 0 0,3-4-64 0 0,8-15 448 0 0,9-10-896 0 0,3-1-256 0 0,4-1-64 0 0,9-5 256 0 0,1-2-256 0 0,4-5 160 0 0,3 5-160 0 0,4-7 192 0 0,-3 5-224 0 0,19-20 160 0 0,10-9-224 0 0,4 2-32 0 0,-5 10-32 0 0,-9 20 32 0 0,-8 14 0 0 0,11 6 160 0 0,1 4-160 0 0,4 8-640 0 0,-4 9 320 0 0,-6 6-2624 0 0,-7 6-448 0 0,-11-2 160 0 0,-7 1-9056 0 0,-6 1 12256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76"/>
    </inkml:context>
    <inkml:brush xml:id="br0">
      <inkml:brushProperty name="width" value="0.1" units="cm"/>
      <inkml:brushProperty name="height" value="0.1" units="cm"/>
      <inkml:brushProperty name="color" value="#E71224"/>
    </inkml:brush>
  </inkml:definitions>
  <inkml:trace contextRef="#ctx0" brushRef="#br0">28527 11596 5151 0 0,'-5'0'1344'0'0,"-1"-5"352"0"0,5-1 8160 0 0,7 1-8672 0 0,7 0-576 0 0,5 2-512 0 0,0 5 32 0 0,2 3-64 0 0,1 5 192 0 0,2 0-192 0 0,1 4 0 0 0,2-2 128 0 0,4 3-96 0 0,-2 2-32 0 0,-2-1-64 0 0,-1 1 128 0 0,-4 2-64 0 0,-2-2-32 0 0,-3 0 32 0 0,-6 3 0 0 0,-3 1 96 0 0,-4 2-96 0 0,-2 1-64 0 0,-5 2 0 0 0,-7 0 64 0 0,-6 5-32 0 0,-4 1-128 0 0,-4 0 64 0 0,-1-1-192 0 0,-1-1 0 0 0,-1-6-192 0 0,-8 1-4224 0 0,-3 2 2432 0 0,1-4-3392 0 0,7-6 5600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77"/>
    </inkml:context>
    <inkml:brush xml:id="br0">
      <inkml:brushProperty name="width" value="0.1" units="cm"/>
      <inkml:brushProperty name="height" value="0.1" units="cm"/>
      <inkml:brushProperty name="color" value="#E71224"/>
    </inkml:brush>
  </inkml:definitions>
  <inkml:trace contextRef="#ctx0" brushRef="#br0">29495 11442 6303 0 0,'-4'-4'1408'0'0,"-2"-6"5184"0"0,5-2-4480 0 0,2-3-1760 0 0,6 2 544 0 0,10 2-352 0 0,7 3-224 0 0,9 8-32 0 0,2 3-224 0 0,0 2 64 0 0,-1 0-64 0 0,-3 3-96 0 0,-1 0 32 0 0,-2 0-32 0 0,-5-7-11744 0 0,-12-4 10592 0 0,-11 0-1088 0 0,-11 4 1920 0 0,-8 1 384 0 0,0 6 160 0 0,-2 1 32 0 0,3 4 1024 0 0,0-1 32 0 0,3 2-608 0 0,4 4 1472 0 0,4 2-672 0 0,-1 3 352 0 0,1 6-768 0 0,1 3-832 0 0,-3 5 256 0 0,1 4-224 0 0,1 1-192 0 0,-2 1 32 0 0,-5 3-128 0 0,-4-3-128 0 0,1-3-224 0 0,0 4-4256 0 0,-3-1 2880 0 0,-2 2-4608 0 0,3-8 6368 0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78"/>
    </inkml:context>
    <inkml:brush xml:id="br0">
      <inkml:brushProperty name="width" value="0.1" units="cm"/>
      <inkml:brushProperty name="height" value="0.1" units="cm"/>
      <inkml:brushProperty name="color" value="#E71224"/>
    </inkml:brush>
  </inkml:definitions>
  <inkml:trace contextRef="#ctx0" brushRef="#br0">29263 12151 4831 0 0,'0'-5'3680'0'0,"5"-1"2528"0"0,0-4-5024 0 0,6 0-640 0 0,8 1 832 0 0,6 2-1152 0 0,3 3-128 0 0,6 6-32 0 0,1 3-64 0 0,0 0-64 0 0,6 5-608 0 0,2-1 288 0 0,10 4-4704 0 0,2-1 3168 0 0,-1-7-1920 0 0,-4-4-1312 0 0,-12-3 5152 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79"/>
    </inkml:context>
    <inkml:brush xml:id="br0">
      <inkml:brushProperty name="width" value="0.1" units="cm"/>
      <inkml:brushProperty name="height" value="0.1" units="cm"/>
      <inkml:brushProperty name="color" value="#E71224"/>
    </inkml:brush>
  </inkml:definitions>
  <inkml:trace contextRef="#ctx0" brushRef="#br0">30070 11863 5055 0 0,'-5'0'2080'0'0,"-5"5"7744"0"0,-2 9-9056 0 0,-2 4-704 0 0,0 2 0 0 0,3 7 96 0 0,-1 3-96 0 0,-3 6-96 0 0,1 1 0 0 0,3-2 0 0 0,3-1-640 0 0,3-12-192 0 0,3-14 864 0 0,6-8 0 0 0,6-13 0 0 0,6-9 64 0 0,6-5 224 0 0,2-2-64 0 0,-2-1-64 0 0,4 0 1152 0 0,-3 1-1024 0 0,4 6 992 0 0,2 6-992 0 0,0 6 640 0 0,-5 10-480 0 0,-6 9-320 0 0,-6 12 0 0 0,-6 7-64 0 0,-3 4-64 0 0,-3 5-128 0 0,-5 1 0 0 0,-2-2-832 0 0,0-1 320 0 0,-3-8-1248 0 0,0-3-5248 0 0,-3-5-1984 0 0,2-7 9120 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80"/>
    </inkml:context>
    <inkml:brush xml:id="br0">
      <inkml:brushProperty name="width" value="0.1" units="cm"/>
      <inkml:brushProperty name="height" value="0.1" units="cm"/>
      <inkml:brushProperty name="color" value="#E71224"/>
    </inkml:brush>
  </inkml:definitions>
  <inkml:trace contextRef="#ctx0" brushRef="#br0">30557 11772 6815 0 0,'0'-5'9216'0'0,"4"-1"-5344"0"0,6 1-3360 0 0,6 0-256 0 0,5 2-160 0 0,3 1-64 0 0,1 1-64 0 0,-2 5-64 0 0,-2 2-96 0 0,1-1-512 0 0,0 0-2656 0 0,2-6-9376 0 0,-4-2 12736 0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81"/>
    </inkml:context>
    <inkml:brush xml:id="br0">
      <inkml:brushProperty name="width" value="0.1" units="cm"/>
      <inkml:brushProperty name="height" value="0.1" units="cm"/>
      <inkml:brushProperty name="color" value="#E71224"/>
    </inkml:brush>
  </inkml:definitions>
  <inkml:trace contextRef="#ctx0" brushRef="#br0">30769 11598 4927 0 0,'-4'0'2496'0'0,"-2"-5"5216"0"0,-4 4-4000 0 0,-1 6-3360 0 0,-2 10 1568 0 0,1 9-1600 0 0,2 7 256 0 0,-2 18 160 0 0,-2 4-640 0 0,-5 11 192 0 0,2-1-256 0 0,4-2-96 0 0,-1-3 0 0 0,3-6 32 0 0,2-9-96 0 0,3-1-2272 0 0,8-5-2592 0 0,7-12-9024 0 0,2-11 14016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82"/>
    </inkml:context>
    <inkml:brush xml:id="br0">
      <inkml:brushProperty name="width" value="0.1" units="cm"/>
      <inkml:brushProperty name="height" value="0.1" units="cm"/>
      <inkml:brushProperty name="color" value="#E71224"/>
    </inkml:brush>
  </inkml:definitions>
  <inkml:trace contextRef="#ctx0" brushRef="#br0">30880 11958 7327 0 0,'4'0'8384'0'0,"2"4"-6272"0"0,4 2 1184 0 0,5 0-3072 0 0,9 3 576 0 0,4 0-672 0 0,7-2 0 0 0,2-5-128 0 0,-1-9 32 0 0,-3-3-32 0 0,-6-3-32 0 0,-3-5-32 0 0,-7-4-64 0 0,-5-2 64 0 0,-5-6 0 0 0,-4-2-96 0 0,-7 4 96 0 0,-6 6-192 0 0,-7 8 256 0 0,-5 6-64 0 0,-3 9 0 0 0,3 8 96 0 0,-4 12-32 0 0,3 7 0 0 0,0-2 0 0 0,0 9 160 0 0,0 2-128 0 0,3 0 0 0 0,5-3-32 0 0,6-2-32 0 0,3-2-32 0 0,4-2-96 0 0,10-5-1888 0 0,9-8 352 0 0,6-5-1536 0 0,3-5 1760 0 0,-3-7-288 0 0,9-13-8864 0 0,-2-3 10624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83"/>
    </inkml:context>
    <inkml:brush xml:id="br0">
      <inkml:brushProperty name="width" value="0.1" units="cm"/>
      <inkml:brushProperty name="height" value="0.1" units="cm"/>
      <inkml:brushProperty name="color" value="#E71224"/>
    </inkml:brush>
  </inkml:definitions>
  <inkml:trace contextRef="#ctx0" brushRef="#br0">31426 11853 3711 0 0,'0'4'12384'0'0,"0"6"-8032"0"0,-4 2-3744 0 0,-2 7 1728 0 0,0 5-1952 0 0,-3 12 512 0 0,0 4-768 0 0,-3 4 0 0 0,0-1-64 0 0,-1-3-32 0 0,0-4-64 0 0,3-4 64 0 0,4-12-160 0 0,6-22 128 0 0,8-20-32 0 0,8-11 32 0 0,4-4 64 0 0,0 0-32 0 0,5-3-32 0 0,-2 1-32 0 0,9-6 32 0 0,3 0-96 0 0,-4 4-64 0 0,-3 8-480 0 0,-7 5 64 0 0,-2 8-1472 0 0,1 7 256 0 0,0 6-7104 0 0,-2 4 8896 0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84"/>
    </inkml:context>
    <inkml:brush xml:id="br0">
      <inkml:brushProperty name="width" value="0.1" units="cm"/>
      <inkml:brushProperty name="height" value="0.1" units="cm"/>
      <inkml:brushProperty name="color" value="#E71224"/>
    </inkml:brush>
  </inkml:definitions>
  <inkml:trace contextRef="#ctx0" brushRef="#br0">31850 11745 12031 0 0,'0'0'0'0'0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85"/>
    </inkml:context>
    <inkml:brush xml:id="br0">
      <inkml:brushProperty name="width" value="0.1" units="cm"/>
      <inkml:brushProperty name="height" value="0.1" units="cm"/>
      <inkml:brushProperty name="color" value="#E71224"/>
    </inkml:brush>
  </inkml:definitions>
  <inkml:trace contextRef="#ctx0" brushRef="#br0">32085 11775 6399 0 0,'-5'0'4160'0'0,"4"0"224"0"0,5 0 672 0 0,8 0-4000 0 0,10 0-416 0 0,5 0-448 0 0,8 0 128 0 0,2 0-160 0 0,-1 4-64 0 0,-2 2-32 0 0,-2 0 0 0 0,15 3-192 0 0,4 0-320 0 0,-1-1 0 0 0,-2-3-2656 0 0,-3-1 1536 0 0,-6-7-256 0 0,-4-2-288 0 0,-4-4-5056 0 0,-3-2 2080 0 0,-7 2 5088 0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86"/>
    </inkml:context>
    <inkml:brush xml:id="br0">
      <inkml:brushProperty name="width" value="0.1" units="cm"/>
      <inkml:brushProperty name="height" value="0.1" units="cm"/>
      <inkml:brushProperty name="color" value="#E71224"/>
    </inkml:brush>
  </inkml:definitions>
  <inkml:trace contextRef="#ctx0" brushRef="#br0">32575 11372 3391 0 0,'-4'-5'1504'0'0,"-2"-5"64"0"0,-4-2 736 0 0,-1-2-832 0 0,-2 0-704 0 0,0-1 1376 0 0,-1 1-992 0 0,1-1 736 0 0,3-2-128 0 0,-1 1-1344 0 0,1 0 928 0 0,-2 1-576 0 0,-4 9 768 0 0,2 10-1376 0 0,-2 12 416 0 0,2 9-448 0 0,3 4 0 0 0,4 1 0 0 0,-2 1 32 0 0,-3 8 160 0 0,-1 2-224 0 0,-1 7 32 0 0,-3 4-64 0 0,-8 29 192 0 0,-4 10-224 0 0,3-2 0 0 0,-12 33 192 0 0,1 4-192 0 0,-3 4-32 0 0,6-17-64 0 0,8-22-96 0 0,10-23-128 0 0,6-18-2016 0 0,10-18 928 0 0,5-10-288 0 0,6-8-6208 0 0,5-12-2528 0 0,1-5 10400 0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87"/>
    </inkml:context>
    <inkml:brush xml:id="br0">
      <inkml:brushProperty name="width" value="0.1" units="cm"/>
      <inkml:brushProperty name="height" value="0.1" units="cm"/>
      <inkml:brushProperty name="color" value="#E71224"/>
    </inkml:brush>
  </inkml:definitions>
  <inkml:trace contextRef="#ctx0" brushRef="#br0">32908 12178 7775 0 0,'0'-5'4672'0'0,"-4"-1"-2080"0"0,-6-4 2752 0 0,-6 0-4768 0 0,-1-3 192 0 0,0 0-512 0 0,-4 3 544 0 0,-1 8-416 0 0,-2 8-352 0 0,3 7 0 0 0,1 3-64 0 0,4 2 0 0 0,4 2 0 0 0,0 3-64 0 0,3 2-64 0 0,1 0-32 0 0,4 2 96 0 0,1-1-128 0 0,6 1-512 0 0,12-5 32 0 0,7-6 416 0 0,5-5-64 0 0,15-6-1568 0 0,5-2 832 0 0,-1-7 768 0 0,-4-3 192 0 0,-4-9 96 0 0,-5-5 224 0 0,-7-5-64 0 0,-9-2 96 0 0,-3-1 256 0 0,-3 1 64 0 0,-4 0 448 0 0,-3 0 32 0 0,-6 6 224 0 0,-8 6-320 0 0,-2 10-896 0 0,-4 15 32 0 0,2 10-32 0 0,3 7-32 0 0,-2 3 0 0 0,2 6 0 0 0,3 1 0 0 0,2-1 0 0 0,3-2 0 0 0,2-2-32 0 0,0-2-32 0 0,6 3-704 0 0,15 0-10816 0 0,3-9 8256 0 0,4-9-2112 0 0,-4-7 5440 0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88"/>
    </inkml:context>
    <inkml:brush xml:id="br0">
      <inkml:brushProperty name="width" value="0.1" units="cm"/>
      <inkml:brushProperty name="height" value="0.1" units="cm"/>
      <inkml:brushProperty name="color" value="#E71224"/>
    </inkml:brush>
  </inkml:definitions>
  <inkml:trace contextRef="#ctx0" brushRef="#br0">33458 12184 8575 0 0,'-4'0'7776'0'0,"-7"0"-3264"0"0,0-4-3072 0 0,-4-2-896 0 0,-3 0 800 0 0,-3 6-608 0 0,-3 3-608 0 0,-1 5 64 0 0,3 6-192 0 0,1 0 0 0 0,-4 12 192 0 0,1 5-256 0 0,5 2 64 0 0,2 5 32 0 0,3-1-96 0 0,0-1 96 0 0,2-3-64 0 0,3-2-64 0 0,8-2-128 0 0,8-7 0 0 0,8-1 64 0 0,9-5-576 0 0,6-6 192 0 0,2-3-96 0 0,14-13-1440 0 0,7-9-608 0 0,-1-7 736 0 0,-4 0-320 0 0,-2 0-288 0 0,-4-1-2560 0 0,-5 4 512 0 0,-9 4 4608 0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89"/>
    </inkml:context>
    <inkml:brush xml:id="br0">
      <inkml:brushProperty name="width" value="0.1" units="cm"/>
      <inkml:brushProperty name="height" value="0.1" units="cm"/>
      <inkml:brushProperty name="color" value="#E71224"/>
    </inkml:brush>
  </inkml:definitions>
  <inkml:trace contextRef="#ctx0" brushRef="#br0">33780 12395 6335 0 0,'-5'0'6592'0'0,"-1"-4"-2784"0"0,5-2-2144 0 0,3-4-1184 0 0,18-1 384 0 0,19-2-288 0 0,8-4-576 0 0,0 1-64 0 0,-3 3 0 0 0,-5 0 0 0 0,-5 2 32 0 0,-3-2-160 0 0,-8-3 64 0 0,-7-3-224 0 0,-10 1-160 0 0,-12 4 384 0 0,-9 5 0 0 0,-6 3 96 0 0,-4 3 32 0 0,-2 2-32 0 0,-1 1-128 0 0,0 6 64 0 0,-5 5-96 0 0,0 1 192 0 0,0 3 0 0 0,-2 13 32 0 0,-1 5 32 0 0,2 2 64 0 0,7-1-32 0 0,8-1-32 0 0,7-2 224 0 0,5-2-96 0 0,5-2 256 0 0,6-5-224 0 0,3-1-64 0 0,5-6 160 0 0,8-4 256 0 0,7-4-320 0 0,6-4 288 0 0,3-6-288 0 0,4-3 96 0 0,-1-5-320 0 0,16-5-544 0 0,12-4-13472 0 0,-2 1 8096 0 0,-11 4 5888 0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90"/>
    </inkml:context>
    <inkml:brush xml:id="br0">
      <inkml:brushProperty name="width" value="0.1" units="cm"/>
      <inkml:brushProperty name="height" value="0.1" units="cm"/>
      <inkml:brushProperty name="color" value="#E71224"/>
    </inkml:brush>
  </inkml:definitions>
  <inkml:trace contextRef="#ctx0" brushRef="#br0">7185 11029 6015 0 0,'0'-4'1024'0'0,"-5"-2"-704"0"0,-5 0 2304 0 0,-2 6-2048 0 0,-2 3 416 0 0,-4 1 512 0 0,-4 3 128 0 0,-1 2-1344 0 0,-2 3 128 0 0,3 4-288 0 0,1 0 64 0 0,4 1-128 0 0,-8 6 416 0 0,-5 5-256 0 0,-1 1-64 0 0,0 0-64 0 0,-4 0 128 0 0,0 0-192 0 0,-3-2 0 0 0,5 0-128 0 0,12 0 0 0 0,15-1 192 0 0,12-4 0 0 0,15-2 384 0 0,7 0-320 0 0,4-3 0 0 0,1-4-32 0 0,13-5 256 0 0,2-4-288 0 0,-2-2 32 0 0,-4-1 0 0 0,-1-2 64 0 0,-3 0-128 0 0,-3 0 128 0 0,-3 1-96 0 0,-3-5 160 0 0,-6-6-128 0 0,-3-1 0 0 0,-4-3 128 0 0,-1-3 32 0 0,-3-3 0 0 0,-3-2-192 0 0,-4-7 128 0 0,-6-7 32 0 0,-4-1-192 0 0,-10-12 96 0 0,-6-2-160 0 0,-18-6 64 0 0,-6 3-64 0 0,-1 6 0 0 0,4 7 0 0 0,-9-2 352 0 0,4 1-320 0 0,1 4 64 0 0,4 8-128 0 0,10 15 0 0 0,13 13 0 0 0,12 13 0 0 0,5 12-64 0 0,5 13 96 0 0,5 8 32 0 0,1 2 32 0 0,4 6-32 0 0,0-1-32 0 0,-3 5 64 0 0,2-3-64 0 0,-1 3 32 0 0,1 1-32 0 0,0 4-32 0 0,-3 1 64 0 0,1 8 64 0 0,0-3-96 0 0,-3-9 0 0 0,-2-9-32 0 0,3-4 0 0 0,0-6 96 0 0,2-8-32 0 0,0-14 128 0 0,3-15 160 0 0,-1-11-224 0 0,2-27 128 0 0,3-28-160 0 0,3-13-64 0 0,12-33 96 0 0,4-7-96 0 0,1 0-128 0 0,-1 10 0 0 0,1 2-864 0 0,0 14 128 0 0,2 14-4544 0 0,-1 20 2272 0 0,-3 21-6112 0 0,-7 15 9248 0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91"/>
    </inkml:context>
    <inkml:brush xml:id="br0">
      <inkml:brushProperty name="width" value="0.1" units="cm"/>
      <inkml:brushProperty name="height" value="0.1" units="cm"/>
      <inkml:brushProperty name="color" value="#E71224"/>
    </inkml:brush>
  </inkml:definitions>
  <inkml:trace contextRef="#ctx0" brushRef="#br0">7444 16570 6975 0 0,'-4'-4'1120'0'0,"-7"-7"1792"0"0,-5 0 928 0 0,-4 5-3104 0 0,-4 9-512 0 0,-2 12-96 0 0,-1 4-128 0 0,-4 12 192 0 0,-2 5-160 0 0,-5 5 32 0 0,1-4-64 0 0,2 1 32 0 0,2-3-32 0 0,2-6 32 0 0,3-4 0 0 0,5-2-32 0 0,2 0 32 0 0,1 0 0 0 0,-1 5 0 0 0,3 3 0 0 0,5 0 32 0 0,9-6-32 0 0,9-6 96 0 0,4-2-32 0 0,5-4 224 0 0,18-5 1088 0 0,8-3-1184 0 0,10-11 608 0 0,2-10-672 0 0,4-19 512 0 0,-2-13-480 0 0,-10-7-32 0 0,-13 1-128 0 0,-7 6 32 0 0,-8 2 96 0 0,-7 4-96 0 0,-4 5-32 0 0,-8 9-32 0 0,-3 4 0 0 0,-10-6 128 0 0,-6-4-128 0 0,-18-8-96 0 0,-6 3 96 0 0,1 3 96 0 0,2 7-128 0 0,10 15-576 0 0,14 21 672 0 0,15 15-32 0 0,13 26-64 0 0,4 13 32 0 0,5 23 64 0 0,0 7-32 0 0,-4-4 128 0 0,-5-13-64 0 0,-2-9 160 0 0,-4-11-160 0 0,-2-7 192 0 0,-1-15 448 0 0,0-17-640 0 0,-1-17-32 0 0,9-29 160 0 0,3-18-160 0 0,5-11-32 0 0,-2-3 32 0 0,16-49-384 0 0,7-18 32 0 0,10-28-2016 0 0,6-9-1888 0 0,3 15 512 0 0,-3 25 64 0 0,-7 25-2784 0 0,-11 29 6400 0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92"/>
    </inkml:context>
    <inkml:brush xml:id="br0">
      <inkml:brushProperty name="width" value="0.1" units="cm"/>
      <inkml:brushProperty name="height" value="0.1" units="cm"/>
      <inkml:brushProperty name="color" value="#E71224"/>
    </inkml:brush>
  </inkml:definitions>
  <inkml:trace contextRef="#ctx0" brushRef="#br0">30096 14891 5919 0 0,'-5'0'480'0'0,"-5"0"800"0"0,-6 0 320 0 0,-4 0 1408 0 0,-4 5-544 0 0,-2 0-1408 0 0,4 6-384 0 0,5 3 128 0 0,5 6-256 0 0,6 2-288 0 0,12 12 960 0 0,5 4-992 0 0,5 0 0 0 0,4-6 0 0 0,13 4 512 0 0,4 1-576 0 0,6-1-32 0 0,-1-8 64 0 0,-3-3-32 0 0,-4-2 0 0 0,2-4 0 0 0,-2-2-96 0 0,25 6 192 0 0,11-2-192 0 0,2-3-96 0 0,-2-2 0 0 0,-9-2-32 0 0,-11-5 64 0 0,-5-2 32 0 0,8-4-32 0 0,3-2-32 0 0,-3-1-32 0 0,-7 0-64 0 0,-7-1-64 0 0,-5-4-480 0 0,-5-2 128 0 0,-3 1-2432 0 0,-5-3-2656 0 0,-3 0 3360 0 0,-5-3-1504 0 0,-4 0 3776 0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93"/>
    </inkml:context>
    <inkml:brush xml:id="br0">
      <inkml:brushProperty name="width" value="0.1" units="cm"/>
      <inkml:brushProperty name="height" value="0.1" units="cm"/>
      <inkml:brushProperty name="color" value="#E71224"/>
    </inkml:brush>
  </inkml:definitions>
  <inkml:trace contextRef="#ctx0" brushRef="#br0">31043 14979 6271 0 0,'0'5'2368'0'0,"0"5"3072"0"0,0 6-2592 0 0,4 5-192 0 0,2 2-2304 0 0,4-1 480 0 0,5-1-416 0 0,13 0 256 0 0,2 2-640 0 0,9 1 160 0 0,3 1-64 0 0,-2-4-32 0 0,-3-1-96 0 0,-8 0 96 0 0,-5 2-64 0 0,-5 6 192 0 0,-12 2-224 0 0,-10 5 32 0 0,-10 1-32 0 0,-7 4 0 0 0,-5 3-32 0 0,-6 13-192 0 0,-3 0 64 0 0,0-3-64 0 0,1-8-160 0 0,-15 16-5632 0 0,-5 2 3552 0 0,-2-1-5600 0 0,4-11 3968 0 0,11-14 4096 0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94"/>
    </inkml:context>
    <inkml:brush xml:id="br0">
      <inkml:brushProperty name="width" value="0.1" units="cm"/>
      <inkml:brushProperty name="height" value="0.1" units="cm"/>
      <inkml:brushProperty name="color" value="#E71224"/>
    </inkml:brush>
  </inkml:definitions>
  <inkml:trace contextRef="#ctx0" brushRef="#br0">32022 15288 6463 0 0,'0'-5'960'0'0,"-5"-1"480"0"0,-5-4 4000 0 0,-2-5-3520 0 0,2-4 1440 0 0,7 1-3040 0 0,12-1-192 0 0,15 3-32 0 0,15 9-64 0 0,11 5-96 0 0,1 3 32 0 0,-4 1-32 0 0,-1 6-96 0 0,5 0-2112 0 0,-1-5-288 0 0,-6-3-1184 0 0,0-11-2432 0 0,-9-3 6176 0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95"/>
    </inkml:context>
    <inkml:brush xml:id="br0">
      <inkml:brushProperty name="width" value="0.1" units="cm"/>
      <inkml:brushProperty name="height" value="0.1" units="cm"/>
      <inkml:brushProperty name="color" value="#E71224"/>
    </inkml:brush>
  </inkml:definitions>
  <inkml:trace contextRef="#ctx0" brushRef="#br0">32350 14773 7551 0 0,'-5'0'4928'0'0,"0"5"-4064"0"0,-1 10 1984 0 0,1 7-2176 0 0,-2-1-32 0 0,-6 15 1088 0 0,-4 5-1440 0 0,-4 0 32 0 0,-11 25 448 0 0,-10 18-672 0 0,-2-1-64 0 0,-7 13 0 0 0,-3-1-32 0 0,-2-4-96 0 0,-4 5-224 0 0,3-9 128 0 0,3-7-384 0 0,1-7-640 0 0,6-16 544 0 0,10-14-1728 0 0,12-18-11520 0 0,10-14 13920 0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96"/>
    </inkml:context>
    <inkml:brush xml:id="br0">
      <inkml:brushProperty name="width" value="0.1" units="cm"/>
      <inkml:brushProperty name="height" value="0.1" units="cm"/>
      <inkml:brushProperty name="color" value="#E71224"/>
    </inkml:brush>
  </inkml:definitions>
  <inkml:trace contextRef="#ctx0" brushRef="#br0">32174 15361 7583 0 0,'0'5'4672'0'0,"0"5"-1984"0"0,0 6-64 0 0,4 5-1824 0 0,2 11 1504 0 0,0 6-2016 0 0,7 18 288 0 0,6 4-544 0 0,10 1-32 0 0,3-6-256 0 0,1-8-224 0 0,3-7-2112 0 0,10-6-7136 0 0,1-9 3328 0 0,-8-8 6400 0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97"/>
    </inkml:context>
    <inkml:brush xml:id="br0">
      <inkml:brushProperty name="width" value="0.1" units="cm"/>
      <inkml:brushProperty name="height" value="0.1" units="cm"/>
      <inkml:brushProperty name="color" value="#E71224"/>
    </inkml:brush>
  </inkml:definitions>
  <inkml:trace contextRef="#ctx0" brushRef="#br0">33023 14816 4927 0 0,'-4'0'960'0'0,"-6"0"5216"0"0,2-4-192 0 0,9-2-5472 0 0,7 1-128 0 0,7 0-224 0 0,6-3-64 0 0,3 0 0 0 0,7 2 0 0 0,7-4-96 0 0,10 1-1984 0 0,-3-3 640 0 0,0-3-7552 0 0,-4-5 3008 0 0,-8 2 5888 0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98"/>
    </inkml:context>
    <inkml:brush xml:id="br0">
      <inkml:brushProperty name="width" value="0.1" units="cm"/>
      <inkml:brushProperty name="height" value="0.1" units="cm"/>
      <inkml:brushProperty name="color" value="#E71224"/>
    </inkml:brush>
  </inkml:definitions>
  <inkml:trace contextRef="#ctx0" brushRef="#br0">33286 14509 5247 0 0,'-5'0'1728'0'0,"-1"4"0"0"0,1 7 4288 0 0,-4 5-4704 0 0,0 9-512 0 0,1 4-640 0 0,-2-2 0 0 0,-8 21 224 0 0,-2 11-352 0 0,-6 9 0 0 0,2 6-32 0 0,0-6 0 0 0,0 1 0 0 0,4 0 0 0 0,1-6-32 0 0,-1-1-1664 0 0,3-7-3360 0 0,9-12-1888 0 0,6-18 3904 0 0,3-13 3040 0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3.999"/>
    </inkml:context>
    <inkml:brush xml:id="br0">
      <inkml:brushProperty name="width" value="0.1" units="cm"/>
      <inkml:brushProperty name="height" value="0.1" units="cm"/>
      <inkml:brushProperty name="color" value="#E71224"/>
    </inkml:brush>
  </inkml:definitions>
  <inkml:trace contextRef="#ctx0" brushRef="#br0">33174 14946 6815 0 0,'0'-5'1056'0'0,"0"-5"3488"0"0,-4-2-1984 0 0,-2 7-1568 0 0,-4 3-736 0 0,-5 7-128 0 0,0 6-96 0 0,-2 7-32 0 0,-2 9 32 0 0,-7 4-96 0 0,1 1-320 0 0,0-5-736 0 0,5-2 192 0 0,1-6-1568 0 0,3-1-4160 0 0,5-4 6656 0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
    </inkml:context>
    <inkml:brush xml:id="br0">
      <inkml:brushProperty name="width" value="0.1" units="cm"/>
      <inkml:brushProperty name="height" value="0.1" units="cm"/>
      <inkml:brushProperty name="color" value="#E71224"/>
    </inkml:brush>
  </inkml:definitions>
  <inkml:trace contextRef="#ctx0" brushRef="#br0">33202 14945 6079 0 0,'0'-4'2688'0'0,"5"-2"576"0"0,5-4-1376 0 0,6 0 384 0 0,5 5-1344 0 0,3 4-576 0 0,-3 7-352 0 0,0 2-288 0 0,-4 4-896 0 0,0 1-2144 0 0,5 1-8096 0 0,0 0 11424 0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01"/>
    </inkml:context>
    <inkml:brush xml:id="br0">
      <inkml:brushProperty name="width" value="0.1" units="cm"/>
      <inkml:brushProperty name="height" value="0.1" units="cm"/>
      <inkml:brushProperty name="color" value="#E71224"/>
    </inkml:brush>
  </inkml:definitions>
  <inkml:trace contextRef="#ctx0" brushRef="#br0">33547 14859 6847 0 0,'-4'0'4800'0'0,"-2"-4"1344"0"0,5-2-4224 0 0,7 0-1152 0 0,6 2-64 0 0,11 5-640 0 0,6 7 64 0 0,2 3-96 0 0,0 3 64 0 0,0 4-32 0 0,-6 3-64 0 0,-11 3-128 0 0,-9 2 64 0 0,-9 0-96 0 0,-8 5-896 0 0,-7 2 544 0 0,-13 4-2240 0 0,-2 0 1920 0 0,-3-1-4320 0 0,-1-8 4064 0 0,3-8-2336 0 0,7-12 1024 0 0,7-7 2400 0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02"/>
    </inkml:context>
    <inkml:brush xml:id="br0">
      <inkml:brushProperty name="width" value="0.1" units="cm"/>
      <inkml:brushProperty name="height" value="0.1" units="cm"/>
      <inkml:brushProperty name="color" value="#E71224"/>
    </inkml:brush>
  </inkml:definitions>
  <inkml:trace contextRef="#ctx0" brushRef="#br0">33731 14624 4255 0 0,'0'-4'3488'0'0,"0"-6"1888"0"0,0 7-2208 0 0,0 9-2880 0 0,0 8-224 0 0,-4 15 96 0 0,-6 6-128 0 0,-2 3 32 0 0,-3-2 0 0 0,-3 12-160 0 0,-3 1-160 0 0,2-2-256 0 0,0-6-320 0 0,-2 5-2336 0 0,-1-2 928 0 0,3-4-32 0 0,0 0 416 0 0,-1-2-2528 0 0,3-7 4384 0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03"/>
    </inkml:context>
    <inkml:brush xml:id="br0">
      <inkml:brushProperty name="width" value="0.1" units="cm"/>
      <inkml:brushProperty name="height" value="0.1" units="cm"/>
      <inkml:brushProperty name="color" value="#E71224"/>
    </inkml:brush>
  </inkml:definitions>
  <inkml:trace contextRef="#ctx0" brushRef="#br0">32967 15613 8031 0 0,'0'-4'3136'0'0,"0"-6"96"0"0,14-2 896 0 0,8 2-3936 0 0,5 2-96 0 0,7 3 128 0 0,7 2-192 0 0,0 1-32 0 0,-2 2-32 0 0,-7 5 0 0 0,-1 1-384 0 0,-1 0-32 0 0,3-5-2496 0 0,-4-8 1184 0 0,-2-3-512 0 0,-2-3-4800 0 0,0-5 3680 0 0,-4 2 3392 0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04"/>
    </inkml:context>
    <inkml:brush xml:id="br0">
      <inkml:brushProperty name="width" value="0.1" units="cm"/>
      <inkml:brushProperty name="height" value="0.1" units="cm"/>
      <inkml:brushProperty name="color" value="#E71224"/>
    </inkml:brush>
  </inkml:definitions>
  <inkml:trace contextRef="#ctx0" brushRef="#br0">33296 15244 4863 0 0,'-4'4'7136'0'0,"-2"16"-4224"0"0,0 7-2464 0 0,-7 23 1088 0 0,-7 15-1312 0 0,-3 15-160 0 0,-3 7 32 0 0,-2-2-64 0 0,-8 19-32 0 0,-4 2 0 0 0,-3 4-160 0 0,1-7-192 0 0,7-12 0 0 0,2-13-1344 0 0,5-16 832 0 0,4-17-12736 0 0,6-17 13600 0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05"/>
    </inkml:context>
    <inkml:brush xml:id="br0">
      <inkml:brushProperty name="width" value="0.1" units="cm"/>
      <inkml:brushProperty name="height" value="0.1" units="cm"/>
      <inkml:brushProperty name="color" value="#E71224"/>
    </inkml:brush>
  </inkml:definitions>
  <inkml:trace contextRef="#ctx0" brushRef="#br0">33049 15944 5887 0 0,'0'-9'5056'0'0,"0"-7"1312"0"0,-4 3-3776 0 0,-7 9-2304 0 0,-5 13-64 0 0,-4 11-192 0 0,-4 5 0 0 0,-2 3 32 0 0,-1-3-96 0 0,0-1 0 0 0,0-1-256 0 0,-5 1-544 0 0,0-4 384 0 0,4-10-2656 0 0,16-11 2976 0 0,15-5 128 0 0,24-11 352 0 0,17-2 352 0 0,14-3 448 0 0,2 3-736 0 0,3 5 960 0 0,1 4-1120 0 0,-7 4 0 0 0,6 16 448 0 0,-5 12-672 0 0,-7 1-32 0 0,-3 1-576 0 0,-6-3-1248 0 0,-5 0-2688 0 0,-5-5-2304 0 0,-7-5 6816 0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06"/>
    </inkml:context>
    <inkml:brush xml:id="br0">
      <inkml:brushProperty name="width" value="0.1" units="cm"/>
      <inkml:brushProperty name="height" value="0.1" units="cm"/>
      <inkml:brushProperty name="color" value="#E71224"/>
    </inkml:brush>
  </inkml:definitions>
  <inkml:trace contextRef="#ctx0" brushRef="#br0">34406 15234 3359 0 0,'-5'0'960'0'0,"-1"-5"2400"0"0,1-5-64 0 0,5-2-2080 0 0,11-2-736 0 0,9 0-96 0 0,5 3-64 0 0,3 4-256 0 0,1 2 0 0 0,0 2-32 0 0,0 3-32 0 0,-1 0 0 0 0,3 4 0 0 0,7 3-64 0 0,-1-1-160 0 0,0 4-608 0 0,-3-1-928 0 0,-3-5-3840 0 0,-2-5 736 0 0,-6-1 4864 0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07"/>
    </inkml:context>
    <inkml:brush xml:id="br0">
      <inkml:brushProperty name="width" value="0.1" units="cm"/>
      <inkml:brushProperty name="height" value="0.1" units="cm"/>
      <inkml:brushProperty name="color" value="#E71224"/>
    </inkml:brush>
  </inkml:definitions>
  <inkml:trace contextRef="#ctx0" brushRef="#br0">34674 14891 6623 0 0,'-5'0'2336'0'0,"-5"5"8864"0"0,-2 5-10144 0 0,2 6-768 0 0,2 4 224 0 0,-1 13 96 0 0,0 5-448 0 0,2 0 32 0 0,-3 3 64 0 0,-3 7-128 0 0,-5 1-64 0 0,-3 13 32 0 0,2 2-64 0 0,-1-3-32 0 0,4-1 32 0 0,-5 1 32 0 0,2 0-64 0 0,-1-1-32 0 0,-2-8 32 0 0,4-2 0 0 0,-9 20-96 0 0,-4 8 96 0 0,3-5-64 0 0,1 2-736 0 0,7-6 224 0 0,1-11-128 0 0,4-11-2432 0 0,9-13 32 0 0,6-17-3648 0 0,7-16 4416 0 0,7-13 1472 0 0,1-8-224 0 0,2-10 736 0 0,-1-4-2016 0 0,-4 3 2368 0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08"/>
    </inkml:context>
    <inkml:brush xml:id="br0">
      <inkml:brushProperty name="width" value="0.1" units="cm"/>
      <inkml:brushProperty name="height" value="0.1" units="cm"/>
      <inkml:brushProperty name="color" value="#E71224"/>
    </inkml:brush>
  </inkml:definitions>
  <inkml:trace contextRef="#ctx0" brushRef="#br0">34488 15568 3743 0 0,'0'-4'448'0'0,"5"-7"-64"0"0,1-5 96 0 0,4-4 96 0 0,5-4 992 0 0,-1-2-640 0 0,-1 0 32 0 0,0-6 2464 0 0,-1-1 736 0 0,-4 9-928 0 0,-6 13-2816 0 0,-9 13-192 0 0,-12 20 32 0 0,-7 5-256 0 0,1 4 0 0 0,0 0 0 0 0,-5 13 96 0 0,-5 7-128 0 0,-11 10-448 0 0,-2-3 64 0 0,-1 3-2912 0 0,2-9 2016 0 0,10-13 1312 0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09"/>
    </inkml:context>
    <inkml:brush xml:id="br0">
      <inkml:brushProperty name="width" value="0.1" units="cm"/>
      <inkml:brushProperty name="height" value="0.1" units="cm"/>
      <inkml:brushProperty name="color" value="#E71224"/>
    </inkml:brush>
  </inkml:definitions>
  <inkml:trace contextRef="#ctx0" brushRef="#br0">34408 15643 5855 0 0,'0'-5'1248'0'0,"4"-5"2144"0"0,2-6-1952 0 0,4 0 128 0 0,5-2 896 0 0,4 2-160 0 0,4 4-544 0 0,2 4-800 0 0,-4 8-512 0 0,0 4-32 0 0,1 5-96 0 0,0 11 256 0 0,2 1-480 0 0,1 2-32 0 0,4 6 32 0 0,3 2-160 0 0,0 1-32 0 0,-1-5-96 0 0,-6-4-224 0 0,2 0-1888 0 0,0 0-4160 0 0,1-4-4768 0 0,-5-5 11232 0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10"/>
    </inkml:context>
    <inkml:brush xml:id="br0">
      <inkml:brushProperty name="width" value="0.1" units="cm"/>
      <inkml:brushProperty name="height" value="0.1" units="cm"/>
      <inkml:brushProperty name="color" value="#E71224"/>
    </inkml:brush>
  </inkml:definitions>
  <inkml:trace contextRef="#ctx0" brushRef="#br0">35288 15092 5407 0 0,'0'-4'4512'0'0,"-4"-2"1184"0"0,-2-4-2272 0 0,5-1 1824 0 0,20 7-4224 0 0,11 3-992 0 0,15 7 96 0 0,7 7-64 0 0,0 0-32 0 0,-4-1-128 0 0,3 2-448 0 0,-4-2-192 0 0,-4 1-1152 0 0,-5 0-4384 0 0,-10-4 6272 0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11"/>
    </inkml:context>
    <inkml:brush xml:id="br0">
      <inkml:brushProperty name="width" value="0.1" units="cm"/>
      <inkml:brushProperty name="height" value="0.1" units="cm"/>
      <inkml:brushProperty name="color" value="#E71224"/>
    </inkml:brush>
  </inkml:definitions>
  <inkml:trace contextRef="#ctx0" brushRef="#br0">35275 15126 5631 0 0,'4'0'9888'0'0,"2"5"-8416"0"0,4 1-896 0 0,14 13 832 0 0,7 7-1152 0 0,7 9-128 0 0,2 7-288 0 0,-6 1-800 0 0,-5-3-1792 0 0,-11-3-192 0 0,-13-8-1568 0 0,-12-9 2464 0 0,-14-8 1152 0 0,-8-6 768 0 0,-3-4 64 0 0,-5-3 128 0 0,-1 0 64 0 0,-2-10 960 0 0,0-2-672 0 0,8-4-64 0 0,4 1 96 0 0,3-1 1760 0 0,1 2 384 0 0,18 9 3104 0 0,10 9-5568 0 0,9 4-32 0 0,6 5 32 0 0,5 2-96 0 0,3 1-64 0 0,5 4-64 0 0,2-2-576 0 0,4 1-2080 0 0,0-8-3008 0 0,-2-5 2048 0 0,-7-7-352 0 0,-9-5 4064 0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12"/>
    </inkml:context>
    <inkml:brush xml:id="br0">
      <inkml:brushProperty name="width" value="0.1" units="cm"/>
      <inkml:brushProperty name="height" value="0.1" units="cm"/>
      <inkml:brushProperty name="color" value="#E71224"/>
    </inkml:brush>
  </inkml:definitions>
  <inkml:trace contextRef="#ctx0" brushRef="#br0">35555 14715 5279 0 0,'0'4'4928'0'0,"0"11"-992"0"0,-5 11-2528 0 0,-1 6-768 0 0,-8 16 480 0 0,-7 3-1088 0 0,1-2 0 0 0,-6 4 64 0 0,2-3 0 0 0,1-5-96 0 0,4-6 0 0 0,0-1-64 0 0,0 2-640 0 0,3-1-1920 0 0,4-3-2240 0 0,4-7 4864 0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13"/>
    </inkml:context>
    <inkml:brush xml:id="br0">
      <inkml:brushProperty name="width" value="0.1" units="cm"/>
      <inkml:brushProperty name="height" value="0.1" units="cm"/>
      <inkml:brushProperty name="color" value="#E71224"/>
    </inkml:brush>
  </inkml:definitions>
  <inkml:trace contextRef="#ctx0" brushRef="#br0">35672 14920 3839 0 0,'0'5'4096'0'0,"-4"5"-3392"0"0,-2 6-512 0 0,-4 5 224 0 0,-1 7-192 0 0,-2 4-160 0 0,-4 9 64 0 0,-3 3-96 0 0,-3-3-32 0 0,3 2 0 0 0,-1 2-416 0 0,1 6-2240 0 0,-3 0 1248 0 0,0 4-3680 0 0,2-8 5088 0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14"/>
    </inkml:context>
    <inkml:brush xml:id="br0">
      <inkml:brushProperty name="width" value="0.1" units="cm"/>
      <inkml:brushProperty name="height" value="0.1" units="cm"/>
      <inkml:brushProperty name="color" value="#E71224"/>
    </inkml:brush>
  </inkml:definitions>
  <inkml:trace contextRef="#ctx0" brushRef="#br0">35029 15978 9407 0 0,'-4'-4'2560'0'0,"-2"2"2784"0"0,-4 2-5184 0 0,0 6-128 0 0,-8 19-32 0 0,-1 10-96 0 0,-1 12-1344 0 0,-1 3 736 0 0,1-3-192 0 0,2 4-6752 0 0,2-2 6240 0 0,0-10 416 0 0,3-6-2368 0 0,4-10 3360 0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15"/>
    </inkml:context>
    <inkml:brush xml:id="br0">
      <inkml:brushProperty name="width" value="0.1" units="cm"/>
      <inkml:brushProperty name="height" value="0.1" units="cm"/>
      <inkml:brushProperty name="color" value="#E71224"/>
    </inkml:brush>
  </inkml:definitions>
  <inkml:trace contextRef="#ctx0" brushRef="#br0">35055 16024 5439 0 0,'4'-9'3232'0'0,"2"-7"-2368"0"0,4-6 2080 0 0,5 2-1600 0 0,4 3 1120 0 0,4 5-1504 0 0,1 5 160 0 0,7 3-448 0 0,6 2-64 0 0,2 7-544 0 0,-2 1 32 0 0,-2 1 288 0 0,-3-2-320 0 0,-3-1 0 0 0,-1 3-32 0 0,-2 1 96 0 0,0-2-96 0 0,-4 3 192 0 0,-12 4-160 0 0,-10 5-96 0 0,-7 3 32 0 0,-5 3-32 0 0,-6 2-128 0 0,-4 5-128 0 0,-12 11-704 0 0,-4 2 768 0 0,0 8-1824 0 0,1-2 1184 0 0,8-3-192 0 0,4-7-1600 0 0,2-9 992 0 0,4-6-96 0 0,2-2-1536 0 0,-1-6-1376 0 0,2-5 4672 0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16"/>
    </inkml:context>
    <inkml:brush xml:id="br0">
      <inkml:brushProperty name="width" value="0.1" units="cm"/>
      <inkml:brushProperty name="height" value="0.1" units="cm"/>
      <inkml:brushProperty name="color" value="#E71224"/>
    </inkml:brush>
  </inkml:definitions>
  <inkml:trace contextRef="#ctx0" brushRef="#br0">35084 16096 3263 0 0,'4'5'9856'0'0,"11"5"-8416"0"0,7 2-1280 0 0,9 2 128 0 0,7 0-160 0 0,3-3-1120 0 0,-2-3-576 0 0,-3-4-768 0 0,-8-1 2336 0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17"/>
    </inkml:context>
    <inkml:brush xml:id="br0">
      <inkml:brushProperty name="width" value="0.1" units="cm"/>
      <inkml:brushProperty name="height" value="0.1" units="cm"/>
      <inkml:brushProperty name="color" value="#E71224"/>
    </inkml:brush>
  </inkml:definitions>
  <inkml:trace contextRef="#ctx0" brushRef="#br0">35055 16185 4767 0 0,'4'4'9824'0'0,"6"2"-8832"0"0,6 0-96 0 0,5-2-640 0 0,3-1 288 0 0,6-1-352 0 0,3-1-224 0 0,4 0-1408 0 0,1-1 544 0 0,-2 0-1824 0 0,-3-1-3584 0 0,-7 1 6304 0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18"/>
    </inkml:context>
    <inkml:brush xml:id="br0">
      <inkml:brushProperty name="width" value="0.1" units="cm"/>
      <inkml:brushProperty name="height" value="0.1" units="cm"/>
      <inkml:brushProperty name="color" value="#E71224"/>
    </inkml:brush>
  </inkml:definitions>
  <inkml:trace contextRef="#ctx0" brushRef="#br0">35370 15479 5087 0 0,'-5'4'11968'0'0,"0"7"-11328"0"0,-1 9-448 0 0,-3 7-128 0 0,-5 20 256 0 0,1 7-320 0 0,-7 16 64 0 0,-9 10-64 0 0,-4-4 0 0 0,4-7-32 0 0,-2 8-160 0 0,-1-5 0 0 0,1-6-256 0 0,6-1-9376 0 0,7-11 9824 0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19"/>
    </inkml:context>
    <inkml:brush xml:id="br0">
      <inkml:brushProperty name="width" value="0.1" units="cm"/>
      <inkml:brushProperty name="height" value="0.1" units="cm"/>
      <inkml:brushProperty name="color" value="#E71224"/>
    </inkml:brush>
  </inkml:definitions>
  <inkml:trace contextRef="#ctx0" brushRef="#br0">36230 15447 9279 0 0,'0'-5'1312'0'0,"0"-5"-160"0"0,0 3 6656 0 0,0 7-7648 0 0,0 8 96 0 0,-4 8-192 0 0,-2 13 96 0 0,-4 7-128 0 0,-9 29 0 0 0,-6 11-64 0 0,-4 2 0 0 0,0 2-992 0 0,0 4-1920 0 0,4-8 1632 0 0,3-11-1760 0 0,5-14 1280 0 0,5-10-1728 0 0,4-12 3520 0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20"/>
    </inkml:context>
    <inkml:brush xml:id="br0">
      <inkml:brushProperty name="width" value="0.1" units="cm"/>
      <inkml:brushProperty name="height" value="0.1" units="cm"/>
      <inkml:brushProperty name="color" value="#E71224"/>
    </inkml:brush>
  </inkml:definitions>
  <inkml:trace contextRef="#ctx0" brushRef="#br0">36289 15586 7391 0 0,'0'-9'4352'0'0,"5"-3"-3904"0"0,1-4 416 0 0,-1-3 1120 0 0,4 1-960 0 0,0 8 2112 0 0,3 6-2304 0 0,4 4-256 0 0,4 5-256 0 0,3 3 32 0 0,6 0 160 0 0,3-2-352 0 0,0-1-32 0 0,-1-2-64 0 0,-1-2 96 0 0,-5 4-160 0 0,-4 1 32 0 0,1 0 96 0 0,-5 2-64 0 0,-5 6 96 0 0,-8-1-128 0 0,-10 7 0 0 0,-4 4 0 0 0,0 7 0 0 0,-3 3-32 0 0,-4 9-64 0 0,-3 1 32 0 0,2-2 32 0 0,-1 1-96 0 0,-1-3-32 0 0,-2 1-512 0 0,-2 7-544 0 0,4-1 480 0 0,0-3 0 0 0,4-5-64 0 0,5-5-32 0 0,-1-8 32 0 0,2 0-6976 0 0,3 1 5632 0 0,-2-5-4064 0 0,0-6 6176 0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21"/>
    </inkml:context>
    <inkml:brush xml:id="br0">
      <inkml:brushProperty name="width" value="0.1" units="cm"/>
      <inkml:brushProperty name="height" value="0.1" units="cm"/>
      <inkml:brushProperty name="color" value="#E71224"/>
    </inkml:brush>
  </inkml:definitions>
  <inkml:trace contextRef="#ctx0" brushRef="#br0">36348 15860 4863 0 0,'0'-4'2656'0'0,"0"3"6176"0"0,4 5-8704 0 0,7 8-128 0 0,0 5-896 0 0,4 0 192 0 0,-1 2-3744 0 0,-3 2 352 0 0,-4 2 2592 0 0,-2-4 1504 0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22"/>
    </inkml:context>
    <inkml:brush xml:id="br0">
      <inkml:brushProperty name="width" value="0.1" units="cm"/>
      <inkml:brushProperty name="height" value="0.1" units="cm"/>
      <inkml:brushProperty name="color" value="#E71224"/>
    </inkml:brush>
  </inkml:definitions>
  <inkml:trace contextRef="#ctx0" brushRef="#br0">36172 16209 8287 0 0,'0'-4'2112'0'0,"4"-2"-672"0"0,11 0-1344 0 0,11 2-1056 0 0,6 1-3040 0 0,2 1 2432 0 0,0-4-2560 0 0,-7 0 4128 0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23"/>
    </inkml:context>
    <inkml:brush xml:id="br0">
      <inkml:brushProperty name="width" value="0.1" units="cm"/>
      <inkml:brushProperty name="height" value="0.1" units="cm"/>
      <inkml:brushProperty name="color" value="#E71224"/>
    </inkml:brush>
  </inkml:definitions>
  <inkml:trace contextRef="#ctx0" brushRef="#br0">37199 15238 8191 0 0,'-5'0'2368'0'0,"-1"-4"192"0"0,1-7 960 0 0,5 0-3392 0 0,7 1-32 0 0,7 2-128 0 0,5 7 32 0 0,13 4-640 0 0,10 1-7776 0 0,3 0 5280 0 0,-8 0 3136 0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24"/>
    </inkml:context>
    <inkml:brush xml:id="br0">
      <inkml:brushProperty name="width" value="0.1" units="cm"/>
      <inkml:brushProperty name="height" value="0.1" units="cm"/>
      <inkml:brushProperty name="color" value="#E71224"/>
    </inkml:brush>
  </inkml:definitions>
  <inkml:trace contextRef="#ctx0" brushRef="#br0">37385 15097 4479 0 0,'-4'9'3360'0'0,"-6"7"-2144"0"0,-6 6-672 0 0,-5 7-416 0 0,-3 8-960 0 0,-1 7-3040 0 0,-2 0 3136 0 0,4-3-2720 0 0,6-8 3456 0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25"/>
    </inkml:context>
    <inkml:brush xml:id="br0">
      <inkml:brushProperty name="width" value="0.1" units="cm"/>
      <inkml:brushProperty name="height" value="0.1" units="cm"/>
      <inkml:brushProperty name="color" value="#E71224"/>
    </inkml:brush>
  </inkml:definitions>
  <inkml:trace contextRef="#ctx0" brushRef="#br0">37083 15565 6623 0 0,'0'-5'5024'0'0,"4"-1"-2016"0"0,7 1-1376 0 0,9 0-736 0 0,2 6-896 0 0,2 3 0 0 0,5 5-192 0 0,-2 6 0 0 0,-1 4-3040 0 0,-6 4-2112 0 0,-5-3 5344 0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26"/>
    </inkml:context>
    <inkml:brush xml:id="br0">
      <inkml:brushProperty name="width" value="0.1" units="cm"/>
      <inkml:brushProperty name="height" value="0.1" units="cm"/>
      <inkml:brushProperty name="color" value="#E71224"/>
    </inkml:brush>
  </inkml:definitions>
  <inkml:trace contextRef="#ctx0" brushRef="#br0">36936 15773 6015 0 0,'4'0'4704'0'0,"7"0"-4416"0"0,9 0 288 0 0,7 0-576 0 0,11 0-3424 0 0,4 0 576 0 0,-5 0 2848 0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27"/>
    </inkml:context>
    <inkml:brush xml:id="br0">
      <inkml:brushProperty name="width" value="0.1" units="cm"/>
      <inkml:brushProperty name="height" value="0.1" units="cm"/>
      <inkml:brushProperty name="color" value="#E71224"/>
    </inkml:brush>
  </inkml:definitions>
  <inkml:trace contextRef="#ctx0" brushRef="#br0">37213 15479 4991 0 0,'0'4'6336'0'0,"-5"7"-4128"0"0,0 5-512 0 0,-1 4-1280 0 0,-3 9 224 0 0,0 2-416 0 0,-3 15 384 0 0,0 4-480 0 0,3-3 0 0 0,-2 0 128 0 0,-8 10-96 0 0,-5 4-160 0 0,-8 22 96 0 0,-2 3-160 0 0,0-10-32 0 0,1-9-96 0 0,2-7-128 0 0,6-8 32 0 0,8-10-224 0 0,1-7-3296 0 0,0-10-4704 0 0,3-8 8512 0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28"/>
    </inkml:context>
    <inkml:brush xml:id="br0">
      <inkml:brushProperty name="width" value="0.1" units="cm"/>
      <inkml:brushProperty name="height" value="0.1" units="cm"/>
      <inkml:brushProperty name="color" value="#E71224"/>
    </inkml:brush>
  </inkml:definitions>
  <inkml:trace contextRef="#ctx0" brushRef="#br0">36818 15979 6399 0 0,'5'0'6240'0'0,"5"4"-6176"0"0,6 7-2656 0 0,0 5 416 0 0,2 0 128 0 0,2-3-2528 0 0,-2-3 4576 0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29"/>
    </inkml:context>
    <inkml:brush xml:id="br0">
      <inkml:brushProperty name="width" value="0.1" units="cm"/>
      <inkml:brushProperty name="height" value="0.1" units="cm"/>
      <inkml:brushProperty name="color" value="#E71224"/>
    </inkml:brush>
  </inkml:definitions>
  <inkml:trace contextRef="#ctx0" brushRef="#br0">37906 15534 5887 0 0,'0'-4'1024'0'0,"5"-2"3552"0"0,5 0-3776 0 0,6 2 0 0 0,4 1-640 0 0,4 1 128 0 0,2 1-192 0 0,1 0 32 0 0,-4 6-64 0 0,-2 1 0 0 0,0 4-32 0 0,2 5 96 0 0,0 5-192 0 0,1-2-1120 0 0,-3 1 352 0 0,-5-3 832 0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30"/>
    </inkml:context>
    <inkml:brush xml:id="br0">
      <inkml:brushProperty name="width" value="0.1" units="cm"/>
      <inkml:brushProperty name="height" value="0.1" units="cm"/>
      <inkml:brushProperty name="color" value="#E71224"/>
    </inkml:brush>
  </inkml:definitions>
  <inkml:trace contextRef="#ctx0" brushRef="#br0">37799 15655 6943 0 0,'-4'0'3712'0'0,"-2"5"-2720"0"0,0 5-800 0 0,2 6-64 0 0,-4 0-64 0 0,0 7 128 0 0,-3 7-160 0 0,0 8-352 0 0,-6 7-2176 0 0,-2-1 1536 0 0,4 2-1952 0 0,-1-7 1664 0 0,3-6-2144 0 0,3-8 3392 0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31"/>
    </inkml:context>
    <inkml:brush xml:id="br0">
      <inkml:brushProperty name="width" value="0.1" units="cm"/>
      <inkml:brushProperty name="height" value="0.1" units="cm"/>
      <inkml:brushProperty name="color" value="#E71224"/>
    </inkml:brush>
  </inkml:definitions>
  <inkml:trace contextRef="#ctx0" brushRef="#br0">37759 15904 4511 0 0,'0'-4'992'0'0,"5"-2"-384"0"0,1-4 1024 0 0,4-5 960 0 0,0-4-640 0 0,3 0-224 0 0,0 1-1248 0 0,1 1-96 0 0,4 5 384 0 0,2 5-672 0 0,3 7 128 0 0,1 3-128 0 0,2 7 0 0 0,0 1-64 0 0,1-1-32 0 0,0 1 64 0 0,-1 5 0 0 0,-4 3 160 0 0,-10-2-160 0 0,-16 6-672 0 0,-8 3 256 0 0,-6 1-1248 0 0,-4 1-64 0 0,-8 5-2176 0 0,-3 1 1216 0 0,0-2 1056 0 0,1-5-1952 0 0,6-7 3520 0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32"/>
    </inkml:context>
    <inkml:brush xml:id="br0">
      <inkml:brushProperty name="width" value="0.1" units="cm"/>
      <inkml:brushProperty name="height" value="0.1" units="cm"/>
      <inkml:brushProperty name="color" value="#E71224"/>
    </inkml:brush>
  </inkml:definitions>
  <inkml:trace contextRef="#ctx0" brushRef="#br0">37877 15891 5599 0 0,'4'0'4512'0'0,"2"4"-3104"0"0,4 2-1216 0 0,10 8 320 0 0,5 12-800 0 0,3 4-4096 0 0,-3 3 1312 0 0,-6-5 3072 0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33"/>
    </inkml:context>
    <inkml:brush xml:id="br0">
      <inkml:brushProperty name="width" value="0.1" units="cm"/>
      <inkml:brushProperty name="height" value="0.1" units="cm"/>
      <inkml:brushProperty name="color" value="#E71224"/>
    </inkml:brush>
  </inkml:definitions>
  <inkml:trace contextRef="#ctx0" brushRef="#br0">37818 15979 5471 0 0,'4'0'2240'0'0,"11"4"-640"0"0,7 7-1248 0 0,4 5-160 0 0,3 4-192 0 0,-5 4-160 0 0,-1 6-2976 0 0,-5 3 1600 0 0,-5 0-2656 0 0,-5-6 4192 0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34"/>
    </inkml:context>
    <inkml:brush xml:id="br0">
      <inkml:brushProperty name="width" value="0.1" units="cm"/>
      <inkml:brushProperty name="height" value="0.1" units="cm"/>
      <inkml:brushProperty name="color" value="#E71224"/>
    </inkml:brush>
  </inkml:definitions>
  <inkml:trace contextRef="#ctx0" brushRef="#br0">37700 16270 4255 0 0,'0'-5'1280'0'0,"5"-1"2624"0"0,10 1-2816 0 0,7 0-864 0 0,4 2-96 0 0,11 5-256 0 0,4 3-160 0 0,3 5-1888 0 0,0 0 608 0 0,-5-1 960 0 0,1-6-4768 0 0,-6-5 5376 0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35"/>
    </inkml:context>
    <inkml:brush xml:id="br0">
      <inkml:brushProperty name="width" value="0.1" units="cm"/>
      <inkml:brushProperty name="height" value="0.1" units="cm"/>
      <inkml:brushProperty name="color" value="#E71224"/>
    </inkml:brush>
  </inkml:definitions>
  <inkml:trace contextRef="#ctx0" brushRef="#br0">38164 15038 4799 0 0,'-5'5'3680'0'0,"-1"5"-1408"0"0,1 6-1952 0 0,-4 13 928 0 0,0 7-1120 0 0,1 1 64 0 0,-2 17 416 0 0,-4 7-512 0 0,0 4 32 0 0,-6 11 128 0 0,1 3-224 0 0,-2 1 32 0 0,-6 4 0 0 0,-2-2-32 0 0,-6 19 160 0 0,-1 2-128 0 0,-3 2 64 0 0,-9 8-128 0 0,0-5-64 0 0,8-7 32 0 0,11-18-96 0 0,5-13-832 0 0,8-14-1440 0 0,5-12-3744 0 0,6-14 6144 0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36"/>
    </inkml:context>
    <inkml:brush xml:id="br0">
      <inkml:brushProperty name="width" value="0.1" units="cm"/>
      <inkml:brushProperty name="height" value="0.1" units="cm"/>
      <inkml:brushProperty name="color" value="#E71224"/>
    </inkml:brush>
  </inkml:definitions>
  <inkml:trace contextRef="#ctx0" brushRef="#br0">38774 15391 4703 0 0,'-4'0'2080'0'0,"-2"4"256"0"0,0 7-1792 0 0,2 9 192 0 0,-4 11-320 0 0,0 9-192 0 0,-3 2-256 0 0,0-2-288 0 0,-2-3-3840 0 0,1-4 2976 0 0,-3-6 352 0 0,3-9 832 0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37"/>
    </inkml:context>
    <inkml:brush xml:id="br0">
      <inkml:brushProperty name="width" value="0.1" units="cm"/>
      <inkml:brushProperty name="height" value="0.1" units="cm"/>
      <inkml:brushProperty name="color" value="#E71224"/>
    </inkml:brush>
  </inkml:definitions>
  <inkml:trace contextRef="#ctx0" brushRef="#br0">38524 15740 5311 0 0,'0'-4'1760'0'0,"4"-2"-1120"0"0,6 0 1632 0 0,6 2 0 0 0,9 0-576 0 0,5 2-1504 0 0,6 1 288 0 0,1 1-448 0 0,-1 4-32 0 0,-6 7-192 0 0,-5 1-896 0 0,-6 3-5632 0 0,-6-2 6720 0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38"/>
    </inkml:context>
    <inkml:brush xml:id="br0">
      <inkml:brushProperty name="width" value="0.1" units="cm"/>
      <inkml:brushProperty name="height" value="0.1" units="cm"/>
      <inkml:brushProperty name="color" value="#E71224"/>
    </inkml:brush>
  </inkml:definitions>
  <inkml:trace contextRef="#ctx0" brushRef="#br0">38582 15920 6943 0 0,'-4'0'1824'0'0,"-7"4"-800"0"0,-5 2-864 0 0,-4 0-96 0 0,-8 3-800 0 0,0 5 352 0 0,-7 4-2656 0 0,-3-1 1888 0 0,5 1 512 0 0,8-2 640 0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39"/>
    </inkml:context>
    <inkml:brush xml:id="br0">
      <inkml:brushProperty name="width" value="0.1" units="cm"/>
      <inkml:brushProperty name="height" value="0.1" units="cm"/>
      <inkml:brushProperty name="color" value="#E71224"/>
    </inkml:brush>
  </inkml:definitions>
  <inkml:trace contextRef="#ctx0" brushRef="#br0">38606 16038 3711 0 0,'5'0'256'0'0,"0"4"-192"0"0,6 6 224 0 0,3 2-64 0 0,1 3-256 0 0,2-2-160 0 0,2-2-32 0 0,3-3 384 0 0,-3 1 9376 0 0,-4 4-8416 0 0,-10-1-64 0 0,-9 3-768 0 0,-9 7 544 0 0,-7 0-544 0 0,-9 5 224 0 0,-3 3-288 0 0,-2 0-128 0 0,-3 0-96 0 0,0-1 0 0 0,2-6 32 0 0,-20 12-64 0 0,-5 4-64 0 0,-10 4-224 0 0,3-5 128 0 0,12-5-96 0 0,11-7-96 0 0,5-5-1792 0 0,8-5 2176 0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40"/>
    </inkml:context>
    <inkml:brush xml:id="br0">
      <inkml:brushProperty name="width" value="0.1" units="cm"/>
      <inkml:brushProperty name="height" value="0.1" units="cm"/>
      <inkml:brushProperty name="color" value="#E71224"/>
    </inkml:brush>
  </inkml:definitions>
  <inkml:trace contextRef="#ctx0" brushRef="#br0">38406 16155 8639 0 0,'4'5'4832'0'0,"2"5"-3200"0"0,4 6-640 0 0,1 5-512 0 0,7 7 512 0 0,0 3-448 0 0,2 6-64 0 0,-3 1-96 0 0,1 3-96 0 0,14 29 352 0 0,7 8-672 0 0,6 9-32 0 0,-1-7-32 0 0,1-3-576 0 0,-3-11-192 0 0,10-2-9120 0 0,0-9 3904 0 0,-9-13 6080 0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41"/>
    </inkml:context>
    <inkml:brush xml:id="br0">
      <inkml:brushProperty name="width" value="0.1" units="cm"/>
      <inkml:brushProperty name="height" value="0.1" units="cm"/>
      <inkml:brushProperty name="color" value="#E71224"/>
    </inkml:brush>
  </inkml:definitions>
  <inkml:trace contextRef="#ctx0" brushRef="#br0">39550 15944 6303 0 0,'-4'0'992'0'0,"-2"-4"2048"0"0,0-6 160 0 0,6-2-1952 0 0,12 2-736 0 0,17 7-64 0 0,8 3-384 0 0,6 12-32 0 0,1 3-64 0 0,2 3-32 0 0,-3 4-64 0 0,-4-3-192 0 0,4 1-5536 0 0,0-4 3744 0 0,-3-4 320 0 0,-9-9-2464 0 0,-9-5 4256 0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42"/>
    </inkml:context>
    <inkml:brush xml:id="br0">
      <inkml:brushProperty name="width" value="0.1" units="cm"/>
      <inkml:brushProperty name="height" value="0.1" units="cm"/>
      <inkml:brushProperty name="color" value="#E71224"/>
    </inkml:brush>
  </inkml:definitions>
  <inkml:trace contextRef="#ctx0" brushRef="#br0">39921 15332 7583 0 0,'-4'0'2144'0'0,"-2"4"-1408"0"0,-4 2-320 0 0,-5 13 1792 0 0,-4 8-1952 0 0,-8 12 448 0 0,-4 5-480 0 0,-1 3 0 0 0,-12 16 416 0 0,-4 2-544 0 0,-3 7 64 0 0,-1 1-96 0 0,4-4 0 0 0,1 0 32 0 0,8-7-96 0 0,7-5 32 0 0,4-8-64 0 0,7-8 32 0 0,7-7 32 0 0,6-4 128 0 0,13-3 64 0 0,10-6-128 0 0,7-2 32 0 0,14 0-32 0 0,4-3-64 0 0,18 8 64 0 0,4 2-128 0 0,4-1-64 0 0,-9 1 0 0 0,-10-5-160 0 0,-3-5-1024 0 0,-6-1-3360 0 0,-4-4 2656 0 0,-4-3-1120 0 0,-6-7-704 0 0,-8-4 3808 0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43"/>
    </inkml:context>
    <inkml:brush xml:id="br0">
      <inkml:brushProperty name="width" value="0.1" units="cm"/>
      <inkml:brushProperty name="height" value="0.1" units="cm"/>
      <inkml:brushProperty name="color" value="#E71224"/>
    </inkml:brush>
  </inkml:definitions>
  <inkml:trace contextRef="#ctx0" brushRef="#br0">40005 15508 7071 0 0,'-4'0'896'0'0,"-2"5"1120"0"0,-4 5 544 0 0,-5 11-928 0 0,-4 5-1216 0 0,1 3 0 0 0,-6 11 1120 0 0,-2 2-1184 0 0,-7 11 1056 0 0,-5 7-928 0 0,2-3-320 0 0,4-3-32 0 0,3-5 32 0 0,1-3-64 0 0,-2-4 0 0 0,-29 35 320 0 0,-43 44-288 0 0,-9 11-160 0 0,1-4 0 0 0,10-15-32 0 0,23-22 64 0 0,10-9-1888 0 0,13-18-864 0 0,19-21-4608 0 0,17-21 6048 0 0,19-23-512 0 0,14-17-1728 0 0,5-5 3552 0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44"/>
    </inkml:context>
    <inkml:brush xml:id="br0">
      <inkml:brushProperty name="width" value="0.1" units="cm"/>
      <inkml:brushProperty name="height" value="0.1" units="cm"/>
      <inkml:brushProperty name="color" value="#E71224"/>
    </inkml:brush>
  </inkml:definitions>
  <inkml:trace contextRef="#ctx0" brushRef="#br0">40299 15861 6591 0 0,'4'0'8768'0'0,"6"0"-8000"0"0,2 5-640 0 0,3 1 32 0 0,3 8 0 0 0,3 2-192 0 0,-2 3 0 0 0,0 3 0 0 0,-3 1 128 0 0,1 2-32 0 0,-8 1-64 0 0,-10 1-640 0 0,-8-5 576 0 0,-8-1-64 0 0,-6-5 160 0 0,-2-4-32 0 0,-2-5-96 0 0,-1-4 96 0 0,4 3-32 0 0,7 9 256 0 0,6 11 0 0 0,4 5-128 0 0,4 2 352 0 0,-2 4 32 0 0,0 0-352 0 0,1 4 224 0 0,-4-7-256 0 0,0-3-64 0 0,1-4 192 0 0,-3 4 0 0 0,1 0-160 0 0,-3-1-32 0 0,-4 0 32 0 0,1-2-32 0 0,-1 0 32 0 0,-3 3-128 0 0,-2 1 160 0 0,-2 0-288 0 0,-2-6 32 0 0,3-3-32 0 0,2-5-1120 0 0,-5-10-4768 0 0,1-11 4416 0 0,1-10-1472 0 0,4-6 2144 0 0,5-1 992 0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45"/>
    </inkml:context>
    <inkml:brush xml:id="br0">
      <inkml:brushProperty name="width" value="0.1" units="cm"/>
      <inkml:brushProperty name="height" value="0.1" units="cm"/>
      <inkml:brushProperty name="color" value="#E71224"/>
    </inkml:brush>
  </inkml:definitions>
  <inkml:trace contextRef="#ctx0" brushRef="#br0">39905 16479 6655 0 0,'0'4'8992'0'0,"5"2"-8480"0"0,5 4 192 0 0,6 0-416 0 0,9 4 256 0 0,5 3-288 0 0,14 7 480 0 0,5 1-544 0 0,-1-5 0 0 0,-1-1-32 0 0,-3-4 32 0 0,-1 0-96 0 0,6 2 0 0 0,0 3-96 0 0,26 11-480 0 0,5 0-96 0 0,2-1-5632 0 0,-8 0 3552 0 0,-12-7-128 0 0,-13-5-2528 0 0,-14-8 5312 0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46"/>
    </inkml:context>
    <inkml:brush xml:id="br0">
      <inkml:brushProperty name="width" value="0.1" units="cm"/>
      <inkml:brushProperty name="height" value="0.1" units="cm"/>
      <inkml:brushProperty name="color" value="#E71224"/>
    </inkml:brush>
  </inkml:definitions>
  <inkml:trace contextRef="#ctx0" brushRef="#br0">40846 16861 13471 0 0,'0'0'0'0'0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47"/>
    </inkml:context>
    <inkml:brush xml:id="br0">
      <inkml:brushProperty name="width" value="0.1" units="cm"/>
      <inkml:brushProperty name="height" value="0.1" units="cm"/>
      <inkml:brushProperty name="color" value="#E71224"/>
    </inkml:brush>
  </inkml:definitions>
  <inkml:trace contextRef="#ctx0" brushRef="#br0">21518 5425 1887 0 0,'-5'0'1568'0'0,"-5"0"-928"0"0,-6 4 672 0 0,-5 2 672 0 0,2 4-864 0 0,-1 1 2368 0 0,3-7 608 0 0,14 1-3808 0 0,11 0-224 0 0,14 3 96 0 0,7 0-128 0 0,12 4 0 0 0,8-1 0 0 0,4-2 0 0 0,3-3-64 0 0,-4-2 64 0 0,6-1 0 0 0,-1-2-64 0 0,-7-1 32 0 0,-2-1 32 0 0,-6 1-64 0 0,0-1 32 0 0,-3 1 0 0 0,-4 4 64 0 0,-4 2-96 0 0,-2 4 160 0 0,-1 5-128 0 0,-2-5 160 0 0,-1-4-64 0 0,1-7-32 0 0,4-4-96 0 0,1-5 32 0 0,0-1 32 0 0,0-3 96 0 0,-2 0-96 0 0,4 4 32 0 0,0 2 0 0 0,-1 4 64 0 0,-1 1-128 0 0,-2 3 0 0 0,-1 0 96 0 0,-1 4 64 0 0,-1 3-96 0 0,-4 4 96 0 0,-2 0-128 0 0,0 2-64 0 0,-3 4 160 0 0,0-1-160 0 0,1-3 0 0 0,-2 0 0 0 0,5-6-864 0 0,3-9-5184 0 0,3-8-512 0 0,0-3 2688 0 0,-4 1 3904 0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48"/>
    </inkml:context>
    <inkml:brush xml:id="br0">
      <inkml:brushProperty name="width" value="0.1" units="cm"/>
      <inkml:brushProperty name="height" value="0.1" units="cm"/>
      <inkml:brushProperty name="color" value="#E71224"/>
    </inkml:brush>
  </inkml:definitions>
  <inkml:trace contextRef="#ctx0" brushRef="#br0">24287 5389 4319 0 0,'-4'0'800'0'0,"-7"0"-224"0"0,0-5 864 0 0,-4-1 1024 0 0,2-4-1024 0 0,6 0-192 0 0,10 1-384 0 0,8 2-480 0 0,7 3 64 0 0,5 2-288 0 0,3 1 288 0 0,6 0-224 0 0,6 2 0 0 0,1 3-96 0 0,-1 3-64 0 0,6 3 96 0 0,0 1-128 0 0,10 3 160 0 0,5-2-128 0 0,-3-2-32 0 0,-7-3-32 0 0,-7 2 32 0 0,-6-1-32 0 0,-6-2 64 0 0,-6 3-64 0 0,-4 0 64 0 0,-1-2 160 0 0,-3-6-96 0 0,-1-4 96 0 0,-2-5-192 0 0,1-2-32 0 0,3 1 32 0 0,6 2-32 0 0,5 3 544 0 0,2 1-416 0 0,4 1 480 0 0,2 2-352 0 0,-2 0-32 0 0,-2 0-160 0 0,-2 1 128 0 0,3-1-32 0 0,1 0 64 0 0,-2 1-160 0 0,-2-1-64 0 0,4 0 192 0 0,-5 4-160 0 0,-2 2 64 0 0,-2 0 192 0 0,-1-2-96 0 0,1 0-32 0 0,0-2-128 0 0,5-1 192 0 0,1-1-192 0 0,5 0 192 0 0,0 0-192 0 0,-1 0 32 0 0,-2-1 64 0 0,-3 1-128 0 0,4 0 128 0 0,-1 0-64 0 0,-1 0 0 0 0,-2 0-32 0 0,-1 0 32 0 0,3 0 32 0 0,1 0 32 0 0,-1 0-64 0 0,-2 0 128 0 0,-1 0-32 0 0,-1 0-64 0 0,-1 0-32 0 0,0 0 128 0 0,-1 0-32 0 0,0 0-160 0 0,-5 0 0 0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49"/>
    </inkml:context>
    <inkml:brush xml:id="br0">
      <inkml:brushProperty name="width" value="0.1" units="cm"/>
      <inkml:brushProperty name="height" value="0.1" units="cm"/>
      <inkml:brushProperty name="color" value="#E71224"/>
    </inkml:brush>
  </inkml:definitions>
  <inkml:trace contextRef="#ctx0" brushRef="#br0">27628 5317 6015 0 0,'-4'0'896'0'0,"-7"0"-96"0"0,-5-5 1568 0 0,-4-1-480 0 0,1-4-1408 0 0,-1-5 1088 0 0,3-4 64 0 0,0-3 640 0 0,3-3-320 0 0,8 3-1824 0 0,15 5 288 0 0,9 6-288 0 0,7 5 96 0 0,3 3 0 0 0,1 6-160 0 0,5 4 192 0 0,6-1-64 0 0,-1 4-128 0 0,12 0 288 0 0,2 3-288 0 0,0-1 32 0 0,5-2 96 0 0,-4 1-96 0 0,-1-1 128 0 0,8-2 192 0 0,-7 2-320 0 0,1-1 64 0 0,-4-2-96 0 0,-7 2 32 0 0,-6 0-64 0 0,8-1 96 0 0,1 1-96 0 0,-4 0 0 0 0,10 3-32 0 0,4-1 0 0 0,1-2 96 0 0,-5-3-32 0 0,-6-2-64 0 0,-8-2 0 0 0,-1-1 0 0 0,-2-1 32 0 0,1 0 32 0 0,-1 4-64 0 0,6 1-64 0 0,1 0 64 0 0,-2 0 32 0 0,-4 2 0 0 0,9 1-32 0 0,2 3 64 0 0,5 0 160 0 0,-1-2-160 0 0,-5-3 64 0 0,11-2 0 0 0,1-2-96 0 0,3-5 32 0 0,-4-3-32 0 0,1-4 0 0 0,-5-1-32 0 0,2 1 128 0 0,-4 3-128 0 0,-3 3-32 0 0,0 1 64 0 0,-4 2-32 0 0,-5 1 0 0 0,-5 0-32 0 0,-5 5-32 0 0,-2 1 64 0 0,3 0 96 0 0,1-1-96 0 0,3-1-64 0 0,0-2 0 0 0,0-1 64 0 0,-3-1 64 0 0,-2 0-64 0 0,-2 0-64 0 0,4 0 96 0 0,0 0-64 0 0,-1-1 0 0 0,0 1 64 0 0,-2 0 0 0 0,-2 0-32 0 0,0 0 160 0 0,0 0-64 0 0,-1 0 288 0 0,0 0-128 0 0,-5-4 288 0 0,-1-2-416 0 0,0 0 128 0 0,-3-3-192 0 0,0 0 96 0 0,-3-3-192 0 0,1 0 192 0 0,-3-1-2400 0 0,-7 0-224 0 0,-9 3-2016 0 0,-4 4 4480 0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50"/>
    </inkml:context>
    <inkml:brush xml:id="br0">
      <inkml:brushProperty name="width" value="0.1" units="cm"/>
      <inkml:brushProperty name="height" value="0.1" units="cm"/>
      <inkml:brushProperty name="color" value="#E71224"/>
    </inkml:brush>
  </inkml:definitions>
  <inkml:trace contextRef="#ctx0" brushRef="#br0">30404 5699 2943 0 0,'-5'-4'2112'0'0,"-1"-6"-1536"0"0,-4-6-224 0 0,0-5 2368 0 0,1-7 736 0 0,3-4-1376 0 0,6 4-1632 0 0,3 11-128 0 0,11 22 992 0 0,2 14-1088 0 0,12 35 416 0 0,1 18-512 0 0,18 49 256 0 0,6 14-352 0 0,24 36 384 0 0,8-6-384 0 0,4-13 96 0 0,-6-28 64 0 0,2-22 160 0 0,-5-24-192 0 0,6-16 64 0 0,2-19-96 0 0,8-12 96 0 0,1-11-160 0 0,33-10 0 0 0,8-5-64 0 0,-7-5 32 0 0,-2-6 96 0 0,15-11-64 0 0,7-7-64 0 0,-10-4 0 0 0,3-7 32 0 0,-10 0-32 0 0,-10 0 0 0 0,-18 2 0 0 0,-8-3 96 0 0,-17 1-32 0 0,5-7 96 0 0,-13-1-192 0 0,-13 3 32 0 0,-14 3-704 0 0,-18 8-736 0 0,-14 5-768 0 0,-15 6 1248 0 0,-10 6-4352 0 0,-9 6 3520 0 0,-4-2-5056 0 0,0 2 6848 0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51"/>
    </inkml:context>
    <inkml:brush xml:id="br0">
      <inkml:brushProperty name="width" value="0.1" units="cm"/>
      <inkml:brushProperty name="height" value="0.1" units="cm"/>
      <inkml:brushProperty name="color" value="#E71224"/>
    </inkml:brush>
  </inkml:definitions>
  <inkml:trace contextRef="#ctx0" brushRef="#br0">33458 6121 8255 0 0,'0'-4'2880'0'0,"-5"-2"-1920"0"0,-1-4 3232 0 0,-4-5-1184 0 0,4 0-1696 0 0,8 3-1120 0 0,20 3 640 0 0,12 8-640 0 0,9 8 64 0 0,1 4-160 0 0,3 3 32 0 0,1 5 32 0 0,-2 2-96 0 0,4 8 0 0 0,-2 3-32 0 0,-5 0 64 0 0,-5-1-64 0 0,-5-5-32 0 0,-7 2 32 0 0,-5-5 64 0 0,-1 4 32 0 0,-3 5 32 0 0,-6 7 32 0 0,-4 0-128 0 0,-3-1 32 0 0,-2-3 0 0 0,-11 2-32 0 0,-8-2-128 0 0,-6-1 64 0 0,-3-3-64 0 0,-28 20 64 0 0,-23 15-128 0 0,-7 1 96 0 0,-12 2-512 0 0,2-7 32 0 0,-1-8-12800 0 0,16-14 13312 0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52"/>
    </inkml:context>
    <inkml:brush xml:id="br0">
      <inkml:brushProperty name="width" value="0.1" units="cm"/>
      <inkml:brushProperty name="height" value="0.1" units="cm"/>
      <inkml:brushProperty name="color" value="#E71224"/>
    </inkml:brush>
  </inkml:definitions>
  <inkml:trace contextRef="#ctx0" brushRef="#br0">34871 6231 8095 0 0,'0'-4'1760'0'0,"-4"-2"-1376"0"0,-2-4 704 0 0,-4-1 1184 0 0,-5 3-928 0 0,-4 1-64 0 0,1 7-1056 0 0,-1 4 32 0 0,-6 9 672 0 0,-3 3-480 0 0,3 3-256 0 0,1 8 256 0 0,1 3-320 0 0,-1 1-96 0 0,4 4 32 0 0,6 0-32 0 0,4 0-32 0 0,5 2-32 0 0,7-1 64 0 0,12 7 0 0 0,4 0 0 0 0,8-2 128 0 0,4-8-64 0 0,1-6-32 0 0,0-7 64 0 0,3-7-32 0 0,18-14 128 0 0,6-8-96 0 0,0-11 192 0 0,0-19 352 0 0,-5-8-352 0 0,-3-10 320 0 0,-10 2-288 0 0,-8-5 256 0 0,-8 5-320 0 0,-1-16 512 0 0,-3 0-640 0 0,-5-1 96 0 0,-6-2 0 0 0,-4 8-192 0 0,-11 10 64 0 0,-10 14-192 0 0,-2 11 32 0 0,-6 10-480 0 0,-5 9-224 0 0,-1 10-640 0 0,5 11-2208 0 0,2 8 1824 0 0,4 10-5408 0 0,2 9-512 0 0,3-2 7680 0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53"/>
    </inkml:context>
    <inkml:brush xml:id="br0">
      <inkml:brushProperty name="width" value="0.1" units="cm"/>
      <inkml:brushProperty name="height" value="0.1" units="cm"/>
      <inkml:brushProperty name="color" value="#E71224"/>
    </inkml:brush>
  </inkml:definitions>
  <inkml:trace contextRef="#ctx0" brushRef="#br0">35711 6143 8191 0 0,'0'-14'4192'0'0,"4"-12"-576"0"0,-2-3 288 0 0,-2 9-3264 0 0,-10 11-192 0 0,-4 13-32 0 0,-2 13 32 0 0,-5 10-256 0 0,3 3-128 0 0,-2 7 96 0 0,4 0-64 0 0,5-1 64 0 0,3-2-64 0 0,-1-3-32 0 0,1 3-64 0 0,2 0 0 0 0,2 2 160 0 0,2 1-128 0 0,1-3 0 0 0,9 3 0 0 0,9-1 32 0 0,5-7-32 0 0,3-8 0 0 0,2-7 32 0 0,1-7 0 0 0,-4-8 0 0 0,-2-5-32 0 0,4-10 0 0 0,2-6 0 0 0,-3-4-32 0 0,-2-3 160 0 0,0-4-128 0 0,-5-2-32 0 0,5-3 32 0 0,2-5 96 0 0,1 1-32 0 0,1-1 0 0 0,0-7-32 0 0,0 1 0 0 0,-4 4 32 0 0,-2 1-64 0 0,-1 8-32 0 0,-2 5 64 0 0,-6 13 0 0 0,-4 14-64 0 0,-3 12 32 0 0,-3 9 96 0 0,-6 6-64 0 0,-7 3-96 0 0,-10 16 288 0 0,-7 9-192 0 0,2 1-64 0 0,-3 8 192 0 0,-2 0-128 0 0,-4 6 0 0 0,4-3-128 0 0,7-3-320 0 0,3-8-1120 0 0,6-8-1888 0 0,9-11-7456 0 0,6-8 4192 0 0,3-7 6656 0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54"/>
    </inkml:context>
    <inkml:brush xml:id="br0">
      <inkml:brushProperty name="width" value="0.1" units="cm"/>
      <inkml:brushProperty name="height" value="0.1" units="cm"/>
      <inkml:brushProperty name="color" value="#E71224"/>
    </inkml:brush>
  </inkml:definitions>
  <inkml:trace contextRef="#ctx0" brushRef="#br0">36549 6238 5215 0 0,'-4'-4'1888'0'0,"-2"-6"2368"0"0,-4-2-3296 0 0,0-3 5408 0 0,5 2-1216 0 0,9 2-4704 0 0,8 3-224 0 0,6 3-96 0 0,4 7-32 0 0,13 8 192 0 0,4 1-288 0 0,13 9-64 0 0,3 0-32 0 0,0 2-1280 0 0,-5-4 736 0 0,-1-4-4960 0 0,-9-5 5600 0 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55"/>
    </inkml:context>
    <inkml:brush xml:id="br0">
      <inkml:brushProperty name="width" value="0.1" units="cm"/>
      <inkml:brushProperty name="height" value="0.1" units="cm"/>
      <inkml:brushProperty name="color" value="#E71224"/>
    </inkml:brush>
  </inkml:definitions>
  <inkml:trace contextRef="#ctx0" brushRef="#br0">36860 5893 8543 0 0,'-4'-4'4672'0'0,"-7"-2"608"0"0,-5 0-3552 0 0,-9 15 224 0 0,0 10-1696 0 0,0 6-64 0 0,-6 17 288 0 0,4 6-416 0 0,-12 25 128 0 0,-4 10-96 0 0,6-1 32 0 0,4-5-96 0 0,8-3-64 0 0,9-9 32 0 0,6 11-96 0 0,5-3 64 0 0,8-10 64 0 0,4-10-64 0 0,9-11-256 0 0,15-7-2912 0 0,12-10-704 0 0,2-10 864 0 0,7-11-8512 0 0,-5-6 11552 0 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56"/>
    </inkml:context>
    <inkml:brush xml:id="br0">
      <inkml:brushProperty name="width" value="0.1" units="cm"/>
      <inkml:brushProperty name="height" value="0.1" units="cm"/>
      <inkml:brushProperty name="color" value="#E71224"/>
    </inkml:brush>
  </inkml:definitions>
  <inkml:trace contextRef="#ctx0" brushRef="#br0">37316 7070 13951 0 0,'-5'0'4800'0'0,"-1"-4"-3872"0"0,1 3 2528 0 0,0 5-4064 0 0,6 8-6368 0 0,3 5 2112 0 0,1 0 4864 0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57"/>
    </inkml:context>
    <inkml:brush xml:id="br0">
      <inkml:brushProperty name="width" value="0.1" units="cm"/>
      <inkml:brushProperty name="height" value="0.1" units="cm"/>
      <inkml:brushProperty name="color" value="#E71224"/>
    </inkml:brush>
  </inkml:definitions>
  <inkml:trace contextRef="#ctx0" brushRef="#br0">37777 6128 4831 0 0,'0'-5'480'0'0,"0"-5"2592"0"0,0 3 1824 0 0,0 11-4736 0 0,-5 15 32 0 0,-1 8-128 0 0,1 8-32 0 0,-4-1 0 0 0,0 6 32 0 0,-3 1-32 0 0,-4 7-32 0 0,0 0 0 0 0,4-4 32 0 0,8-5-64 0 0,9-5 0 0 0,4-3 0 0 0,9-3 32 0 0,6-7-32 0 0,12-5-64 0 0,5-7 128 0 0,-1-9-32 0 0,-2-9 0 0 0,-4-2 32 0 0,2-14-32 0 0,-1-6 32 0 0,3-12 0 0 0,3-2-32 0 0,-5 1 32 0 0,-4 4-32 0 0,5-9 160 0 0,2 4-160 0 0,-2 6 0 0 0,-7 12 0 0 0,-9 17 0 0 0,-12 14 32 0 0,-13 10-64 0 0,-9 13 32 0 0,-3 5-64 0 0,-3 2 64 0 0,-3 4 0 0 0,-2 0 32 0 0,-1 3-32 0 0,-6 7 0 0 0,3 0 32 0 0,6-3 0 0 0,3-6-64 0 0,3-4-192 0 0,11-8 224 0 0,9-10 96 0 0,4-2-96 0 0,6-4 32 0 0,18-13 512 0 0,7-5-384 0 0,12-12 64 0 0,5-6-64 0 0,-2-3-128 0 0,-7-2 32 0 0,12-18 32 0 0,1-5-96 0 0,2-2-384 0 0,-4 7-2016 0 0,-13 13 2400 0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58"/>
    </inkml:context>
    <inkml:brush xml:id="br0">
      <inkml:brushProperty name="width" value="0.1" units="cm"/>
      <inkml:brushProperty name="height" value="0.1" units="cm"/>
      <inkml:brushProperty name="color" value="#E71224"/>
    </inkml:brush>
  </inkml:definitions>
  <inkml:trace contextRef="#ctx0" brushRef="#br0">38913 6365 5695 0 0,'0'-5'1632'0'0,"0"4"2400"0"0,0 6-2912 0 0,0 6-704 0 0,0 11 96 0 0,-4 1-448 0 0,-2 2 32 0 0,0 9 512 0 0,2 3-416 0 0,-4 1 0 0 0,-4 11 352 0 0,-1 1-544 0 0,-6 11 192 0 0,-1-1-160 0 0,-1-6 32 0 0,-1-4 0 0 0,3-6-32 0 0,4-14-32 0 0,10-22 0 0 0,10-20-32 0 0,17-27 64 0 0,14-15 64 0 0,6-3-64 0 0,-1 4 0 0 0,-2 1-64 0 0,1 6-32 0 0,-2 7 64 0 0,-3 4-32 0 0,1 5 0 0 0,-5 2 0 0 0,6 2-2688 0 0,0 5 864 0 0,-6 11-2208 0 0,-7 7 4064 0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59"/>
    </inkml:context>
    <inkml:brush xml:id="br0">
      <inkml:brushProperty name="width" value="0.1" units="cm"/>
      <inkml:brushProperty name="height" value="0.1" units="cm"/>
      <inkml:brushProperty name="color" value="#E71224"/>
    </inkml:brush>
  </inkml:definitions>
  <inkml:trace contextRef="#ctx0" brushRef="#br0">39533 6718 7743 0 0,'0'5'2560'0'0,"0"5"-2368"0"0,-5 11-128 0 0,-1 5-96 0 0,-4 8-64 0 0,-5 7-192 0 0,-4 0 64 0 0,1-1-32 0 0,-5 13-960 0 0,1 4 864 0 0,0 0-3200 0 0,3-10 3552 0 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60"/>
    </inkml:context>
    <inkml:brush xml:id="br0">
      <inkml:brushProperty name="width" value="0.1" units="cm"/>
      <inkml:brushProperty name="height" value="0.1" units="cm"/>
      <inkml:brushProperty name="color" value="#E71224"/>
    </inkml:brush>
  </inkml:definitions>
  <inkml:trace contextRef="#ctx0" brushRef="#br0">39842 6276 6655 0 0,'-4'0'1312'0'0,"-2"-4"1408"0"0,-4-2 224 0 0,-1 4-2816 0 0,7 8-2016 0 0,8 3-3168 0 0,3 3 128 0 0,1 1 4928 0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61"/>
    </inkml:context>
    <inkml:brush xml:id="br0">
      <inkml:brushProperty name="width" value="0.1" units="cm"/>
      <inkml:brushProperty name="height" value="0.1" units="cm"/>
      <inkml:brushProperty name="color" value="#E71224"/>
    </inkml:brush>
  </inkml:definitions>
  <inkml:trace contextRef="#ctx0" brushRef="#br0">40198 6510 8063 0 0,'-4'-4'1600'0'0,"3"-2"736"0"0,5 0-1472 0 0,8 2-160 0 0,9 5-320 0 0,12 7-256 0 0,3 3-128 0 0,0 3 32 0 0,-1 4-32 0 0,-2 3-64 0 0,-2-1 0 0 0,2-5-64 0 0,0 0 32 0 0,-1-3-480 0 0,-2-3-224 0 0,3-8-3744 0 0,1-4-928 0 0,-6-1 5472 0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62"/>
    </inkml:context>
    <inkml:brush xml:id="br0">
      <inkml:brushProperty name="width" value="0.1" units="cm"/>
      <inkml:brushProperty name="height" value="0.1" units="cm"/>
      <inkml:brushProperty name="color" value="#E71224"/>
    </inkml:brush>
  </inkml:definitions>
  <inkml:trace contextRef="#ctx0" brushRef="#br0">40608 6246 6335 0 0,'-5'-4'1664'0'0,"-5"-2"3616"0"0,-6 0-2336 0 0,-9 10-1600 0 0,0 9-1088 0 0,-1 7 160 0 0,1 4-224 0 0,-1 3 96 0 0,0 0-192 0 0,-1 10 160 0 0,1 8-224 0 0,0-1 0 0 0,4-2-32 0 0,-11 18-96 0 0,-1 3 160 0 0,1 5-32 0 0,2 3-128 0 0,2-5 64 0 0,6-6-416 0 0,6-3-544 0 0,7-8 192 0 0,13-2-6016 0 0,11-10 3584 0 0,8-7 2048 0 0,4-8 128 0 0,2-8-2304 0 0,-3-7 3360 0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63"/>
    </inkml:context>
    <inkml:brush xml:id="br0">
      <inkml:brushProperty name="width" value="0.1" units="cm"/>
      <inkml:brushProperty name="height" value="0.1" units="cm"/>
      <inkml:brushProperty name="color" value="#E71224"/>
    </inkml:brush>
  </inkml:definitions>
  <inkml:trace contextRef="#ctx0" brushRef="#br0">40650 6979 6015 0 0,'0'4'7072'0'0,"4"2"-5792"0"0,7 0 192 0 0,5 3-1120 0 0,4 0 96 0 0,0 3-320 0 0,-1 0 0 0 0,12 1 224 0 0,3 0-288 0 0,6-3 0 0 0,4-4-32 0 0,0-1 0 0 0,1-8 32 0 0,-3-2-32 0 0,5-19 128 0 0,-1-13-32 0 0,-8-6-128 0 0,-11 1 0 0 0,-10 2 0 0 0,-8 0 32 0 0,-10 2 0 0 0,-9 3-96 0 0,-7 7 64 0 0,-15 9 32 0 0,-5 7-32 0 0,-6 6 0 0 0,0 9-32 0 0,-6 12 32 0 0,1 4 32 0 0,-1 3-64 0 0,5 2 32 0 0,-9 10 0 0 0,0 5 0 0 0,5-1 0 0 0,2 2 0 0 0,-1 13 32 0 0,8 1-32 0 0,11 4-96 0 0,10-2 96 0 0,12-11-32 0 0,17-4 96 0 0,14-10-96 0 0,13-9 0 0 0,4-9 32 0 0,26-7-96 0 0,6-4 0 0 0,3-2-1120 0 0,-6-2 256 0 0,-11 0-384 0 0,-12 1-544 0 0,-9-1-4832 0 0,-11 1 6720 0 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64"/>
    </inkml:context>
    <inkml:brush xml:id="br0">
      <inkml:brushProperty name="width" value="0.1" units="cm"/>
      <inkml:brushProperty name="height" value="0.1" units="cm"/>
      <inkml:brushProperty name="color" value="#E71224"/>
    </inkml:brush>
  </inkml:definitions>
  <inkml:trace contextRef="#ctx0" brushRef="#br0">15172 16269 5535 0 0,'-5'0'896'0'0,"-5"0"-576"0"0,-6 0 2208 0 0,0 5-1696 0 0,-2 1 1600 0 0,7-1 4288 0 0,9 0-6432 0 0,10-2-192 0 0,8-1 0 0 0,5-1 160 0 0,5 0-128 0 0,1-1-64 0 0,1-1 32 0 0,0 1 0 0 0,-1 0-64 0 0,1 0 96 0 0,3 0-64 0 0,2 0 0 0 0,-1-1 0 0 0,-2 1 64 0 0,0 0-32 0 0,-7-4-32 0 0,-2-2 0 0 0,0 0 0 0 0,1 2 32 0 0,1 1-64 0 0,0-4 32 0 0,2 0-32 0 0,1 1 96 0 0,0 2-64 0 0,0 1 0 0 0,0 1 0 0 0,1 1 0 0 0,-1 1-32 0 0,0 0 64 0 0,0 0-64 0 0,1 1 0 0 0,-1-1 224 0 0,0 0-160 0 0,0 0-32 0 0,0 0 64 0 0,0 0-64 0 0,0 0 64 0 0,1 0-64 0 0,-1 0 0 0 0,0 5 32 0 0,0 1-128 0 0,0-1 160 0 0,-4 4-128 0 0,-2 0 96 0 0,1-1-96 0 0,0-2-32 0 0,2-3 128 0 0,1-1 128 0 0,1-1-128 0 0,5-1 32 0 0,2 0-64 0 0,0 0 64 0 0,-1-1-32 0 0,-1 1 0 0 0,-2 0 0 0 0,0 0 0 0 0,-2-1-96 0 0,0 1 64 0 0,0 0 0 0 0,0 0 0 0 0,0 5-64 0 0,0 1 64 0 0,0-1-64 0 0,0 0-160 0 0,0-2 128 0 0,5 4 128 0 0,1 0-64 0 0,4 3 32 0 0,1 1-64 0 0,2-3 128 0 0,4-1-64 0 0,-1-3 32 0 0,-3-2-32 0 0,5-1 224 0 0,-1-5-128 0 0,-3-3-64 0 0,-3 1-64 0 0,-9-3-32 0 0,-5-1 32 0 0,-1 2-64 0 0,0 3 64 0 0,0 1 64 0 0,2 2-128 0 0,0 1 96 0 0,1 1-96 0 0,1 0 64 0 0,0 0 0 0 0,0 1-96 0 0,0-1 96 0 0,1 0-32 0 0,-1 1 32 0 0,0-1 0 0 0,0 0 96 0 0,1 0-96 0 0,-1 0 0 0 0,4 0-32 0 0,2 0 64 0 0,0 0-64 0 0,-1 0 32 0 0,3 0 32 0 0,0 0-32 0 0,-2 0 96 0 0,4-5-32 0 0,-1-1-32 0 0,-1 1-96 0 0,-3 0 64 0 0,-1 2 0 0 0,-2 1 0 0 0,-1 1-128 0 0,3 0 128 0 0,2 1-64 0 0,0 5 32 0 0,-2 1-32 0 0,-1 4 192 0 0,3 1-128 0 0,1-2 0 0 0,-1-2-96 0 0,-1 2 224 0 0,-2-1-160 0 0,3-1 32 0 0,1-3 32 0 0,4-1 32 0 0,-1-1-64 0 0,3-1 96 0 0,0-1-32 0 0,-4-1-32 0 0,3 1 0 0 0,-2-5-32 0 0,-2-1 32 0 0,-3 0-64 0 0,3 1 96 0 0,9-2 96 0 0,1-1-128 0 0,2 1-32 0 0,-2 2-96 0 0,-4 2 64 0 0,0 1 32 0 0,-3 1-32 0 0,2 1-64 0 0,-2 0 96 0 0,-2 1-96 0 0,1 3-96 0 0,0 3 128 0 0,6 3 64 0 0,1 0-32 0 0,2 4 0 0 0,-2-2 0 0 0,-5-2 160 0 0,-3-3-32 0 0,-4 2-96 0 0,-2-1-32 0 0,-3-1 32 0 0,0-3 64 0 0,0-1-64 0 0,-1-2-64 0 0,9 4 96 0 0,8 1-64 0 0,6-1 96 0 0,-2 0 0 0 0,1-7-64 0 0,-3-2-64 0 0,4-1 32 0 0,-2-4 32 0 0,-3 0-96 0 0,-2 1 128 0 0,-2-2-96 0 0,-3 0-224 0 0,-9-2-832 0 0,-4 1-576 0 0,-5-3-10656 0 0,-7 2 12320 0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65"/>
    </inkml:context>
    <inkml:brush xml:id="br0">
      <inkml:brushProperty name="width" value="0.1" units="cm"/>
      <inkml:brushProperty name="height" value="0.1" units="cm"/>
      <inkml:brushProperty name="color" value="#E71224"/>
    </inkml:brush>
  </inkml:definitions>
  <inkml:trace contextRef="#ctx0" brushRef="#br0">19388 16773 4479 0 0,'0'4'928'0'0,"-13"2"800"0"0,-10 0-992 0 0,-8-2 1088 0 0,0 4-960 0 0,1 0 1568 0 0,1-2-1408 0 0,6 4 1120 0 0,6 3-1312 0 0,7 5 0 0 0,4 17 256 0 0,4 7-960 0 0,11 18 576 0 0,4 4-608 0 0,8 17 288 0 0,6 4-320 0 0,2-8 32 0 0,5 10 288 0 0,6 3-160 0 0,0-5-96 0 0,25 10 192 0 0,10-7-320 0 0,6-9 0 0 0,-3-14 32 0 0,4-14 0 0 0,2-10-32 0 0,29 0 128 0 0,15-6-128 0 0,-1-9 64 0 0,-15-10-96 0 0,-7-6 0 0 0,-4-6 32 0 0,16-12 0 0 0,-3-10-32 0 0,7-5 32 0 0,-6-4 192 0 0,-3-1 32 0 0,1-1-288 0 0,-14 4 32 0 0,-10 3-480 0 0,-17 5-352 0 0,-15 5-2464 0 0,-18 9-1888 0 0,-16 10 1568 0 0,-15 3-2784 0 0,-10 0 6432 0 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66"/>
    </inkml:context>
    <inkml:brush xml:id="br0">
      <inkml:brushProperty name="width" value="0.1" units="cm"/>
      <inkml:brushProperty name="height" value="0.1" units="cm"/>
      <inkml:brushProperty name="color" value="#E71224"/>
    </inkml:brush>
  </inkml:definitions>
  <inkml:trace contextRef="#ctx0" brushRef="#br0">21559 17531 9151 0 0,'-4'-4'2432'0'0,"-2"-7"1728"0"0,5 0-3008 0 0,7 1 608 0 0,6 2-1408 0 0,2 7 32 0 0,3 4-96 0 0,12 1 544 0 0,9 5-416 0 0,4 4-256 0 0,7 10 256 0 0,0 5-256 0 0,9 3 32 0 0,0-1-128 0 0,-6 0 64 0 0,-7-5-64 0 0,-7-3-96 0 0,-6-4 32 0 0,-8-2 64 0 0,-3-3 0 0 0,-2-4 0 0 0,-3 1-64 0 0,-5 3 128 0 0,-4 5 0 0 0,-3 2 64 0 0,-7 8-64 0 0,-7 7 128 0 0,-7 3-256 0 0,-4 3 32 0 0,-17 8 128 0 0,-7 1-96 0 0,-3 4-64 0 0,-8 8 0 0 0,-3 0 32 0 0,-5 0-192 0 0,4-6-160 0 0,8-9-384 0 0,4-8-4800 0 0,5-10-2752 0 0,6-10 1792 0 0,10-9 6464 0 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67"/>
    </inkml:context>
    <inkml:brush xml:id="br0">
      <inkml:brushProperty name="width" value="0.1" units="cm"/>
      <inkml:brushProperty name="height" value="0.1" units="cm"/>
      <inkml:brushProperty name="color" value="#E71224"/>
    </inkml:brush>
  </inkml:definitions>
  <inkml:trace contextRef="#ctx0" brushRef="#br0">34349 20976 16383 0 0,'0'0'0'0'0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68"/>
    </inkml:context>
    <inkml:brush xml:id="br0">
      <inkml:brushProperty name="width" value="0.1" units="cm"/>
      <inkml:brushProperty name="height" value="0.1" units="cm"/>
      <inkml:brushProperty name="color" value="#E71224"/>
    </inkml:brush>
  </inkml:definitions>
  <inkml:trace contextRef="#ctx0" brushRef="#br0">23018 17280 4159 0 0,'-4'0'512'0'0,"-6"0"1088"0"0,-6 0-736 0 0,-5-4 4096 0 0,-3-2-1760 0 0,7-4 4032 0 0,11-1-7072 0 0,11 3 64 0 0,13 1 480 0 0,13-2-192 0 0,5 1-416 0 0,6 1 128 0 0,4-2-32 0 0,4 0-160 0 0,1 2 0 0 0,-2 2 0 0 0,7 1 32 0 0,-1 3-32 0 0,13-4-192 0 0,-2-1 64 0 0,-2 0-192 0 0,-4-2-704 0 0,-7-1-96 0 0,-9-3-2112 0 0,-15 1-7808 0 0,-14 2 11008 0 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69"/>
    </inkml:context>
    <inkml:brush xml:id="br0">
      <inkml:brushProperty name="width" value="0.1" units="cm"/>
      <inkml:brushProperty name="height" value="0.1" units="cm"/>
      <inkml:brushProperty name="color" value="#E71224"/>
    </inkml:brush>
  </inkml:definitions>
  <inkml:trace contextRef="#ctx0" brushRef="#br0">23325 17214 5055 0 0,'-4'0'2592'0'0,"3"4"8160"0"0,5 6-8576 0 0,8 15-896 0 0,1 25-256 0 0,-2 9-896 0 0,-11 25 448 0 0,-11 3-544 0 0,-20 31 576 0 0,-10 4-544 0 0,-7 4 96 0 0,1-11-64 0 0,-2-7 96 0 0,5-13-96 0 0,-5 4 192 0 0,2-10-224 0 0,9-12 0 0 0,6-14 32 0 0,1-5 128 0 0,0-7-96 0 0,1-13-96 0 0,-3-17 384 0 0,4-17-448 0 0,2-13-32 0 0,7-10 32 0 0,-4-19-64 0 0,4-12 32 0 0,0-24-736 0 0,3-9 384 0 0,5 1-96 0 0,9 2-864 0 0,5-5-3040 0 0,6 9 1792 0 0,3 13-4256 0 0,-2 12 384 0 0,-1 15 6496 0 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70"/>
    </inkml:context>
    <inkml:brush xml:id="br0">
      <inkml:brushProperty name="width" value="0.1" units="cm"/>
      <inkml:brushProperty name="height" value="0.1" units="cm"/>
      <inkml:brushProperty name="color" value="#E71224"/>
    </inkml:brush>
  </inkml:definitions>
  <inkml:trace contextRef="#ctx0" brushRef="#br0">24342 17405 5471 0 0,'-4'-4'3200'0'0,"-7"-2"2656"0"0,-5 0-4864 0 0,-4 6 864 0 0,-4 3-1632 0 0,3 5 352 0 0,0 10 224 0 0,4 7-576 0 0,-5 7 192 0 0,3 8-224 0 0,-1 2-96 0 0,-6 24 160 0 0,2 5-224 0 0,-4 31 96 0 0,2 3-128 0 0,7 23 160 0 0,10-6-128 0 0,20-5 128 0 0,13-24-96 0 0,24-22 0 0 0,9-23-64 0 0,21-38 0 0 0,6-30 64 0 0,7-46 32 0 0,-8-22-64 0 0,-5-35 544 0 0,-15-6-320 0 0,-14 6 0 0 0,-16 15-32 0 0,-13 17 32 0 0,-5 14-64 0 0,-6-9 288 0 0,0-9-352 0 0,-1 3-160 0 0,-6 8-160 0 0,-13 10-160 0 0,-5 13 192 0 0,-12 12-1600 0 0,-6 14 1184 0 0,-2 14-608 0 0,-4 10-1728 0 0,-3 11-2272 0 0,5 11 896 0 0,4 3 2592 0 0,9 3-2208 0 0,8-1 3904 0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71"/>
    </inkml:context>
    <inkml:brush xml:id="br0">
      <inkml:brushProperty name="width" value="0.1" units="cm"/>
      <inkml:brushProperty name="height" value="0.1" units="cm"/>
      <inkml:brushProperty name="color" value="#E71224"/>
    </inkml:brush>
  </inkml:definitions>
  <inkml:trace contextRef="#ctx0" brushRef="#br0">24436 18036 4319 0 0,'-4'0'2208'0'0,"-7"0"6976"0"0,0-4-6624 0 0,1 2 1184 0 0,2 7-2784 0 0,7 2-608 0 0,13 17 1024 0 0,8 10-1184 0 0,6 8 64 0 0,7 9-96 0 0,11 24-544 0 0,7 7-768 0 0,-5-5 64 0 0,3-12-5952 0 0,-2-12 3040 0 0,-5-16-32 0 0,-5-13-1920 0 0,-9-11 5952 0 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72"/>
    </inkml:context>
    <inkml:brush xml:id="br0">
      <inkml:brushProperty name="width" value="0.1" units="cm"/>
      <inkml:brushProperty name="height" value="0.1" units="cm"/>
      <inkml:brushProperty name="color" value="#E71224"/>
    </inkml:brush>
  </inkml:definitions>
  <inkml:trace contextRef="#ctx0" brushRef="#br0">25269 18132 4927 0 0,'-4'-4'1568'0'0,"-2"-7"1792"0"0,-4-5 864 0 0,-5 0-1184 0 0,0 7-2816 0 0,-2 10 992 0 0,3 9-512 0 0,-2 7-416 0 0,2 9-32 0 0,0 6-128 0 0,1 1-96 0 0,-1 17 32 0 0,2 9 0 0 0,3-1-64 0 0,-2-1 0 0 0,1-7-32 0 0,3-6 32 0 0,11 6-64 0 0,9 0 32 0 0,7-9 32 0 0,9-12-32 0 0,9-10-32 0 0,6-13 96 0 0,0-12-32 0 0,16-23 96 0 0,1-11-64 0 0,-5-3 0 0 0,-8-3 32 0 0,-7-2 32 0 0,-7-3-32 0 0,-8 4 0 0 0,-1-13 64 0 0,-3-10-128 0 0,-2 4 64 0 0,-5 3-96 0 0,-3 8-64 0 0,-6 9-544 0 0,2 8 64 0 0,-5 10-7936 0 0,-3 11 8512 0 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73"/>
    </inkml:context>
    <inkml:brush xml:id="br0">
      <inkml:brushProperty name="width" value="0.1" units="cm"/>
      <inkml:brushProperty name="height" value="0.1" units="cm"/>
      <inkml:brushProperty name="color" value="#E71224"/>
    </inkml:brush>
  </inkml:definitions>
  <inkml:trace contextRef="#ctx0" brushRef="#br0">25938 18428 6367 0 0,'-4'0'3808'0'0,"2"0"4864"0"0,7-4-7392 0 0,6-2-224 0 0,7 0-544 0 0,4 2-352 0 0,11-4 256 0 0,5 0-352 0 0,1 1 32 0 0,-3-2 0 0 0,-2-5-96 0 0,6-12 160 0 0,1-12-128 0 0,-2-3 32 0 0,-8 1-64 0 0,-10 2 64 0 0,-7 4-128 0 0,-7 3 96 0 0,-8 7-32 0 0,-10 2-32 0 0,-6 6 0 0 0,-5 5 32 0 0,-4 5-64 0 0,-5 3-128 0 0,-3 7 160 0 0,1 7-32 0 0,0 6 32 0 0,3 4 32 0 0,1-1-64 0 0,6 1 64 0 0,2 1 0 0 0,-4 5 32 0 0,2 3 0 0 0,1 1-32 0 0,-1-1 0 0 0,4 4-32 0 0,5 5 0 0 0,5 0 32 0 0,18 2 32 0 0,10-5-64 0 0,8-5 64 0 0,8-3-96 0 0,2-7 0 0 0,22-6-1120 0 0,5-6-1120 0 0,5-5-3680 0 0,-5-2 3328 0 0,-9-2-128 0 0,-9-2-2720 0 0,-12 1 5504 0 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74"/>
    </inkml:context>
    <inkml:brush xml:id="br0">
      <inkml:brushProperty name="width" value="0.1" units="cm"/>
      <inkml:brushProperty name="height" value="0.1" units="cm"/>
      <inkml:brushProperty name="color" value="#E71224"/>
    </inkml:brush>
  </inkml:definitions>
  <inkml:trace contextRef="#ctx0" brushRef="#br0">26865 17996 4191 0 0,'5'0'8672'0'0,"1"5"-7200"0"0,-1 5-1056 0 0,-4 6 864 0 0,-4 5-480 0 0,-1 2-32 0 0,1 3-384 0 0,0 5 64 0 0,1 7-256 0 0,1 5 32 0 0,0 1-64 0 0,-4-4-64 0 0,-1 5 64 0 0,-4 17-64 0 0,-4 3-96 0 0,-1-1 32 0 0,-1-7-32 0 0,1 0-32 0 0,4-5 0 0 0,-1-7 0 0 0,1-7-64 0 0,3-14-608 0 0,3-16 480 0 0,2-18 192 0 0,6-11 32 0 0,7-16 0 0 0,6-20 0 0 0,5-8 0 0 0,4-12 32 0 0,5-9 0 0 0,3-1-64 0 0,1 12-32 0 0,-7 9 64 0 0,-2 6 0 0 0,7 1-736 0 0,-2 6 192 0 0,-1 7-128 0 0,-1 7-1888 0 0,-1 6 544 0 0,-1 13-8736 0 0,-5 10 10752 0 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6:57:14.075"/>
    </inkml:context>
    <inkml:brush xml:id="br0">
      <inkml:brushProperty name="width" value="0.1" units="cm"/>
      <inkml:brushProperty name="height" value="0.1" units="cm"/>
      <inkml:brushProperty name="color" value="#E71224"/>
    </inkml:brush>
  </inkml:definitions>
  <inkml:trace contextRef="#ctx0" brushRef="#br0">27675 18152 4959 0 0,'0'-4'1472'0'0,"-4"-2"7296"0"0,-6 0-6528 0 0,-2 6-2112 0 0,2 7-96 0 0,2 7-32 0 0,3 6 96 0 0,-3 3-64 0 0,1 3-32 0 0,1 1 0 0 0,1 0 32 0 0,3 1-96 0 0,-4 4 64 0 0,-1 5 32 0 0,1 1-64 0 0,2-1 64 0 0,1-3 0 0 0,2-3-96 0 0,4-6 32 0 0,7-8 96 0 0,6-6-64 0 0,5-6-32 0 0,3-3 32 0 0,2-2 32 0 0,1-1-64 0 0,1-1 32 0 0,-5 5 0 0 0,-2 2 32 0 0,0 4-96 0 0,1 1 32 0 0,1 3 64 0 0,1 0-32 0 0,1-3 0 0 0,-3 1-32 0 0,-2-1-32 0 0,0-2 96 0 0,2-2 96 0 0,1-7-96 0 0,-3-8 32 0 0,0-7 64 0 0,-5-13-96 0 0,-3-7 0 0 0,-1-2 0 0 0,-1-3 0 0 0,1 1-32 0 0,0 3 0 0 0,2-1 32 0 0,-2 1-96 0 0,-2 3 64 0 0,2 7 32 0 0,3-1 32 0 0,0 0-64 0 0,1 5 0 0 0,-1 1-64 0 0,1 5 0 0 0,-2 10 32 0 0,-4 10 96 0 0,-2 10-64 0 0,-3 6 96 0 0,-2 5 0 0 0,-6-2-32 0 0,-2 0-32 0 0,-1 1 0 0 0,2 0-64 0 0,1 1 64 0 0,2 2-32 0 0,1-1 0 0 0,-5 6 32 0 0,-4 5-32 0 0,-1 2-32 0 0,-4-1 32 0 0,2 1 32 0 0,2 0-64 0 0,-1-4 0 0 0,2-1 0 0 0,-3 1 32 0 0,2 0 0 0 0,-2-2 0 0 0,1 3-32 0 0,2 0 64 0 0,0 12-224 0 0,-5 2 160 0 0,-11 24 192 0 0,-7 8-128 0 0,-7 9-64 0 0,5-3 32 0 0,2-7-32 0 0,3-12 64 0 0,-2 3-32 0 0,0-4 0 0 0,5-6 0 0 0,-2-4 0 0 0,5-7 32 0 0,1-4 0 0 0,1-5-64 0 0,-1-4 32 0 0,-1-5 96 0 0,0-8-96 0 0,-2-12 96 0 0,1-8-96 0 0,-1-18 32 0 0,0-12-32 0 0,4-9-32 0 0,6-4 32 0 0,5-13-64 0 0,6-6 32 0 0,11-16 0 0 0,14-9 32 0 0,18-3-32 0 0,5 4-32 0 0,1 7 32 0 0,6 3-64 0 0,3 9 64 0 0,25-11 192 0 0,6-2-192 0 0,4 3 0 0 0,-5 14 0 0 0,5 4-416 0 0,-2 11 64 0 0,-13 8-160 0 0,-9 7-160 0 0,3 3-2720 0 0,-7 2 1920 0 0,10-5-3104 0 0,-3 4 3360 0 0,-9 1-2720 0 0,-14 5 3968 0 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28T08:41:37.813"/>
    </inkml:context>
    <inkml:brush xml:id="br0">
      <inkml:brushProperty name="width" value="0.1" units="cm"/>
      <inkml:brushProperty name="height" value="0.1" units="cm"/>
      <inkml:brushProperty name="color" value="#E71224"/>
    </inkml:brush>
  </inkml:definitions>
  <inkml:trace contextRef="#ctx0" brushRef="#br0">49518 1101 2111 0 0,'0'-4'192'0'0,"0"-6"-800"0"0,0-1 608 0 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1:46:19.542"/>
    </inkml:context>
    <inkml:brush xml:id="br0">
      <inkml:brushProperty name="width" value="0.1" units="cm"/>
      <inkml:brushProperty name="height" value="0.1" units="cm"/>
      <inkml:brushProperty name="color" value="#E71224"/>
    </inkml:brush>
  </inkml:definitions>
  <inkml:trace contextRef="#ctx0" brushRef="#br0">37606 8420 30463 0 0,'-8'-9'-704'0'0,"-24"-23"-928"0"0,-11-14 1312 0 0,-2-9 160 0 0,7 2-1120 0 0,22 5-5280 0 0,30 6-2208 0 0,22 12 1440 0 0,5 9 7328 0 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6.545"/>
    </inkml:context>
    <inkml:brush xml:id="br0">
      <inkml:brushProperty name="width" value="0.1" units="cm"/>
      <inkml:brushProperty name="height" value="0.1" units="cm"/>
      <inkml:brushProperty name="color" value="#E71224"/>
    </inkml:brush>
  </inkml:definitions>
  <inkml:trace contextRef="#ctx0" brushRef="#br0">26732 1229 8287 0 0,'-5'-8'1248'0'0,"0"-8"0"0"0,4-12 2528 0 0,2-7-1344 0 0,1-10 32 0 0,1 0-960 0 0,-1 2-416 0 0,-5 4-800 0 0,-2 5 704 0 0,1 4-416 0 0,0 3 576 0 0,-4 6-160 0 0,-3 7-1024 0 0,-5 9 32 0 0,-8 19 0 0 0,0 11 0 0 0,0 5 0 0 0,-4 15 32 0 0,-2 3 0 0 0,0 2-32 0 0,1 2 0 0 0,-19 32-128 0 0,-7 12 128 0 0,-13 22-64 0 0,-1 0 32 0 0,8-13 32 0 0,1-6-32 0 0,12-16 32 0 0,9-10-32 0 0,7-5-64 0 0,9 7 64 0 0,9-5 32 0 0,14-10-64 0 0,13-11 0 0 0,11-14 64 0 0,15-13 64 0 0,8-10-32 0 0,6-8 0 0 0,10-7 0 0 0,2-9-64 0 0,33-14 192 0 0,7-7-160 0 0,8-15 128 0 0,-8-3-64 0 0,-13-1 32 0 0,-18 3-32 0 0,-1-18 128 0 0,-13-3-96 0 0,-16-10 128 0 0,-20 0-128 0 0,-14 10-96 0 0,-26-13-64 0 0,-14 4 0 0 0,-6 11-64 0 0,-18 4-160 0 0,-8 5 160 0 0,-2 8 32 0 0,-23-7-224 0 0,-10-4 256 0 0,-1 6 32 0 0,4 7 32 0 0,-16 5 32 0 0,3 9-32 0 0,19 6-32 0 0,16 13-608 0 0,21 21 160 0 0,19 18 480 0 0,14 14 0 0 0,20 38-32 0 0,8 19 32 0 0,4 6 32 0 0,2 3-32 0 0,4 9 32 0 0,2-3 32 0 0,2 11 128 0 0,0 1-64 0 0,1-8 0 0 0,-4-6 32 0 0,-1-8 32 0 0,4 3 320 0 0,2-3-224 0 0,1 4 256 0 0,0-13-352 0 0,4-13 96 0 0,-3-15-128 0 0,14-31 1344 0 0,4-29-1216 0 0,16-86 288 0 0,1-49-480 0 0,11-124 160 0 0,-4-44-128 0 0,-8 6-64 0 0,-16-33-1568 0 0,-10 25 608 0 0,-13 29-3040 0 0,-9 49-1920 0 0,-12 62-7744 0 0,-6 60 13600 0 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6.546"/>
    </inkml:context>
    <inkml:brush xml:id="br0">
      <inkml:brushProperty name="width" value="0.1" units="cm"/>
      <inkml:brushProperty name="height" value="0.1" units="cm"/>
      <inkml:brushProperty name="color" value="#E71224"/>
    </inkml:brush>
  </inkml:definitions>
  <inkml:trace contextRef="#ctx0" brushRef="#br0">28909 1077 7007 0 0,'0'-4'768'0'0,"-4"-2"-640"0"0,-2-4 64 0 0,1-4 2560 0 0,1-4-2176 0 0,1-3 2976 0 0,1 6 3968 0 0,-8 14-7328 0 0,-5 12-160 0 0,-14 20 96 0 0,-10 17-32 0 0,-6 6-96 0 0,-26 21-224 0 0,-4 8 256 0 0,2-2 32 0 0,1 1 0 0 0,4-9-96 0 0,-3 5-32 0 0,2-4 32 0 0,-3 8 32 0 0,1-3 64 0 0,1 7-96 0 0,8-7 32 0 0,10 3 0 0 0,14-7 0 0 0,13-13 0 0 0,12-12-32 0 0,11-11 64 0 0,24-4-160 0 0,11-7 128 0 0,38-9 32 0 0,12-7-32 0 0,8-7 96 0 0,-8-7-32 0 0,-5-8-32 0 0,-11-6-32 0 0,8-30 128 0 0,-5-16-128 0 0,-6-9 0 0 0,-14-2 0 0 0,-15-4-32 0 0,-14 2 0 0 0,-10-3 128 0 0,-11 3-32 0 0,-10 7-64 0 0,-4 10 0 0 0,-3 7-32 0 0,-2 7 64 0 0,-4 4-32 0 0,-9-9 0 0 0,-8-4 0 0 0,-5-6 0 0 0,-4-1 0 0 0,-6-3 0 0 0,-6 1-64 0 0,-14-6 32 0 0,-6 5 0 0 0,-3 4 64 0 0,6 9 0 0 0,11 12 32 0 0,17 17-1024 0 0,21 20 864 0 0,16 15 64 0 0,22 38 64 0 0,15 32-96 0 0,6 13 64 0 0,7 21 96 0 0,2 1-32 0 0,-2-1 0 0 0,-8-10 32 0 0,-4-5 0 0 0,2 29 384 0 0,-3 10-224 0 0,-2-8 32 0 0,-1 0 384 0 0,1-12-288 0 0,-4-17-128 0 0,0-19 0 0 0,0-6 0 0 0,2-14-192 0 0,2-13 128 0 0,0-20 64 0 0,2-28 96 0 0,1-24-224 0 0,-5-20-64 0 0,-1-17-32 0 0,1-28-64 0 0,-4-16-32 0 0,1-13-128 0 0,0-3-64 0 0,3-7-64 0 0,5-50-480 0 0,3-20 512 0 0,26-87-6656 0 0,13-12 2720 0 0,2 31-4320 0 0,-10 60 8544 0 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6.547"/>
    </inkml:context>
    <inkml:brush xml:id="br0">
      <inkml:brushProperty name="width" value="0.1" units="cm"/>
      <inkml:brushProperty name="height" value="0.1" units="cm"/>
      <inkml:brushProperty name="color" value="#E71224"/>
    </inkml:brush>
  </inkml:definitions>
  <inkml:trace contextRef="#ctx0" brushRef="#br0">29897 1182 4447 0 0,'0'-8'2080'0'0,"0"-7"-1248"0"0,0-10 608 0 0,4-4 768 0 0,1-2-1440 0 0,1 1 800 0 0,2 1 672 0 0,1 1-1568 0 0,-2 1 1920 0 0,-2 10 1408 0 0,-1 11-3904 0 0,-7 7 0 0 0,-1 8-96 0 0,-6 10 64 0 0,-4 11 0 0 0,0 4-32 0 0,2 0 0 0 0,-1 4-32 0 0,-2-2-32 0 0,-7 15-192 0 0,-5 15 160 0 0,-1 5 32 0 0,0-1-32 0 0,-12 12-416 0 0,-4 5 320 0 0,2-4 64 0 0,4-7 0 0 0,-5 3-128 0 0,2-2 96 0 0,-6 6 0 0 0,2-3 96 0 0,-9 11 160 0 0,5-7-128 0 0,7-13-32 0 0,10-10-96 0 0,24-16 320 0 0,17-15-96 0 0,23-13 160 0 0,11-13-224 0 0,2-8 32 0 0,7-3 128 0 0,-3 0-64 0 0,8-3 0 0 0,16-5 32 0 0,2-3-96 0 0,-6 1 64 0 0,-11 4 0 0 0,-11-1-32 0 0,-10 3 32 0 0,2-6 192 0 0,-6-3-192 0 0,-4-4 32 0 0,-3 4 0 0 0,-2-5 64 0 0,-5-5-160 0 0,-1-2-32 0 0,-4 0 32 0 0,-5 1 0 0 0,-3-10 64 0 0,-3-3-128 0 0,-6-2-64 0 0,-7 2 32 0 0,-10 1-32 0 0,-10-6-64 0 0,-29-18-480 0 0,-13-8 544 0 0,-2 2-64 0 0,2 4 32 0 0,-3-6-64 0 0,-1 0 128 0 0,-4 1 0 0 0,7 9 32 0 0,7 7 0 0 0,11 9 32 0 0,11 13-64 0 0,8 8-288 0 0,15 10 64 0 0,15 11 224 0 0,17 15 64 0 0,15 20 160 0 0,7 8-128 0 0,2 3 0 0 0,0 2 32 0 0,6 17 320 0 0,0 1-256 0 0,-6 0 32 0 0,-2 6 64 0 0,-1 4-96 0 0,-3 25 160 0 0,-1 17-160 0 0,-6 2-128 0 0,-7-6-32 0 0,-1 0 64 0 0,-4-5-32 0 0,-3-12 0 0 0,-3-9-32 0 0,-1-1 256 0 0,-3-6-160 0 0,0-12 64 0 0,-1-3-160 0 0,1-3 32 0 0,3-25 480 0 0,7-33-608 0 0,0-42-32 0 0,4-47-64 0 0,-1-46-352 0 0,1-82-896 0 0,-1-31 1024 0 0,17-88-4064 0 0,22-26-2816 0 0,13 38-608 0 0,-4 73 7904 0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6.548"/>
    </inkml:context>
    <inkml:brush xml:id="br0">
      <inkml:brushProperty name="width" value="0.1" units="cm"/>
      <inkml:brushProperty name="height" value="0.1" units="cm"/>
    </inkml:brush>
  </inkml:definitions>
  <inkml:trace contextRef="#ctx0" brushRef="#br0">43903 5486 16383 0 0,'5'0'0'0'0,"0"0"0"0"0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6.549"/>
    </inkml:context>
    <inkml:brush xml:id="br0">
      <inkml:brushProperty name="width" value="0.1" units="cm"/>
      <inkml:brushProperty name="height" value="0.1" units="cm"/>
    </inkml:brush>
  </inkml:definitions>
  <inkml:trace contextRef="#ctx0" brushRef="#br0">32353 1076 8287 0 0,'-5'0'4256'0'0,"0"-5"-3744"0"0,0 4 1120 0 0,4 1-704 0 0,4 10 3296 0 0,-4 23-2336 0 0,-1 11-1728 0 0,-1 2-32 0 0,-8 13 0 0 0,-6 2-768 0 0,-4-1-2080 0 0,0-7-1856 0 0,1-13 1248 0 0,3-8-5568 0 0,5-10 8896 0 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6.550"/>
    </inkml:context>
    <inkml:brush xml:id="br0">
      <inkml:brushProperty name="width" value="0.1" units="cm"/>
      <inkml:brushProperty name="height" value="0.1" units="cm"/>
    </inkml:brush>
  </inkml:definitions>
  <inkml:trace contextRef="#ctx0" brushRef="#br0">31909 1480 10559 0 0,'0'-4'1280'0'0,"0"-6"-864"0"0,4-1 2848 0 0,6 2-1536 0 0,5 1-1376 0 0,0 8-64 0 0,2 2-64 0 0,19 15 320 0 0,7 7-576 0 0,17 14-1472 0 0,8 3 672 0 0,12 0-8128 0 0,-3-4 7360 0 0,-6-7 512 0 0,-11-10 96 0 0,-12-7-1664 0 0,-13-7 2656 0 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6.551"/>
    </inkml:context>
    <inkml:brush xml:id="br0">
      <inkml:brushProperty name="width" value="0.1" units="cm"/>
      <inkml:brushProperty name="height" value="0.1" units="cm"/>
    </inkml:brush>
  </inkml:definitions>
  <inkml:trace contextRef="#ctx0" brushRef="#br0">32773 1447 5567 0 0,'-4'-4'1856'0'0,"-6"-6"1056"0"0,-5-5-64 0 0,-8 0-736 0 0,-9 2-576 0 0,-4 8-896 0 0,1 5-416 0 0,3 6 96 0 0,-12 11-96 0 0,-1 6-256 0 0,3 4-192 0 0,3 1-32 0 0,1 1-864 0 0,3-2-96 0 0,2 0-800 0 0,-9 4-7936 0 0,2-5 9952 0 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6.552"/>
    </inkml:context>
    <inkml:brush xml:id="br0">
      <inkml:brushProperty name="width" value="0.1" units="cm"/>
      <inkml:brushProperty name="height" value="0.1" units="cm"/>
    </inkml:brush>
  </inkml:definitions>
  <inkml:trace contextRef="#ctx0" brushRef="#br0">31681 1959 9471 0 0,'-4'0'4064'0'0,"-6"4"-2368"0"0,-5 14-1056 0 0,-4 4-608 0 0,-4 11 0 0 0,-1 3-352 0 0,7-3-1568 0 0,15-12 1952 0 0,12-14-32 0 0,9-8 32 0 0,9-4 256 0 0,-1-5-32 0 0,5-5 384 0 0,9-1 544 0 0,1 0-736 0 0,2-3 544 0 0,11 2 736 0 0,0 4-1088 0 0,2 5 736 0 0,1 2-704 0 0,16 4 2432 0 0,3 1-2720 0 0,9 1 608 0 0,-1-3-608 0 0,-7-2-192 0 0,-4 1-64 0 0,-6 0-32 0 0,-11 1-64 0 0,-6 2-128 0 0,-8 0 160 0 0,-15 5-608 0 0,-13 5 320 0 0,-13 6-96 0 0,-11 5-352 0 0,-8 3-160 0 0,-5 1 224 0 0,-4 1-160 0 0,-5 5-1344 0 0,-1 2 544 0 0,-1-2-448 0 0,3 0-800 0 0,-3-2-768 0 0,0 3-32 0 0,2 0-2656 0 0,5-5 6240 0 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6.553"/>
    </inkml:context>
    <inkml:brush xml:id="br0">
      <inkml:brushProperty name="width" value="0.1" units="cm"/>
      <inkml:brushProperty name="height" value="0.1" units="cm"/>
    </inkml:brush>
  </inkml:definitions>
  <inkml:trace contextRef="#ctx0" brushRef="#br0">31903 2370 9631 0 0,'-4'0'2752'0'0,"-2"4"-1248"0"0,-4 6-1216 0 0,-4 9 128 0 0,1 6-384 0 0,1 3-32 0 0,0 5 32 0 0,-4 1-96 0 0,-1-2 32 0 0,0-1-224 0 0,0-6 192 0 0,-1-3-544 0 0,1-10-544 0 0,9-11 1216 0 0,6-9 64 0 0,6-5 576 0 0,4-3-224 0 0,4 1 736 0 0,0-1-576 0 0,10-7 2592 0 0,7-3-1824 0 0,1 3-832 0 0,5 5 928 0 0,0 6-576 0 0,-1 4-768 0 0,-3 9 192 0 0,-2 8 32 0 0,-6 6-384 0 0,-7 5 32 0 0,-6 4-32 0 0,-10 1-288 0 0,-8 5-608 0 0,-7 2-256 0 0,-5-5 768 0 0,-4-7-320 0 0,-1-2 448 0 0,-10-5-352 0 0,-3-4 544 0 0,2-4 32 0 0,6-7 160 0 0,8-7 288 0 0,12-2 160 0 0,13-4-352 0 0,13 1 96 0 0,21 3 192 0 0,8 3-512 0 0,6 8-128 0 0,-7 7 32 0 0,-6 3-256 0 0,-15 0-14464 0 0,-14 2 9920 0 0,-9-1 4896 0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6.554"/>
    </inkml:context>
    <inkml:brush xml:id="br0">
      <inkml:brushProperty name="width" value="0.1" units="cm"/>
      <inkml:brushProperty name="height" value="0.1" units="cm"/>
    </inkml:brush>
  </inkml:definitions>
  <inkml:trace contextRef="#ctx0" brushRef="#br0">31409 3193 5439 0 0,'-4'9'2944'0'0,"-6"6"-2176"0"0,-5 5 1088 0 0,0 4-1184 0 0,-2-3-32 0 0,2 4 576 0 0,-4 6 448 0 0,0 1-992 0 0,0-3-544 0 0,7-8 672 0 0,5-12 576 0 0,9-6-448 0 0,8-9-192 0 0,18-12 1280 0 0,22-6 64 0 0,7 1-1696 0 0,-3 3 0 0 0,11 2 1312 0 0,-2 4-1408 0 0,-3 0 192 0 0,-7 2-192 0 0,-9-1-128 0 0,-8 2-32 0 0,-5 3-64 0 0,4 2-32 0 0,0 3 32 0 0,-1-3 32 0 0,-2 0-64 0 0,-3 1-32 0 0,-2 1 32 0 0,-5 6-32 0 0,-7 7-96 0 0,-10 1-32 0 0,-6 3 32 0 0,-11 5-128 0 0,-8 2-96 0 0,-8 7-480 0 0,-4 2 416 0 0,-1 1-64 0 0,1-4-32 0 0,-2-4-576 0 0,0 0 480 0 0,2-4-544 0 0,2-1 512 0 0,2-4-4192 0 0,6-8-2624 0 0,2-9 3936 0 0,5-7 1504 0 0,5-12 64 0 0,8-5 32 0 0,5 2 1888 0 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6.555"/>
    </inkml:context>
    <inkml:brush xml:id="br0">
      <inkml:brushProperty name="width" value="0.1" units="cm"/>
      <inkml:brushProperty name="height" value="0.1" units="cm"/>
    </inkml:brush>
  </inkml:definitions>
  <inkml:trace contextRef="#ctx0" brushRef="#br0">31709 3011 3295 0 0,'0'-5'2848'0'0,"0"-17"4864"0"0,4-10-6304 0 0,6-7 2784 0 0,1-2-3328 0 0,-1 11 4288 0 0,-3 14-4544 0 0,-6 31 320 0 0,-4 21-864 0 0,-14 43 224 0 0,-7 20-320 0 0,-18 43-288 0 0,-5 10 64 0 0,-15 43-3872 0 0,-2-5 2592 0 0,-3 4-8928 0 0,7-27 7232 0 0,13-38-2464 0 0,14-40 5696 0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6.556"/>
    </inkml:context>
    <inkml:brush xml:id="br0">
      <inkml:brushProperty name="width" value="0.1" units="cm"/>
      <inkml:brushProperty name="height" value="0.1" units="cm"/>
    </inkml:brush>
  </inkml:definitions>
  <inkml:trace contextRef="#ctx0" brushRef="#br0">33441 1868 9407 0 0,'0'-5'6016'0'0,"4"0"-1920"0"0,6-1-1376 0 0,1 6 512 0 0,-2 7-1952 0 0,-1 6-864 0 0,-4 10 192 0 0,-1 4-416 0 0,-1 11 32 0 0,-6 7-192 0 0,-2 5-32 0 0,-4-3 64 0 0,0-1 0 0 0,-15 43 32 0 0,-4 18-96 0 0,-1-1 0 0 0,1-5 32 0 0,-4 17 0 0 0,1 2-96 0 0,-17 55-1504 0 0,-7 23 576 0 0,-3 16-1984 0 0,9-25 1952 0 0,13-35-2560 0 0,16-49-11296 0 0,13-42 14880 0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6.557"/>
    </inkml:context>
    <inkml:brush xml:id="br0">
      <inkml:brushProperty name="width" value="0.1" units="cm"/>
      <inkml:brushProperty name="height" value="0.1" units="cm"/>
    </inkml:brush>
  </inkml:definitions>
  <inkml:trace contextRef="#ctx0" brushRef="#br0">33671 1899 10495 0 0,'-4'-4'1344'0'0,"-2"2"7936"0"0,13 7-6240 0 0,10 1-2720 0 0,14 5 480 0 0,6 0-544 0 0,1-2-64 0 0,7 2 128 0 0,-1-1-224 0 0,6 2 0 0 0,-3-1-32 0 0,5 2 0 0 0,-4-2 0 0 0,8 2 64 0 0,2-1-96 0 0,-5 1-64 0 0,-6-1 0 0 0,5 1 160 0 0,-3-1-96 0 0,0-4-64 0 0,-5 3-32 0 0,-5-2 0 0 0,-6 2 64 0 0,0-1 128 0 0,-5 3-160 0 0,-4-2-32 0 0,-5 2 160 0 0,-6 3 0 0 0,-6 2 0 0 0,-8 4 64 0 0,-7 1-32 0 0,-4 1-64 0 0,-3 1 0 0 0,1 0 0 0 0,3 0 128 0 0,-1 8-64 0 0,-7 8-128 0 0,0 4 32 0 0,-1-1 32 0 0,-2 9 32 0 0,-4 12 0 0 0,-8 16-64 0 0,-5 15-96 0 0,-1 4 0 0 0,-5 35 0 0 0,-1 7-64 0 0,9-8-64 0 0,-2 32-2720 0 0,1 17-896 0 0,7-15 1856 0 0,9-22-4160 0 0,8-33 2304 0 0,6-31 864 0 0,5-29 2944 0 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6.558"/>
    </inkml:context>
    <inkml:brush xml:id="br0">
      <inkml:brushProperty name="width" value="0.1" units="cm"/>
      <inkml:brushProperty name="height" value="0.1" units="cm"/>
    </inkml:brush>
  </inkml:definitions>
  <inkml:trace contextRef="#ctx0" brushRef="#br0">33643 2517 12159 0 0,'5'0'3776'0'0,"4"4"-2112"0"0,6 2-896 0 0,9 3 1312 0 0,0 5-1568 0 0,8 5 608 0 0,3-2-896 0 0,5 0 128 0 0,-2-1-224 0 0,3-1 160 0 0,-3-2-288 0 0,1 1-32 0 0,2-3-32 0 0,-1-2 0 0 0,-4 1 0 0 0,5-1-1888 0 0,-5 2-1952 0 0,-12-1-9664 0 0,-11-2 13568 0 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6.559"/>
    </inkml:context>
    <inkml:brush xml:id="br0">
      <inkml:brushProperty name="width" value="0.1" units="cm"/>
      <inkml:brushProperty name="height" value="0.1" units="cm"/>
    </inkml:brush>
  </inkml:definitions>
  <inkml:trace contextRef="#ctx0" brushRef="#br0">33643 3022 5631 0 0,'5'0'6176'0'0,"4"0"-3552"0"0,6 0-1600 0 0,5 4-352 0 0,6 1 32 0 0,4 1-384 0 0,1-2-32 0 0,-1-5 64 0 0,3-3 64 0 0,4-4-256 0 0,0-6-256 0 0,2-4-768 0 0,-1-3-2336 0 0,-8-3 224 0 0,-4 3-224 0 0,-6 1-1408 0 0,-8 4 4608 0 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6.560"/>
    </inkml:context>
    <inkml:brush xml:id="br0">
      <inkml:brushProperty name="width" value="0.1" units="cm"/>
      <inkml:brushProperty name="height" value="0.1" units="cm"/>
    </inkml:brush>
  </inkml:definitions>
  <inkml:trace contextRef="#ctx0" brushRef="#br0">33915 1988 9823 0 0,'0'8'4704'0'0,"0"8"-2752"0"0,0 4-960 0 0,-8 20 2848 0 0,-7 12-3072 0 0,-1 1-96 0 0,-15 42 1632 0 0,-10 21-2112 0 0,-2 4-32 0 0,1-2-128 0 0,-12 29-128 0 0,-14 32 0 0 0,-13 22-640 0 0,-4-5-256 0 0,3-24-800 0 0,0-4-16096 0 0,13-30 17888 0 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476"/>
    </inkml:context>
    <inkml:brush xml:id="br0">
      <inkml:brushProperty name="width" value="0.1" units="cm"/>
      <inkml:brushProperty name="height" value="0.1" units="cm"/>
    </inkml:brush>
  </inkml:definitions>
  <inkml:trace contextRef="#ctx0" brushRef="#br0">42459 9625 4415 0 0,'0'4'928'0'0,"0"6"5504"0"0,-4 1-5056 0 0,-6-2 352 0 0,-1-6 192 0 0,-2-3-1600 0 0,0-7 448 0 0,-2-6-192 0 0,3-4-160 0 0,-2 0-128 0 0,1-2-64 0 0,4-5 160 0 0,-1 2-256 0 0,1-1-64 0 0,-2 4 160 0 0,0 2 96 0 0,3-1 352 0 0,-2 2-352 0 0,1 0 64 0 0,-2 3-128 0 0,1-1 0 0 0,-3 3-160 0 0,2-2 352 0 0,-2 1-320 0 0,-3 0 288 0 0,-7-4 192 0 0,-8-2-32 0 0,-3 1-512 0 0,0 0 288 0 0,2 2-288 0 0,2 4-32 0 0,-2 0 352 0 0,0 2-320 0 0,-7 1 64 0 0,-1 4-96 0 0,2 1 32 0 0,3 2 160 0 0,-1 1-288 0 0,-6 0 192 0 0,3-4-32 0 0,5-1-96 0 0,-5 0 224 0 0,0 1 32 0 0,3 2-224 0 0,3 0-64 0 0,3-3 224 0 0,-2-1-64 0 0,-4-4 256 0 0,1 0-352 0 0,-3-2 160 0 0,1 1-192 0 0,7-3-2112 0 0,4 2 64 0 0,-1 3-1824 0 0,-1-2 3872 0 0,0 2 0 0 0,1 2 0 0 0,1-2 0 0 0,0 0-32 0 0,1-2 96 0 0,1-3-32 0 0,-1 0-64 0 0,5-1 32 0 0,1 2 0 0 0,0-2 0 0 0,-2-2-32 0 0,-4-2-32 0 0,-4-2 96 0 0,1-2-64 0 0,-5-1 96 0 0,0-1-64 0 0,1 0-64 0 0,2 0 32 0 0,5 0-32 0 0,0 0-32 0 0,-1 0 608 0 0,0 1 864 0 0,1-1-160 0 0,-5-4-1664 0 0,4-1-1344 0 0,1-4-7584 0 0,5 0 1760 0 0,7 5 7616 0 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477"/>
    </inkml:context>
    <inkml:brush xml:id="br0">
      <inkml:brushProperty name="width" value="0.1" units="cm"/>
      <inkml:brushProperty name="height" value="0.1" units="cm"/>
    </inkml:brush>
  </inkml:definitions>
  <inkml:trace contextRef="#ctx0" brushRef="#br0">42473 9313 3455 0 0,'4'0'1312'0'0,"2"5"-1024"0"0,3 0 416 0 0,1 5 2304 0 0,-6 4-1120 0 0,-7 0-1280 0 0,-8-3 64 0 0,-6-3 1728 0 0,-1-11-1696 0 0,0-5-512 0 0,2-5 64 0 0,0-6 192 0 0,2-2 32 0 0,0 1-320 0 0,2 1 128 0 0,-1-1 0 0 0,1-2 64 0 0,4 0-224 0 0,-2 2 0 0 0,1 2 128 0 0,-2-1 0 0 0,-4 2-192 0 0,2 1-32 0 0,-2 3 32 0 0,1-1 96 0 0,4-2-64 0 0,-1 1-64 0 0,2 0 64 0 0,1-2 192 0 0,4-3-256 0 0,-3 3 0 0 0,0 0 0 0 0,1-2 160 0 0,2-2-192 0 0,-3 4 32 0 0,0-1 128 0 0,1-1-64 0 0,2-1 32 0 0,1-2 256 0 0,1-1-352 0 0,2-1 96 0 0,0 0 32 0 0,0-1-160 0 0,-4 4 0 0 0,-1 2 128 0 0,0-1-32 0 0,1 0-64 0 0,1-2 160 0 0,1-1-32 0 0,1 0 0 0 0,-4-1 96 0 0,0-1-96 0 0,-5 4-128 0 0,1-2 160 0 0,-4-2-96 0 0,2-1 0 0 0,-3 4-64 0 0,2 2-64 0 0,-1 4 64 0 0,1-4 128 0 0,-1 2-160 0 0,1 0 64 0 0,3-2 0 0 0,-1 3-64 0 0,-4 1 64 0 0,-2 2 32 0 0,0-1-128 0 0,-1 3 64 0 0,3-1 64 0 0,-5 2-64 0 0,-3-2 0 0 0,-3 2 32 0 0,0 2-64 0 0,-9 3 64 0 0,1-1-64 0 0,-2-1 64 0 0,1 3-32 0 0,2-4 192 0 0,-2 1-224 0 0,0 2 0 0 0,-2 1 32 0 0,1 2-64 0 0,2 1 96 0 0,-1 1-64 0 0,-4 1-64 0 0,0 1 128 0 0,-1-1-32 0 0,2 0-64 0 0,-6 1 64 0 0,0-1-64 0 0,4 0-64 0 0,4 0 64 0 0,-4 4 64 0 0,-1 2-64 0 0,-5-1-160 0 0,1-1 96 0 0,3-1-64 0 0,5-1-96 0 0,4-1-992 0 0,3 0-160 0 0,3-1-864 0 0,-3-1-1248 0 0,0 1-7392 0 0,4 0 10912 0 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478"/>
    </inkml:context>
    <inkml:brush xml:id="br0">
      <inkml:brushProperty name="width" value="0.1" units="cm"/>
      <inkml:brushProperty name="height" value="0.1" units="cm"/>
    </inkml:brush>
  </inkml:definitions>
  <inkml:trace contextRef="#ctx0" brushRef="#br0">41514 8972 3487 0 0,'4'0'736'0'0,"6"0"320"0"0,5 0 544 0 0,0 4-800 0 0,2 1 2496 0 0,-2-3-2112 0 0,0-4-960 0 0,3-4 928 0 0,-3-6-960 0 0,5-5 608 0 0,3 0-544 0 0,7-5 544 0 0,1-3-480 0 0,0-6 0 0 0,0-1-32 0 0,-7 0-224 0 0,-2 1 192 0 0,-6 2-256 0 0,-4 2 96 0 0,-6 1 96 0 0,-3 1 0 0 0,-2 0 0 0 0,-1 1-64 0 0,-1 0-64 0 0,-4-1 32 0 0,-6 1 96 0 0,-5 4-160 0 0,1 1-32 0 0,-7 4 160 0 0,-2 4-128 0 0,-3 5 224 0 0,-4 2-64 0 0,-1 3-192 0 0,0 1 224 0 0,-2 5-320 0 0,0 6 160 0 0,2 0-64 0 0,2-1 0 0 0,2 2-64 0 0,1-1 96 0 0,6 2 32 0 0,2-2-64 0 0,0 6 64 0 0,-1 5-64 0 0,-1 1 0 0 0,3 3 32 0 0,4 0-32 0 0,1 0-32 0 0,2 0 96 0 0,3-1-64 0 0,8 0 32 0 0,3 0-64 0 0,1 0 32 0 0,4 0 0 0 0,1-1-224 0 0,3-3-256 0 0,4-6-2784 0 0,-1-6 3264 0 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479"/>
    </inkml:context>
    <inkml:brush xml:id="br0">
      <inkml:brushProperty name="width" value="0.1" units="cm"/>
      <inkml:brushProperty name="height" value="0.1" units="cm"/>
    </inkml:brush>
  </inkml:definitions>
  <inkml:trace contextRef="#ctx0" brushRef="#br0">38822 8132 3615 0 0,'0'4'1440'0'0,"0"6"2176"0"0,0 5-1696 0 0,-4 0-1632 0 0,-2 2 1120 0 0,-4-2-1056 0 0,1 0 288 0 0,-4-2-512 0 0,-3 1 608 0 0,-7 2-128 0 0,-4-1-416 0 0,-2 0 64 0 0,0 3-192 0 0,1-3 96 0 0,-3-3 64 0 0,3 0-160 0 0,3-1 128 0 0,1-4 32 0 0,0-2 0 0 0,5-6-64 0 0,1-3 160 0 0,4-6-32 0 0,0 0-224 0 0,-2-3 160 0 0,2-3-128 0 0,-1 0 32 0 0,2 0 0 0 0,-1 2 32 0 0,-2 3 0 0 0,-3 4 0 0 0,-2-1 32 0 0,-2 1 0 0 0,-1 1-96 0 0,0 2 32 0 0,-10 1 96 0 0,-2 2-160 0 0,0 1 64 0 0,3 0-128 0 0,-2 0 96 0 0,1 1-64 0 0,-3-1 0 0 0,2 0 0 0 0,2-4-32 0 0,3-1 64 0 0,2 0-32 0 0,1 0-32 0 0,2 2 32 0 0,0 1-32 0 0,1 1 64 0 0,0 1-64 0 0,0-4 32 0 0,0-2 0 0 0,-5 1-32 0 0,-1 1 96 0 0,0-3-32 0 0,1 0-32 0 0,2 1-32 0 0,0 1 32 0 0,-3 2-64 0 0,0 1 128 0 0,0 1 64 0 0,5-3-192 0 0,3-1 32 0 0,-3 0 64 0 0,-1 1-96 0 0,-2 1 0 0 0,2 1 96 0 0,-1 1-32 0 0,-3 1-64 0 0,-1 0 32 0 0,1 0 0 0 0,-3 0-32 0 0,-1 1-64 0 0,-1-1-288 0 0,-1 0 0 0 0,3 0-224 0 0,2 0-4256 0 0,3 0 2592 0 0,1 0-6656 0 0,6 0 8928 0 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480"/>
    </inkml:context>
    <inkml:brush xml:id="br0">
      <inkml:brushProperty name="width" value="0.1" units="cm"/>
      <inkml:brushProperty name="height" value="0.1" units="cm"/>
    </inkml:brush>
  </inkml:definitions>
  <inkml:trace contextRef="#ctx0" brushRef="#br0">38917 7427 2143 0 0,'-4'4'5376'0'0,"-6"2"-3648"0"0,-1 3-1440 0 0,-3 1 1120 0 0,1 3-864 0 0,-1-1 544 0 0,-3-3-288 0 0,-3-3 64 0 0,-1-1-384 0 0,-2-3-128 0 0,-2-2 32 0 0,0-4-256 0 0,0-2 32 0 0,0-4 64 0 0,0-4 128 0 0,0-1-288 0 0,-4-1 96 0 0,-1-2 32 0 0,0 2-160 0 0,1-1 0 0 0,1 3 64 0 0,2-1-32 0 0,0 3 0 0 0,1 3 0 0 0,-3-1 160 0 0,-2 1-192 0 0,0 2 0 0 0,1 2 64 0 0,2 3-64 0 0,-8 1 128 0 0,-2 0-128 0 0,2 1 0 0 0,2 1 32 0 0,2-1-32 0 0,3 1-32 0 0,2-1 64 0 0,-4 0-32 0 0,0 0 0 0 0,1-4-64 0 0,0-2 128 0 0,2 1-128 0 0,1 1 96 0 0,1 1 0 0 0,0 1 32 0 0,0 1-64 0 0,1 0-32 0 0,-1 1 64 0 0,1 1-32 0 0,-1-1-32 0 0,1 0 32 0 0,-1 0 96 0 0,-3 0 96 0 0,-2 0-224 0 0,4 5 32 0 0,2 0 32 0 0,2 5 0 0 0,0 4-32 0 0,-1 0 0 0 0,4 1-32 0 0,1-1 32 0 0,0-3 0 0 0,-3 0-32 0 0,0-1 64 0 0,-2 2-96 0 0,4 2 32 0 0,0 0 32 0 0,0-3 32 0 0,-2 1 0 0 0,-1 2-32 0 0,-1 4-64 0 0,-5 2 128 0 0,2 2-96 0 0,2-2 64 0 0,0-1-64 0 0,-4 1-32 0 0,-1 1 32 0 0,-8 5 32 0 0,-3 3-96 0 0,2 0 96 0 0,7 0-416 0 0,5-6-224 0 0,7-2-2176 0 0,10-4 1440 0 0,8-6 1344 0 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481"/>
    </inkml:context>
    <inkml:brush xml:id="br0">
      <inkml:brushProperty name="width" value="0.1" units="cm"/>
      <inkml:brushProperty name="height" value="0.1" units="cm"/>
    </inkml:brush>
  </inkml:definitions>
  <inkml:trace contextRef="#ctx0" brushRef="#br0">38250 7909 4543 0 0,'4'0'1216'0'0,"6"0"1760"0"0,5-4-1088 0 0,5-6-896 0 0,-2-5 64 0 0,1 0-416 0 0,1-2 0 0 0,-3-2-448 0 0,0 2-32 0 0,1 0 160 0 0,-2-1 96 0 0,0-2-288 0 0,-3-2 128 0 0,1 3-64 0 0,3 0-64 0 0,-3 0-32 0 0,-3-6 128 0 0,-3-2-96 0 0,-4-2 0 0 0,-2 1-32 0 0,-1 1-32 0 0,-1 0-32 0 0,-1 1 192 0 0,1 1-160 0 0,-5 4-32 0 0,-5 2 32 0 0,-6 4 224 0 0,-3 1-224 0 0,-8 2 160 0 0,-3 3-96 0 0,0 4-128 0 0,0 2 64 0 0,-3 6 64 0 0,-4 2-64 0 0,-5 5-96 0 0,2 1 64 0 0,7 2 0 0 0,4-1 0 0 0,0 2 0 0 0,0 3-64 0 0,1-2 32 0 0,1 1 64 0 0,5 2-32 0 0,2-3-64 0 0,1 2 0 0 0,3 1 96 0 0,4 1-64 0 0,0-1 0 0 0,3 4 32 0 0,2 2 32 0 0,2 1-64 0 0,3 2-32 0 0,1-1 64 0 0,5-5-32 0 0,1-1 32 0 0,5 0 0 0 0,5 1-96 0 0,4-4 32 0 0,-2 1 64 0 0,1 0-128 0 0,1-2-192 0 0,2-5-64 0 0,6 1-3264 0 0,2-2-1344 0 0,-3-2 4960 0 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482"/>
    </inkml:context>
    <inkml:brush xml:id="br0">
      <inkml:brushProperty name="width" value="0.1" units="cm"/>
      <inkml:brushProperty name="height" value="0.1" units="cm"/>
    </inkml:brush>
  </inkml:definitions>
  <inkml:trace contextRef="#ctx0" brushRef="#br0">40703 6892 5311 0 0,'4'0'832'0'0,"1"4"2272"0"0,-4 2-1984 0 0,-6 3-416 0 0,-7 5 448 0 0,-5 0-896 0 0,-5-2-192 0 0,-6 0 544 0 0,-3-1-512 0 0,-8-3 416 0 0,-7-6-160 0 0,1-5-224 0 0,4 0 0 0 0,5-1 96 0 0,-1-4-160 0 0,3 0-64 0 0,2 2 32 0 0,3 0 0 0 0,2 3 32 0 0,2 1-64 0 0,0 1-32 0 0,5-3 64 0 0,1-2-64 0 0,5-3-288 0 0,4-5-2432 0 0,8 1 192 0 0,4-3-608 0 0,2 3 3168 0 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483"/>
    </inkml:context>
    <inkml:brush xml:id="br0">
      <inkml:brushProperty name="width" value="0.1" units="cm"/>
      <inkml:brushProperty name="height" value="0.1" units="cm"/>
    </inkml:brush>
  </inkml:definitions>
  <inkml:trace contextRef="#ctx0" brushRef="#br0">40804 6813 3743 0 0,'4'0'1024'0'0,"1"5"1824"0"0,1 4-32 0 0,-2-2-480 0 0,-1-7-1024 0 0,-1-8-960 0 0,-5-19 32 0 0,-2-13-320 0 0,-5-9-96 0 0,-4 5 32 0 0,0 1 0 0 0,-2 3-32 0 0,-2 5-64 0 0,-3 0-800 0 0,-1 6 608 0 0,-2 3-768 0 0,0 3-1856 0 0,-1 0-1216 0 0,0 5 3328 0 0,4 4 800 0 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484"/>
    </inkml:context>
    <inkml:brush xml:id="br0">
      <inkml:brushProperty name="width" value="0.1" units="cm"/>
      <inkml:brushProperty name="height" value="0.1" units="cm"/>
    </inkml:brush>
  </inkml:definitions>
  <inkml:trace contextRef="#ctx0" brushRef="#br0">40449 6427 3807 0 0,'0'4'640'0'0,"0"6"1120"0"0,-5 1-832 0 0,0 3 32 0 0,-5-1-736 0 0,-4 1 128 0 0,-4-1 160 0 0,-3 1-352 0 0,-2 2 256 0 0,-2-1-224 0 0,0 0 128 0 0,3 3-160 0 0,2-2-64 0 0,0-4 0 0 0,0 0-64 0 0,-2-2 64 0 0,-1 2-96 0 0,-1-1-96 0 0,0 1-2432 0 0,-1-1-416 0 0,5-7-1344 0 0,5-3 4288 0 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485"/>
    </inkml:context>
    <inkml:brush xml:id="br0">
      <inkml:brushProperty name="width" value="0.1" units="cm"/>
      <inkml:brushProperty name="height" value="0.1" units="cm"/>
    </inkml:brush>
  </inkml:definitions>
  <inkml:trace contextRef="#ctx0" brushRef="#br0">40493 6302 3231 0 0,'4'-4'8576'0'0,"6"-2"-8000"0"0,1-3-384 0 0,-1-5 352 0 0,1 0-352 0 0,4-6 736 0 0,-1-3-768 0 0,-3-3 96 0 0,0-1-64 0 0,0 1-128 0 0,-3-1 32 0 0,-3 1-64 0 0,-2 1 0 0 0,-2-4 32 0 0,4-2 96 0 0,0 1-32 0 0,0 10 608 0 0,3 8-512 0 0,4 6-224 0 0,13-1 96 0 0,15-2 64 0 0,4 0-96 0 0,0-3 128 0 0,-5-3-128 0 0,-3 0-32 0 0,3-5 0 0 0,9-3 0 0 0,0-3-192 0 0,-5 0-1248 0 0,-4 0-224 0 0,-5 4 544 0 0,-9 1-128 0 0,-4 1-3872 0 0,-5 4 5088 0 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486"/>
    </inkml:context>
    <inkml:brush xml:id="br0">
      <inkml:brushProperty name="width" value="0.1" units="cm"/>
      <inkml:brushProperty name="height" value="0.1" units="cm"/>
    </inkml:brush>
  </inkml:definitions>
  <inkml:trace contextRef="#ctx0" brushRef="#br0">40632 5771 3743 0 0,'0'4'2176'0'0,"-4"-2"544"0"0,-2-7-2208 0 0,-3-10 192 0 0,-5-7-480 0 0,0-8 32 0 0,-2-3-224 0 0,2 0-32 0 0,-1 1-32 0 0,-2 2 64 0 0,-2 2 0 0 0,2 2-32 0 0,-9-8-384 0 0,-4-2 224 0 0,-5-7-1408 0 0,3-1-128 0 0,3 3-736 0 0,2 8-896 0 0,6 11 3328 0 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487"/>
    </inkml:context>
    <inkml:brush xml:id="br0">
      <inkml:brushProperty name="width" value="0.1" units="cm"/>
      <inkml:brushProperty name="height" value="0.1" units="cm"/>
    </inkml:brush>
  </inkml:definitions>
  <inkml:trace contextRef="#ctx0" brushRef="#br0">41258 6956 2559 0 0,'0'5'2912'0'0,"0"4"-64"0"0,4 6-1024 0 0,5 0-928 0 0,2 2-96 0 0,3-2-544 0 0,3 1 256 0 0,3 1 0 0 0,11 2 160 0 0,4 3-608 0 0,42 5-128 0 0,16-2-32 0 0,10 0-224 0 0,-1-6-32 0 0,-9-4-64 0 0,-12-2-224 0 0,-7-3-128 0 0,4-3-1472 0 0,-2-3 736 0 0,-2-1-64 0 0,-4-3-1984 0 0,-16 0 3552 0 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488"/>
    </inkml:context>
    <inkml:brush xml:id="br0">
      <inkml:brushProperty name="width" value="0.1" units="cm"/>
      <inkml:brushProperty name="height" value="0.1" units="cm"/>
    </inkml:brush>
  </inkml:definitions>
  <inkml:trace contextRef="#ctx0" brushRef="#br0">41434 6868 4255 0 0,'4'0'928'0'0,"6"0"-608"0"0,1 4 0 0 0,3 2 256 0 0,3-1-352 0 0,3 4 480 0 0,2-1-256 0 0,10 4 1568 0 0,4 3-1760 0 0,25 7 1088 0 0,18 1-768 0 0,39 4 416 0 0,23 2-704 0 0,14-4-128 0 0,5-2-288 0 0,-12-5-96 0 0,36-6 128 0 0,-2-8 64 0 0,-9-10-128 0 0,-35-4 160 0 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489"/>
    </inkml:context>
    <inkml:brush xml:id="br0">
      <inkml:brushProperty name="width" value="0.1" units="cm"/>
      <inkml:brushProperty name="height" value="0.1" units="cm"/>
    </inkml:brush>
  </inkml:definitions>
  <inkml:trace contextRef="#ctx0" brushRef="#br0">41287 6633 6527 0 0,'0'4'640'0'0,"4"2"-384"0"0,10-1 640 0 0,3 3-544 0 0,2 1 96 0 0,2 2 1024 0 0,2 0-416 0 0,1-2-576 0 0,5 1 352 0 0,2 4-448 0 0,3 3 224 0 0,1-1-320 0 0,11 1 288 0 0,6-3-448 0 0,3-3 0 0 0,8 0 0 0 0,6-1-64 0 0,30-3 64 0 0,26-2-128 0 0,55-7-192 0 0,27-2-96 0 0,23-5-640 0 0,-14-5 448 0 0,-32-1-96 0 0,-34-1-64 0 0,-30-2-192 0 0,-7-7-3456 0 0,-9-3 2592 0 0,-19-1-2496 0 0,-23 4 4192 0 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490"/>
    </inkml:context>
    <inkml:brush xml:id="br0">
      <inkml:brushProperty name="width" value="0.1" units="cm"/>
      <inkml:brushProperty name="height" value="0.1" units="cm"/>
    </inkml:brush>
  </inkml:definitions>
  <inkml:trace contextRef="#ctx0" brushRef="#br0">41405 6379 7679 0 0,'12'4'1888'0'0,"9"1"-1568"0"0,5 1 512 0 0,10-2 512 0 0,3-1-960 0 0,4-1 224 0 0,-1-5-320 0 0,4-2 192 0 0,3-5-224 0 0,2 0 0 0 0,0 1-32 0 0,0-1-64 0 0,37-12 288 0 0,17-3-480 0 0,6-5-320 0 0,-6 3-128 0 0,-14-3-1792 0 0,-17 0 128 0 0,-13-3-6048 0 0,-17 3 8192 0 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491"/>
    </inkml:context>
    <inkml:brush xml:id="br0">
      <inkml:brushProperty name="width" value="0.1" units="cm"/>
      <inkml:brushProperty name="height" value="0.1" units="cm"/>
    </inkml:brush>
  </inkml:definitions>
  <inkml:trace contextRef="#ctx0" brushRef="#br0">39546 6361 4639 0 0,'5'0'1824'0'0,"0"4"-896"0"0,-4 6 1600 0 0,-6 5-1504 0 0,-7 0-480 0 0,-10 6 896 0 0,-5-1-1056 0 0,-10 1 256 0 0,-4-4-384 0 0,-7 0 64 0 0,-4-3-256 0 0,-38-4 64 0 0,-14-8-160 0 0,4-4 0 0 0,5-6-128 0 0,-5-10-1152 0 0,1-6 544 0 0,9-3-224 0 0,12 2-320 0 0,10 3-288 0 0,1-5-2016 0 0,3-1-224 0 0,12 4 3840 0 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492"/>
    </inkml:context>
    <inkml:brush xml:id="br0">
      <inkml:brushProperty name="width" value="0.1" units="cm"/>
      <inkml:brushProperty name="height" value="0.1" units="cm"/>
    </inkml:brush>
  </inkml:definitions>
  <inkml:trace contextRef="#ctx0" brushRef="#br0">39338 6097 5663 0 0,'5'5'960'0'0,"-4"9"2144"0"0,-5 2-2720 0 0,-7-1 0 0 0,-5 1-32 0 0,-9 1 704 0 0,-4-1-736 0 0,-18-4 448 0 0,-13 0-480 0 0,-6-1-160 0 0,-41-12 128 0 0,-11-9-288 0 0,-19-12-672 0 0,2-6 224 0 0,10-3-160 0 0,11-8-1056 0 0,-10-14-2944 0 0,9 1 2784 0 0,15 6-1120 0 0,25 11 2976 0 0</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493"/>
    </inkml:context>
    <inkml:brush xml:id="br0">
      <inkml:brushProperty name="width" value="0.1" units="cm"/>
      <inkml:brushProperty name="height" value="0.1" units="cm"/>
    </inkml:brush>
  </inkml:definitions>
  <inkml:trace contextRef="#ctx0" brushRef="#br0">39138 5728 5215 0 0,'-4'4'1440'0'0,"-10"2"-32"0"0,-7-1-992 0 0,-4-1-64 0 0,-18 3 1056 0 0,-6 1-1056 0 0,-29-6 992 0 0,-9-7-1184 0 0,-15-16 32 0 0,2-7-128 0 0,9-4-32 0 0,7-1 0 0 0,11 1-64 0 0,4 3-64 0 0,-15-12-736 0 0,-2-2 416 0 0,-24-20-1920 0 0,-1-6 1664 0 0,9-1-64 0 0,2-9-1568 0 0,5-4 1056 0 0,10 9-992 0 0,19 16 2240 0 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494"/>
    </inkml:context>
    <inkml:brush xml:id="br0">
      <inkml:brushProperty name="width" value="0.1" units="cm"/>
      <inkml:brushProperty name="height" value="0.1" units="cm"/>
    </inkml:brush>
  </inkml:definitions>
  <inkml:trace contextRef="#ctx0" brushRef="#br0">39146 5606 6495 0 0,'-4'0'1728'0'0,"-6"-4"-544"0"0,-9-10 64 0 0,-6-7-704 0 0,-7-12 416 0 0,-2-5-512 0 0,-16-16 320 0 0,-4-13-640 0 0,-10-10 32 0 0,-2-2-128 0 0,6 5-64 0 0,5 7-64 0 0,4 10-96 0 0,-8-2-672 0 0,0 5 96 0 0,-8-5-1952 0 0,3 4 704 0 0,5 6-2144 0 0,12 12 4160 0 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495"/>
    </inkml:context>
    <inkml:brush xml:id="br0">
      <inkml:brushProperty name="width" value="0.1" units="cm"/>
      <inkml:brushProperty name="height" value="0.1" units="cm"/>
    </inkml:brush>
  </inkml:definitions>
  <inkml:trace contextRef="#ctx0" brushRef="#br0">41904 9955 4703 0 0,'4'4'1696'0'0,"6"2"-800"0"0,1 3-448 0 0,3 9 384 0 0,3 6-320 0 0,-1 3-320 0 0,0 0 64 0 0,-1 1-128 0 0,-5-1-32 0 0,2 0-32 0 0,1 3 64 0 0,0 1-96 0 0,-3 3-224 0 0,-3 0-96 0 0,-3 4-736 0 0,3-2-576 0 0,-1-2 544 0 0,-1-3-4000 0 0,-1-7 5056 0 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496"/>
    </inkml:context>
    <inkml:brush xml:id="br0">
      <inkml:brushProperty name="width" value="0.1" units="cm"/>
      <inkml:brushProperty name="height" value="0.1" units="cm"/>
    </inkml:brush>
  </inkml:definitions>
  <inkml:trace contextRef="#ctx0" brushRef="#br0">41316 9837 5407 0 0,'0'5'320'0'0,"0"4"-32"0"0,0 6-320 0 0,0 13 1184 0 0,0 6-832 0 0,0 17 1376 0 0,0 5-1440 0 0,0 27 960 0 0,5 6-1024 0 0,4 36 224 0 0,2 3-384 0 0,3-6-32 0 0,3-12-32 0 0,11 13-416 0 0,6-2 192 0 0,38 46-608 0 0,19 7 832 0 0,58 23-544 0 0,20-12 96 0 0,52-30-3744 0 0,-11-41 4224 0 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497"/>
    </inkml:context>
    <inkml:brush xml:id="br0">
      <inkml:brushProperty name="width" value="0.1" units="cm"/>
      <inkml:brushProperty name="height" value="0.1" units="cm"/>
    </inkml:brush>
  </inkml:definitions>
  <inkml:trace contextRef="#ctx0" brushRef="#br0">37805 8897 5663 0 0,'0'4'1024'0'0,"5"10"864"0"0,0 6-1312 0 0,-4 9 192 0 0,-2 3-480 0 0,-6 1 128 0 0,-5-2-256 0 0,-17 12 128 0 0,-9-3-192 0 0,-9 1-96 0 0,-11-2-480 0 0,-2-4-32 0 0,4-8-256 0 0,7-8-224 0 0,4-8-320 0 0,5-5-32 0 0,6-4-896 0 0,4-3-736 0 0,7 0 2976 0 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498"/>
    </inkml:context>
    <inkml:brush xml:id="br0">
      <inkml:brushProperty name="width" value="0.1" units="cm"/>
      <inkml:brushProperty name="height" value="0.1" units="cm"/>
    </inkml:brush>
  </inkml:definitions>
  <inkml:trace contextRef="#ctx0" brushRef="#br0">37209 8867 5215 0 0,'0'4'448'0'0,"0"6"-352"0"0,-5 5 0 0 0,-4 0 0 0 0,-11 2 96 0 0,-4 2 0 0 0,-4 2 64 0 0,-1 2 32 0 0,-3-4 64 0 0,-26 13 1376 0 0,-12 4-1312 0 0,-2 1 0 0 0,-34 10 864 0 0,-13 2-1152 0 0,-10 1 224 0 0,-18-4 0 0 0,5-10-352 0 0,13-11-64 0 0,20-10-64 0 0,-4-7-1376 0 0,0-10-832 0 0,10-3 704 0 0,15-7-736 0 0,14-4-896 0 0,20 0 3264 0 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499"/>
    </inkml:context>
    <inkml:brush xml:id="br0">
      <inkml:brushProperty name="width" value="0.1" units="cm"/>
      <inkml:brushProperty name="height" value="0.1" units="cm"/>
    </inkml:brush>
  </inkml:definitions>
  <inkml:trace contextRef="#ctx0" brushRef="#br0">43707 10337 5311 0 0,'4'0'2048'0'0,"6"0"3520"0"0,1 4-2912 0 0,2 2 288 0 0,0 3-2752 0 0,-3 5 608 0 0,2 0-448 0 0,-2 2-256 0 0,-3 2 320 0 0,-1 2-192 0 0,1 3-64 0 0,0 0-64 0 0,-2 2 64 0 0,0 0-32 0 0,-3 0 0 0 0,0 0-32 0 0,-2 0 0 0 0,0 8 160 0 0,0 3-128 0 0,0-1-64 0 0,-1-1 0 0 0,1-4 224 0 0,0-1 32 0 0,-4-3-96 0 0,-2 0-192 0 0,1-2 128 0 0,-4-4-128 0 0,1-1-64 0 0,0 0 32 0 0,-5 1 160 0 0,-6 1-64 0 0,1 1-64 0 0,-1-2-64 0 0,-1 3 64 0 0,2 1 0 0 0,1 2 64 0 0,3 0-128 0 0,-1 0 64 0 0,-1 0 32 0 0,1 0 0 0 0,4-1 32 0 0,0-5-64 0 0,1-1-32 0 0,2 1 64 0 0,3 0-32 0 0,-2 1-32 0 0,0 2 64 0 0,-2 5 64 0 0,-5 6-128 0 0,0 1 0 0 0,3 4 32 0 0,-1-1 32 0 0,2-3-32 0 0,-3-8-32 0 0,3-3 0 0 0,1-2 64 0 0,-1-1-64 0 0,1 1 32 0 0,2 0 0 0 0,2 1-32 0 0,2 0 0 0 0,-2 6 0 0 0,-1 1 32 0 0,0 0 0 0 0,-2 3-64 0 0,0 0 64 0 0,1-1 0 0 0,-2-2 0 0 0,-4 3-64 0 0,1-1 64 0 0,1-2-32 0 0,0 4-32 0 0,0-1 64 0 0,-1 2-288 0 0,1 0 256 0 0,3 3 96 0 0,2-2-192 0 0,-1 2-32 0 0,-1-2 160 0 0,2-2-32 0 0,2-3 0 0 0,-3 1 0 0 0,0 0 0 0 0,2 3 64 0 0,0-1-96 0 0,-2-2 64 0 0,0 7 128 0 0,-3 9-32 0 0,0 0-128 0 0,-2 1-224 0 0,0-5 128 0 0,3-4-224 0 0,7-6-1024 0 0,4-4-1440 0 0,1-7 2784 0 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00"/>
    </inkml:context>
    <inkml:brush xml:id="br0">
      <inkml:brushProperty name="width" value="0.1" units="cm"/>
      <inkml:brushProperty name="height" value="0.1" units="cm"/>
    </inkml:brush>
  </inkml:definitions>
  <inkml:trace contextRef="#ctx0" brushRef="#br0">42726 13084 4703 0 0,'-4'-4'7392'0'0,"-2"-6"-7168"0"0,-3-5 896 0 0,-1-4-896 0 0,-2 0 224 0 0,-4 1 96 0 0,1-2-384 0 0,3-2 128 0 0,-1 4-160 0 0,3 0 64 0 0,2-1-64 0 0,-6-6 352 0 0,-4-2-416 0 0,-4-6 480 0 0,-2 4-448 0 0,-5-3 256 0 0,2 1-224 0 0,1 1 128 0 0,2 6-160 0 0,-1 3-32 0 0,-3 0 64 0 0,-1 0 128 0 0,-9 0-64 0 0,2-2-160 0 0,0 0 192 0 0,1-1-128 0 0,-2-1-64 0 0,-3-3 128 0 0,1-3-96 0 0,4 5 32 0 0,2 7-64 0 0,8 2-32 0 0,3 4 32 0 0,6 1 0 0 0,2 1 32 0 0,2-1-64 0 0,0-3 128 0 0,-3-2-128 0 0,-2 0 128 0 0,1 0-32 0 0,-1 3 96 0 0,-1-1-128 0 0,-3-2-32 0 0,-1-6 160 0 0,-1-4-96 0 0,3-1-32 0 0,1 4-64 0 0,-1 2 64 0 0,4 1-32 0 0,-5-5 224 0 0,-2-2-224 0 0,-10-5 160 0 0,-4 0-160 0 0,-8-8 128 0 0,0-1-128 0 0,7 3 32 0 0,6 7-64 0 0,4 6 32 0 0,3 7-32 0 0,2-6 160 0 0,-1 1-160 0 0,5 1 0 0 0,2-4 128 0 0,-2-2-64 0 0,0 0 64 0 0,-3-4 32 0 0,4 0-64 0 0,0 2-32 0 0,-1 1 96 0 0,-1 2-96 0 0,-2-3-3776 0 0,-5-4 288 0 0,1-1 3488 0 0,2 2 0 0 0,-4-2 128 0 0,3 2-160 0 0,2-7 32 0 0,0-1 0 0 0,4 4-32 0 0,6 3-32 0 0,0 4 64 0 0,-2-6 0 0 0,-2 0-32 0 0,2 1-32 0 0,3 4 0 0 0,0-3 32 0 0,1 2-32 0 0,-1-2-32 0 0,-2-4 0 0 0,0 0 0 0 0,3 0-96 0 0,3 1 384 0 0,4-18-3712 0 0,1-3-768 0 0,2 4-1568 0 0,1 11 5792 0 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01"/>
    </inkml:context>
    <inkml:brush xml:id="br0">
      <inkml:brushProperty name="width" value="0.1" units="cm"/>
      <inkml:brushProperty name="height" value="0.1" units="cm"/>
    </inkml:brush>
  </inkml:definitions>
  <inkml:trace contextRef="#ctx0" brushRef="#br0">43051 10278 4223 0 0,'8'0'1920'0'0,"8"5"-1280"0"0,4 0 512 0 0,-1 5 64 0 0,1 4 96 0 0,-3 4-320 0 0,-5 3-800 0 0,-4 2 128 0 0,-3 10 320 0 0,-4 4-384 0 0,0-1-32 0 0,-2 2 32 0 0,1-1 160 0 0,-1-3-288 0 0,0-3-32 0 0,0-2 64 0 0,1-2-64 0 0,4 2 96 0 0,1 5 0 0 0,1 1-128 0 0,-2-1 192 0 0,-1-3-128 0 0,-1-2 32 0 0,-1-1-128 0 0,0-3 128 0 0,-1 0-64 0 0,-1 0 128 0 0,5 3 32 0 0,2 2-224 0 0,-1-1 32 0 0,-1 0 64 0 0,-1-2 0 0 0,-1 4-64 0 0,-1 4 0 0 0,-5 5 0 0 0,-2 0-32 0 0,1 1 32 0 0,0-1-32 0 0,2 4 96 0 0,1 3-32 0 0,1-2-32 0 0,0 0 0 0 0,1-4 0 0 0,1-5-32 0 0,-1 1 32 0 0,0-3 0 0 0,-4 6 64 0 0,-1 0-96 0 0,-1 2 0 0 0,6-2 0 0 0,3 0 32 0 0,0-2-32 0 0,1-4 0 0 0,-2-2-32 0 0,0-4 0 0 0,3 6 64 0 0,2 7-128 0 0,-2 3 32 0 0,0 8-512 0 0,2-1 160 0 0,0-5-256 0 0,-1-7-4960 0 0,-1-9 5600 0 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02"/>
    </inkml:context>
    <inkml:brush xml:id="br0">
      <inkml:brushProperty name="width" value="0.1" units="cm"/>
      <inkml:brushProperty name="height" value="0.1" units="cm"/>
    </inkml:brush>
  </inkml:definitions>
  <inkml:trace contextRef="#ctx0" brushRef="#br0">40714 12219 4991 0 0,'0'4'1408'0'0,"0"6"-256"0"0,-5 9 768 0 0,-4 6-1632 0 0,-2 2 448 0 0,-3 2-160 0 0,1-1-288 0 0,3 0-128 0 0,3 3 160 0 0,2 0-224 0 0,3 0-32 0 0,5-2-128 0 0,7-6-3232 0 0,1-10 512 0 0,4-8-800 0 0,-2-5 3584 0 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03"/>
    </inkml:context>
    <inkml:brush xml:id="br0">
      <inkml:brushProperty name="width" value="0.1" units="cm"/>
      <inkml:brushProperty name="height" value="0.1" units="cm"/>
    </inkml:brush>
  </inkml:definitions>
  <inkml:trace contextRef="#ctx0" brushRef="#br0">40581 12395 6591 0 0,'9'4'672'0'0,"6"6"-480"0"0,5 1-192 0 0,4-2-192 0 0,1-1-3456 0 0,-3-3 3648 0 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04"/>
    </inkml:context>
    <inkml:brush xml:id="br0">
      <inkml:brushProperty name="width" value="0.1" units="cm"/>
      <inkml:brushProperty name="height" value="0.1" units="cm"/>
    </inkml:brush>
  </inkml:definitions>
  <inkml:trace contextRef="#ctx0" brushRef="#br0">37221 9632 3903 0 0,'0'4'160'0'0,"0"6"2496"0"0,0 5-1088 0 0,0 4-416 0 0,-4-1-384 0 0,-2 1-544 0 0,-3-3 544 0 0,-1-1-352 0 0,-2-1-192 0 0,0-1 160 0 0,-2-1-224 0 0,-2-3 160 0 0,-3 1 32 0 0,-3-1 64 0 0,-1 1-288 0 0,-1 1 256 0 0,-1-3-288 0 0,-4 2 128 0 0,-2-1-160 0 0,1 2 32 0 0,-12 3 160 0 0,-7 5-128 0 0,-3-3-64 0 0,-2 2-32 0 0,5-4 0 0 0,6-3 0 0 0,6-4 0 0 0,6-3 0 0 0,3-2-32 0 0,3-1 32 0 0,1-2-32 0 0,5 5 32 0 0,1 0-32 0 0,0 1 64 0 0,-2-1-32 0 0,-5-1 0 0 0,-7 3 96 0 0,-3 0-96 0 0,2 0 0 0 0,-3-2 32 0 0,-4 3 32 0 0,-3 0 32 0 0,2-1-64 0 0,3-1-32 0 0,4-2 64 0 0,4-1-32 0 0,-2 2 192 0 0,1 2-192 0 0,1-1 96 0 0,2-1 128 0 0,1-1-160 0 0,1-1 32 0 0,1-2 32 0 0,1 1-64 0 0,-9-1 0 0 0,-3-1-96 0 0,-7 1 256 0 0,-1 0-288 0 0,-6 0 288 0 0,2 0-224 0 0,5 0-32 0 0,5 0 32 0 0,6 0 0 0 0,-5 0 96 0 0,-1 0-96 0 0,3 0 0 0 0,3 0-32 0 0,6-5 32 0 0,4 0 32 0 0,2 0 64 0 0,-1-4-64 0 0,0 0 64 0 0,-1 2-32 0 0,-1 2-96 0 0,-1 2 32 0 0,0 1 0 0 0,-1 1 0 0 0,1-4-32 0 0,-1 0 0 0 0,0 0 0 0 0,0 1 0 0 0,5-3-32 0 0,1 0 0 0 0,-1 1 0 0 0,0 1 32 0 0,-2 2-32 0 0,0-3 192 0 0,-2 0-32 0 0,0 1-128 0 0,-1-4-32 0 0,0 1 32 0 0,1-3 96 0 0,-5 0-160 0 0,-2-1 160 0 0,1 0-64 0 0,1-1 0 0 0,1 1-96 0 0,-2-1 256 0 0,-1 1-160 0 0,0 3-32 0 0,2 3-32 0 0,2 2 0 0 0,5-2 32 0 0,2 0 0 0 0,0 1 32 0 0,0 1 0 0 0,-9 2-64 0 0,-13-4 128 0 0,-3 0-128 0 0,1 1-32 0 0,5 0 32 0 0,5 3 32 0 0,3 0 32 0 0,-1 1-32 0 0,-3 1-32 0 0,4 4 32 0 0,-6 2 160 0 0,1 0-224 0 0,1-2 64 0 0,2-1 32 0 0,3-1-96 0 0,3 0-128 0 0,1-2-32 0 0,1 0-640 0 0,5-4-3616 0 0,5-6-3712 0 0,6-6 2592 0 0,5 1 5568 0 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05"/>
    </inkml:context>
    <inkml:brush xml:id="br0">
      <inkml:brushProperty name="width" value="0.1" units="cm"/>
      <inkml:brushProperty name="height" value="0.1" units="cm"/>
    </inkml:brush>
  </inkml:definitions>
  <inkml:trace contextRef="#ctx0" brushRef="#br0">33614 9340 4287 0 0,'4'0'1056'0'0,"2"4"6496"0"0,3 1-6432 0 0,5 1 256 0 0,4-6-1088 0 0,12-7 192 0 0,5-2-384 0 0,0 1 0 0 0,11-8 352 0 0,2-4-352 0 0,-2-3 64 0 0,2-3 128 0 0,-2 4-224 0 0,-5 2 128 0 0,0-1 32 0 0,0-4 160 0 0,-2-3-320 0 0,-4 3 0 0 0,-8 3 32 0 0,-3 4 32 0 0,-3 1-64 0 0,0 0 0 0 0,4-6 288 0 0,-2-3-352 0 0,4-6 128 0 0,1-2 0 0 0,1 2 32 0 0,-6 1-160 0 0,-2 2 64 0 0,-4 2 96 0 0,-2 1-64 0 0,-2 1-96 0 0,0 0 32 0 0,2 5 64 0 0,3-3 64 0 0,2-5-96 0 0,3-3 32 0 0,4-4 320 0 0,4-1-320 0 0,-1 2 0 0 0,-5 3-96 0 0,-2 6 32 0 0,3 3 224 0 0,-3 2-224 0 0,-2 0 0 0 0,1-2-64 0 0,0 0 192 0 0,1-1-128 0 0,5-1 32 0 0,1 0 32 0 0,5-1-32 0 0,-3 0-32 0 0,-4 5 0 0 0,-6 1 64 0 0,2 3-32 0 0,2 1-32 0 0,4-1 96 0 0,1 2-96 0 0,-3-1 0 0 0,-3 2 96 0 0,-2-1-96 0 0,1 2 0 0 0,-5-1 32 0 0,0 2-32 0 0,0 2 96 0 0,-2-1-160 0 0,0 1 0 0 0,1 2 32 0 0,-2-2 64 0 0,1 1 32 0 0,1-3-128 0 0,3 1 96 0 0,1-3-64 0 0,2 2 32 0 0,-3-2 0 0 0,-1 1-32 0 0,1 3 64 0 0,-4-2-64 0 0,5 2 64 0 0,2-2-32 0 0,2 1-32 0 0,1 1 32 0 0,4-1 32 0 0,1 1-96 0 0,0 2 96 0 0,-2 2-64 0 0,3 2-192 0 0,9 6-3136 0 0,1 2-128 0 0,-2 1-9664 0 0,-8-2 13120 0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06"/>
    </inkml:context>
    <inkml:brush xml:id="br0">
      <inkml:brushProperty name="width" value="0.1" units="cm"/>
      <inkml:brushProperty name="height" value="0.1" units="cm"/>
    </inkml:brush>
  </inkml:definitions>
  <inkml:trace contextRef="#ctx0" brushRef="#br0">40523 10073 3647 0 0,'4'0'384'0'0,"1"4"-96"0"0,1 5 1504 0 0,-2 11 896 0 0,-1 5-1856 0 0,-1 2-288 0 0,-1 6 64 0 0,-1 1-512 0 0,0-1-96 0 0,0-2-128 0 0,0 2-256 0 0,0 0-1408 0 0,-1-2 736 0 0,1-2-1472 0 0,0-6 2528 0 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07"/>
    </inkml:context>
    <inkml:brush xml:id="br0">
      <inkml:brushProperty name="width" value="0.1" units="cm"/>
      <inkml:brushProperty name="height" value="0.1" units="cm"/>
    </inkml:brush>
  </inkml:definitions>
  <inkml:trace contextRef="#ctx0" brushRef="#br0">40376 10190 6431 0 0,'4'4'544'0'0,"6"2"32"0"0,0 3-576 0 0,0 5-32 0 0,-3 4 32 0 0,-2 4 64 0 0,-2 9 128 0 0,3 1-224 0 0,0-2-1440 0 0,-5-5 416 0 0,-3-3-3712 0 0,-1-6 4768 0 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08"/>
    </inkml:context>
    <inkml:brush xml:id="br0">
      <inkml:brushProperty name="width" value="0.1" units="cm"/>
      <inkml:brushProperty name="height" value="0.1" units="cm"/>
    </inkml:brush>
  </inkml:definitions>
  <inkml:trace contextRef="#ctx0" brushRef="#br0">39922 10073 5471 0 0,'5'4'1248'0'0,"0"5"-288"0"0,1 11 192 0 0,-2 5-608 0 0,-1 2-352 0 0,-5 2 0 0 0,-7-1-128 0 0,-6 0-32 0 0,-4-6 0 0 0,-20 3-1632 0 0,-8 0 512 0 0,-8-3-5664 0 0,5-6 6752 0 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09"/>
    </inkml:context>
    <inkml:brush xml:id="br0">
      <inkml:brushProperty name="width" value="0.1" units="cm"/>
      <inkml:brushProperty name="height" value="0.1" units="cm"/>
    </inkml:brush>
  </inkml:definitions>
  <inkml:trace contextRef="#ctx0" brushRef="#br0">39359 9984 5439 0 0,'5'0'2816'0'0,"4"5"-1984"0"0,-2 4 224 0 0,-7 6-1024 0 0,-8 0 0 0 0,-2 2-32 0 0,-4-2 0 0 0,-4-4-32 0 0,-2 1 0 0 0,-7-2-320 0 0,-3-2-224 0 0,-4-4-1632 0 0,-2-1 832 0 0,3-2-2016 0 0,6 0 3392 0 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10"/>
    </inkml:context>
    <inkml:brush xml:id="br0">
      <inkml:brushProperty name="width" value="0.1" units="cm"/>
      <inkml:brushProperty name="height" value="0.1" units="cm"/>
    </inkml:brush>
  </inkml:definitions>
  <inkml:trace contextRef="#ctx0" brushRef="#br0">38726 9926 8735 0 0,'0'4'1152'0'0,"5"1"-960"0"0,0 5-64 0 0,-4 4-192 0 0,-6 0 32 0 0,-7 1-544 0 0,-10-1-1248 0 0,-5-3 896 0 0,-2 0-256 0 0,-1-1-1568 0 0,2-2 192 0 0,4-4 2560 0 0</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11"/>
    </inkml:context>
    <inkml:brush xml:id="br0">
      <inkml:brushProperty name="width" value="0.1" units="cm"/>
      <inkml:brushProperty name="height" value="0.1" units="cm"/>
    </inkml:brush>
  </inkml:definitions>
  <inkml:trace contextRef="#ctx0" brushRef="#br0">38512 9396 5791 0 0,'4'0'864'0'0,"6"0"-416"0"0,1 5 32 0 0,-6 0 1024 0 0,-7 0-1280 0 0,-8 0-128 0 0,-11 2 32 0 0,-5 0-160 0 0,-3 0-96 0 0,-1-3-288 0 0,1-1-320 0 0,-4 3-1696 0 0,1 1-1856 0 0,5-2 4288 0 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12"/>
    </inkml:context>
    <inkml:brush xml:id="br0">
      <inkml:brushProperty name="width" value="0.1" units="cm"/>
      <inkml:brushProperty name="height" value="0.1" units="cm"/>
    </inkml:brush>
  </inkml:definitions>
  <inkml:trace contextRef="#ctx0" brushRef="#br0">38927 9514 4159 0 0,'-4'8'512'0'0,"-6"8"384"0"0,-1 4-672 0 0,-11 8 256 0 0,-6-1-480 0 0,-11-1-1280 0 0,-3-1 512 0 0,6-5 768 0 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13"/>
    </inkml:context>
    <inkml:brush xml:id="br0">
      <inkml:brushProperty name="width" value="0.1" units="cm"/>
      <inkml:brushProperty name="height" value="0.1" units="cm"/>
    </inkml:brush>
  </inkml:definitions>
  <inkml:trace contextRef="#ctx0" brushRef="#br0">40098 9951 4159 0 0,'0'5'1088'0'0,"-4"0"1088"0"0,-2 5-992 0 0,-3-1-160 0 0,-5 4-32 0 0,-4-1-608 0 0,-8-3 0 0 0,-3-2-160 0 0,-9 1 352 0 0,-3 0-512 0 0,2-2 32 0 0,3-2-32 0 0,0-1 64 0 0,-3-2-96 0 0,-3-1 0 0 0,1 0-32 0 0,0 0 64 0 0,2 0-64 0 0,-4-1 0 0 0,0 1-32 0 0,-9-4 96 0 0,0-2-96 0 0,-7-3 0 0 0,1-1 32 0 0,-1 1-32 0 0,5-1 0 0 0,7 0 32 0 0,3 3 0 0 0,6-3 192 0 0,4 2-128 0 0,4 1 0 0 0,-1-3 32 0 0,1-2-96 0 0,0-1 32 0 0,-2-1-64 0 0,0-3 96 0 0,5-3 0 0 0,3-2 32 0 0,2-1-32 0 0,0-1-32 0 0,-4-5 128 0 0,-3-2-128 0 0,0 0 64 0 0,1 6-96 0 0,1 7-1056 0 0,5 2 0 0 0,2 4-3072 0 0,0 4-1312 0 0,4 4 5440 0 0</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14"/>
    </inkml:context>
    <inkml:brush xml:id="br0">
      <inkml:brushProperty name="width" value="0.1" units="cm"/>
      <inkml:brushProperty name="height" value="0.1" units="cm"/>
    </inkml:brush>
  </inkml:definitions>
  <inkml:trace contextRef="#ctx0" brushRef="#br0">43928 10043 1919 0 0,'-4'0'0'0'0,"-6"0"1696"0"0,-1 0-1696 0 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15"/>
    </inkml:context>
    <inkml:brush xml:id="br0">
      <inkml:brushProperty name="width" value="0.1" units="cm"/>
      <inkml:brushProperty name="height" value="0.1" units="cm"/>
    </inkml:brush>
  </inkml:definitions>
  <inkml:trace contextRef="#ctx0" brushRef="#br0">43470 8921 2111 0 0,'0'-5'3008'0'0,"0"-4"-2976"0"0,0-6 32 0 0,0-5 64 0 0,-4-2-128 0 0,-2-2 64 0 0,1-2-64 0 0,0 1 64 0 0,2-5 0 0 0,6-1-64 0 0,1 0 384 0 0,1 2-192 0 0,-1 1 0 0 0,0 1-64 0 0,-2 2 256 0 0,3 4-256 0 0,1 2 32 0 0,0 0 96 0 0,-2-1-64 0 0,-1-2-128 0 0,-2 0 32 0 0,0-2 32 0 0,0 0-96 0 0,-2 0 64 0 0,1-1 288 0 0,0 0-96 0 0,0 0 0 0 0,0 0-96 0 0,-1 1 128 0 0,1-1-96 0 0,0 0 32 0 0,0 1 128 0 0,0-5 352 0 0,0-1-416 0 0,0-4 416 0 0,0-1-576 0 0,-4-6 384 0 0,-1-5-256 0 0,-1 1 96 0 0,2 4-32 0 0,-3 9-288 0 0,-1 6 0 0 0,2 3 64 0 0,-3 2 64 0 0,1-1-32 0 0,-4 0 128 0 0,2-1-192 0 0,1-4 352 0 0,-1 1-288 0 0,1 2 64 0 0,1 1-96 0 0,3-1-32 0 0,2 1 32 0 0,2-1 128 0 0,0 0-96 0 0,-3 0-64 0 0,-1-1 0 0 0,0-4-32 0 0,1-1-32 0 0,-3 0 128 0 0,0 1-160 0 0,1 2 96 0 0,1 0 64 0 0,2 1-128 0 0,-3 6 32 0 0,0 0 0 0 0,1 1 64 0 0,0-1-32 0 0,3-1-32 0 0,0-2-32 0 0,-3 0 64 0 0,-5-5 64 0 0,0-3-128 0 0,0-3 0 0 0,-1 4 0 0 0,1 2-32 0 0,2 2 128 0 0,2 2-64 0 0,-1 4 96 0 0,-1 2-64 0 0,2-1 0 0 0,-2 0 32 0 0,0-3-32 0 0,1 0 64 0 0,-2-1 96 0 0,0-2-192 0 0,2 1 64 0 0,-2-1 0 0 0,-4 0-32 0 0,1 0 0 0 0,-3 5-64 0 0,3 0-32 0 0,-3 5 32 0 0,3 0 0 0 0,-1 3 32 0 0,1-1-64 0 0,-1 2 0 0 0,1-1 32 0 0,-1-3 0 0 0,-3-4 32 0 0,2-1-96 0 0,-2 1 64 0 0,3 1 0 0 0,-1 2 0 0 0,2 1-32 0 0,-2-2-32 0 0,-2-2 64 0 0,2-2 32 0 0,-1 3-64 0 0,1 0 0 0 0,0 3 64 0 0,2 0 32 0 0,-1 2-64 0 0,1 0 32 0 0,-1-3 0 0 0,2-2-32 0 0,-2-3-64 0 0,-3 3 0 0 0,2 0 64 0 0,3-2-32 0 0,-1 4 0 0 0,1-1 32 0 0,-1 3-32 0 0,2 0 32 0 0,-3-2-64 0 0,2-2 64 0 0,2-3 0 0 0,-1-2 0 0 0,1-1 0 0 0,-2 4-32 0 0,0 0 0 0 0,-1 1 32 0 0,-3 2-32 0 0,0 1 0 0 0,0-2-32 0 0,-3 3 128 0 0,2-1-64 0 0,4-1-32 0 0,0 1-32 0 0,-3 0 0 0 0,2-1 128 0 0,-2-3-64 0 0,-2 3 64 0 0,2-1-96 0 0,-1 4 32 0 0,3-1 0 0 0,-6-6-32 0 0,1-3 64 0 0,0-2-64 0 0,-2 3-32 0 0,2 2 32 0 0,1 4 32 0 0,3 1-32 0 0,-1 3 0 0 0,3-1 0 0 0,-1-1 0 0 0,-2-3 0 0 0,0-3-32 0 0,-4 3 64 0 0,-4 0-64 0 0,2-1 32 0 0,1-2 0 0 0,-1-1 0 0 0,4-1 0 0 0,-9-1 0 0 0,1-1 0 0 0,0 1-64 0 0,1 3 96 0 0,-1 2-64 0 0,0-1 32 0 0,1 4-32 0 0,-5 0 96 0 0,-1-2-128 0 0,0-1 96 0 0,1 2-32 0 0,2 4-32 0 0,0 0 0 0 0,2-2 32 0 0,0 2 32 0 0,0 2-32 0 0,5 0 32 0 0,1 1-32 0 0,4-1 0 0 0,0 0 0 0 0,3-1 0 0 0,0 1 32 0 0,-4 2-32 0 0,-2 3 32 0 0,2-2-32 0 0,-1 1 0 0 0,-1-3-32 0 0,-3 0 32 0 0,-1 2 0 0 0,-1-2 0 0 0,-1 1 0 0 0,-1-2-32 0 0,0 0 32 0 0,0-1 0 0 0,0 0-96 0 0,5-1-128 0 0,0 1 32 0 0,1 3-32 0 0,-6-1-1088 0 0,-2 1-512 0 0,-1 2-4256 0 0,0 2 1504 0 0,5 2 4576 0 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16"/>
    </inkml:context>
    <inkml:brush xml:id="br0">
      <inkml:brushProperty name="width" value="0.1" units="cm"/>
      <inkml:brushProperty name="height" value="0.1" units="cm"/>
    </inkml:brush>
  </inkml:definitions>
  <inkml:trace contextRef="#ctx0" brushRef="#br0">36603 6897 3039 0 0,'0'5'1024'0'0,"0"4"-800"0"0,-4 2 0 0 0,-1 3-160 0 0,-5-1 192 0 0,0-7 2400 0 0,2-9-1696 0 0,2-7-352 0 0,2-16 352 0 0,6-15-32 0 0,2-5-800 0 0,5-11 576 0 0,2-5-128 0 0,1 0-320 0 0,5 3 160 0 0,-2 6-256 0 0,1 9-64 0 0,-1 3 160 0 0,-1 8-160 0 0,-1 6-64 0 0,0 4 64 0 0,-1 1-32 0 0,1 4-32 0 0,-2-3 32 0 0,2 2 0 0 0,3-4 64 0 0,2-2-96 0 0,3-2 0 0 0,2 1 64 0 0,6-5 64 0 0,9-5 320 0 0,4 0-352 0 0,2-3 0 0 0,3-3 160 0 0,1-2-96 0 0,-4 5-192 0 0,-8 6 32 0 0,-11 4 0 0 0,-5 7 32 0 0,-3 4-32 0 0,-3-1-64 0 0,0 4 128 0 0,-3 0-64 0 0,1 3 32 0 0,-1-1 0 0 0,2-3 32 0 0,6-2-32 0 0,1-2-32 0 0,0 1 0 0 0,6 1 160 0 0,3-6-32 0 0,-1-2-64 0 0,1 3 0 0 0,-6 1-64 0 0,-1 4-64 0 0,-2 2-96 0 0,1-2 224 0 0,1-1 0 0 0,0 3-32 0 0,2-1-32 0 0,0-1 192 0 0,0-2-160 0 0,1 2 0 0 0,0 5 0 0 0,-5 0 0 0 0,0 2-32 0 0,-5-1 0 0 0,0 1-32 0 0,9-5 160 0 0,6 0-128 0 0,1-2 0 0 0,0 2 0 0 0,-5 0-32 0 0,0 2 0 0 0,1 0 32 0 0,0-2 32 0 0,0-3-32 0 0,-2 3-32 0 0,1 3 32 0 0,-6 0 0 0 0,0 2 0 0 0,-1-1 0 0 0,1 1-32 0 0,2-1 32 0 0,0 1-32 0 0,6-2 96 0 0,2 2-32 0 0,8-2-96 0 0,6-3 128 0 0,0 2-96 0 0,-7-2-32 0 0,-7 3 32 0 0,5-2 64 0 0,1 3-64 0 0,-2 3 32 0 0,-3-1-64 0 0,-2 0-32 0 0,-2 4 32 0 0,3 1 32 0 0,5-2 32 0 0,0 0 32 0 0,-1 1-32 0 0,-3 2 0 0 0,-1 2-32 0 0,9-4 128 0 0,4 0-128 0 0,2 0 0 0 0,-2-2 32 0 0,-5 0 0 0 0,1-3 0 0 0,-4 0-32 0 0,2 3 32 0 0,-1-3 0 0 0,-4 2-32 0 0,3 2 32 0 0,-2 2 0 0 0,-2 1 32 0 0,-1 3-32 0 0,-3 0 0 0 0,-1 1-32 0 0,-1 1 32 0 0,0-1-32 0 0,-1 1 0 0 0,0-1 64 0 0,0 0-64 0 0,1 5 32 0 0,3 0-32 0 0,2 1 32 0 0,0-2-64 0 0,-1-1 96 0 0,-1-1-64 0 0,-2-1 0 0 0,0-1 64 0 0,-1 0-64 0 0,-1 0 64 0 0,1 0-32 0 0,-1-1-32 0 0,9-3 96 0 0,3-2 0 0 0,-1 1-64 0 0,-2 1 0 0 0,-3-4 32 0 0,-1 1-32 0 0,-3 1 0 0 0,0 1 0 0 0,-1 2 64 0 0,-1 1-96 0 0,-4 6 32 0 0,-2 1-64 0 0,1 1-576 0 0,-3-2 608 0 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17"/>
    </inkml:context>
    <inkml:brush xml:id="br0">
      <inkml:brushProperty name="width" value="0.1" units="cm"/>
      <inkml:brushProperty name="height" value="0.1" units="cm"/>
    </inkml:brush>
  </inkml:definitions>
  <inkml:trace contextRef="#ctx0" brushRef="#br0">42610 9573 2175 0 0,'4'0'-2016'0'0,"2"0"2016"0"0</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18"/>
    </inkml:context>
    <inkml:brush xml:id="br0">
      <inkml:brushProperty name="width" value="0.1" units="cm"/>
      <inkml:brushProperty name="height" value="0.1" units="cm"/>
    </inkml:brush>
  </inkml:definitions>
  <inkml:trace contextRef="#ctx0" brushRef="#br0">42610 9632 2399 0 0,'4'0'1888'0'0,"2"4"-1600"0"0,-1 6 1664 0 0,3 0-800 0 0,1 4 640 0 0,2-1-1632 0 0,4-3 1568 0 0,0 2-1184 0 0,-4 2 224 0 0,2-1-544 0 0,-3 2 384 0 0,2-3-416 0 0,-1 2 256 0 0,2 3 96 0 0,2 2 32 0 0,4 2-32 0 0,2-2-416 0 0,10 3 352 0 0,8 3-320 0 0,2-3-160 0 0,3-1 0 0 0,-3-4 0 0 0,17 3 0 0 0,3-2 0 0 0,20 1 32 0 0,10-3-32 0 0,-8-5 0 0 0,0-8-96 0 0,-15-8 64 0 0,-14-4-32 0 0,-13-1-32 0 0,-13-2-32 0 0,-11 1 128 0 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19"/>
    </inkml:context>
    <inkml:brush xml:id="br0">
      <inkml:brushProperty name="width" value="0.1" units="cm"/>
      <inkml:brushProperty name="height" value="0.1" units="cm"/>
    </inkml:brush>
  </inkml:definitions>
  <inkml:trace contextRef="#ctx0" brushRef="#br0">42257 9514 4383 0 0,'4'0'1152'0'0,"2"4"992"0"0,3 2-1120 0 0,1 3 256 0 0,-1 5-160 0 0,1 4-672 0 0,4 8 544 0 0,7 7-512 0 0,1 2-384 0 0,0-4-96 0 0,10-4-96 0 0,2-6-96 0 0,5-7-4128 0 0,0-5 2624 0 0,-3-9-3936 0 0,-8-5 5632 0 0</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20"/>
    </inkml:context>
    <inkml:brush xml:id="br0">
      <inkml:brushProperty name="width" value="0.1" units="cm"/>
      <inkml:brushProperty name="height" value="0.1" units="cm"/>
    </inkml:brush>
  </inkml:definitions>
  <inkml:trace contextRef="#ctx0" brushRef="#br0">37348 8015 1599 0 0,'0'0'0'0'0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21"/>
    </inkml:context>
    <inkml:brush xml:id="br0">
      <inkml:brushProperty name="width" value="0.1" units="cm"/>
      <inkml:brushProperty name="height" value="0.1" units="cm"/>
    </inkml:brush>
  </inkml:definitions>
  <inkml:trace contextRef="#ctx0" brushRef="#br0">37168 8039 2495 0 0,'4'0'448'0'0,"-2"0"5536"0"0,-11 0-4704 0 0,-7 0-864 0 0,-6 0-64 0 0,-3 0-224 0 0,-5 0 96 0 0,-3 0-160 0 0,-11-4 160 0 0,-8-2-192 0 0,2 1 0 0 0,-12 1 0 0 0,0 1 0 0 0,3 1-32 0 0,3 1-128 0 0,6 0 32 0 0,8 6-96 0 0,7 0-32 0 0,-7 1-2272 0 0,-6 3-3296 0 0,7-1 5792 0 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22"/>
    </inkml:context>
    <inkml:brush xml:id="br0">
      <inkml:brushProperty name="width" value="0.1" units="cm"/>
      <inkml:brushProperty name="height" value="0.1" units="cm"/>
    </inkml:brush>
  </inkml:definitions>
  <inkml:trace contextRef="#ctx0" brushRef="#br0">37196 8044 3231 0 0,'4'4'928'0'0,"-2"6"-576"0"0,-7 5 64 0 0,-10 4 320 0 0,-7 0-608 0 0,1-1 0 0 0,-5-2 0 0 0,-15 0-64 0 0,-4-3-192 0 0,0-3-672 0 0,5 0 0 0 0,1-1-1984 0 0,6-2 2784 0 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23"/>
    </inkml:context>
    <inkml:brush xml:id="br0">
      <inkml:brushProperty name="width" value="0.1" units="cm"/>
      <inkml:brushProperty name="height" value="0.1" units="cm"/>
    </inkml:brush>
  </inkml:definitions>
  <inkml:trace contextRef="#ctx0" brushRef="#br0">41901 8544 3647 0 0,'0'5'128'0'0,"4"4"512"0"0,2 6 480 0 0,-1 5-768 0 0,-5-2-96 0 0,-2 1 416 0 0,-2 1-160 0 0,-3 1-416 0 0,-1 2 128 0 0,-4 0-96 0 0,1 1-64 0 0,-2-3-96 0 0,1-2 96 0 0,-6 1-128 0 0,-8 0 96 0 0,-8-2 0 0 0,2-1-32 0 0,2-3 0 0 0,2-3 0 0 0,1-5 32 0 0,-2-2-96 0 0,-1-3 96 0 0,0-5 32 0 0,2-2-32 0 0,4-4 0 0 0,8-5-32 0 0,2 1 32 0 0,2-3 0 0 0,5-1 32 0 0,3-2 0 0 0,1-3 64 0 0,3 0-64 0 0,0-2 128 0 0,1 0-128 0 0,-1 0 160 0 0,5 4-160 0 0,1-2 192 0 0,4 2-192 0 0,4 1 160 0 0,5-1-96 0 0,2 4 0 0 0,-2 0-64 0 0,4 3 224 0 0,3 0-192 0 0,0 2 32 0 0,5 3-64 0 0,1 4 64 0 0,-1 1 128 0 0,3 7 128 0 0,0 2-224 0 0,-6 5 64 0 0,-4 1-160 0 0,-5 2 0 0 0,-3 3 192 0 0,-3 4-224 0 0,0 2 0 0 0,-2 1 160 0 0,-3 2-160 0 0,-3 0 32 0 0,-2 0-96 0 0,-6 0 32 0 0,-2 0 32 0 0,-1 0-32 0 0,-3-4 0 0 0,0-2 0 0 0,-3 1-64 0 0,-4-4 64 0 0,2 0 0 0 0,-2-3-32 0 0,-2 1 0 0 0,-2-3-32 0 0,-2 2 64 0 0,-1-2 32 0 0,2 2-64 0 0,2-2 32 0 0,-5-2 0 0 0,-10-7-128 0 0,-5-4 96 0 0,6-6 0 0 0,3-1 0 0 0,3 0-64 0 0,6-2 32 0 0,2 1-128 0 0,5-2 128 0 0,0-4-64 0 0,-1-2-96 0 0,1-3 160 0 0,-1-2 64 0 0,3-2-64 0 0,2 0 96 0 0,4 0 0 0 0,2 0-64 0 0,3 0 32 0 0,0 0 64 0 0,6 4-64 0 0,1 2-32 0 0,0-1 64 0 0,3 0 96 0 0,4 3-96 0 0,0 0 32 0 0,6-2 160 0 0,4-1-64 0 0,3 3 0 0 0,0 4-128 0 0,1 0-32 0 0,-1 2 96 0 0,0 4-128 0 0,-1 6 96 0 0,0 4-96 0 0,0 5 32 0 0,0 6 64 0 0,0 4-64 0 0,-5 4 32 0 0,-5 2 0 0 0,-2 1 0 0 0,-2 1-64 0 0,-3 0-32 0 0,-4-1 32 0 0,-6 9 96 0 0,-2 2-64 0 0,-2 0-64 0 0,-3-7 64 0 0,0-4-32 0 0,1-2 32 0 0,3-1 0 0 0,1 1 0 0 0,-3-5 0 0 0,1 0-32 0 0,-8 0 32 0 0,-14 6 0 0 0,-14 7-32 0 0,-5 3 96 0 0,2-5-32 0 0,8-3 0 0 0,7-6-32 0 0,-1-6 0 0 0,-7-6-32 0 0,3-8 32 0 0,3-17-32 0 0,3-9 32 0 0,6-5 0 0 0,8-6 32 0 0,5 0 0 0 0,5 2-64 0 0,4 2 32 0 0,1 4 32 0 0,1 1 0 0 0,0 2-32 0 0,5-3 32 0 0,0-1 0 0 0,5 5 0 0 0,3 2 32 0 0,4 1-32 0 0,4 0-32 0 0,5 0 64 0 0,3 3-64 0 0,-3 1 32 0 0,-3 3-64 0 0,-1 5 32 0 0,0-1 32 0 0,0 2-32 0 0,0 3 64 0 0,5 1 64 0 0,-2 7-128 0 0,-2 3 32 0 0,-1 4-64 0 0,-3 5-192 0 0,-7 5 160 0 0,-4 2 64 0 0,0-1 0 0 0,-2-1 0 0 0,-1 2-32 0 0,-2 4 0 0 0,-7 3 32 0 0,-6 9 0 0 0,-5 3-32 0 0,-2-2 0 0 0,3-3 32 0 0,-1-7 0 0 0,3-5-32 0 0,-2-6 32 0 0,-3-5 0 0 0,2-2 0 0 0,-2-1 0 0 0,-1-3-32 0 0,-3-3 64 0 0,-1 3 64 0 0,-3-3-128 0 0,4-8 32 0 0,5-6 32 0 0,1-6-32 0 0,3-4 32 0 0,3-2-32 0 0,3-3 0 0 0,3 1 32 0 0,1-1 32 0 0,1 0-32 0 0,0 0 0 0 0,5 5 32 0 0,5 2 64 0 0,2-1 0 0 0,2 4-96 0 0,3-4 64 0 0,3 1-64 0 0,2 4 0 0 0,6 1 0 0 0,3 2 0 0 0,-1-1 64 0 0,0 2-64 0 0,-2 3-64 0 0,-1 7 64 0 0,3 3 128 0 0,1 2-96 0 0,-1 4-32 0 0,-2 5 96 0 0,-4 4-96 0 0,-4 9 0 0 0,-8 2-32 0 0,-7 2-32 0 0,-8 0 32 0 0,-12 3-64 0 0,-8 0 32 0 0,-3-6 0 0 0,-3-3 0 0 0,0-5 0 0 0,5-2 96 0 0,3-4-32 0 0,0-5-64 0 0,0-2 0 0 0,-1-4 64 0 0,3-5-64 0 0,-3-11 96 0 0,2-7-32 0 0,4-5-32 0 0,5-1 32 0 0,5-1 32 0 0,2 0 0 0 0,3-3 32 0 0,6 4-96 0 0,1 1 0 0 0,4-2 64 0 0,5-1 32 0 0,4-4 96 0 0,3 4-192 0 0,6 2 0 0 0,2 2 32 0 0,1 5 32 0 0,-2 6 32 0 0,4 10-96 0 0,0 9 32 0 0,-6 8-64 0 0,-7 7 0 0 0,-8 3-96 0 0,-4 2 96 0 0,-5 2 32 0 0,-3-1 0 0 0,-1 1-32 0 0,-4 3 0 0 0,-2 1 32 0 0,0-1 0 0 0,-6 4-64 0 0,-6-5 32 0 0,0 1 0 0 0,0-4 0 0 0,-2-3 0 0 0,-9 4-64 0 0,-8 1-32 0 0,-2-5 128 0 0,2-5 0 0 0,3-11-32 0 0,3-10 64 0 0,7-9-32 0 0,8-11 96 0 0,7-5-32 0 0,5-20 32 0 0,3-17-32 0 0,7-7 128 0 0,6 5-96 0 0,6 10-32 0 0,3 10 64 0 0,4 9 96 0 0,1 11-192 0 0,-4 6-32 0 0,4 2-96 0 0,1 4 96 0 0,0 6-32 0 0,-3-1 64 0 0,-3 1-32 0 0,1 3 0 0 0,0 2 64 0 0,5 2 32 0 0,2 5-128 0 0,1 2 64 0 0,-5 5-32 0 0,-2 9-64 0 0,0 5 32 0 0,-5 3 32 0 0,-5 1-96 0 0,-4 0 32 0 0,-4-1 64 0 0,-2 4-64 0 0,-2 0 0 0 0,0 0 64 0 0,-6-2 32 0 0,0-1-32 0 0,-4-2-96 0 0,-5-5 96 0 0,1-1 0 0 0,-2-1-32 0 0,-6 1-32 0 0,0 1 32 0 0,0-3-32 0 0,-1-4 64 0 0,4-1 0 0 0,1-2 32 0 0,4 1-64 0 0,-1-2 32 0 0,-1-2-32 0 0,-3-3 32 0 0,3 3 32 0 0,-1-1-32 0 0,-2-1-32 0 0,-1-2 0 0 0,-2-2 32 0 0,-1-9 32 0 0,3-8-64 0 0,1-1 0 0 0,4-2 64 0 0,0-2 32 0 0,2-3-64 0 0,4 0 96 0 0,4-1-64 0 0,2-5 32 0 0,1-2-64 0 0,6-4 96 0 0,2 1-128 0 0,5 5 32 0 0,-1 3 0 0 0,3 7 64 0 0,-1 2 0 0 0,6 0 0 0 0,4-2 32 0 0,7-1-96 0 0,2 2 0 0 0,-3 0-32 0 0,-4 4 64 0 0,-4-1-32 0 0,-3 3-32 0 0,1 3 32 0 0,1-1 32 0 0,10 1 96 0 0,5 2-128 0 0,0 3 64 0 0,-2 1-32 0 0,-1 6 0 0 0,-7 6 0 0 0,-6 6-160 0 0,-4 1 96 0 0,-3 1-96 0 0,-3 3-32 0 0,-4 1-800 0 0,-2 2 128 0 0,-6 1-320 0 0,-6 0-288 0 0,-6 1-2272 0 0,1 0-928 0 0,1-4 4640 0 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24"/>
    </inkml:context>
    <inkml:brush xml:id="br0">
      <inkml:brushProperty name="width" value="0.1" units="cm"/>
      <inkml:brushProperty name="height" value="0.1" units="cm"/>
    </inkml:brush>
  </inkml:definitions>
  <inkml:trace contextRef="#ctx0" brushRef="#br0">38415 7456 4511 0 0,'8'4'928'0'0,"8"6"-384"0"0,0 5 768 0 0,2 9 928 0 0,-2 4-1888 0 0,-4 5-160 0 0,-8-2-192 0 0,-5 2 64 0 0,-6-5-64 0 0,-2-3 64 0 0,-4-2 0 0 0,1 0-32 0 0,-3 0-32 0 0,-2 0 0 0 0,-2 9 64 0 0,1 3-64 0 0,-8 4 64 0 0,-4 0 0 0 0,-1-7-64 0 0,4-5 32 0 0,3-7 64 0 0,2-6-96 0 0,0-7 64 0 0,-1-3 32 0 0,-4-12 0 0 0,-2-16 32 0 0,-1-5-128 0 0,6-5 32 0 0,2-1 96 0 0,5 0-128 0 0,5 3 32 0 0,5 3 0 0 0,4 1 288 0 0,2 2-192 0 0,1 1 224 0 0,1 1-64 0 0,4 4-128 0 0,1 1-32 0 0,5 0 192 0 0,3-1-32 0 0,5 3-160 0 0,2 0 192 0 0,3 3-256 0 0,4-4 352 0 0,3 0-288 0 0,0 4-64 0 0,-1 4 128 0 0,-2 3-96 0 0,3 8 416 0 0,0 4-448 0 0,-4 4 160 0 0,-4 6-32 0 0,-1-1-96 0 0,0 3-64 0 0,-4 1 0 0 0,-4 3 32 0 0,2 10-32 0 0,0 4-32 0 0,-3 4 128 0 0,-5 0-160 0 0,-2-2 0 0 0,-7 0 64 0 0,-4-1-64 0 0,-4-3 0 0 0,-2-3 0 0 0,-2-7 64 0 0,-8 2-32 0 0,-4 0 0 0 0,-7 1 0 0 0,-1-5-32 0 0,-8-6 32 0 0,-2-5 32 0 0,3-4-64 0 0,4-8 0 0 0,4-7 32 0 0,3-3 0 0 0,6-3 32 0 0,4-3-32 0 0,0-7 0 0 0,4-4-32 0 0,-1-17 128 0 0,4-5-96 0 0,-1-3-32 0 0,1 4 96 0 0,8 6 0 0 0,4 7-64 0 0,6 5 64 0 0,11 0 128 0 0,6 5-192 0 0,0 3 0 0 0,8 2 192 0 0,3 4-160 0 0,0 5 0 0 0,-2 5 64 0 0,-1 4-32 0 0,-3 3-32 0 0,-2 5-32 0 0,0 2 0 0 0,-6 5 0 0 0,-5 4-32 0 0,-2 0 0 0 0,-2 1 0 0 0,-4 2 32 0 0,2 7 64 0 0,-2 3-32 0 0,4 5-64 0 0,3 1 64 0 0,-1-1 0 0 0,2 3 32 0 0,-2-2-128 0 0,-3-1 32 0 0,-7-3-32 0 0,-9-6 64 0 0,-7-3-32 0 0,-5-5 0 0 0,-13-2 32 0 0,-5-2 0 0 0,-1 0 32 0 0,2-1-64 0 0,3-3 32 0 0,2-3-64 0 0,3-2 64 0 0,-3-14 64 0 0,4-9-32 0 0,6-15 32 0 0,6-4-32 0 0,7-1 0 0 0,7 3-32 0 0,5 3 32 0 0,0 4 0 0 0,5 6 0 0 0,0 4 32 0 0,3 0 64 0 0,7 0 128 0 0,0-1-128 0 0,1 3-64 0 0,2 1 32 0 0,0-2-32 0 0,1 4 0 0 0,0 3-64 0 0,1 4 64 0 0,8 8-32 0 0,7 7 0 0 0,1 4 0 0 0,-6 3-64 0 0,-10 4 32 0 0,-4 11-96 0 0,-11 13 32 0 0,-10 4 0 0 0,-10-1 32 0 0,-8-6 0 0 0,-4-3 32 0 0,-7-1-96 0 0,-3-6 32 0 0,-8 1-96 0 0,-2-5 160 0 0,2-7-128 0 0,4-2 64 0 0,3-4 64 0 0,8-8 0 0 0,4-9-32 0 0,5-8 32 0 0,2-14 64 0 0,2-7-64 0 0,5-1 32 0 0,2 0-32 0 0,2-6 64 0 0,2 0-64 0 0,6 7 32 0 0,1 0-32 0 0,4 7 32 0 0,0 3 0 0 0,-1 2 32 0 0,6 0 32 0 0,1 0-32 0 0,1 0-32 0 0,6 3 32 0 0,4 0 0 0 0,1 5-32 0 0,1 3-32 0 0,2 5 96 0 0,2 2-64 0 0,-2 3-32 0 0,3 5 0 0 0,0 10-32 0 0,-7 8 32 0 0,-7 3-32 0 0,-7 3 0 0 0,-6-1 32 0 0,-4 5 32 0 0,-7 5-128 0 0,-6 0 32 0 0,-7-2 32 0 0,-12 5 0 0 0,-6-3-32 0 0,-1-9 64 0 0,2-4-32 0 0,2-3 0 0 0,2-4 0 0 0,-1-1-64 0 0,-1-4 96 0 0,2-3 32 0 0,1-8-128 0 0,2-12 160 0 0,5-9-32 0 0,2-13 64 0 0,5-5-128 0 0,5-1 64 0 0,8-5 32 0 0,4-1-32 0 0,7 4 32 0 0,9 5 96 0 0,2 4-96 0 0,2 3 32 0 0,2 7-64 0 0,0 3-32 0 0,0 4 32 0 0,1 6 32 0 0,0 3-64 0 0,0 7 32 0 0,-4 9-64 0 0,-2 1 0 0 0,-4 8-32 0 0,-4 4 64 0 0,-4 3-32 0 0,-8 2 64 0 0,-4-1-64 0 0,-4 0 0 0 0,-2-1-32 0 0,-2 0 0 0 0,-4-1-64 0 0,-7 0-128 0 0,-4-1 96 0 0,-1-3 64 0 0,5-2 64 0 0,1-4 32 0 0,1-5-160 0 0,0-12 192 0 0,0-10-32 0 0,3-7 64 0 0,5-5-32 0 0,9 2-32 0 0,6 1 96 0 0,6 3-96 0 0,7-3 64 0 0,4 2-32 0 0,4 4 0 0 0,3 5 0 0 0,-4 8-128 0 0,-5 8 32 0 0,-5 8 0 0 0,-5 6-960 0 0,-3 3-32 0 0,-6-2 704 0 0,-3-9-192 0 0,0-11-2592 0 0,0-5 3136 0 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25"/>
    </inkml:context>
    <inkml:brush xml:id="br0">
      <inkml:brushProperty name="width" value="0.1" units="cm"/>
      <inkml:brushProperty name="height" value="0.1" units="cm"/>
    </inkml:brush>
  </inkml:definitions>
  <inkml:trace contextRef="#ctx0" brushRef="#br0">43051 5957 1439 0 0,'0'4'704'0'0,"0"6"-352"0"0,4 1-160 0 0,2 2-96 0 0,-1 4-32 0 0,3-1-64 0 0,5 1 32 0 0,0 1 0 0 0,2 3 64 0 0,2 5 96 0 0,3 3 32 0 0,2-4-288 0 0,2-5-160 0 0,0-8-576 0 0,-3-8 128 0 0,-6-6 672 0 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26"/>
    </inkml:context>
    <inkml:brush xml:id="br0">
      <inkml:brushProperty name="width" value="0.1" units="cm"/>
      <inkml:brushProperty name="height" value="0.1" units="cm"/>
    </inkml:brush>
  </inkml:definitions>
  <inkml:trace contextRef="#ctx0" brushRef="#br0">43345 6164 63 0 0,'0'4'1408'0'0,"4"2"64"0"0,-3-1-1120 0 0,3-1-192 0 0,-3-1 160 0 0,1-1-96 0 0,6-5 288 0 0,1-6 96 0 0,3-2-32 0 0,-1-3-352 0 0,-1-3-32 0 0,1 1-160 0 0,-2-1-64 0 0,-1-2-416 0 0,-3-1-992 0 0,-2-2-2528 0 0,-1 2 3968 0 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27"/>
    </inkml:context>
    <inkml:brush xml:id="br0">
      <inkml:brushProperty name="width" value="0.1" units="cm"/>
      <inkml:brushProperty name="height" value="0.1" units="cm"/>
    </inkml:brush>
  </inkml:definitions>
  <inkml:trace contextRef="#ctx0" brushRef="#br0">43141 5780 2751 0 0,'4'0'384'0'0,"2"4"-160"0"0,-5 2 1152 0 0,-3-5-928 0 0,-4-2-320 0 0,-6-1-32 0 0,-1-5 0 0 0,-2-5 96 0 0,-8-9 352 0 0,-3-4-512 0 0,-1-4 64 0 0,-2 1-32 0 0,2-1 0 0 0,0 2 32 0 0,5 0-64 0 0,2 1 32 0 0,-4 1 0 0 0,-6-4 64 0 0,2-1-128 0 0,1 4 32 0 0,2 3 0 0 0,-4 1 32 0 0,-1 0-32 0 0,-4-5 64 0 0,0 3-64 0 0,1 0-32 0 0,3 1 32 0 0,1 0-32 0 0,2 4 0 0 0,2 1 0 0 0,0-1 32 0 0,1-1-32 0 0,-1-1-32 0 0,1 2 64 0 0,0 1 0 0 0,0 3-32 0 0,-1 0 0 0 0,1-1 0 0 0,-1 1 0 0 0,5 0 0 0 0,1 2 32 0 0,3-1-32 0 0,2 2 0 0 0,-3-1 0 0 0,-1-3 64 0 0,-3 2-64 0 0,-5-1 32 0 0,1-3-32 0 0,1 3 32 0 0,4-1 0 0 0,-2 2-64 0 0,-7 0 96 0 0,-1 1-64 0 0,-5 0 0 0 0,-5-3-32 0 0,5-2 32 0 0,4 1 0 0 0,-1 0 96 0 0,0 3-64 0 0,2 3-32 0 0,6 0 32 0 0,3 1-32 0 0,1 3-1408 0 0,-1 3-4544 0 0,4 1 5952 0 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28"/>
    </inkml:context>
    <inkml:brush xml:id="br0">
      <inkml:brushProperty name="width" value="0.1" units="cm"/>
      <inkml:brushProperty name="height" value="0.1" units="cm"/>
    </inkml:brush>
  </inkml:definitions>
  <inkml:trace contextRef="#ctx0" brushRef="#br0">41259 4417 4127 0 0,'4'0'352'0'0,"2"5"-288"0"0,3 0 416 0 0,5 0 0 0 0,4-4 832 0 0,4-4-544 0 0,1-5 576 0 0,2 0-800 0 0,0-5 128 0 0,0-2-128 0 0,1-5-224 0 0,-1-2 512 0 0,-4-1-608 0 0,3-6 608 0 0,-4-2-640 0 0,1-4 416 0 0,-1 4-416 0 0,-3 3 0 0 0,-4 3-64 0 0,-1-13 480 0 0,3-2-320 0 0,-2 0-224 0 0,-3 3 0 0 0,-4 4 0 0 0,-1 3-32 0 0,-8-1 128 0 0,-2 0-96 0 0,0 1-32 0 0,0 1 0 0 0,-3-6 128 0 0,-4-6-64 0 0,-9-5-32 0 0,0 2-64 0 0,3 4 64 0 0,0 9-64 0 0,4 5 32 0 0,-5-1 64 0 0,-2 0-96 0 0,-12-4 64 0 0,-3-1-64 0 0,0 1 32 0 0,-7 2-32 0 0,-3 5 64 0 0,0 7-96 0 0,-7 7 0 0 0,-4 4 32 0 0,0 4 64 0 0,5 6-64 0 0,7 3-32 0 0,3 3 32 0 0,5 2 0 0 0,0 1 96 0 0,2 4-64 0 0,3 2-64 0 0,2 3 0 0 0,-1 2 64 0 0,0 0 64 0 0,0 1-128 0 0,3 0 0 0 0,-3 1 96 0 0,3-1-32 0 0,3 0 0 0 0,2 0-96 0 0,4-1 64 0 0,5 1 192 0 0,6 0-128 0 0,-1 8-64 0 0,6 2 64 0 0,4 0-32 0 0,0 3 32 0 0,2-2-64 0 0,3-2 32 0 0,5 1 96 0 0,6-1-128 0 0,-1-2 0 0 0,1-7-32 0 0,2 1 64 0 0,2-4 0 0 0,10 7-160 0 0,0 3 128 0 0,-2-5-32 0 0,-1-2 0 0 0,-1-1 0 0 0,-1-1 64 0 0,3 0-32 0 0,1-3-160 0 0,0-2-1120 0 0,-2-4-4640 0 0,-4-3 5920 0 0</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29"/>
    </inkml:context>
    <inkml:brush xml:id="br0">
      <inkml:brushProperty name="width" value="0.1" units="cm"/>
      <inkml:brushProperty name="height" value="0.1" units="cm"/>
    </inkml:brush>
  </inkml:definitions>
  <inkml:trace contextRef="#ctx0" brushRef="#br0">41557 4321 4287 0 0,'4'0'288'0'0,"2"4"928"0"0,-5 2-96 0 0,-2 3 512 0 0,-6 1-992 0 0,-5-2-192 0 0,-13 3 480 0 0,-20-2 160 0 0,-6-1-928 0 0,-2-3 128 0 0,3-2-160 0 0,2-5 64 0 0,4-3-96 0 0,-14-13 320 0 0,-2-3-352 0 0,-12-11 288 0 0,-2-4-320 0 0,7 0-32 0 0,12 1 0 0 0,10 4 128 0 0,8 6-128 0 0,8 7-64 0 0,7 4 64 0 0,4 3 32 0 0,5-1-32 0 0,9-2-7904 0 0,5 1 7904 0 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30"/>
    </inkml:context>
    <inkml:brush xml:id="br0">
      <inkml:brushProperty name="width" value="0.1" units="cm"/>
      <inkml:brushProperty name="height" value="0.1" units="cm"/>
    </inkml:brush>
  </inkml:definitions>
  <inkml:trace contextRef="#ctx0" brushRef="#br0">41556 4322 3519 0 0,'-4'0'5952'0'0,"-6"0"-4928"0"0,-1-5-768 0 0,-7-4 640 0 0,-4-2-768 0 0,-8-3 256 0 0,-2-3-288 0 0,0 1-32 0 0,1-1-64 0 0,-10-5 224 0 0,-8 0-160 0 0,1 4-64 0 0,-8 2 32 0 0,-7 2 32 0 0,3 5-32 0 0,7-1-32 0 0,9 1 32 0 0,-1 2-32 0 0,4 3 0 0 0,-5-3-128 0 0,2 1-256 0 0,4 0-320 0 0,4 2-2816 0 0,9 1 3520 0 0</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31"/>
    </inkml:context>
    <inkml:brush xml:id="br0">
      <inkml:brushProperty name="width" value="0.1" units="cm"/>
      <inkml:brushProperty name="height" value="0.1" units="cm"/>
    </inkml:brush>
  </inkml:definitions>
  <inkml:trace contextRef="#ctx0" brushRef="#br0">41398 4002 3839 0 0,'8'0'2624'0'0,"-1"0"1920"0"0,-6-4-4320 0 0,-12-1 320 0 0,-3-5-480 0 0,-9 0 128 0 0,-4-2-128 0 0,-5 0-96 0 0,-3 3-256 0 0,2 2-3808 0 0,5 3 4096 0 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32"/>
    </inkml:context>
    <inkml:brush xml:id="br0">
      <inkml:brushProperty name="width" value="0.1" units="cm"/>
      <inkml:brushProperty name="height" value="0.1" units="cm"/>
    </inkml:brush>
  </inkml:definitions>
  <inkml:trace contextRef="#ctx0" brushRef="#br0">41346 3857 4671 0 0,'0'-8'5984'0'0,"4"-7"-5216"0"0,1-6-480 0 0,1-6 512 0 0,-2-4-576 0 0,-1-1 0 0 0,3 2-64 0 0,1-12 128 0 0,3-7-128 0 0,0 2-192 0 0,2 7 32 0 0,-1 8-64 0 0,-2 4-192 0 0,-2 3-32 0 0,-3 1-800 0 0,-2 1-3520 0 0,-6 0 3168 0 0,-1 4 1440 0 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33"/>
    </inkml:context>
    <inkml:brush xml:id="br0">
      <inkml:brushProperty name="width" value="0.1" units="cm"/>
      <inkml:brushProperty name="height" value="0.1" units="cm"/>
    </inkml:brush>
  </inkml:definitions>
  <inkml:trace contextRef="#ctx0" brushRef="#br0">40121 4369 3167 0 0,'-4'0'3904'0'0,"-6"0"-3232"0"0,-9 4 256 0 0,-6 2-576 0 0,-2-1 32 0 0,-2 0 0 0 0,-16-2 576 0 0,-5-1-896 0 0,-2-1 64 0 0,-5-1 0 0 0,3 0-64 0 0,-14 4 160 0 0,-9 1-192 0 0,2 0-32 0 0,-1-1 32 0 0,10-1-32 0 0,3 3 32 0 0,8 1-32 0 0,9-1 0 0 0,4-2 0 0 0,6-1 0 0 0,-1-2-32 0 0,3 0 32 0 0,2-1-32 0 0,3 0 96 0 0,-2 0-32 0 0,0 0-32 0 0,1 0 32 0 0,1 4 0 0 0,2 1-32 0 0,1 0 32 0 0,1-1-64 0 0,0-1 64 0 0,1-1-32 0 0,-4 4 32 0 0,-2 0-32 0 0,0-1 32 0 0,5 3-32 0 0,3 1 0 0 0,-3 2 32 0 0,-2-1-32 0 0,0-1 0 0 0,4 1 0 0 0,2 0 0 0 0,1-3 0 0 0,-1-2 0 0 0,-1 2 0 0 0,-1 0 0 0 0,-1-1 64 0 0,0 3-64 0 0,0-1-32 0 0,3 3-512 0 0,2-1 160 0 0,4 3-416 0 0,0-2 576 0 0,2 3-672 0 0,0-3 608 0 0,-2-1-1632 0 0,1 0 1120 0 0,-1-1-128 0 0,-2 3 320 0 0,-2-2 480 0 0,1 2 64 0 0,1 0-160 0 0,-2 1-64 0 0,-2-2 192 0 0,-1-2-1408 0 0,3-3 1504 0 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34"/>
    </inkml:context>
    <inkml:brush xml:id="br0">
      <inkml:brushProperty name="width" value="0.1" units="cm"/>
      <inkml:brushProperty name="height" value="0.1" units="cm"/>
    </inkml:brush>
  </inkml:definitions>
  <inkml:trace contextRef="#ctx0" brushRef="#br0">37962 4898 5823 0 0,'0'5'608'0'0,"4"0"-128"0"0,1 5 1888 0 0,1 4 32 0 0,-2 4-1824 0 0,-1 3-32 0 0,-1 2 352 0 0,-1 2-288 0 0,-5 0-480 0 0,-1 1-32 0 0,-13 16 32 0 0,-8 10-192 0 0,-3 4-512 0 0,-1 1-864 0 0,1-5-1088 0 0,0 1-5728 0 0,6-8 8256 0 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36"/>
    </inkml:context>
    <inkml:brush xml:id="br0">
      <inkml:brushProperty name="width" value="0.1" units="cm"/>
      <inkml:brushProperty name="height" value="0.1" units="cm"/>
    </inkml:brush>
  </inkml:definitions>
  <inkml:trace contextRef="#ctx0" brushRef="#br0">38606 14323 4895 0 0,'4'0'1344'0'0,"6"0"1248"0"0,1 5-896 0 0,-6 9 832 0 0,-7 2-2400 0 0,-13 7 512 0 0,-7 4-480 0 0,-4 1-32 0 0,2 1-96 0 0,5-1 32 0 0,2-5-32 0 0,4-3 64 0 0,-5 9 64 0 0,1 2-96 0 0,0 10 96 0 0,-2 1-96 0 0,2-1-32 0 0,0 12 192 0 0,-1 6-128 0 0,2 1 32 0 0,4-5 0 0 0,4-8 0 0 0,-1-8-96 0 0,1-6 288 0 0,2-13-288 0 0,2-14 32 0 0,2-13 0 0 0,1-8 0 0 0,1-11 160 0 0,-4-5-128 0 0,-2-1 64 0 0,2 0-96 0 0,0-2 192 0 0,1 0-192 0 0,1 2 0 0 0,1-3 32 0 0,-3 2-32 0 0,-2 1 0 0 0,1 2-32 0 0,1 2 32 0 0,1-2 32 0 0,-3-1-64 0 0,0 1 32 0 0,-4 6-32 0 0,-4-2 128 0 0,0 0-64 0 0,-1 4 32 0 0,-3 1-64 0 0,-2 5 32 0 0,-2 1 96 0 0,-2 2-96 0 0,0 4 0 0 0,-1 4 32 0 0,0 2-128 0 0,0 6 96 0 0,0 2-64 0 0,0 5 32 0 0,0 1-64 0 0,0 2 32 0 0,-4 4 0 0 0,-1 2 0 0 0,-4 3 32 0 0,0 2-32 0 0,1 0 32 0 0,2-3-64 0 0,-6 7 128 0 0,-5 3-96 0 0,-8 5-32 0 0,4 0 32 0 0,6-6 0 0 0,6-4 0 0 0,4-2-32 0 0,7-1 32 0 0,4-4-32 0 0,5-2 96 0 0,0 1-32 0 0,7-7-224 0 0,5-9 128 0 0,7-10 64 0 0,6-7 0 0 0,2-5 32 0 0,3-4-96 0 0,-2-2 64 0 0,1 0-32 0 0,3-1 96 0 0,2 1-96 0 0,2 0 32 0 0,1 1 64 0 0,13-17 0 0 0,6-5-32 0 0,16-20 96 0 0,-2-7-96 0 0,-7 6-32 0 0,-10 5-32 0 0,-13 9-32 0 0,-7 10 32 0 0,-6 8 0 0 0,-9 2 64 0 0,-6-2-448 0 0,-7 6 64 0 0,-5 3-864 0 0,-2 2 256 0 0,-5 6-3456 0 0,-3 1 2272 0 0,-3 5-4704 0 0,4 3 6816 0 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37"/>
    </inkml:context>
    <inkml:brush xml:id="br0">
      <inkml:brushProperty name="width" value="0.1" units="cm"/>
      <inkml:brushProperty name="height" value="0.1" units="cm"/>
    </inkml:brush>
  </inkml:definitions>
  <inkml:trace contextRef="#ctx0" brushRef="#br0">36711 14671 5791 0 0,'0'4'1152'0'0,"4"5"1152"0"0,2 7 1248 0 0,-5-1-2592 0 0,-7-3-768 0 0,-6-7 192 0 0,-5-4-288 0 0,-5-3 128 0 0,-1-1-160 0 0,-3 0 32 0 0,-12-3 224 0 0,-5-6-320 0 0,-15-4 288 0 0,-3 0-224 0 0,-7-1 64 0 0,0 2-128 0 0,10 0-3808 0 0,21 2 0 0 0,15-1 2368 0 0,17 2-1472 0 0,8 4 2912 0 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38"/>
    </inkml:context>
    <inkml:brush xml:id="br0">
      <inkml:brushProperty name="width" value="0.1" units="cm"/>
      <inkml:brushProperty name="height" value="0.1" units="cm"/>
    </inkml:brush>
  </inkml:definitions>
  <inkml:trace contextRef="#ctx0" brushRef="#br0">36872 14623 4991 0 0,'0'5'736'0'0,"-4"0"-224"0"0,3 0 5472 0 0,1-5-4768 0 0,5-6-960 0 0,6-3 160 0 0,6-4 256 0 0,-1-4-416 0 0,1-7 224 0 0,2 0-224 0 0,3-4 224 0 0,0-1-224 0 0,2-5 192 0 0,0 5-224 0 0,5-7 160 0 0,6-9 96 0 0,1-1-320 0 0,-1-5 224 0 0,-3 1-256 0 0,-7 2 64 0 0,-3 4 32 0 0,-1-3 192 0 0,-4 2-384 0 0,-6 6 0 0 0,-4 4 64 0 0,-3 4-32 0 0,-2 3 32 0 0,-2 3 0 0 0,-5 0-64 0 0,-6 1 0 0 0,-5 5 32 0 0,-4 1 96 0 0,-3-1-96 0 0,-6 3 64 0 0,-2 5-96 0 0,-4-1 96 0 0,-5 2-128 0 0,1 3 64 0 0,-2 3-32 0 0,-6 1 0 0 0,0 2-32 0 0,1 1 0 0 0,-18 4 0 0 0,-6 6-32 0 0,-8 2-192 0 0,5-2 96 0 0,7 2-288 0 0,10-2-448 0 0,10-1-1280 0 0,18-4-12864 0 0,13-1 15008 0 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39"/>
    </inkml:context>
    <inkml:brush xml:id="br0">
      <inkml:brushProperty name="width" value="0.1" units="cm"/>
      <inkml:brushProperty name="height" value="0.1" units="cm"/>
    </inkml:brush>
  </inkml:definitions>
  <inkml:trace contextRef="#ctx0" brushRef="#br0">37047 14159 7199 0 0,'4'4'544'0'0,"6"6"576"0"0,0 5-32 0 0,4 0-480 0 0,-1 2 1312 0 0,1-2-1216 0 0,-1 0 992 0 0,-7-2-768 0 0,-9-3-832 0 0,-13-4 128 0 0,-7-2-128 0 0,-4-2 32 0 0,-6-2-32 0 0,-1 0-32 0 0,-21-1 96 0 0,-4 0-160 0 0,3 1 0 0 0,-14-9-608 0 0,-3-7 96 0 0,-2-4-2944 0 0,8 0 1664 0 0,10 0-352 0 0,12 4-5120 0 0,13 4 7264 0 0</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6-30T06:10:03.540"/>
    </inkml:context>
    <inkml:brush xml:id="br0">
      <inkml:brushProperty name="width" value="0.1" units="cm"/>
      <inkml:brushProperty name="height" value="0.1" units="cm"/>
    </inkml:brush>
  </inkml:definitions>
  <inkml:trace contextRef="#ctx0" brushRef="#br0">35835 14188 6431 0 0,'0'4'928'0'0,"4"2"-384"0"0,2 3 608 0 0,3 1 64 0 0,5-2 800 0 0,8-6 352 0 0,5-7-1664 0 0,6-12 128 0 0,2-7-416 0 0,-6-4-192 0 0,10-17 736 0 0,-3-6-736 0 0,2-19 384 0 0,-6-2-512 0 0,-12-10 160 0 0,-11 5-192 0 0,-9 8 64 0 0,-11 10-96 0 0,-6 12-32 0 0,-1 10 32 0 0,-1 6 32 0 0,-2 9 0 0 0,-6 4 32 0 0,-2 5-64 0 0,-9 1 0 0 0,-2 1-32 0 0,2 4 32 0 0,-2 7 32 0 0,-2 3-64 0 0,-6 6-32 0 0,1 9 96 0 0,3 6 0 0 0,6-1-32 0 0,5 4-32 0 0,4 1-32 0 0,3 1 32 0 0,1-1 64 0 0,1 3-32 0 0,5 1 0 0 0,1 3-64 0 0,3-1 0 0 0,5 4-32 0 0,4-2 64 0 0,3 6 0 0 0,6 0-32 0 0,7-3 64 0 0,10 1-64 0 0,6-3 64 0 0,2-4 0 0 0,1-6 0 0 0,4-5 32 0 0,21 3 160 0 0,6-3-192 0 0,6-5 0 0 0,-6-6-32 0 0,-7-9-288 0 0,-14-8-1088 0 0,-12-8 384 0 0,-12-6-1984 0 0,-8-3 928 0 0,-10-3-4096 0 0,-8 0 1344 0 0,-2 4 4800 0 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1T01:38:49.876"/>
    </inkml:context>
    <inkml:brush xml:id="br0">
      <inkml:brushProperty name="width" value="0.1" units="cm"/>
      <inkml:brushProperty name="height" value="0.1" units="cm"/>
      <inkml:brushProperty name="color" value="#E71224"/>
    </inkml:brush>
  </inkml:definitions>
  <inkml:trace contextRef="#ctx0" brushRef="#br0">23246 3228 10015 0 0,'-4'-5'928'0'0,"-10"-4"-704"0"0,-11-6 672 0 0,-5-1-768 0 0,-2 4-32 0 0,-12 7 32 0 0,-3 9-128 0 0,-2 3 32 0 0,0 6 32 0 0,-31 16 0 0 0,-13 8-32 0 0,-33 14 96 0 0,-25 8 32 0 0,-2-4-64 0 0,-31 7 64 0 0,-17 9 32 0 0,5-3-64 0 0,-36 33 1216 0 0,9 7-1056 0 0,39-5 0 0 0,42-13-32 0 0,32-5 192 0 0,35-8-256 0 0,27-9-32 0 0,20-12-128 0 0,29-3 96 0 0,38-1-128 0 0,22-7 0 0 0,8-10-32 0 0,5-7 0 0 0,3-8 0 0 0,30-4 0 0 0,9-4 32 0 0,-2-8 0 0 0,-4-10 0 0 0,-8-3 0 0 0,-5-4-32 0 0,-6-9 32 0 0,-6-5-32 0 0,-1-5 0 0 0,10-11 0 0 0,3-10 0 0 0,21-21 192 0 0,0-7-64 0 0,21-35-192 0 0,-8-7 96 0 0,-19-15 64 0 0,-28 7-32 0 0,-28 17 0 0 0,-24 21 32 0 0,-18 16-64 0 0,-14 14 0 0 0,-17-4-64 0 0,-13 2 32 0 0,-14-10 64 0 0,-12 1-32 0 0,-22-10 0 0 0,-14 3 32 0 0,-38-7 96 0 0,-30 8 0 0 0,0 17-32 0 0,-24 28 416 0 0,8 36-352 0 0,33 27-160 0 0,32 25 64 0 0,32 17-64 0 0,24 20-32 0 0,14 46 0 0 0,9 17-32 0 0,7 78 160 0 0,6 46 448 0 0,7-3-160 0 0,10-11 512 0 0,5-33-480 0 0,3-39 0 0 0,7-27 288 0 0,7-33-448 0 0,16-17 288 0 0,7-25-416 0 0,33-27 256 0 0,12-28-320 0 0,46-75-224 0 0,12-46-32 0 0,40-105-4096 0 0,1-41 2752 0 0,19-94-6912 0 0,-13-16 7168 0 0,-31 29-3232 0 0,-43 68 4512 0 0</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1T01:38:49.877"/>
    </inkml:context>
    <inkml:brush xml:id="br0">
      <inkml:brushProperty name="width" value="0.1" units="cm"/>
      <inkml:brushProperty name="height" value="0.1" units="cm"/>
      <inkml:brushProperty name="color" value="#E71224"/>
    </inkml:brush>
  </inkml:definitions>
  <inkml:trace contextRef="#ctx0" brushRef="#br0">24977 2690 8351 0 0,'0'-5'1312'0'0,"0"-4"-544"0"0,4-2 1088 0 0,-2 1 1248 0 0,-7 11-2656 0 0,-5 10-320 0 0,-23 19 288 0 0,-14 13-384 0 0,-3 3 0 0 0,-19 11 96 0 0,-5 4-96 0 0,1 0 0 0 0,-53 27 32 0 0,-19 8-96 0 0,-30 15 32 0 0,-19 7 160 0 0,11-8-96 0 0,7-7 160 0 0,21-13-96 0 0,12 1 64 0 0,22-8-160 0 0,10 11 64 0 0,25-1-96 0 0,26-9-32 0 0,24-14 0 0 0,18-11 0 0 0,24-3 64 0 0,20-6 0 0 0,13-8 0 0 0,10-7 0 0 0,33 8-96 0 0,15 0 64 0 0,59-3 0 0 0,18-12 32 0 0,6-24 0 0 0,-15-16 32 0 0,-7-19 0 0 0,-18-13-32 0 0,10-32-32 0 0,-13-15 0 0 0,-21-2 32 0 0,-1-34 32 0 0,-16-4-64 0 0,-24-1 64 0 0,-26 13-32 0 0,-21 7 0 0 0,-19 9 0 0 0,-32-40 96 0 0,-21-9-64 0 0,-61-49 192 0 0,-30-3-224 0 0,-16 16 0 0 0,4 32-64 0 0,2 38 32 0 0,18 39 0 0 0,26 33 32 0 0,25 25 32 0 0,15 19-32 0 0,12 15-32 0 0,10 18-32 0 0,9 11 32 0 0,4 16 32 0 0,3 11-32 0 0,-8 55 0 0 0,2 25 32 0 0,-2 40 0 0 0,-1 31 32 0 0,1-6 96 0 0,-2 57 1088 0 0,4-5-960 0 0,24 3 768 0 0,21-41-960 0 0,42-54 96 0 0,18-62-128 0 0,10-53 0 0 0,49-92-608 0 0,17-56-96 0 0,42-89-5920 0 0,5-31 4320 0 0,-2-25-1760 0 0,-18 5 2560 0 0,-23 17 416 0 0,-13-1-64 0 0,-13 10-2208 0 0,-30 39 3296 0 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1T01:38:49.878"/>
    </inkml:context>
    <inkml:brush xml:id="br0">
      <inkml:brushProperty name="width" value="0.1" units="cm"/>
      <inkml:brushProperty name="height" value="0.1" units="cm"/>
      <inkml:brushProperty name="color" value="#E71224"/>
    </inkml:brush>
  </inkml:definitions>
  <inkml:trace contextRef="#ctx0" brushRef="#br0">27589 1971 11519 0 0,'-17'-13'2624'0'0,"-9"-4"-2144"0"0,-9-7 2016 0 0,-3-4-2144 0 0,-3-1 928 0 0,1-1-832 0 0,4 6 0 0 0,3 2-32 0 0,3 5-96 0 0,-2 6-32 0 0,1 0-96 0 0,1 2 32 0 0,-2 2-64 0 0,-5 3-32 0 0,0 6 0 0 0,-1 3-64 0 0,-25 9 32 0 0,-9 6-128 0 0,-26 16 64 0 0,-26 15 0 0 0,-4 3 0 0 0,-14 9 0 0 0,0 6 64 0 0,-4 9 64 0 0,5-2-96 0 0,10-4-32 0 0,15-7 0 0 0,-15 11 96 0 0,3 1-96 0 0,-15 9 288 0 0,16-7-288 0 0,27-17-32 0 0,34-14-128 0 0,36-16 128 0 0,37-13 32 0 0,24-9-32 0 0,16-8-32 0 0,51 2 32 0 0,20-2 0 0 0,20 9-64 0 0,7 6 0 0 0,13 4-32 0 0,-4 3 64 0 0,26 6 0 0 0,16-2 32 0 0,-9-7-32 0 0,-18-6 32 0 0,-19-5 0 0 0,-8-6-64 0 0,-21-2 0 0 0,-18-6 64 0 0,-18-7 64 0 0,-20-5-32 0 0,-12-26 128 0 0,-15-17-128 0 0,-14-8 0 0 0,-16 4-32 0 0,-17-5-96 0 0,-15-11-32 0 0,-21-34-32 0 0,-11-11 64 0 0,-8 0 32 0 0,-65-51-288 0 0,-27-8 320 0 0,-3 14 32 0 0,8 29-32 0 0,0 20 128 0 0,22 26 0 0 0,33 26-32 0 0,29 24-288 0 0,25 24 192 0 0,20 19 32 0 0,14 18 64 0 0,4 15-32 0 0,3 6 32 0 0,-3 13-128 0 0,-5 15 64 0 0,-1 9-32 0 0,2 4 32 0 0,-7 13-64 0 0,-13 34 64 0 0,-10 24 64 0 0,-7 4-32 0 0,-1-8-64 0 0,1 34 32 0 0,6-1 64 0 0,15-19 0 0 0,49 2 160 0 0,45-31-160 0 0,74-72-64 0 0,29-62 32 0 0,6-51-64 0 0,-7-39-96 0 0,39-73-992 0 0,9-38 480 0 0,138-169-5600 0 0,38-50 4832 0 0,-20 18-448 0 0,-48 48-416 0 0,-55 55-3584 0 0,-73 80 5856 0 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159"/>
    </inkml:context>
    <inkml:brush xml:id="br0">
      <inkml:brushProperty name="width" value="0.05" units="cm"/>
      <inkml:brushProperty name="height" value="0.05" units="cm"/>
      <inkml:brushProperty name="color" value="#E71224"/>
    </inkml:brush>
  </inkml:definitions>
  <inkml:trace contextRef="#ctx0" brushRef="#br0">16284 7731 5535 0 0,'0'-4'10304'0'0,"-4"-1"-8544"0"0,-2-5 1248 0 0,-4 0-2208 0 0,-4 2 288 0 0,1 6-1024 0 0,-3 3-32 0 0,-2 7-32 0 0,2 5 64 0 0,-5 4-32 0 0,-3 5-32 0 0,-6 2-32 0 0,-1 1 64 0 0,-1-4-32 0 0,2-1-32 0 0,1 1 32 0 0,2-4-32 0 0,1 3 96 0 0,5 4-96 0 0,10 0-32 0 0,12-2 32 0 0,9-2 192 0 0,7-4-128 0 0,10-5 160 0 0,3-3-128 0 0,2-1 96 0 0,-1 0-64 0 0,3-1 32 0 0,0-3-96 0 0,-2-1 160 0 0,-3-5-96 0 0,-5-6 192 0 0,-7-6 0 0 0,-11-9-192 0 0,-6-4-128 0 0,-8-2 32 0 0,-6 0 32 0 0,-9-3-32 0 0,-9-5-160 0 0,-8-3 32 0 0,-1 0 96 0 0,2 3-32 0 0,4 4 0 0 0,8 4 64 0 0,8 11-416 0 0,12 12 448 0 0,6 13 64 0 0,9 4-32 0 0,6 10 64 0 0,2 5-128 0 0,-3 2 32 0 0,1-3 64 0 0,2-1-32 0 0,-1-1 32 0 0,0 0 96 0 0,-2 1-160 0 0,-3 1 0 0 0,1-5 0 0 0,-2 4 256 0 0,-1 2-224 0 0,0-4-128 0 0,1 0 0 0 0,-3-13 544 0 0,-1-12-416 0 0,2-9-96 0 0,0-15 64 0 0,-1-7-64 0 0,2-15 0 0 0,1-2 0 0 0,2-1-64 0 0,-1 0-64 0 0,3-4-352 0 0,7-8-736 0 0,4-2-1760 0 0,3 2 288 0 0,4 8-13536 0 0,-2 14 16256 0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160"/>
    </inkml:context>
    <inkml:brush xml:id="br0">
      <inkml:brushProperty name="width" value="0.05" units="cm"/>
      <inkml:brushProperty name="height" value="0.05" units="cm"/>
      <inkml:brushProperty name="color" value="#E71224"/>
    </inkml:brush>
  </inkml:definitions>
  <inkml:trace contextRef="#ctx0" brushRef="#br0">11158 7619 5407 0 0,'0'-4'5792'0'0,"0"-6"-1664"0"0,0-5 288 0 0,-4 0-3552 0 0,-6 2 576 0 0,-5 4-1152 0 0,-4 3-96 0 0,1 7-32 0 0,-1 3-64 0 0,-1 1 0 0 0,-5 4-64 0 0,-4 4-32 0 0,0 1 64 0 0,-3 9 0 0 0,-2 6-96 0 0,2-2 32 0 0,6-2 64 0 0,0 4-128 0 0,-6 9-32 0 0,4 2 128 0 0,7 3-64 0 0,10-1-128 0 0,12-9 192 0 0,5-5-32 0 0,7-8 0 0 0,4-6 32 0 0,4-7 64 0 0,3-4 0 0 0,1-2-32 0 0,5-2 160 0 0,1-1-64 0 0,0 1 0 0 0,3-4 32 0 0,0-6 256 0 0,-2-5-224 0 0,-6-3 96 0 0,-8-4-192 0 0,-6-1-32 0 0,-6-6 64 0 0,-8-5-64 0 0,-8-1-32 0 0,-10-4 0 0 0,-7 2-96 0 0,3 3 0 0 0,-1 3 32 0 0,2 3 0 0 0,-10-7 0 0 0,-2 0 32 0 0,5 1-64 0 0,7 10-192 0 0,7 15 128 0 0,7 21 256 0 0,5 12-192 0 0,3 12 64 0 0,6 7-64 0 0,2 1 32 0 0,-1-2 0 0 0,4 0 64 0 0,0-3-64 0 0,-2 0 0 0 0,2 3-32 0 0,-1-2 0 0 0,-2 1 32 0 0,2-2 96 0 0,0-4-64 0 0,-2-3 32 0 0,2-2-32 0 0,0-11 320 0 0,2-21-160 0 0,-1-14-96 0 0,-2-13-32 0 0,3-46-192 0 0,-2-20 32 0 0,2-14-160 0 0,4-1 64 0 0,3 2-544 0 0,3 11-32 0 0,-2 14-384 0 0,-1 16-608 0 0,2 13-1120 0 0,-3 10-1888 0 0,-1 9-2944 0 0,-2 11 7712 0 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191"/>
    </inkml:context>
    <inkml:brush xml:id="br0">
      <inkml:brushProperty name="width" value="0.05" units="cm"/>
      <inkml:brushProperty name="height" value="0.05" units="cm"/>
      <inkml:brushProperty name="color" value="#E71224"/>
    </inkml:brush>
  </inkml:definitions>
  <inkml:trace contextRef="#ctx0" brushRef="#br0">17251 8207 5119 0 0,'-5'0'672'0'0,"-1"5"-320"0"0,-4 1 1440 0 0,-5-1 384 0 0,-4 0-672 0 0,1-6 384 0 0,-1-3-1504 0 0,3-5 288 0 0,4-6-384 0 0,4-4 320 0 0,4-8 32 0 0,-3-4-128 0 0,1-10-128 0 0,14-51 736 0 0,10-19-992 0 0,29-76 512 0 0,11-22-544 0 0,5 5-32 0 0,17-24 224 0 0,5 9-64 0 0,19-21 576 0 0,27-23-64 0 0,5 16-448 0 0,19-4 352 0 0,-4 23-512 0 0,-18 38 64 0 0,-18 32-64 0 0,6 4 128 0 0,-8 14-160 0 0,-10 23-64 0 0,-14 17 32 0 0,14-14 64 0 0,-2 3-96 0 0,-5 8 0 0 0,-14 12-32 0 0,1-1 32 0 0,-9 7-32 0 0,1 4-64 0 0,-9 7 32 0 0,3 3 96 0 0,-1 5 0 0 0,23-23 0 0 0,5 0-96 0 0,8-11 160 0 0,4-3-160 0 0,-11 12 64 0 0,-18 22-32 0 0,-23 18-64 0 0,-16 17 32 0 0,-10 15 96 0 0,-11 6-32 0 0,-4 6-7936 0 0,-4 3 7904 0 0</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192"/>
    </inkml:context>
    <inkml:brush xml:id="br0">
      <inkml:brushProperty name="width" value="0.05" units="cm"/>
      <inkml:brushProperty name="height" value="0.05" units="cm"/>
      <inkml:brushProperty name="color" value="#E71224"/>
    </inkml:brush>
  </inkml:definitions>
  <inkml:trace contextRef="#ctx0" brushRef="#br0">20738 2880 4511 0 0,'0'-5'11104'0'0,"4"-5"-9632"0"0,6-1-1184 0 0,6 0 256 0 0,1-1-288 0 0,5-3 416 0 0,17-5-160 0 0,7 3-480 0 0,-1 3-32 0 0,-3 4 0 0 0,1 5-64 0 0,-4 2 96 0 0,-3 2-32 0 0,5 1 32 0 0,5 5-32 0 0,-1 6 64 0 0,-4 6-32 0 0,-9 4 128 0 0,-10 7 288 0 0,-8 4-256 0 0,-12 5-96 0 0,-9 1 32 0 0,-10-2-32 0 0,-5-2 32 0 0,-8 10 224 0 0,-3 3-288 0 0,-1-3 0 0 0,-8 14-64 0 0,-1 1-192 0 0,2-4-352 0 0,4-8-480 0 0,-5 10-15328 0 0,4-4 16352 0 0</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193"/>
    </inkml:context>
    <inkml:brush xml:id="br0">
      <inkml:brushProperty name="width" value="0.05" units="cm"/>
      <inkml:brushProperty name="height" value="0.05" units="cm"/>
      <inkml:brushProperty name="color" value="#E71224"/>
    </inkml:brush>
  </inkml:definitions>
  <inkml:trace contextRef="#ctx0" brushRef="#br0">22022 1711 4927 0 0,'-4'0'896'0'0,"-7"0"-224"0"0,-5 0 10944 0 0,0-5-10944 0 0,7-5 2080 0 0,14-6-1536 0 0,11 0-960 0 0,6 2 96 0 0,5 4-192 0 0,2 4-64 0 0,0 3 64 0 0,5 1 160 0 0,0 2-320 0 0,4 5 128 0 0,4 1-96 0 0,-14 5-3744 0 0,-16 0 2912 0 0,-15 3 32 0 0,-20 8-2208 0 0,-10-1 2368 0 0,-5-2 96 0 0,5-1 0 0 0,-6 1-672 0 0,0-3 832 0 0,2 1-416 0 0,2 1 352 0 0,8 3-1024 0 0,8 2-256 0 0,12-4 1568 0 0,11-4 0 0 0,10-4 160 0 0,7-6 0 0 0,4-6 96 0 0,2-4-32 0 0,6-1 352 0 0,1-4-96 0 0,0 0-128 0 0,-2 1-96 0 0,-6-2-64 0 0,-3 1 0 0 0,-6 3-64 0 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194"/>
    </inkml:context>
    <inkml:brush xml:id="br0">
      <inkml:brushProperty name="width" value="0.05" units="cm"/>
      <inkml:brushProperty name="height" value="0.05" units="cm"/>
      <inkml:brushProperty name="color" value="#E71224"/>
    </inkml:brush>
  </inkml:definitions>
  <inkml:trace contextRef="#ctx0" brushRef="#br0">21898 1897 7711 0 0,'-4'5'1568'0'0,"-2"5"-320"0"0,-9 15 512 0 0,-5 7-1376 0 0,-1 3-288 0 0,4 0 160 0 0,1-2-160 0 0,2-1-32 0 0,5-3-32 0 0,11-6 160 0 0,11-2-160 0 0,7-4-32 0 0,5-6 0 0 0,3-5 96 0 0,0-3-32 0 0,5-2 64 0 0,6-1 32 0 0,0-5-32 0 0,3-2 608 0 0,-2 0-608 0 0,-7-3 64 0 0,-5 1 0 0 0,-7 10 1024 0 0,-12 5-1120 0 0,-16 15 128 0 0,-7 8-224 0 0,-19 17 0 0 0,-8 1 32 0 0,-6 1-864 0 0,0-7 288 0 0,9-16-8416 0 0,14-16 6496 0 0,17-14-608 0 0,9-6 3072 0 0</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195"/>
    </inkml:context>
    <inkml:brush xml:id="br0">
      <inkml:brushProperty name="width" value="0.05" units="cm"/>
      <inkml:brushProperty name="height" value="0.05" units="cm"/>
      <inkml:brushProperty name="color" value="#E71224"/>
    </inkml:brush>
  </inkml:definitions>
  <inkml:trace contextRef="#ctx0" brushRef="#br0">22773 1603 2463 0 0,'0'5'480'0'0,"0"5"2016"0"0,-4 6-1408 0 0,-7 0-576 0 0,-5 6 2080 0 0,-9 4-992 0 0,-4 2-896 0 0,-3 1 544 0 0,1-1-1024 0 0,9-4-64 0 0,14-7-128 0 0,12-6 0 0 0,9-5 0 0 0,13-3-64 0 0,10-3-64 0 0,7-5-64 0 0,2-2-32 0 0,-3-5-544 0 0,0 1-1184 0 0,-2-3 896 0 0,-3-4-3488 0 0,-5-2 2688 0 0,-2 1-672 0 0,-7 5 2496 0 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196"/>
    </inkml:context>
    <inkml:brush xml:id="br0">
      <inkml:brushProperty name="width" value="0.05" units="cm"/>
      <inkml:brushProperty name="height" value="0.05" units="cm"/>
      <inkml:brushProperty name="color" value="#E71224"/>
    </inkml:brush>
  </inkml:definitions>
  <inkml:trace contextRef="#ctx0" brushRef="#br0">23135 1662 1535 0 0,'0'4'4032'0'0,"-5"7"-3520"0"0,-1 5 288 0 0,1 4-256 0 0,-4 0-352 0 0,-5 4-32 0 0,-4-1-896 0 0,-8-1-3904 0 0,1-4 4640 0 0</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197"/>
    </inkml:context>
    <inkml:brush xml:id="br0">
      <inkml:brushProperty name="width" value="0.05" units="cm"/>
      <inkml:brushProperty name="height" value="0.05" units="cm"/>
      <inkml:brushProperty name="color" value="#E71224"/>
    </inkml:brush>
  </inkml:definitions>
  <inkml:trace contextRef="#ctx0" brushRef="#br0">22664 2132 5151 0 0,'-5'0'1824'0'0,"-5"0"-224"0"0,-1 5-480 0 0,5 1-768 0 0,8-1 352 0 0,9 0-448 0 0,7-2 224 0 0,4-1 128 0 0,3-1-480 0 0,2 0 64 0 0,1-1-32 0 0,-5 4 832 0 0,-10 1-736 0 0,-12 5-352 0 0,-11 1-32 0 0,-12 2-672 0 0,-7-1 672 0 0,-12 2-256 0 0,-4 4 320 0 0,2-2 32 0 0,9 0 128 0 0,13 3 1152 0 0,16-2-1120 0 0,12-4 96 0 0,10-4-32 0 0,2-9-96 0 0,2-3-64 0 0,2-6-32 0 0,2-2-64 0 0,-4-3-128 0 0,-1 1-128 0 0,-3-3-256 0 0,-1-6-3200 0 0,-3-9-832 0 0,1-3 3392 0 0,-2 3 1216 0 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198"/>
    </inkml:context>
    <inkml:brush xml:id="br0">
      <inkml:brushProperty name="width" value="0.05" units="cm"/>
      <inkml:brushProperty name="height" value="0.05" units="cm"/>
      <inkml:brushProperty name="color" value="#E71224"/>
    </inkml:brush>
  </inkml:definitions>
  <inkml:trace contextRef="#ctx0" brushRef="#br0">22797 1897 3487 0 0,'0'5'416'0'0,"0"5"416"0"0,-5 1-192 0 0,-1 4 1024 0 0,1 3-736 0 0,-4 3 832 0 0,0 3-960 0 0,-4 1 608 0 0,2 6-192 0 0,-3 6 256 0 0,-3-3-1120 0 0,-3-3-64 0 0,-7 7 640 0 0,1 1-704 0 0,0-2 0 0 0,1-2 0 0 0,0-3-32 0 0,-5 6 224 0 0,-2 2-256 0 0,0-2 224 0 0,-2 6 64 0 0,-2-5-416 0 0,7 1-32 0 0,8-3 32 0 0,11-8-96 0 0,13-8 32 0 0,10-12 0 0 0,15-13 128 0 0,9-5 32 0 0,6-5-192 0 0,5-1-96 0 0,3-2-1152 0 0,-3-3-1664 0 0,-5-2-6272 0 0,-5 3 5376 0 0,-9 4 3872 0 0</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199"/>
    </inkml:context>
    <inkml:brush xml:id="br0">
      <inkml:brushProperty name="width" value="0.05" units="cm"/>
      <inkml:brushProperty name="height" value="0.05" units="cm"/>
      <inkml:brushProperty name="color" value="#E71224"/>
    </inkml:brush>
  </inkml:definitions>
  <inkml:trace contextRef="#ctx0" brushRef="#br0">22766 2485 5919 0 0,'0'5'2048'0'0,"0"5"1216"0"0,0 6-2208 0 0,0 9 1056 0 0,5 9-1024 0 0,0 8-704 0 0,6 5-224 0 0,3-5-352 0 0,6-5-1728 0 0,2-5-3680 0 0,3-7-576 0 0,-3-9 6176 0 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00"/>
    </inkml:context>
    <inkml:brush xml:id="br0">
      <inkml:brushProperty name="width" value="0.05" units="cm"/>
      <inkml:brushProperty name="height" value="0.05" units="cm"/>
      <inkml:brushProperty name="color" value="#E71224"/>
    </inkml:brush>
  </inkml:definitions>
  <inkml:trace contextRef="#ctx0" brushRef="#br0">23854 1685 6879 0 0,'4'0'9888'0'0,"7"0"-7264"0"0,9 0-640 0 0,7 0-1664 0 0,6 0-32 0 0,4 0-128 0 0,3 0-224 0 0,-1 0-768 0 0,-1-4-1184 0 0,-9-6-5024 0 0,-8-6-2912 0 0,-8 0 9952 0 0</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01"/>
    </inkml:context>
    <inkml:brush xml:id="br0">
      <inkml:brushProperty name="width" value="0.05" units="cm"/>
      <inkml:brushProperty name="height" value="0.05" units="cm"/>
      <inkml:brushProperty name="color" value="#E71224"/>
    </inkml:brush>
  </inkml:definitions>
  <inkml:trace contextRef="#ctx0" brushRef="#br0">23782 1809 5951 0 0,'0'13'10528'0'0,"-4"9"-8576"0"0,-2 6-1152 0 0,-4 6 544 0 0,-1 2-416 0 0,2-1-672 0 0,-2 3 96 0 0,-3-1-160 0 0,0-2-192 0 0,2-2-320 0 0,4-12-2208 0 0,3-18 1408 0 0,12-19 192 0 0,12-19 320 0 0,9-9 512 0 0,-1-1 64 0 0,-1 3 128 0 0,0 4 64 0 0,0 3 320 0 0,4 9 1600 0 0,2 8-192 0 0,-1 7-1152 0 0,-4 15 96 0 0,-4 6-448 0 0,-5 6-288 0 0,-6 5 64 0 0,0 3-128 0 0,-2 2 32 0 0,-8 15-288 0 0,-8 4-256 0 0,-8 4-2336 0 0,-6-7 1536 0 0,-3-6-3776 0 0,-3-9 1120 0 0,-2-9 2016 0 0,5-3 128 0 0,1-5 480 0 0,0-3-2592 0 0,4-3 3904 0 0</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02"/>
    </inkml:context>
    <inkml:brush xml:id="br0">
      <inkml:brushProperty name="width" value="0.05" units="cm"/>
      <inkml:brushProperty name="height" value="0.05" units="cm"/>
      <inkml:brushProperty name="color" value="#E71224"/>
    </inkml:brush>
  </inkml:definitions>
  <inkml:trace contextRef="#ctx0" brushRef="#br0">23854 2042 4383 0 0,'4'-5'2304'0'0,"7"-1"1440"0"0,5 1-448 0 0,4 0 256 0 0,4 6-1760 0 0,-3 8-1376 0 0,0 1-288 0 0,-4 4-64 0 0,-4 4-768 0 0,-5 4-7584 0 0,-13-3 2112 0 0,-5-4 6176 0 0</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03"/>
    </inkml:context>
    <inkml:brush xml:id="br0">
      <inkml:brushProperty name="width" value="0.05" units="cm"/>
      <inkml:brushProperty name="height" value="0.05" units="cm"/>
      <inkml:brushProperty name="color" value="#E71224"/>
    </inkml:brush>
  </inkml:definitions>
  <inkml:trace contextRef="#ctx0" brushRef="#br0">23798 2162 4703 0 0,'4'0'2496'0'0,"6"0"1408"0"0,6 0-128 0 0,5 4-2176 0 0,3 2-160 0 0,-3 4-1312 0 0,-5 5 160 0 0,-9 4-512 0 0,-10-1-416 0 0,-10-3 160 0 0,-2-1-128 0 0,-12 3-2432 0 0,-6-2 2208 0 0,-10 1-1824 0 0,-3 2 1376 0 0,2-2 960 0 0,0 10-224 0 0,7 9 3424 0 0,15 3-2144 0 0,15 0 1120 0 0,13-7-768 0 0,11-4-608 0 0,15-7 768 0 0,6-6-1184 0 0,7-7 64 0 0,-6-7-224 0 0,1-23-5760 0 0,-7-11 3808 0 0,-5-14-1312 0 0,-7-3-64 0 0,-7 8 3424 0 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04"/>
    </inkml:context>
    <inkml:brush xml:id="br0">
      <inkml:brushProperty name="width" value="0.05" units="cm"/>
      <inkml:brushProperty name="height" value="0.05" units="cm"/>
      <inkml:brushProperty name="color" value="#E71224"/>
    </inkml:brush>
  </inkml:definitions>
  <inkml:trace contextRef="#ctx0" brushRef="#br0">23985 1515 6719 0 0,'0'4'13376'0'0,"-5"7"-12672"0"0,0 5 544 0 0,-6 9 256 0 0,-3 4-1120 0 0,-6 29 672 0 0,-2 14-960 0 0,-3 11-32 0 0,-1 15 64 0 0,-1-1-64 0 0,4-8 0 0 0,2-1-128 0 0,-4 11-800 0 0,-3-3 288 0 0,-1-8-192 0 0,0 16-6176 0 0,5-1-672 0 0,7-13 1184 0 0,5-22 6432 0 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05"/>
    </inkml:context>
    <inkml:brush xml:id="br0">
      <inkml:brushProperty name="width" value="0.05" units="cm"/>
      <inkml:brushProperty name="height" value="0.05" units="cm"/>
      <inkml:brushProperty name="color" value="#E71224"/>
    </inkml:brush>
  </inkml:definitions>
  <inkml:trace contextRef="#ctx0" brushRef="#br0">24501 1803 7487 0 0,'0'-5'4064'0'0,"4"-1"-1024"0"0,2-4-1152 0 0,4 0-1376 0 0,9 1 2208 0 0,6 2-2368 0 0,13 8 928 0 0,12 2-1120 0 0,2 6-192 0 0,-3-3-384 0 0,-5-3-2496 0 0,-11-6-2400 0 0,-10-7-6336 0 0,-9-2 11648 0 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06"/>
    </inkml:context>
    <inkml:brush xml:id="br0">
      <inkml:brushProperty name="width" value="0.05" units="cm"/>
      <inkml:brushProperty name="height" value="0.05" units="cm"/>
      <inkml:brushProperty name="color" value="#E71224"/>
    </inkml:brush>
  </inkml:definitions>
  <inkml:trace contextRef="#ctx0" brushRef="#br0">24571 1838 7487 0 0,'-5'0'4896'0'0,"-5"9"-2240"0"0,-1 7-1440 0 0,-9 15-608 0 0,1 6-544 0 0,-2 1-32 0 0,3-1-32 0 0,0-7 0 0 0,3-4-64 0 0,9-7-224 0 0,18-19 576 0 0,16-15 672 0 0,8-5-288 0 0,3 2 160 0 0,2-1 1024 0 0,0 2-640 0 0,-8 10-736 0 0,-4 5-224 0 0,-3 7 480 0 0,-7 8-544 0 0,-5 6 96 0 0,-10 4-320 0 0,-11 2-544 0 0,-7 2 224 0 0,-7-4-576 0 0,-9-1-1440 0 0,-2-5 352 0 0,-11-4-4064 0 0,-1-6 3520 0 0,6-7-1984 0 0,9-14 3296 0 0,15-3 1696 0 0,10-4 1440 0 0,9-3 3744 0 0,9 3-4864 0 0,6 5 2464 0 0,4 5-896 0 0,3 9-864 0 0,-3 9-928 0 0,-2 9-608 0 0,-9 4-3200 0 0,-11 1-3712 0 0,-10-5 3168 0 0,-8-4 1600 0 0,-6-5-704 0 0,0-3 2912 0 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07"/>
    </inkml:context>
    <inkml:brush xml:id="br0">
      <inkml:brushProperty name="width" value="0.05" units="cm"/>
      <inkml:brushProperty name="height" value="0.05" units="cm"/>
      <inkml:brushProperty name="color" value="#E71224"/>
    </inkml:brush>
  </inkml:definitions>
  <inkml:trace contextRef="#ctx0" brushRef="#br0">24412 2220 3135 0 0,'5'0'2176'0'0,"5"0"-224"0"0,2 5-832 0 0,2 1 1216 0 0,4-1 1664 0 0,4 0-1696 0 0,1 3-1568 0 0,3 0 160 0 0,-5 3-672 0 0,-9 4-1280 0 0,-11 0-736 0 0,-16-3-2016 0 0,-8-4 256 0 0,-6-2 1792 0 0,-15 1-2368 0 0,0 0 4128 0 0</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08"/>
    </inkml:context>
    <inkml:brush xml:id="br0">
      <inkml:brushProperty name="width" value="0.05" units="cm"/>
      <inkml:brushProperty name="height" value="0.05" units="cm"/>
      <inkml:brushProperty name="color" value="#E71224"/>
    </inkml:brush>
  </inkml:definitions>
  <inkml:trace contextRef="#ctx0" brushRef="#br0">24265 2379 3167 0 0,'5'0'800'0'0,"5"0"-352"0"0,6 0 1696 0 0,5 0-384 0 0,2 0 832 0 0,3 0-1824 0 0,1 0 1184 0 0,0 0-768 0 0,1 4-512 0 0,-1 2-288 0 0,0 0-480 0 0,-1-6-1024 0 0,1-7-768 0 0,-1-7-3552 0 0,0-6 3168 0 0,0 2 1568 0 0,-4-2 256 0 0,-2 3 192 0 0,0 0 32 0 0,2 2 160 0 0,1 1 96 0 0,1 1 448 0 0,-4 8 2592 0 0,-4 9 192 0 0,-11 9-1632 0 0,-5 6-32 0 0,-3 9 224 0 0,-5-1-1472 0 0,-2 5 256 0 0,-3 1-224 0 0,1-1-224 0 0,2-1-128 0 0,2-2-96 0 0,-5-1-384 0 0,-1-5 448 0 0</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09"/>
    </inkml:context>
    <inkml:brush xml:id="br0">
      <inkml:brushProperty name="width" value="0.05" units="cm"/>
      <inkml:brushProperty name="height" value="0.05" units="cm"/>
      <inkml:brushProperty name="color" value="#E71224"/>
    </inkml:brush>
  </inkml:definitions>
  <inkml:trace contextRef="#ctx0" brushRef="#br0">24895 1574 4767 0 0,'0'4'992'0'0,"-4"2"-544"0"0,-2 4 576 0 0,-4 14-448 0 0,-5 7-512 0 0,-9 21 192 0 0,0 5-224 0 0,4-2 64 0 0,1-6 64 0 0,-5 11 512 0 0,1 4-512 0 0,-4 5 32 0 0,2-6-128 0 0,-3 1-128 0 0,3-2-288 0 0,-3 1-1824 0 0,3-5 736 0 0,2 1-2976 0 0,4-10 4416 0 0</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10"/>
    </inkml:context>
    <inkml:brush xml:id="br0">
      <inkml:brushProperty name="width" value="0.05" units="cm"/>
      <inkml:brushProperty name="height" value="0.05" units="cm"/>
      <inkml:brushProperty name="color" value="#E71224"/>
    </inkml:brush>
  </inkml:definitions>
  <inkml:trace contextRef="#ctx0" brushRef="#br0">24280 2693 5151 0 0,'4'-5'4064'0'0,"6"-5"1600"0"0,6-1-4864 0 0,5 0-224 0 0,7 4 864 0 0,4 1-1024 0 0,0 3-320 0 0,0 2 64 0 0,-2 0-128 0 0,-5-3-32 0 0,-3-1 0 0 0,0-1-384 0 0,-5-2-544 0 0,0-5-3232 0 0,-3-5 2912 0 0,-4-4-768 0 0,-4-6-704 0 0,-7 1 1888 0 0,-8 5 1792 0 0,-3 11 64 0 0,-3 16 3296 0 0,1 11-3456 0 0,-2 9 704 0 0,2 7-64 0 0,-2 4-1152 0 0,3 0 32 0 0,-1-2 416 0 0,1-2-480 0 0,4-3-128 0 0,-2 0-96 0 0,-3-2 96 0 0,1-1-128 0 0,-2 0-256 0 0,-3-1 0 0 0,2 1-128 0 0,-10 4-1888 0 0,-1 2 928 0 0,1-5-224 0 0,-1-2-2080 0 0,-4-6-1440 0 0,-1-6 3264 0 0,0-5-576 0 0,5-4 2336 0 0</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11"/>
    </inkml:context>
    <inkml:brush xml:id="br0">
      <inkml:brushProperty name="width" value="0.05" units="cm"/>
      <inkml:brushProperty name="height" value="0.05" units="cm"/>
      <inkml:brushProperty name="color" value="#E71224"/>
    </inkml:brush>
  </inkml:definitions>
  <inkml:trace contextRef="#ctx0" brushRef="#br0">24060 3006 2815 0 0,'4'0'416'0'0,"6"0"2208"0"0,6-5-1344 0 0,5-1 0 0 0,3 1 0 0 0,6 0 768 0 0,3 2-1248 0 0,0 1-96 0 0,3 1 320 0 0,13-4-288 0 0,4-1-736 0 0,27-8-13984 0 0,0-2 13984 0 0</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12"/>
    </inkml:context>
    <inkml:brush xml:id="br0">
      <inkml:brushProperty name="width" value="0.05" units="cm"/>
      <inkml:brushProperty name="height" value="0.05" units="cm"/>
      <inkml:brushProperty name="color" value="#E71224"/>
    </inkml:brush>
  </inkml:definitions>
  <inkml:trace contextRef="#ctx0" brushRef="#br0">25995 1780 7071 0 0,'-5'4'11168'0'0,"-1"11"-10400"0"0,1 7-480 0 0,-4 17 576 0 0,-1 7-864 0 0,3 9-448 0 0,6-1-4480 0 0,7-9 3296 0 0,13-21-6592 0 0,2-20 7456 0 0,7-19-2368 0 0,-2-6 3136 0 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13"/>
    </inkml:context>
    <inkml:brush xml:id="br0">
      <inkml:brushProperty name="width" value="0.05" units="cm"/>
      <inkml:brushProperty name="height" value="0.05" units="cm"/>
      <inkml:brushProperty name="color" value="#E71224"/>
    </inkml:brush>
  </inkml:definitions>
  <inkml:trace contextRef="#ctx0" brushRef="#br0">26088 1924 1855 0 0,'0'-4'1536'0'0,"5"-2"-1248"0"0,1-4 4352 0 0,-10 12 5248 0 0,-3 12-9696 0 0,-19 24 512 0 0,-5 11-608 0 0,-14 28 416 0 0,-5 5-320 0 0,-7 7 320 0 0,-7 1-128 0 0,3-5-224 0 0,-15 9 384 0 0,1-7-480 0 0,5-9-64 0 0,9-14-448 0 0,15-22-640 0 0,16-22-416 0 0,17-24-896 0 0,20-20-224 0 0,13-10 1792 0 0,21-22-1984 0 0,8-6 2560 0 0,17-14 768 0 0,3 1-128 0 0,-6 9 64 0 0,-6 11 832 0 0,-7 11-928 0 0,-8 12 0 0 0,-7 12 608 0 0,-4 10 1024 0 0,-4 6 928 0 0,-1 8-1792 0 0,-2 4-608 0 0,1 4 480 0 0,0 1 96 0 0,0-2-800 0 0,-4 1-224 0 0,-2-1 96 0 0,2-2 0 0 0,-4 1-64 0 0,0 0-160 0 0,-12 1-2592 0 0,-11 5 928 0 0,-9-2-768 0 0,-6-2 992 0 0,-9 1-1856 0 0,-4-2 1632 0 0,-18-3-4032 0 0,-9 2 5344 0 0,2 4 480 0 0,14-1 6784 0 0,20-2-3872 0 0,23-4-640 0 0,17-2-1056 0 0,9-3-736 0 0,6-1 320 0 0,2-1-256 0 0,-5 5-384 0 0,3 4 224 0 0,0 2-416 0 0,-5 3-96 0 0,-11 0-672 0 0,-22 1-1472 0 0,-13-2 1248 0 0,-8-2 480 0 0,-3-4 64 0 0,-1-3 96 0 0,1-2 0 0 0,1-2 224 0 0,-3 0 64 0 0,9 4 3552 0 0,14 1-2016 0 0,16 0-544 0 0,13-1-480 0 0,7-1-192 0 0,9-1 416 0 0,7-1-224 0 0,1-1-256 0 0,-2 1 32 0 0,-4 3-160 0 0,-3 6 288 0 0,-7 6-128 0 0,-8 4-96 0 0,-8 4-96 0 0,-9 1 96 0 0,-9 7-32 0 0,-13 5-128 0 0,-7 6 64 0 0,-3-4 0 0 0,-10 9-96 0 0,-2 0-32 0 0,-11 11 128 0 0,3-1-96 0 0,-3-2-288 0 0,3-5 256 0 0,6-12-32 0 0,6-7-448 0 0,5-10-1280 0 0,9-13-64 0 0,4-21-2080 0 0,5-18 1664 0 0,11-26-2976 0 0,9-7 4448 0 0,14-11 32 0 0,8 2 1152 0 0,4 5 1216 0 0,-3 9-448 0 0,-2 10 1152 0 0,0 9 800 0 0,-5 7-2336 0 0,-6 13 3200 0 0,-9 18-3648 0 0,-15 19 96 0 0,-5 10-352 0 0,-10 10 96 0 0,0 3-32 0 0,0-2-32 0 0,-1 2-32 0 0,5-2-96 0 0,1-2 64 0 0,4-5-1440 0 0,9-6-896 0 0,6-12-352 0 0,7-14 192 0 0,8-6 1856 0 0,9-12-448 0 0,2-6 1184 0 0,0 0 352 0 0,-3 1-64 0 0,-2 3 640 0 0,1 1 192 0 0,1 4 800 0 0,1 4-1600 0 0,-3 9 320 0 0,-1 4 384 0 0,-3 11 96 0 0,-5 8-1088 0 0,-8 4 96 0 0,-5 3-128 0 0,-7-3 192 0 0,-6-11-672 0 0,0-12 192 0 0,-2-6-416 0 0,1-8-96 0 0,4-5 320 0 0,4-5-224 0 0,7-2 192 0 0,9 2 640 0 0,8 5 288 0 0,0 10 192 0 0,7 15 1344 0 0,-1 15 224 0 0,-3 8-1856 0 0,-6 3 352 0 0,-5 0-288 0 0,-4 0-64 0 0,-2-3-320 0 0,-6-6-832 0 0,-3-7 736 0 0</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14"/>
    </inkml:context>
    <inkml:brush xml:id="br0">
      <inkml:brushProperty name="width" value="0.05" units="cm"/>
      <inkml:brushProperty name="height" value="0.05" units="cm"/>
      <inkml:brushProperty name="color" value="#E71224"/>
    </inkml:brush>
  </inkml:definitions>
  <inkml:trace contextRef="#ctx0" brushRef="#br0">26847 2338 5983 0 0,'-5'0'96'0'0,"-5"0"-160"0"0,-6 0-3776 0 0,0 0 3840 0 0</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15"/>
    </inkml:context>
    <inkml:brush xml:id="br0">
      <inkml:brushProperty name="width" value="0.05" units="cm"/>
      <inkml:brushProperty name="height" value="0.05" units="cm"/>
      <inkml:brushProperty name="color" value="#E71224"/>
    </inkml:brush>
  </inkml:definitions>
  <inkml:trace contextRef="#ctx0" brushRef="#br0">27040 2120 6847 0 0,'-4'-4'1088'0'0,"-7"-11"1120"0"0,0-7 1216 0 0,1-4-960 0 0,2 7-704 0 0,3 10-1344 0 0,1 13 448 0 0,3 22 192 0 0,1 11-768 0 0,0 9 0 0 0,0 18 608 0 0,1 3-640 0 0,-1-1 0 0 0,0-3-32 0 0,1 6 128 0 0,-1 4-64 0 0,0-1-192 0 0,0 14 128 0 0,-5 9-192 0 0,0-1-32 0 0,-6 9-160 0 0,-4 0 0 0 0,-4-7 0 0 0,1-13-1344 0 0,4-23-8288 0 0,8-28 4768 0 0,5-27 224 0 0,4-15 4800 0 0</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16"/>
    </inkml:context>
    <inkml:brush xml:id="br0">
      <inkml:brushProperty name="width" value="0.05" units="cm"/>
      <inkml:brushProperty name="height" value="0.05" units="cm"/>
      <inkml:brushProperty name="color" value="#E71224"/>
    </inkml:brush>
  </inkml:definitions>
  <inkml:trace contextRef="#ctx0" brushRef="#br0">27429 2275 7359 0 0,'0'-4'928'0'0,"0"-7"-800"0"0,5 0 288 0 0,1 5 1248 0 0,-1 9 544 0 0,0 8-1632 0 0,2 24 1856 0 0,1 11-1952 0 0,-1 15 1376 0 0,-2 6-1472 0 0,-6 28 1248 0 0,-3 1-1504 0 0,-5 3 96 0 0,-2-11-192 0 0,-2-8-32 0 0,0-8 0 0 0,-2 6-64 0 0,2-6-64 0 0,-2-11-192 0 0,3-6-288 0 0,2-9-1856 0 0,-1-12-7200 0 0,1-12 9664 0 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17"/>
    </inkml:context>
    <inkml:brush xml:id="br0">
      <inkml:brushProperty name="width" value="0.05" units="cm"/>
      <inkml:brushProperty name="height" value="0.05" units="cm"/>
      <inkml:brushProperty name="color" value="#E71224"/>
    </inkml:brush>
  </inkml:definitions>
  <inkml:trace contextRef="#ctx0" brushRef="#br0">27088 2750 8383 0 0,'4'0'4160'0'0,"6"4"-2592"0"0,6 2-1088 0 0,14 4 544 0 0,5 1-864 0 0,7-3-32 0 0,4 3-128 0 0,8 0-96 0 0,0-3-128 0 0,-2 2-1440 0 0,5-1-5056 0 0,-3-1 4448 0 0,-7-3-1792 0 0,-11-2 4064 0 0</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18"/>
    </inkml:context>
    <inkml:brush xml:id="br0">
      <inkml:brushProperty name="width" value="0.05" units="cm"/>
      <inkml:brushProperty name="height" value="0.05" units="cm"/>
      <inkml:brushProperty name="color" value="#E71224"/>
    </inkml:brush>
  </inkml:definitions>
  <inkml:trace contextRef="#ctx0" brushRef="#br0">27938 2934 4127 0 0,'-4'-5'8864'0'0,"-2"-5"-6368"0"0,0-6 2752 0 0,6 0-3072 0 0,3-2-1504 0 0,5 2-384 0 0,10 4 256 0 0,7 4-480 0 0,7 8 160 0 0,4 4-128 0 0,-1 1 32 0 0,-1-1 0 0 0,-3 0-128 0 0,3-1-608 0 0,0-6-288 0 0,-6-6-3680 0 0,-7-7 2720 0 0,-4-4-2400 0 0,-8-4-2592 0 0,-6 2 6848 0 0</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19"/>
    </inkml:context>
    <inkml:brush xml:id="br0">
      <inkml:brushProperty name="width" value="0.05" units="cm"/>
      <inkml:brushProperty name="height" value="0.05" units="cm"/>
      <inkml:brushProperty name="color" value="#E71224"/>
    </inkml:brush>
  </inkml:definitions>
  <inkml:trace contextRef="#ctx0" brushRef="#br0">28189 2599 4767 0 0,'0'-4'9088'0'0,"0"-6"-2624"0"0,0 2-3296 0 0,-4 4-3456 0 0,-2 7-4960 0 0,-4 2 6944 0 0,-1-4-480 0 0,2 3-64 0 0,7 4 1184 0 0,-1 11-1920 0 0,1 5-352 0 0,-1 13 160 0 0,-3 5-224 0 0,0-1 64 0 0,-5 14 64 0 0,0 4-96 0 0,-2-1 224 0 0,1 4-320 0 0,2 1 96 0 0,3-7 0 0 0,7-13-128 0 0,13-18 192 0 0,12-13 64 0 0,12-8-256 0 0,8-6 64 0 0,5-2 96 0 0,-2 4-352 0 0,-3 2 96 0 0,-7 1-736 0 0,-3 0-1216 0 0,-5-1-2720 0 0,-7-5-9792 0 0,-7-2 14656 0 0</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20"/>
    </inkml:context>
    <inkml:brush xml:id="br0">
      <inkml:brushProperty name="width" value="0.05" units="cm"/>
      <inkml:brushProperty name="height" value="0.05" units="cm"/>
      <inkml:brushProperty name="color" value="#E71224"/>
    </inkml:brush>
  </inkml:definitions>
  <inkml:trace contextRef="#ctx0" brushRef="#br0">28705 2828 12511 0 0,'0'-4'2432'0'0,"4"-2"6656"0"0,11 0-8288 0 0,7 6-672 0 0,4 3 0 0 0,7 1 32 0 0,1-1-64 0 0,5 0-640 0 0,0-5-160 0 0,-2-16-2848 0 0,-8-14-1056 0 0,-8-5 1440 0 0,-9-2 1632 0 0,-5 2-1152 0 0,-9-2 0 0 0,-8 6 2400 0 0,-3 4-64 0 0,-3 7 640 0 0,-4 7 10464 0 0,2 11-9984 0 0,4 10 2272 0 0,4 9-2528 0 0,4 6 512 0 0,-2 4-32 0 0,1 7 256 0 0,-3 11 224 0 0,1 2-1024 0 0,1 4-288 0 0,-3 5 224 0 0,2-1-288 0 0,-3 8 192 0 0,1 2-224 0 0,2-4-64 0 0,2-9 0 0 0,8-8-32 0 0,7-6 32 0 0,8-6-672 0 0,4-7-416 0 0,4-12 288 0 0,11-22-5856 0 0,0-13 3712 0 0,-2-7-384 0 0,-2-2-2592 0 0,-2-1 1632 0 0,-5 6 4288 0 0</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21"/>
    </inkml:context>
    <inkml:brush xml:id="br0">
      <inkml:brushProperty name="width" value="0.05" units="cm"/>
      <inkml:brushProperty name="height" value="0.05" units="cm"/>
      <inkml:brushProperty name="color" value="#E71224"/>
    </inkml:brush>
  </inkml:definitions>
  <inkml:trace contextRef="#ctx0" brushRef="#br0">29555 2776 10111 0 0,'0'-4'6432'0'0,"-4"-2"-5088"0"0,-6 0 5280 0 0,-6 2-2560 0 0,0 10-3872 0 0,2 8-96 0 0,4 11 192 0 0,0 10 32 0 0,0 3-192 0 0,3 14 0 0 0,2 10-96 0 0,2 5 32 0 0,-2 16 160 0 0,-6 13-288 0 0,0-1 32 0 0,-8 13 32 0 0,-5 8 0 0 0,2-13-96 0 0,0-1-1408 0 0,4-13-224 0 0,10-23-3104 0 0,5-26-832 0 0,4-24-1952 0 0,2-20 2208 0 0,-1-9 5408 0 0</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22"/>
    </inkml:context>
    <inkml:brush xml:id="br0">
      <inkml:brushProperty name="width" value="0.05" units="cm"/>
      <inkml:brushProperty name="height" value="0.05" units="cm"/>
      <inkml:brushProperty name="color" value="#E71224"/>
    </inkml:brush>
  </inkml:definitions>
  <inkml:trace contextRef="#ctx0" brushRef="#br0">29517 2894 6271 0 0,'4'-5'1920'0'0,"7"-1"736"0"0,5 1 4288 0 0,4 0-3456 0 0,4 2-2368 0 0,-3 5-128 0 0,0 3-32 0 0,-4 5-192 0 0,-4 5-480 0 0,-5 4 192 0 0,-4 4-288 0 0,-7 2-96 0 0,-7 1-64 0 0,-6 6-192 0 0,-10-4-192 0 0,-9-1-1952 0 0,-3-5-416 0 0,4-3 736 0 0,1-4-10592 0 0,4 0 7680 0 0,8-3 4896 0 0</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23"/>
    </inkml:context>
    <inkml:brush xml:id="br0">
      <inkml:brushProperty name="width" value="0.05" units="cm"/>
      <inkml:brushProperty name="height" value="0.05" units="cm"/>
      <inkml:brushProperty name="color" value="#E71224"/>
    </inkml:brush>
  </inkml:definitions>
  <inkml:trace contextRef="#ctx0" brushRef="#br0">30793 2259 9407 0 0,'0'-9'6144'0'0,"0"-7"-3616"0"0,4-6 192 0 0,2-3 1056 0 0,-5-2-1120 0 0,-6 4-2176 0 0,-8 5-512 0 0,-6 7 0 0 0,-3 4 192 0 0,-4 4-128 0 0,-1 2 64 0 0,0 6-96 0 0,-14 11-64 0 0,-4 2 96 0 0,1-1-32 0 0,4 1-64 0 0,4 1 0 0 0,3-2 96 0 0,4 0-32 0 0,6 2 0 0 0,7 2-64 0 0,2 2-96 0 0,4 6 128 0 0,7-2 32 0 0,9-1-96 0 0,8-1 32 0 0,6 0 64 0 0,13-4 96 0 0,0-1-32 0 0,0-4-64 0 0,-1-5 0 0 0,15 4 224 0 0,0 5-160 0 0,2 7 288 0 0,-5 4-256 0 0,-8 1 128 0 0,-11 0-64 0 0,-10-2 64 0 0,-7-1-64 0 0,-14 12 384 0 0,-10 4-512 0 0,-8-2 96 0 0,-7 1-128 0 0,-4-7-64 0 0,-4 0 0 0 0,-1-8 64 0 0,3-8-32 0 0,3-7 0 0 0,7-3-64 0 0,4-2-96 0 0,1-3-256 0 0,0-2 128 0 0,9-3-7456 0 0,5-5 4640 0 0,10-6 1184 0 0,12-11-4864 0 0,10-2 4640 0 0,3-1 512 0 0,3-1-2112 0 0,-4 4 3776 0 0</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24"/>
    </inkml:context>
    <inkml:brush xml:id="br0">
      <inkml:brushProperty name="width" value="0.05" units="cm"/>
      <inkml:brushProperty name="height" value="0.05" units="cm"/>
      <inkml:brushProperty name="color" value="#E71224"/>
    </inkml:brush>
  </inkml:definitions>
  <inkml:trace contextRef="#ctx0" brushRef="#br0">30821 2730 3903 0 0,'5'5'10304'0'0,"5"5"-6880"0"0,6 6 320 0 0,5 5-2752 0 0,7 2 2112 0 0,3 3-2400 0 0,2-4-512 0 0,3-5 608 0 0,1-5-672 0 0,-3-6 96 0 0,-1-3-192 0 0,-3-2 0 0 0,-2-1 0 0 0,-1-6 64 0 0,0-1 32 0 0,-6-4-128 0 0,-1 0-32 0 0,-4-7 32 0 0,-6-10-64 0 0,-3-4 0 0 0,-4-1 32 0 0,-1 0 32 0 0,-2 2 64 0 0,-6 6-96 0 0,-5 3 0 0 0,-1 0 32 0 0,-4 5 32 0 0,-2 4-128 0 0,-4 5 0 0 0,-6 17-96 0 0,1 12 192 0 0,1 10 256 0 0,1 6-192 0 0,4-1-160 0 0,1 0 160 0 0,5-3-64 0 0,4-3 0 0 0,4-1 0 0 0,-1-2 64 0 0,1 0-160 0 0,6-1 0 0 0,7-5 192 0 0,8-6-352 0 0,5-5 128 0 0,5-9 96 0 0,1-9-64 0 0,3-4-96 0 0,-1-3-96 0 0,-4-4 192 0 0,-1-4 0 0 0,-1-6-96 0 0,1 2 160 0 0,-3 1 0 0 0,-1 0-64 0 0,-3 0 0 0 0,-4 1 64 0 0,-4-1 32 0 0,1 0-32 0 0,0 0-32 0 0,2 0 192 0 0,0 9-96 0 0,-2 12 64 0 0,-2 10-32 0 0,-3 10 288 0 0,-1 11-128 0 0,-1 10 128 0 0,-1 3-224 0 0,0 0-32 0 0,-1 1 32 0 0,1-1-160 0 0,-1-2 0 0 0,1-4 96 0 0,0 1 160 0 0,0 0-192 0 0,0-1 0 0 0,0-11 1344 0 0,4-19-832 0 0,2-13-384 0 0,4-15-32 0 0,1-6 0 0 0,-2-4-96 0 0,2 0-32 0 0,-1 2-32 0 0,7-7 96 0 0,14-5-896 0 0,1 0 384 0 0,0 8-2624 0 0,-1 10-11936 0 0,-5 10 15008 0 0</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25"/>
    </inkml:context>
    <inkml:brush xml:id="br0">
      <inkml:brushProperty name="width" value="0.05" units="cm"/>
      <inkml:brushProperty name="height" value="0.05" units="cm"/>
      <inkml:brushProperty name="color" value="#E71224"/>
    </inkml:brush>
  </inkml:definitions>
  <inkml:trace contextRef="#ctx0" brushRef="#br0">32114 2650 2239 0 0,'0'-4'3456'0'0,"0"-6"-2304"0"0,0-6 896 0 0,0-5 928 0 0,0-3-768 0 0,4 12-1504 0 0,2 12-512 0 0,0 15 192 0 0,-2 9-192 0 0,-1 18 320 0 0,-1 7-384 0 0,-5 26 512 0 0,-2 5-480 0 0,-5 6 320 0 0,-1-7-192 0 0,6-16-128 0 0,9-24 288 0 0,16-32-224 0 0,10-22-160 0 0,22-34 0 0 0,6-14-96 0 0,-2 0-32 0 0,3-3-352 0 0,-5 9 128 0 0,-6 11-1344 0 0,-12 17-10848 0 0,-12 14 12480 0 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26"/>
    </inkml:context>
    <inkml:brush xml:id="br0">
      <inkml:brushProperty name="width" value="0.05" units="cm"/>
      <inkml:brushProperty name="height" value="0.05" units="cm"/>
      <inkml:brushProperty name="color" value="#E71224"/>
    </inkml:brush>
  </inkml:definitions>
  <inkml:trace contextRef="#ctx0" brushRef="#br0">32553 2976 10047 0 0,'5'-4'10400'0'0,"5"-2"-9728"0"0,11 0 1248 0 0,10 2-1216 0 0,4 1-576 0 0,1 1-96 0 0,-2-4 256 0 0,-1-5-256 0 0,-7-9 32 0 0,-8-6-32 0 0,-7-8-160 0 0,-9-2 160 0 0,-10 1-64 0 0,-8 1-32 0 0,-6 7 64 0 0,-8 8-384 0 0,-3 11-128 0 0,-1 17 288 0 0,6 10 160 0 0,-1 25-32 0 0,-1 18 64 0 0,6 3 64 0 0,6-5 0 0 0,10-9 0 0 0,12-8 160 0 0,10-11-32 0 0,6-12-192 0 0,9-17 224 0 0,4-10-224 0 0,-4-8 32 0 0,-2-1-96 0 0,3-8-128 0 0,14-16-1376 0 0,0-7 864 0 0,-3 1-1024 0 0,-9 4-1312 0 0,-5 8 2080 0 0,-8 15 1280 0 0,-10 15 1280 0 0,-8 13-1120 0 0,-4 9 800 0 0,-1 6-832 0 0,-4 3 0 0 0,-1 2 416 0 0,0 0-32 0 0,3 0-416 0 0,2 8 1280 0 0,-3 2-1248 0 0,0-1-64 0 0,-3 16 480 0 0,0 2-768 0 0,-3 1 128 0 0,5-14 384 0 0,4-18-512 0 0,12-27-64 0 0,9-27 128 0 0,1-12-64 0 0,7-13 96 0 0,3-11-64 0 0,2-2-64 0 0,0 5 0 0 0,4-10 192 0 0,0 5-288 0 0,-5 7 96 0 0,1 7-736 0 0,0 11-736 0 0,-1 18-13856 0 0,-5 12 15296 0 0</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27"/>
    </inkml:context>
    <inkml:brush xml:id="br0">
      <inkml:brushProperty name="width" value="0.05" units="cm"/>
      <inkml:brushProperty name="height" value="0.05" units="cm"/>
      <inkml:brushProperty name="color" value="#E71224"/>
    </inkml:brush>
  </inkml:definitions>
  <inkml:trace contextRef="#ctx0" brushRef="#br0">33859 2262 5151 0 0,'-5'-4'896'0'0,"-1"-6"544"0"0,1-6 3072 0 0,0-5-2336 0 0,2-3 160 0 0,1-2-224 0 0,-4 4 864 0 0,0 10-1952 0 0,5 15-224 0 0,2 12-512 0 0,2 13 192 0 0,0 10-288 0 0,-1 7 0 0 0,-4 6-128 0 0,-8 20 0 0 0,-5 16 0 0 0,-5 2-32 0 0,-8 17 96 0 0,-9 8-288 0 0,3-6 32 0 0,-11 14-704 0 0,3-10 320 0 0,3-23-192 0 0,8-23-256 0 0,6-22-3552 0 0,7-23-6816 0 0,6-20 6752 0 0,5-10 4576 0 0</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28"/>
    </inkml:context>
    <inkml:brush xml:id="br0">
      <inkml:brushProperty name="width" value="0.05" units="cm"/>
      <inkml:brushProperty name="height" value="0.05" units="cm"/>
      <inkml:brushProperty name="color" value="#E71224"/>
    </inkml:brush>
  </inkml:definitions>
  <inkml:trace contextRef="#ctx0" brushRef="#br0">33963 3012 5695 0 0,'4'0'15296'0'0,"6"0"-13536"0"0,6 4-928 0 0,5 2-512 0 0,11 0 512 0 0,6-2-800 0 0,0-1 96 0 0,3-1 96 0 0,-6-5-160 0 0,0-11 288 0 0,-5-8-192 0 0,-9-5 96 0 0,-7-1 32 0 0,-6-1-224 0 0,-5 0 256 0 0,-7 0-224 0 0,-7 6 0 0 0,-11-3 64 0 0,-6 4-160 0 0,-16 5-128 0 0,-5 5 128 0 0,-8 14-160 0 0,7 11 160 0 0,10 8 0 0 0,9 5 32 0 0,10 2-64 0 0,7 5 64 0 0,7 2 0 0 0,4 3 32 0 0,8 5-192 0 0,2-1 128 0 0,5-3 64 0 0,5-4-64 0 0,3-3-32 0 0,4-7-32 0 0,1-9 64 0 0,6-5-416 0 0,2-11-64 0 0,0-4-256 0 0,-2-6-512 0 0,-5-6 384 0 0,-4-1-128 0 0,0-1-5376 0 0,0-2-8288 0 0,-3 2 14656 0 0</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29"/>
    </inkml:context>
    <inkml:brush xml:id="br0">
      <inkml:brushProperty name="width" value="0.05" units="cm"/>
      <inkml:brushProperty name="height" value="0.05" units="cm"/>
      <inkml:brushProperty name="color" value="#E71224"/>
    </inkml:brush>
  </inkml:definitions>
  <inkml:trace contextRef="#ctx0" brushRef="#br0">34672 2941 8671 0 0,'0'-4'7584'0'0,"5"-2"-2496"0"0,5-4-1536 0 0,6-1-3200 0 0,9-2-192 0 0,5 1-96 0 0,1 2-128 0 0,5 3-352 0 0,0 2-768 0 0,4-6-11296 0 0,-6-6 10944 0 0,-8-9-3872 0 0,-9-5 5024 0 0,-12-1-32 0 0,-6 1 256 0 0,-3 0 160 0 0,-2 2 2144 0 0,2 0-896 0 0,-4 7 6528 0 0,-1 10-1696 0 0,-3 12-3776 0 0,1 11-1824 0 0,-2 7-64 0 0,-4 15 1184 0 0,-3 5-1248 0 0,-3 15 608 0 0,-2 7-768 0 0,4-3-32 0 0,5-6 64 0 0,-4 19 640 0 0,2 3-640 0 0,-1 1-64 0 0,4 7-128 0 0,-1-7 0 0 0,2-6 32 0 0,9-16-32 0 0,4-11-64 0 0,7-13 0 0 0,8-11 64 0 0,5-9 32 0 0,4-10-64 0 0,7-9-128 0 0,2-7 96 0 0,1-5-416 0 0,0-8-896 0 0,-3-2 224 0 0,-1-5-6016 0 0,-6-1 2432 0 0,-2-2-7040 0 0,-4 6 11744 0 0</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30"/>
    </inkml:context>
    <inkml:brush xml:id="br0">
      <inkml:brushProperty name="width" value="0.05" units="cm"/>
      <inkml:brushProperty name="height" value="0.05" units="cm"/>
      <inkml:brushProperty name="color" value="#E71224"/>
    </inkml:brush>
  </inkml:definitions>
  <inkml:trace contextRef="#ctx0" brushRef="#br0">35113 3220 8319 0 0,'5'0'448'0'0,"1"0"-448"0"0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31"/>
    </inkml:context>
    <inkml:brush xml:id="br0">
      <inkml:brushProperty name="width" value="0.05" units="cm"/>
      <inkml:brushProperty name="height" value="0.05" units="cm"/>
      <inkml:brushProperty name="color" value="#E71224"/>
    </inkml:brush>
  </inkml:definitions>
  <inkml:trace contextRef="#ctx0" brushRef="#br0">35729 2943 7231 0 0,'0'-5'1440'0'0,"-5"0"-864"0"0,-1-6 1440 0 0,1-3 1920 0 0,5-1-2976 0 0,7-2 608 0 0,11 2-1152 0 0,12 4-384 0 0,5 3 0 0 0,5 8-32 0 0,14 9 32 0 0,2 6-64 0 0,19 6-1120 0 0,9-6-5216 0 0,-5-9 864 0 0,-16-6 5504 0 0</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32"/>
    </inkml:context>
    <inkml:brush xml:id="br0">
      <inkml:brushProperty name="width" value="0.05" units="cm"/>
      <inkml:brushProperty name="height" value="0.05" units="cm"/>
      <inkml:brushProperty name="color" value="#E71224"/>
    </inkml:brush>
  </inkml:definitions>
  <inkml:trace contextRef="#ctx0" brushRef="#br0">36116 2514 2975 0 0,'0'5'2848'0'0,"0"5"672"0"0,5 2 992 0 0,1 2-3520 0 0,-1 5 1600 0 0,0 2-992 0 0,-2 16 1536 0 0,-1 6-2656 0 0,-5 9 288 0 0,-3 4-288 0 0,1 2-224 0 0,0-4-128 0 0,-3 1 32 0 0,0-4-160 0 0,-4 3 0 0 0,1 1 0 0 0,-6 23 160 0 0,-6 6-224 0 0,2-7-32 0 0,-1-11 0 0 0,0-8-576 0 0,3-10 160 0 0,1-9-2368 0 0,3-15-10944 0 0,4-16 7936 0 0,4-9 5888 0 0</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33"/>
    </inkml:context>
    <inkml:brush xml:id="br0">
      <inkml:brushProperty name="width" value="0.05" units="cm"/>
      <inkml:brushProperty name="height" value="0.05" units="cm"/>
      <inkml:brushProperty name="color" value="#E71224"/>
    </inkml:brush>
  </inkml:definitions>
  <inkml:trace contextRef="#ctx0" brushRef="#br0">36053 3126 4319 0 0,'0'-4'4960'0'0,"0"-7"-192"0"0,0-5 256 0 0,0 5 3008 0 0,0 8-7936 0 0,-5 9 160 0 0,-14 17-32 0 0,-17 9-256 0 0,-13 8 64 0 0,-9 6-160 0 0,-6 0-64 0 0,-30 0-2656 0 0,-9-2 1600 0 0,8-9-352 0 0,17-11-448 0 0,12-5-7680 0 0,18-5 9728 0 0</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34"/>
    </inkml:context>
    <inkml:brush xml:id="br0">
      <inkml:brushProperty name="width" value="0.05" units="cm"/>
      <inkml:brushProperty name="height" value="0.05" units="cm"/>
      <inkml:brushProperty name="color" value="#E71224"/>
    </inkml:brush>
  </inkml:definitions>
  <inkml:trace contextRef="#ctx0" brushRef="#br0">36730 2981 8735 0 0,'9'0'8576'0'0,"7"-4"-6592"0"0,6-2-352 0 0,3 0-1152 0 0,20 2 1024 0 0,6 1-1344 0 0,0 1 0 0 0,-5 1-32 0 0,-2 0 96 0 0,-3 1-192 0 0,-4 0-32 0 0,0 5-224 0 0,-2 1 0 0 0,-2-4-4256 0 0,-2-4-4928 0 0,-7 0 9408 0 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35"/>
    </inkml:context>
    <inkml:brush xml:id="br0">
      <inkml:brushProperty name="width" value="0.05" units="cm"/>
      <inkml:brushProperty name="height" value="0.05" units="cm"/>
      <inkml:brushProperty name="color" value="#E71224"/>
    </inkml:brush>
  </inkml:definitions>
  <inkml:trace contextRef="#ctx0" brushRef="#br0">36748 3073 7551 0 0,'0'4'4608'0'0,"0"7"-480"0"0,-5 5-3744 0 0,0 13 128 0 0,-6 2-480 0 0,1 0 64 0 0,-3-5-32 0 0,0-2-64 0 0,8-6-128 0 0,13-6 320 0 0,14-5 0 0 0,7-3-64 0 0,9-3 416 0 0,1-1-416 0 0,4 3 96 0 0,-6 7 192 0 0,-14 0-352 0 0,-10 4 32 0 0,-12-1 0 0 0,-11-2-32 0 0,-8 1 96 0 0,-6-2-128 0 0,-6-2 64 0 0,-4-2-64 0 0,-1-3 96 0 0,3-2-64 0 0,1 0 0 0 0,6-6-64 0 0,3-1 0 0 0,5-5 64 0 0,10 0-256 0 0,10 7 256 0 0,15 3-32 0 0,7 2-96 0 0,5 5 32 0 0,1 3-32 0 0,0-2 64 0 0,0-1-96 0 0,-2-2 64 0 0,-1-2-480 0 0,3 4-672 0 0,2 0-416 0 0,-2 0-448 0 0,4-11-1696 0 0,0-12 1664 0 0,-1-9 1760 0 0,-7-4 320 0 0,-8-1 1856 0 0,-6 0-1024 0 0,-3 5-32 0 0,-1 12 9440 0 0,-3 12-9760 0 0,-7 11 960 0 0,-4 9-1056 0 0,0 6 192 0 0,1 7 256 0 0,-4 7-288 0 0,-1 2-320 0 0,2-1-96 0 0,-7 5 192 0 0,-2 1-224 0 0,3-4 0 0 0,-10 18 32 0 0,-2 4-192 0 0,-4 0-640 0 0,-3-7 320 0 0,0-12-3200 0 0,6-19-2048 0 0,20-26-5056 0 0,16-18 5952 0 0,6-6 4736 0 0</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36"/>
    </inkml:context>
    <inkml:brush xml:id="br0">
      <inkml:brushProperty name="width" value="0.05" units="cm"/>
      <inkml:brushProperty name="height" value="0.05" units="cm"/>
      <inkml:brushProperty name="color" value="#E71224"/>
    </inkml:brush>
  </inkml:definitions>
  <inkml:trace contextRef="#ctx0" brushRef="#br0">38414 2896 10495 0 0,'0'-5'3936'0'0,"-4"4"3328"0"0,-2 6-7040 0 0,-4 6-128 0 0,-1 6 0 0 0,3 5-32 0 0,-3 3 0 0 0,0 10 96 0 0,-1 4-192 0 0,-4 9-128 0 0,1 0-128 0 0,-1-3-256 0 0,1-5-352 0 0,4 4-9472 0 0,0-1 1760 0 0,1-8 8608 0 0</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37"/>
    </inkml:context>
    <inkml:brush xml:id="br0">
      <inkml:brushProperty name="width" value="0.05" units="cm"/>
      <inkml:brushProperty name="height" value="0.05" units="cm"/>
      <inkml:brushProperty name="color" value="#E71224"/>
    </inkml:brush>
  </inkml:definitions>
  <inkml:trace contextRef="#ctx0" brushRef="#br0">38024 3579 8447 0 0,'0'-4'4320'0'0,"4"-7"-896"0"0,7-5-2464 0 0,5 0-192 0 0,0-1-128 0 0,1-4-128 0 0,4-1-96 0 0,-4-2-96 0 0,2-1-96 0 0,18-19 160 0 0,4-6-416 0 0,-2 5 0 0 0,3 2-160 0 0,-2 3-1088 0 0,-4 5 352 0 0,-3 3-2944 0 0,-2 3 960 0 0,-8 2-256 0 0,-2 5 1728 0 0,-5 2-704 0 0,-1 5 1472 0 0,-3 0 0 0 0,1 3 608 0 0,-1-1 64 0 0,1-8 1312 0 0,3 1-704 0 0,-1 7 9024 0 0,-4 11-9024 0 0,-3 10 0 0 0,-3 8-64 0 0,-7 6 864 0 0,-2 4-992 0 0,-2 1 0 0 0,-4 1 448 0 0,0 5-160 0 0,-2 0-384 0 0,-5 18 800 0 0,2 4-1120 0 0,-2 7-160 0 0,2 0-480 0 0,0-9-160 0 0,1-9-480 0 0,4-9-576 0 0,-1-5-5728 0 0,2-7 7584 0 0</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38"/>
    </inkml:context>
    <inkml:brush xml:id="br0">
      <inkml:brushProperty name="width" value="0.05" units="cm"/>
      <inkml:brushProperty name="height" value="0.05" units="cm"/>
      <inkml:brushProperty name="color" value="#E71224"/>
    </inkml:brush>
  </inkml:definitions>
  <inkml:trace contextRef="#ctx0" brushRef="#br0">38758 3308 5343 0 0,'-4'0'7776'0'0,"2"0"-6144"0"0,2 5-1664 0 0,6 5-384 0 0,6 6-3360 0 0,5 5-2944 0 0,0-2 6720 0 0</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39"/>
    </inkml:context>
    <inkml:brush xml:id="br0">
      <inkml:brushProperty name="width" value="0.05" units="cm"/>
      <inkml:brushProperty name="height" value="0.05" units="cm"/>
      <inkml:brushProperty name="color" value="#E71224"/>
    </inkml:brush>
  </inkml:definitions>
  <inkml:trace contextRef="#ctx0" brushRef="#br0">39463 3044 7583 0 0,'-4'0'6880'0'0,"-7"4"-6080"0"0,-5 6-640 0 0,-4 6-64 0 0,-4 5-96 0 0,-2 3 32 0 0,-1 1 0 0 0,-9 7 96 0 0,-3 1-192 0 0,1 4-192 0 0,2-4 96 0 0,-2 2-288 0 0,7-2 160 0 0,-2-1-512 0 0,1 2-1280 0 0,2 1-960 0 0,5-3 1120 0 0,12-5-768 0 0,12-8 2400 0 0,12-7 1568 0 0,7-10 256 0 0,6-6 448 0 0,7-1 1856 0 0,-2-5-3072 0 0,9-1 1120 0 0,1 2-800 0 0,-2 2 544 0 0,-1 7-1088 0 0,-4 4 224 0 0,-2 0-544 0 0,-2 5 128 0 0,-1 0-64 0 0,-1 4-288 0 0,-10-1-19584 0 0,-6-3 19584 0 0</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40"/>
    </inkml:context>
    <inkml:brush xml:id="br0">
      <inkml:brushProperty name="width" value="0.05" units="cm"/>
      <inkml:brushProperty name="height" value="0.05" units="cm"/>
      <inkml:brushProperty name="color" value="#E71224"/>
    </inkml:brush>
  </inkml:definitions>
  <inkml:trace contextRef="#ctx0" brushRef="#br0">39405 3543 8607 0 0,'5'14'11296'0'0,"5"26"-9952"0"0,2 24-3584 0 0,-2 6-128 0 0,-2-5-1600 0 0,-7-9-288 0 0,-4-9-2240 0 0,-1-13 6496 0 0</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41"/>
    </inkml:context>
    <inkml:brush xml:id="br0">
      <inkml:brushProperty name="width" value="0.05" units="cm"/>
      <inkml:brushProperty name="height" value="0.05" units="cm"/>
      <inkml:brushProperty name="color" value="#E71224"/>
    </inkml:brush>
  </inkml:definitions>
  <inkml:trace contextRef="#ctx0" brushRef="#br0">25604 4808 6303 0 0,'-5'0'3424'0'0,"-5"0"5184"0"0,-6 0-6944 0 0,-4 4-672 0 0,-4 6-672 0 0,-2 6 32 0 0,-1 0-160 0 0,0 2-160 0 0,0-2 64 0 0,4 0-64 0 0,-2-2 128 0 0,2 1-160 0 0,2 2 32 0 0,8 3 0 0 0,11-2 64 0 0,10-4-32 0 0,8-5-32 0 0,20-3 128 0 0,7-8-192 0 0,6-7 64 0 0,-1-3-32 0 0,-5-3 0 0 0,0-9 64 0 0,-3 1-32 0 0,-9-1 0 0 0,-9-1 64 0 0,-9 0 0 0 0,-6 8-192 0 0,-4 12 96 0 0,-3 15 32 0 0,-6 11 0 0 0,-2 6-32 0 0,-8 12 32 0 0,-2 3-32 0 0,-6 4 64 0 0,0-1-64 0 0,5-5 32 0 0,1-4 0 0 0,-1-3 32 0 0,-2 0 0 0 0,-1 5-64 0 0,-2-1 0 0 0,-1-1-32 0 0,-1-3 32 0 0,-4 2 128 0 0,-3 0-64 0 0,1-3 0 0 0,1-1-32 0 0,-7 7 0 0 0,-7 6-32 0 0,1 0 32 0 0,-2-3 96 0 0,3-9-32 0 0,8-14 192 0 0,11-14-320 0 0,9-13 0 0 0,7-9 64 0 0,10-6 0 0 0,4-3 0 0 0,5-2-32 0 0,2 0-32 0 0,2 1 32 0 0,8-5 0 0 0,13-5 32 0 0,5 0 0 0 0,4-3 32 0 0,13-8 32 0 0,1 5-64 0 0,3 0-128 0 0,-4 8 0 0 0,-8 11-128 0 0,-7 9-1280 0 0,-8 7-1024 0 0,-4 9-1760 0 0,-3 6-3072 0 0,-3 5 5088 0 0,-4 2 2272 0 0</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42"/>
    </inkml:context>
    <inkml:brush xml:id="br0">
      <inkml:brushProperty name="width" value="0.05" units="cm"/>
      <inkml:brushProperty name="height" value="0.05" units="cm"/>
      <inkml:brushProperty name="color" value="#E71224"/>
    </inkml:brush>
  </inkml:definitions>
  <inkml:trace contextRef="#ctx0" brushRef="#br0">26016 5186 5759 0 0,'0'-5'1952'0'0,"0"-5"2176"0"0,4-2-2752 0 0,7-2 1248 0 0,5-4 128 0 0,4-4-1120 0 0,4 3-992 0 0,2 4-352 0 0,-4 1-192 0 0,-1-3 160 0 0,1-2-96 0 0,-4-3-96 0 0,-5-1 96 0 0,-9-2-160 0 0,-9 3-64 0 0,-9 11-96 0 0,-6 11 160 0 0,-5 14 0 0 0,-1 5 0 0 0,-2 8 0 0 0,-4 13 32 0 0,-2 4-32 0 0,1-1 0 0 0,1 1 32 0 0,7-2 0 0 0,7-5-64 0 0,6-3 32 0 0,6-3-32 0 0,17-8 64 0 0,11-11-128 0 0,7-8-32 0 0,2-9-576 0 0,0-4-256 0 0,-4-5-544 0 0,1-8-9024 0 0,1-6 8352 0 0,-5 3 2176 0 0</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43"/>
    </inkml:context>
    <inkml:brush xml:id="br0">
      <inkml:brushProperty name="width" value="0.05" units="cm"/>
      <inkml:brushProperty name="height" value="0.05" units="cm"/>
      <inkml:brushProperty name="color" value="#E71224"/>
    </inkml:brush>
  </inkml:definitions>
  <inkml:trace contextRef="#ctx0" brushRef="#br0">26470 4943 10911 0 0,'0'-5'2880'0'0,"5"-5"1568"0"0,5-6-3200 0 0,11 0-576 0 0,5 2-480 0 0,3 5-160 0 0,2 7 128 0 0,3 9 32 0 0,1 3-256 0 0,-1 0-384 0 0,-2 2-480 0 0,-2 0-3200 0 0,-1-7-2656 0 0,-6-9 4928 0 0,-7-8-480 0 0,-6-6 1408 0 0,-5-5-1888 0 0,-3 2 2816 0 0</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44"/>
    </inkml:context>
    <inkml:brush xml:id="br0">
      <inkml:brushProperty name="width" value="0.05" units="cm"/>
      <inkml:brushProperty name="height" value="0.05" units="cm"/>
      <inkml:brushProperty name="color" value="#E71224"/>
    </inkml:brush>
  </inkml:definitions>
  <inkml:trace contextRef="#ctx0" brushRef="#br0">26803 4654 1791 0 0,'0'-9'1856'0'0,"0"-7"7072"0"0,-4-1-7680 0 0,-2 6 3712 0 0,-4 11-4224 0 0,-5 13 192 0 0,0 9-512 0 0,3 6-224 0 0,-1 1 128 0 0,1 6 0 0 0,-1 1 96 0 0,1-1-192 0 0,-1 2 192 0 0,1 4 320 0 0,3-1-576 0 0,2 11 448 0 0,3 1-576 0 0,7-4 192 0 0,7-10-128 0 0,15-7 0 0 0,8-9-96 0 0,2-8 32 0 0,5-11-64 0 0,4-5-544 0 0,-1-8-128 0 0,1-6-12224 0 0,-6-5 3840 0 0,-11 1 9088 0 0</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45"/>
    </inkml:context>
    <inkml:brush xml:id="br0">
      <inkml:brushProperty name="width" value="0.05" units="cm"/>
      <inkml:brushProperty name="height" value="0.05" units="cm"/>
      <inkml:brushProperty name="color" value="#E71224"/>
    </inkml:brush>
  </inkml:definitions>
  <inkml:trace contextRef="#ctx0" brushRef="#br0">26764 5100 11807 0 0,'5'0'5056'0'0,"5"-4"-13152"0"0,2-2 8096 0 0</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46"/>
    </inkml:context>
    <inkml:brush xml:id="br0">
      <inkml:brushProperty name="width" value="0.05" units="cm"/>
      <inkml:brushProperty name="height" value="0.05" units="cm"/>
      <inkml:brushProperty name="color" value="#E71224"/>
    </inkml:brush>
  </inkml:definitions>
  <inkml:trace contextRef="#ctx0" brushRef="#br0">28088 4359 4063 0 0,'-5'-4'1728'0'0,"0"-7"-1152"0"0,-1-5 3296 0 0,-3 0-2016 0 0,-5 7-1280 0 0,-4 5-480 0 0,1 8-32 0 0,-1 3 96 0 0,-2 5 32 0 0,-2 5-128 0 0,-2 8 128 0 0,3 4-192 0 0,1 2 96 0 0,4 1-64 0 0,5-2-32 0 0,8-5 0 0 0,9-8 32 0 0,9-6-32 0 0,5-5-32 0 0,9-3 128 0 0,3-3-96 0 0,6-1-64 0 0,1-5 0 0 0,-3-5-352 0 0,-6-11-1216 0 0,-5-5-4192 0 0,-6-3 3488 0 0,-6 4 2336 0 0</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47"/>
    </inkml:context>
    <inkml:brush xml:id="br0">
      <inkml:brushProperty name="width" value="0.05" units="cm"/>
      <inkml:brushProperty name="height" value="0.05" units="cm"/>
      <inkml:brushProperty name="color" value="#E71224"/>
    </inkml:brush>
  </inkml:definitions>
  <inkml:trace contextRef="#ctx0" brushRef="#br0">28230 4455 1727 0 0,'0'4'16576'0'0,"0"7"-14752"0"0,0 5-1280 0 0,0 8-352 0 0,0 6-320 0 0,0 2 32 0 0,-13 3-19616 0 0,-5-3 19712 0 0</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48"/>
    </inkml:context>
    <inkml:brush xml:id="br0">
      <inkml:brushProperty name="width" value="0.05" units="cm"/>
      <inkml:brushProperty name="height" value="0.05" units="cm"/>
      <inkml:brushProperty name="color" value="#E71224"/>
    </inkml:brush>
  </inkml:definitions>
  <inkml:trace contextRef="#ctx0" brushRef="#br0">27779 4894 5183 0 0,'0'-4'2336'0'0,"-4"-2"4864"0"0,-6 5-3360 0 0,-2 7-3168 0 0,-3 6-384 0 0,2 7 64 0 0,-3-1-288 0 0,3 1-64 0 0,3 3 96 0 0,-2-4-64 0 0,6-4 1664 0 0,9-5-1344 0 0,8-3-256 0 0,15-4 224 0 0,9-1-288 0 0,-3 3-32 0 0,2 1 0 0 0,1 0 0 0 0,-2 3 32 0 0,-2 1-128 0 0,-2-2-416 0 0,-6-6-19744 0 0,-6-4 20256 0 0</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49"/>
    </inkml:context>
    <inkml:brush xml:id="br0">
      <inkml:brushProperty name="width" value="0.05" units="cm"/>
      <inkml:brushProperty name="height" value="0.05" units="cm"/>
      <inkml:brushProperty name="color" value="#E71224"/>
    </inkml:brush>
  </inkml:definitions>
  <inkml:trace contextRef="#ctx0" brushRef="#br0">27999 4925 4511 0 0,'0'5'5632'0'0,"0"5"-1728"0"0,0 6-1920 0 0,4 4-576 0 0,2 4-1088 0 0,4-2-160 0 0,1 3-96 0 0,2 2-256 0 0,0 2-1760 0 0,-3-5 1952 0 0</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50"/>
    </inkml:context>
    <inkml:brush xml:id="br0">
      <inkml:brushProperty name="width" value="0.05" units="cm"/>
      <inkml:brushProperty name="height" value="0.05" units="cm"/>
      <inkml:brushProperty name="color" value="#E71224"/>
    </inkml:brush>
  </inkml:definitions>
  <inkml:trace contextRef="#ctx0" brushRef="#br0">28395 4808 5631 0 0,'0'4'4768'0'0,"-4"2"-1120"0"0,-6 0-1312 0 0,-2 2-2080 0 0,-3 2 448 0 0,2 2-576 0 0,-3 4 96 0 0,-2-1-320 0 0,2 2 64 0 0,4 2-96 0 0,7-3 192 0 0,6 2-64 0 0,7-3 0 0 0,6-4 0 0 0,5-4-192 0 0,0-8-128 0 0,5-3-1184 0 0,3-1-1984 0 0,-3-4 0 0 0,-1-1 1696 0 0,-5-3-832 0 0,0 1-512 0 0,-4 2 3136 0 0</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51"/>
    </inkml:context>
    <inkml:brush xml:id="br0">
      <inkml:brushProperty name="width" value="0.05" units="cm"/>
      <inkml:brushProperty name="height" value="0.05" units="cm"/>
      <inkml:brushProperty name="color" value="#E71224"/>
    </inkml:brush>
  </inkml:definitions>
  <inkml:trace contextRef="#ctx0" brushRef="#br0">28558 4866 5599 0 0,'0'5'6336'0'0,"0"5"-1984"0"0,0 6-3136 0 0,0 5-800 0 0,0 2-320 0 0,0 8 128 0 0,0 6-288 0 0,4 10-6880 0 0,2 3 1536 0 0,0-9 5408 0 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52"/>
    </inkml:context>
    <inkml:brush xml:id="br0">
      <inkml:brushProperty name="width" value="0.05" units="cm"/>
      <inkml:brushProperty name="height" value="0.05" units="cm"/>
      <inkml:brushProperty name="color" value="#E71224"/>
    </inkml:brush>
  </inkml:definitions>
  <inkml:trace contextRef="#ctx0" brushRef="#br0">28230 5129 9631 0 0,'-5'-5'3200'0'0,"-5"0"1888"0"0,-6-1-4704 0 0,-4 6-256 0 0,-4 7-64 0 0,-6 11-160 0 0,1 8-32 0 0,2-2-128 0 0,1 5-1504 0 0,0-3-128 0 0,5-1 640 0 0,2-1-7360 0 0,3-4 8608 0 0</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53"/>
    </inkml:context>
    <inkml:brush xml:id="br0">
      <inkml:brushProperty name="width" value="0.05" units="cm"/>
      <inkml:brushProperty name="height" value="0.05" units="cm"/>
      <inkml:brushProperty name="color" value="#E71224"/>
    </inkml:brush>
  </inkml:definitions>
  <inkml:trace contextRef="#ctx0" brushRef="#br0">28028 5330 3391 0 0,'5'0'704'0'0,"10"-4"2240"0"0,7-2-1984 0 0,4 0 1184 0 0,6-3 1024 0 0,3 0-2304 0 0,0 1 1280 0 0,-2 3-1632 0 0,-2 1 352 0 0,-2 2-96 0 0,7 6 160 0 0,3 6-640 0 0,-2 2-224 0 0,-2 3-64 0 0,-11-1-14528 0 0,-11-8 10016 0 0,-7-4 4512 0 0</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54"/>
    </inkml:context>
    <inkml:brush xml:id="br0">
      <inkml:brushProperty name="width" value="0.05" units="cm"/>
      <inkml:brushProperty name="height" value="0.05" units="cm"/>
      <inkml:brushProperty name="color" value="#E71224"/>
    </inkml:brush>
  </inkml:definitions>
  <inkml:trace contextRef="#ctx0" brushRef="#br0">28100 5484 6463 0 0,'-4'0'13088'0'0,"-6"0"-10240"0"0,-6 0-2688 0 0,0 4-96 0 0,-2 2-32 0 0,-2 4 0 0 0,-3 5-32 0 0,-1 4-352 0 0,-1-1-160 0 0,-10 6-2880 0 0,-3-2 1792 0 0,0 0-1792 0 0,2 0-1024 0 0,8 2 480 0 0,8 1-640 0 0,7-4 4576 0 0</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55"/>
    </inkml:context>
    <inkml:brush xml:id="br0">
      <inkml:brushProperty name="width" value="0.05" units="cm"/>
      <inkml:brushProperty name="height" value="0.05" units="cm"/>
      <inkml:brushProperty name="color" value="#E71224"/>
    </inkml:brush>
  </inkml:definitions>
  <inkml:trace contextRef="#ctx0" brushRef="#br0">28075 5689 3935 0 0,'4'-5'5888'0'0,"2"4"-1600"0"0,4 1-3264 0 0,0 6-704 0 0,-5 1 96 0 0,-4 4-96 0 0,-3 5-224 0 0,-4-1 0 0 0,-7 2 128 0 0,-9 3-640 0 0,-6-3-192 0 0,-2-4-1440 0 0,8-4-10752 0 0,8-3 12800 0 0</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56"/>
    </inkml:context>
    <inkml:brush xml:id="br0">
      <inkml:brushProperty name="width" value="0.05" units="cm"/>
      <inkml:brushProperty name="height" value="0.05" units="cm"/>
      <inkml:brushProperty name="color" value="#E71224"/>
    </inkml:brush>
  </inkml:definitions>
  <inkml:trace contextRef="#ctx0" brushRef="#br0">28157 5748 2943 0 0,'4'0'480'0'0,"7"0"-128"0"0,5 0 2048 0 0,0 5 96 0 0,2 1 128 0 0,2-1-224 0 0,-2 4 5056 0 0,-9 0-6976 0 0,-6 3-448 0 0,-7 0 32 0 0,-9 2 0 0 0,-5-2 0 0 0,-5 2 32 0 0,-2-1-128 0 0,2 1-32 0 0,1 3 0 0 0,0 3-384 0 0,-1 2 0 0 0,-5 12-11392 0 0,2 3 8576 0 0,5 1-1440 0 0,7-7 4704 0 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57"/>
    </inkml:context>
    <inkml:brush xml:id="br0">
      <inkml:brushProperty name="width" value="0.05" units="cm"/>
      <inkml:brushProperty name="height" value="0.05" units="cm"/>
      <inkml:brushProperty name="color" value="#E71224"/>
    </inkml:brush>
  </inkml:definitions>
  <inkml:trace contextRef="#ctx0" brushRef="#br0">29497 4804 8159 0 0,'-5'0'2400'0'0,"-1"-5"3008"0"0,5-5 352 0 0,7-2-5344 0 0,16 6 1152 0 0,8 9-1376 0 0,8 3 0 0 0,7 10-32 0 0,0 2-128 0 0,-3-2-64 0 0,-5 1-128 0 0,-8 2-2048 0 0,-14-3-8640 0 0,-17-3 4512 0 0,-14-4 4928 0 0,-9-4-928 0 0,1-3 2336 0 0</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58"/>
    </inkml:context>
    <inkml:brush xml:id="br0">
      <inkml:brushProperty name="width" value="0.05" units="cm"/>
      <inkml:brushProperty name="height" value="0.05" units="cm"/>
      <inkml:brushProperty name="color" value="#E71224"/>
    </inkml:brush>
  </inkml:definitions>
  <inkml:trace contextRef="#ctx0" brushRef="#br0">29477 4955 2719 0 0,'5'0'1600'0'0,"10"0"7200"0"0,7 0-7648 0 0,-1 4-384 0 0,2 2 288 0 0,-4 4-896 0 0,-5 5-192 0 0,-10 4-1216 0 0,-45 21-5824 0 0,-20 4 6848 0 0,-4-1-512 0 0,9-3 736 0 0,14-5 1504 0 0,18-8-864 0 0,23-8 2592 0 0,16-8-2720 0 0,22-1 1344 0 0,11-2-1440 0 0,4-3-32 0 0,0-6-352 0 0,-6-8-704 0 0,-11-6-32 0 0,-6-24-8736 0 0,-8-9 8192 0 0,-8 0-1920 0 0,-6 7 3168 0 0</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59"/>
    </inkml:context>
    <inkml:brush xml:id="br0">
      <inkml:brushProperty name="width" value="0.05" units="cm"/>
      <inkml:brushProperty name="height" value="0.05" units="cm"/>
      <inkml:brushProperty name="color" value="#E71224"/>
    </inkml:brush>
  </inkml:definitions>
  <inkml:trace contextRef="#ctx0" brushRef="#br0">29695 4689 4479 0 0,'-4'0'1664'0'0,"-2"-4"4320"0"0,0 2 2336 0 0,1 7-8224 0 0,2 6 160 0 0,-3 7-128 0 0,-1 3-64 0 0,-4 13 32 0 0,1 4-96 0 0,1 1-32 0 0,-2-3 64 0 0,1-2-32 0 0,-6 11 64 0 0,-6 1-96 0 0,1 7 32 0 0,-4 13-32 0 0,2 2 32 0 0,-5 23 64 0 0,4 8-32 0 0,0-4 64 0 0,5-14-128 0 0,5-15 0 0 0,10-20 0 0 0,6-13 32 0 0,6-12 64 0 0,3-14 224 0 0,3-8 32 0 0,-1-9 192 0 0,3-2-288 0 0,-3-4-64 0 0,2 2 32 0 0,-2-3-32 0 0,2 3 32 0 0,-3-2-128 0 0,15-6 96 0 0,8-4-160 0 0,6-2 0 0 0,1 4-64 0 0,-7 1-32 0 0,-5 5-256 0 0,-3 0-640 0 0,-6 0-1728 0 0,-2-2-6496 0 0,-5-2 576 0 0,-4 3 8640 0 0</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60"/>
    </inkml:context>
    <inkml:brush xml:id="br0">
      <inkml:brushProperty name="width" value="0.05" units="cm"/>
      <inkml:brushProperty name="height" value="0.05" units="cm"/>
      <inkml:brushProperty name="color" value="#E71224"/>
    </inkml:brush>
  </inkml:definitions>
  <inkml:trace contextRef="#ctx0" brushRef="#br0">30268 4835 4831 0 0,'0'-4'4224'0'0,"-4"-2"6400"0"0,-2 5-10592 0 0,-4 2 0 0 0,-1 6 0 0 0,-2 2-32 0 0,0 3 32 0 0,-1 0-32 0 0,-3 2 64 0 0,-4 4-64 0 0,-1 2-32 0 0,-3 3 32 0 0,-1 2 0 0 0,0-3 0 0 0,4-2-64 0 0,1-3-96 0 0,9-5-448 0 0,10-5 480 0 0,11-3 128 0 0,8-7 96 0 0,10-3-32 0 0,5 0 32 0 0,5 1 640 0 0,2 0-576 0 0,-2 3 448 0 0,-3 0-160 0 0,-2 1-224 0 0,2 6 256 0 0,-1 1-288 0 0,-1 0 32 0 0,-1-2-32 0 0,-2 0 32 0 0,-11-2 544 0 0,-7 4-704 0 0,-11 4 0 0 0,-9 6 0 0 0,-9 5 0 0 0,-4 7-32 0 0,-4 3-32 0 0,-1 1 0 0 0,-6 5 32 0 0,3-1-32 0 0,3-6-64 0 0,-4 1 64 0 0,-9 13-96 0 0,-3 3 64 0 0,-16 16-768 0 0,-2 2 448 0 0,0-1-3520 0 0,6-8 1824 0 0,12-17-13088 0 0,14-15 15136 0 0</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61"/>
    </inkml:context>
    <inkml:brush xml:id="br0">
      <inkml:brushProperty name="width" value="0.05" units="cm"/>
      <inkml:brushProperty name="height" value="0.05" units="cm"/>
      <inkml:brushProperty name="color" value="#E71224"/>
    </inkml:brush>
  </inkml:definitions>
  <inkml:trace contextRef="#ctx0" brushRef="#br0">30116 5219 6879 0 0,'0'5'4928'0'0,"0"5"-1472"0"0,0 6-160 0 0,4 4-1824 0 0,6 4-768 0 0,11 6 1216 0 0,1 8-1344 0 0,1 0-32 0 0,11 18 928 0 0,8 15-960 0 0,1 6-352 0 0,16 34 64 0 0,2 6-288 0 0,-5-7-128 0 0,-7-13-160 0 0,-4-11-4928 0 0,-4-19 448 0 0,-5-17-704 0 0,-5-16-2048 0 0,-6-15 7584 0 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62"/>
    </inkml:context>
    <inkml:brush xml:id="br0">
      <inkml:brushProperty name="width" value="0.05" units="cm"/>
      <inkml:brushProperty name="height" value="0.05" units="cm"/>
      <inkml:brushProperty name="color" value="#E71224"/>
    </inkml:brush>
  </inkml:definitions>
  <inkml:trace contextRef="#ctx0" brushRef="#br0">16090 1980 2975 0 0,'-4'0'4096'0'0,"-2"-4"-1888"0"0,-4-2 928 0 0,-1-4-32 0 0,-2-1-2592 0 0,-4 2 2208 0 0,1 7-1952 0 0,-1 8-128 0 0,-6 12-448 0 0,0 8-192 0 0,0 3 64 0 0,3 1 64 0 0,2 1-64 0 0,3-1 0 0 0,0 3-96 0 0,2 0 64 0 0,4 9-64 0 0,7 1-160 0 0,9-2 32 0 0,8-9 32 0 0,5-4-96 0 0,4-8 128 0 0,3-7-96 0 0,0-10 0 0 0,1-10 160 0 0,-5-13 192 0 0,-6-11-64 0 0,-6-10 160 0 0,-5-3 0 0 0,-3-1-32 0 0,-2 1 32 0 0,-2-1 160 0 0,-5 8-384 0 0,-1 6-32 0 0,0 3 64 0 0,7 11 128 0 0,6 13-32 0 0,3 12-160 0 0,0 8 96 0 0,3 7 128 0 0,-1 3-224 0 0,3 7 0 0 0,-2 1 64 0 0,2 5-32 0 0,-1-1 32 0 0,1-6-96 0 0,-2-4 0 0 0,-2-12-9120 0 0,-4-8 9152 0 0</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63"/>
    </inkml:context>
    <inkml:brush xml:id="br0">
      <inkml:brushProperty name="width" value="0.05" units="cm"/>
      <inkml:brushProperty name="height" value="0.05" units="cm"/>
      <inkml:brushProperty name="color" value="#E71224"/>
    </inkml:brush>
  </inkml:definitions>
  <inkml:trace contextRef="#ctx0" brushRef="#br0">15845 2612 4383 0 0,'-5'0'1728'0'0,"-10"-5"32"0"0,-6 0-384 0 0,-14-10 4064 0 0,-6-6-3680 0 0,-3-8-256 0 0,0-4-1280 0 0,3-10 96 0 0,10-6-128 0 0,9 1-32 0 0,8-1 0 0 0,7 4-32 0 0,5-4 96 0 0,2-2-96 0 0,6 3 0 0 0,6-13 288 0 0,6-5-320 0 0,-1 1 0 0 0,2 6 32 0 0,6-9 32 0 0,8-2-96 0 0,-1 7-32 0 0,15 1-416 0 0,5 10 384 0 0,15 19 128 0 0,-3 20-128 0 0,-4 20-32 0 0,-4 19 128 0 0,-6 13 128 0 0,-7 4-160 0 0,-7 5 128 0 0,-5 11 96 0 0,-8 9-32 0 0,-7 2-128 0 0,-7-3 32 0 0,-5-2-96 0 0,-3-9-32 0 0,-2 3 128 0 0,-5-2-128 0 0,-1-8 0 0 0,-5-3 32 0 0,-8 5-160 0 0,-1-3 96 0 0,-11-5-128 0 0,-8-5 32 0 0,-2-9 96 0 0,1-9-64 0 0,0-9 32 0 0,-21-15 32 0 0,-8-10-128 0 0,-15-17-1536 0 0,-1-4-1088 0 0,13 1 256 0 0,16 1-4384 0 0,16 7 6880 0 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64"/>
    </inkml:context>
    <inkml:brush xml:id="br0">
      <inkml:brushProperty name="width" value="0.05" units="cm"/>
      <inkml:brushProperty name="height" value="0.05" units="cm"/>
      <inkml:brushProperty name="color" value="#E71224"/>
    </inkml:brush>
  </inkml:definitions>
  <inkml:trace contextRef="#ctx0" brushRef="#br0">16090 2454 5823 0 0,'-9'-4'-4448'0'0,"-3"-2"4448"0"0</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65"/>
    </inkml:context>
    <inkml:brush xml:id="br0">
      <inkml:brushProperty name="width" value="0.05" units="cm"/>
      <inkml:brushProperty name="height" value="0.05" units="cm"/>
      <inkml:brushProperty name="color" value="#E71224"/>
    </inkml:brush>
  </inkml:definitions>
  <inkml:trace contextRef="#ctx0" brushRef="#br0">16681 1655 4159 0 0,'4'0'11456'0'0,"6"0"-7712"0"0,15-9-1664 0 0,8-3-1824 0 0,2 1 192 0 0,8 2-128 0 0,3 3-256 0 0,5 2-32 0 0,-1 1-320 0 0,-4 3-736 0 0,-10 0 1024 0 0</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66"/>
    </inkml:context>
    <inkml:brush xml:id="br0">
      <inkml:brushProperty name="width" value="0.05" units="cm"/>
      <inkml:brushProperty name="height" value="0.05" units="cm"/>
      <inkml:brushProperty name="color" value="#E71224"/>
    </inkml:brush>
  </inkml:definitions>
  <inkml:trace contextRef="#ctx0" brushRef="#br0">16802 1662 7039 0 0,'-4'4'4960'0'0,"-2"11"2016"0"0,0 7-6208 0 0,-3 18 1664 0 0,0 10-1696 0 0,-3 11-32 0 0,1-1-608 0 0,1-7 0 0 0,-5 20 192 0 0,-1 1-256 0 0,-6 11-128 0 0,0-5 32 0 0,4-12-32 0 0,1-13-160 0 0,3-11-608 0 0,4-8-1696 0 0,8-12-12288 0 0,5-8 14848 0 0</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67"/>
    </inkml:context>
    <inkml:brush xml:id="br0">
      <inkml:brushProperty name="width" value="0.05" units="cm"/>
      <inkml:brushProperty name="height" value="0.05" units="cm"/>
      <inkml:brushProperty name="color" value="#E71224"/>
    </inkml:brush>
  </inkml:definitions>
  <inkml:trace contextRef="#ctx0" brushRef="#br0">16769 2283 5247 0 0,'0'-5'5600'0'0,"4"-5"1920"0"0,11-2-4256 0 0,7-2-2112 0 0,4 0-384 0 0,11-1 288 0 0,4-3-1024 0 0,8 2-96 0 0,-4-1 32 0 0,-6 2-128 0 0,-4 4-608 0 0,0 0-3392 0 0,-1-4 992 0 0,-2-3-11520 0 0,-6 2 14688 0 0</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68"/>
    </inkml:context>
    <inkml:brush xml:id="br0">
      <inkml:brushProperty name="width" value="0.05" units="cm"/>
      <inkml:brushProperty name="height" value="0.05" units="cm"/>
      <inkml:brushProperty name="color" value="#E71224"/>
    </inkml:brush>
  </inkml:definitions>
  <inkml:trace contextRef="#ctx0" brushRef="#br0">17728 2279 8319 0 0,'-5'0'2976'0'0,"0"5"2912"0"0,-1 5-5760 0 0,-3 6 64 0 0,0 5-128 0 0,1 2 64 0 0,3 3-96 0 0,1 1-32 0 0,-3 5-64 0 0,1 5-160 0 0,0 6-2304 0 0,1 0-960 0 0,-2-3-3168 0 0,0-8 6656 0 0</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69"/>
    </inkml:context>
    <inkml:brush xml:id="br0">
      <inkml:brushProperty name="width" value="0.05" units="cm"/>
      <inkml:brushProperty name="height" value="0.05" units="cm"/>
      <inkml:brushProperty name="color" value="#E71224"/>
    </inkml:brush>
  </inkml:definitions>
  <inkml:trace contextRef="#ctx0" brushRef="#br0">17736 1985 7903 0 0,'-5'0'5632'0'0,"-1"5"-3936"0"0,1 5-1504 0 0,0 6-192 0 0,2 5-6080 0 0,1 2 3424 0 0,1-1 2656 0 0</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70"/>
    </inkml:context>
    <inkml:brush xml:id="br0">
      <inkml:brushProperty name="width" value="0.05" units="cm"/>
      <inkml:brushProperty name="height" value="0.05" units="cm"/>
      <inkml:brushProperty name="color" value="#E71224"/>
    </inkml:brush>
  </inkml:definitions>
  <inkml:trace contextRef="#ctx0" brushRef="#br0">18105 1561 8255 0 0,'0'-5'1632'0'0,"0"-5"416"0"0,0-6-768 0 0,0-5 2624 0 0,0-7 352 0 0,0 5-672 0 0,5 20-2304 0 0,1 15-1152 0 0,-1 15 96 0 0,0 11-128 0 0,-2 8 64 0 0,-1 5-32 0 0,-1 16 32 0 0,-5 6-160 0 0,-2-1-32 0 0,1 1 32 0 0,-5 5-224 0 0,-4 8-352 0 0,-4 2 0 0 0,1-4-128 0 0,-1 18-4384 0 0,-3 1 2656 0 0,4-12-992 0 0,3-14-7840 0 0,5-19 11264 0 0</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71"/>
    </inkml:context>
    <inkml:brush xml:id="br0">
      <inkml:brushProperty name="width" value="0.05" units="cm"/>
      <inkml:brushProperty name="height" value="0.05" units="cm"/>
      <inkml:brushProperty name="color" value="#E71224"/>
    </inkml:brush>
  </inkml:definitions>
  <inkml:trace contextRef="#ctx0" brushRef="#br0">18588 2212 6399 0 0,'-5'0'3648'0'0,"-5"0"4512"0"0,-2-5-1344 0 0,6-1-5408 0 0,18 1-896 0 0,11 0-384 0 0,5 6-32 0 0,8 3 128 0 0,2 1-224 0 0,-2-1-96 0 0,-1-1-224 0 0,-3-1 32 0 0,-3 0-1504 0 0,-1-2-160 0 0,-6-4 544 0 0,-6-6-5696 0 0,-6-6 384 0 0,-5-5 64 0 0,-3 1 6656 0 0</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72"/>
    </inkml:context>
    <inkml:brush xml:id="br0">
      <inkml:brushProperty name="width" value="0.05" units="cm"/>
      <inkml:brushProperty name="height" value="0.05" units="cm"/>
      <inkml:brushProperty name="color" value="#E71224"/>
    </inkml:brush>
  </inkml:definitions>
  <inkml:trace contextRef="#ctx0" brushRef="#br0">18778 1868 5343 0 0,'0'4'6336'0'0,"0"6"-928"0"0,0 11-1536 0 0,-4 1-3008 0 0,-2 1-64 0 0,0 7 1376 0 0,-3 1-1824 0 0,0 5 448 0 0,-3 5-416 0 0,-4 18-192 0 0,1 4-160 0 0,3-6 32 0 0,-1-7-64 0 0,1 2-128 0 0,-1-1 128 0 0,2-3 0 0 0,2-1 64 0 0,3 0-288 0 0,7-4 0 0 0,7-8-64 0 0,8-11 64 0 0,4-5-384 0 0,5-10-288 0 0,1-7 320 0 0,1-7-192 0 0,1-9-1504 0 0,-1-5 512 0 0,5-4-4288 0 0,1-3 2080 0 0,-1-1-2368 0 0,-5 3 6336 0 0</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73"/>
    </inkml:context>
    <inkml:brush xml:id="br0">
      <inkml:brushProperty name="width" value="0.05" units="cm"/>
      <inkml:brushProperty name="height" value="0.05" units="cm"/>
      <inkml:brushProperty name="color" value="#E71224"/>
    </inkml:brush>
  </inkml:definitions>
  <inkml:trace contextRef="#ctx0" brushRef="#br0">19327 2546 7135 0 0,'0'-4'7168'0'0,"4"-2"-3744"0"0,11 0-2848 0 0,7 2-416 0 0,4 0-96 0 0,2 7 0 0 0,1 2-64 0 0,0 0 0 0 0,4-1 0 0 0,0 0 0 0 0,0-11-160 0 0,-6-8 160 0 0,-8-6-192 0 0,-7-4 0 0 0,-5-2-128 0 0,-9-1 192 0 0,-8 0-448 0 0,-7 5 256 0 0,-5 6 256 0 0,-3 1-448 0 0,2 9 352 0 0,1 9-128 0 0,5 9 320 0 0,4 7 32 0 0,1 14 576 0 0,1 5-448 0 0,0 2 192 0 0,0-2-192 0 0,3-3 128 0 0,2-2-96 0 0,3 2 128 0 0,1-1-96 0 0,2 0 320 0 0,0-3-288 0 0,0 3 224 0 0,1 1-320 0 0,-1-2-96 0 0,1-1 96 0 0,3-2-64 0 0,7-1-64 0 0,5-10-32 0 0,4-13-32 0 0,4-15-288 0 0,2-11 0 0 0,-4-6-192 0 0,0-4-1216 0 0,-1 0 384 0 0,-3-4-2688 0 0,0 4 1152 0 0,-3 3 96 0 0,-5 2 704 0 0,-3 5 2048 0 0</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74"/>
    </inkml:context>
    <inkml:brush xml:id="br0">
      <inkml:brushProperty name="width" value="0.05" units="cm"/>
      <inkml:brushProperty name="height" value="0.05" units="cm"/>
      <inkml:brushProperty name="color" value="#E71224"/>
    </inkml:brush>
  </inkml:definitions>
  <inkml:trace contextRef="#ctx0" brushRef="#br0">19938 2220 10815 0 0,'0'4'11712'0'0,"-5"6"-9760"0"0,-1 6-1376 0 0,1 5-384 0 0,0 3 64 0 0,2 6 96 0 0,1 3-224 0 0,1 8 32 0 0,0 7-32 0 0,1 0-32 0 0,1-5-64 0 0,-1-4-64 0 0,0 0-160 0 0,0-3 192 0 0,-4 2 192 0 0,-2-1-96 0 0,1-16-192 0 0,0-16 64 0 0,2-13 64 0 0,5-32 288 0 0,3-14-320 0 0,9-24 32 0 0,7-3 0 0 0,0 7 32 0 0,4 8-32 0 0,4 10-128 0 0,0 16 64 0 0,1 13-448 0 0,-1 12-1440 0 0,-6 13-384 0 0,-1 11-1440 0 0,-6 9-5888 0 0,-4 1 9632 0 0</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75"/>
    </inkml:context>
    <inkml:brush xml:id="br0">
      <inkml:brushProperty name="width" value="0.05" units="cm"/>
      <inkml:brushProperty name="height" value="0.05" units="cm"/>
      <inkml:brushProperty name="color" value="#E71224"/>
    </inkml:brush>
  </inkml:definitions>
  <inkml:trace contextRef="#ctx0" brushRef="#br0">20414 2190 12191 0 0,'0'-5'6528'0'0,"0"-1"-6528"0"0</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76"/>
    </inkml:context>
    <inkml:brush xml:id="br0">
      <inkml:brushProperty name="width" value="0.05" units="cm"/>
      <inkml:brushProperty name="height" value="0.05" units="cm"/>
      <inkml:brushProperty name="color" value="#E71224"/>
    </inkml:brush>
  </inkml:definitions>
  <inkml:trace contextRef="#ctx0" brushRef="#br0">11273 19210 5983 0 0,'-4'0'1760'0'0,"-2"-4"-384"0"0,-4-2-768 0 0,-5 0 6240 0 0,-4 2-4992 0 0,-4 9-992 0 0,-2 9-448 0 0,-1 16 288 0 0,-1 2-512 0 0,-9 18 64 0 0,2 5-256 0 0,-7 24 128 0 0,3 8-96 0 0,-4 24 64 0 0,4-1-64 0 0,4 6 32 0 0,9-12-96 0 0,12-19 0 0 0,17-6 32 0 0,13-12-32 0 0,12-9 0 0 0,6-10 128 0 0,1-12-64 0 0,-1-13 64 0 0,-2-6-32 0 0,2-6 64 0 0,9-4 0 0 0,1-9-64 0 0,-3-3-32 0 0,-3-6-32 0 0,4-9-96 0 0,13-24-960 0 0,-3-9 256 0 0,-7 0-416 0 0,-5-4-5888 0 0,-11 4 3968 0 0,-10 5-2208 0 0,-9 7 2656 0 0,-6 11 2688 0 0</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77"/>
    </inkml:context>
    <inkml:brush xml:id="br0">
      <inkml:brushProperty name="width" value="0.05" units="cm"/>
      <inkml:brushProperty name="height" value="0.05" units="cm"/>
      <inkml:brushProperty name="color" value="#E71224"/>
    </inkml:brush>
  </inkml:definitions>
  <inkml:trace contextRef="#ctx0" brushRef="#br0">11448 20003 5599 0 0,'0'-4'7840'0'0,"4"-2"160"0"0,7 0-7136 0 0,9 1 96 0 0,6 2-704 0 0,17 1 640 0 0,5 1-800 0 0,4 1 96 0 0,1 0 0 0 0,-4 0-96 0 0,-5 0-32 0 0,-2 0 128 0 0,-3 1-128 0 0,1-1-64 0 0,1 0 96 0 0,-5 4-32 0 0,-9 7 192 0 0,-9 5-64 0 0,-8 4-96 0 0,-18 22 32 0 0,-13 7-64 0 0,-16 14 32 0 0,-6 4-288 0 0,-1 1 32 0 0,-10 10-1280 0 0,0-4 736 0 0,4-9-224 0 0,-7-3-13152 0 0,7-12 14080 0 0</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78"/>
    </inkml:context>
    <inkml:brush xml:id="br0">
      <inkml:brushProperty name="width" value="0.05" units="cm"/>
      <inkml:brushProperty name="height" value="0.05" units="cm"/>
      <inkml:brushProperty name="color" value="#E71224"/>
    </inkml:brush>
  </inkml:definitions>
  <inkml:trace contextRef="#ctx0" brushRef="#br0">13048 19671 6527 0 0,'0'-4'2784'0'0,"0"-6"-2048"0"0,0-6 3072 0 0,0-5-1344 0 0,-4 2 5088 0 0,-7 3-7264 0 0,0 10-64 0 0,-8 10-96 0 0,-5 4 32 0 0,-16 14-192 0 0,-2 8 0 0 0,-2 3-192 0 0,-2 1-448 0 0,1 7-5440 0 0,10 11-4960 0 0,9 0 9408 0 0,10-4-512 0 0,12-10-192 0 0,7-11 2368 0 0</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79"/>
    </inkml:context>
    <inkml:brush xml:id="br0">
      <inkml:brushProperty name="width" value="0.05" units="cm"/>
      <inkml:brushProperty name="height" value="0.05" units="cm"/>
      <inkml:brushProperty name="color" value="#E71224"/>
    </inkml:brush>
  </inkml:definitions>
  <inkml:trace contextRef="#ctx0" brushRef="#br0">12794 20064 1855 0 0,'0'-5'320'0'0,"4"0"4960"0"0,2 12 3616 0 0,0 11-8704 0 0,-6 6-64 0 0,-3 8-32 0 0,0 3 32 0 0,-5 13 224 0 0,-1 8-288 0 0,-3 20 32 0 0,0 3-32 0 0,3-9-64 0 0,2 3-1440 0 0,2-8-3360 0 0,8-19-2176 0 0,2-17 6976 0 0</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80"/>
    </inkml:context>
    <inkml:brush xml:id="br0">
      <inkml:brushProperty name="width" value="0.05" units="cm"/>
      <inkml:brushProperty name="height" value="0.05" units="cm"/>
      <inkml:brushProperty name="color" value="#E71224"/>
    </inkml:brush>
  </inkml:definitions>
  <inkml:trace contextRef="#ctx0" brushRef="#br0">13300 19731 3327 0 0,'4'0'2848'0'0,"7"0"1440"0"0,5 0-4128 0 0,4 0 160 0 0,4 0-256 0 0,2-4-96 0 0,1-2-32 0 0,0 0-32 0 0,0-3-384 0 0,5 0-2592 0 0,-4-3 1920 0 0,-2 1-3328 0 0,-5-3 3008 0 0,-6 1 1472 0 0</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81"/>
    </inkml:context>
    <inkml:brush xml:id="br0">
      <inkml:brushProperty name="width" value="0.05" units="cm"/>
      <inkml:brushProperty name="height" value="0.05" units="cm"/>
      <inkml:brushProperty name="color" value="#E71224"/>
    </inkml:brush>
  </inkml:definitions>
  <inkml:trace contextRef="#ctx0" brushRef="#br0">13236 20065 2751 0 0,'-5'9'12896'0'0,"-1"7"-12768"0"0,1 6-64 0 0,-4 3-96 0 0,0 2-320 0 0,1 1-1344 0 0,7-5-9152 0 0,3-10 10656 0 0,6-8-64 0 0,2-8 256 0 0,3-9 192 0 0,4-7 1024 0 0,4-4-416 0 0,6 1 1120 0 0,5 5-704 0 0,-1 5 416 0 0,1 5 160 0 0,-2 3-416 0 0,-1 3 64 0 0,-1 1 1088 0 0,-2 1-1088 0 0,-4-5-1216 0 0,-6 4 640 0 0,-10 5-736 0 0,-11 12-672 0 0,-9 2 96 0 0,-2 2-192 0 0,-3-1-1408 0 0,-7 3-2560 0 0,1 4 2848 0 0,1-4 64 0 0,-1 3-2656 0 0,0-2 2880 0 0,4-6 1472 0 0</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82"/>
    </inkml:context>
    <inkml:brush xml:id="br0">
      <inkml:brushProperty name="width" value="0.05" units="cm"/>
      <inkml:brushProperty name="height" value="0.05" units="cm"/>
      <inkml:brushProperty name="color" value="#E71224"/>
    </inkml:brush>
  </inkml:definitions>
  <inkml:trace contextRef="#ctx0" brushRef="#br0">13300 20240 2783 0 0,'4'0'3936'0'0,"7"0"3872"0"0,5 0-8032 0 0,0-5-12128 0 0,-7-1 10560 0 0,-5 1 1792 0 0</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83"/>
    </inkml:context>
    <inkml:brush xml:id="br0">
      <inkml:brushProperty name="width" value="0.05" units="cm"/>
      <inkml:brushProperty name="height" value="0.05" units="cm"/>
      <inkml:brushProperty name="color" value="#E71224"/>
    </inkml:brush>
  </inkml:definitions>
  <inkml:trace contextRef="#ctx0" brushRef="#br0">13329 20212 2111 0 0,'5'0'5472'0'0,"1"5"-3680"0"0,4 0-1120 0 0,0 1-672 0 0</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84"/>
    </inkml:context>
    <inkml:brush xml:id="br0">
      <inkml:brushProperty name="width" value="0.05" units="cm"/>
      <inkml:brushProperty name="height" value="0.05" units="cm"/>
      <inkml:brushProperty name="color" value="#E71224"/>
    </inkml:brush>
  </inkml:definitions>
  <inkml:trace contextRef="#ctx0" brushRef="#br0">13062 20414 5279 0 0,'-4'0'3712'0'0,"-2"5"4864"0"0,0 5-8608 0 0,2 6-160 0 0,5 0-5152 0 0,12-7 5088 0 0,3-9 416 0 0,8-6 608 0 0,0-5-416 0 0,1-1 384 0 0,8-3 1888 0 0,4 1-2176 0 0,5 3 1216 0 0,-1 3-896 0 0,-3 4-192 0 0,-3 1-64 0 0,-4 2-288 0 0,3 1 288 0 0,-1 1-352 0 0,-6 4-160 0 0,-11 6-1472 0 0,-14 5 352 0 0,-11 5-1952 0 0,-9 3-160 0 0,-5-2 1184 0 0,-8 8-8032 0 0,1-2 10080 0 0</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85"/>
    </inkml:context>
    <inkml:brush xml:id="br0">
      <inkml:brushProperty name="width" value="0.05" units="cm"/>
      <inkml:brushProperty name="height" value="0.05" units="cm"/>
      <inkml:brushProperty name="color" value="#E71224"/>
    </inkml:brush>
  </inkml:definitions>
  <inkml:trace contextRef="#ctx0" brushRef="#br0">13178 20622 4959 0 0,'0'-5'7104'0'0,"-4"-1"-1856"0"0,-6 1-3808 0 0,-6 5-1120 0 0,0 7-160 0 0,-2 2-64 0 0,-2 9-96 0 0,-3 6-1216 0 0,4 3-2560 0 0,8-3 3552 0 0,12-2 96 0 0,9-3 64 0 0,7-6 224 0 0,6-9 672 0 0,3-6-256 0 0,2-2 32 0 0,0 0 96 0 0,0-5 736 0 0,0 0-832 0 0,0 2 256 0 0,-2 1-256 0 0,1 2 128 0 0,-10 2 1696 0 0,-20 10-2144 0 0,-19 8-384 0 0,-15 5 128 0 0,-5 9-96 0 0,0-1 32 0 0,-2 3-320 0 0,2 1 192 0 0,-5 13-1632 0 0,1 2 32 0 0,9-10-14496 0 0,10-18 14464 0 0,10-15 416 0 0,7-9 1376 0 0</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86"/>
    </inkml:context>
    <inkml:brush xml:id="br0">
      <inkml:brushProperty name="width" value="0.05" units="cm"/>
      <inkml:brushProperty name="height" value="0.05" units="cm"/>
      <inkml:brushProperty name="color" value="#E71224"/>
    </inkml:brush>
  </inkml:definitions>
  <inkml:trace contextRef="#ctx0" brushRef="#br0">12977 20916 2207 0 0,'0'-5'4512'0'0,"4"-1"-736"0"0,6 1 1664 0 0,6 5-4352 0 0,5 7 768 0 0,3 7-448 0 0,6 10-320 0 0,-2 5-640 0 0,8 16 480 0 0,2 13-768 0 0,-5 1-128 0 0,-5-4-32 0 0,3-8-192 0 0,0-3-896 0 0,0-9-160 0 0,-2-5-832 0 0,-1-4-5344 0 0,4-7-2176 0 0,-4-6 9600 0 0</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87"/>
    </inkml:context>
    <inkml:brush xml:id="br0">
      <inkml:brushProperty name="width" value="0.05" units="cm"/>
      <inkml:brushProperty name="height" value="0.05" units="cm"/>
      <inkml:brushProperty name="color" value="#E71224"/>
    </inkml:brush>
  </inkml:definitions>
  <inkml:trace contextRef="#ctx0" brushRef="#br0">14864 20000 1183 0 0,'-5'-4'704'0'0,"-1"-7"1120"0"0,-4 0-288 0 0,-5 1 1728 0 0,-4 2-2176 0 0,-3 3-992 0 0,-3 6 32 0 0,-1 8-128 0 0,-1 2 0 0 0,-5 4 32 0 0,4 3 32 0 0,-3 4-448 0 0,-1 2 96 0 0,-3 2-480 0 0,0-4-480 0 0,5-1-192 0 0,8 0 96 0 0,8 1 704 0 0,6 1-416 0 0,5 2 704 0 0,7 5-224 0 0,7 1 544 0 0,7 1-64 0 0,4-1 32 0 0,3-1 0 0 0,2-7 96 0 0,0-5 192 0 0,1-8 96 0 0,-1-4 192 0 0,9-13 800 0 0,3-9-928 0 0,-1-2 32 0 0,-3-3 0 0 0,-2 3-32 0 0,1 0 352 0 0,5 3 0 0 0,-1 3-480 0 0,-2 5-64 0 0,-2 3-32 0 0,-3 2-128 0 0,-7 6-1824 0 0,-12 7-160 0 0,-7 6 0 0 0,-14 4 672 0 0,-10 4 1024 0 0,-6 1-191 0 0,1-3 447 0 0</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88"/>
    </inkml:context>
    <inkml:brush xml:id="br0">
      <inkml:brushProperty name="width" value="0.05" units="cm"/>
      <inkml:brushProperty name="height" value="0.05" units="cm"/>
      <inkml:brushProperty name="color" value="#E71224"/>
    </inkml:brush>
  </inkml:definitions>
  <inkml:trace contextRef="#ctx0" brushRef="#br0">14593 20719 479 0 0,'0'5'256'0'0,"5"1"512"0"0,5-1 896 0 0,11 0-640 0 0,5-2-416 0 0,3-1 672 0 0,2-1-672 0 0,3-1 512 0 0,10 0 896 0 0,2-4-1536 0 0,-3-2-352 0 0,1-9 32 0 0,-3-11-1632 0 0,-9-4-1280 0 0,-5-3 1056 0 0,-7 0-1408 0 0,-7 2 1568 0 0,-5 5 1536 0 0</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89"/>
    </inkml:context>
    <inkml:brush xml:id="br0">
      <inkml:brushProperty name="width" value="0.05" units="cm"/>
      <inkml:brushProperty name="height" value="0.05" units="cm"/>
      <inkml:brushProperty name="color" value="#E71224"/>
    </inkml:brush>
  </inkml:definitions>
  <inkml:trace contextRef="#ctx0" brushRef="#br0">14952 20006 1791 0 0,'0'5'1120'0'0,"0"10"1088"0"0,-4 15 1824 0 0,-2 8-3136 0 0,-8 15 1632 0 0,-7 3-2080 0 0,0-4-64 0 0,-4 8 480 0 0,-4-3-640 0 0,5-6 32 0 0,-9 6 320 0 0,-10 6-32 0 0,-4-3-448 0 0,-2-2-192 0 0,-10 2-352 0 0,0-5 320 0 0,1 1-256 0 0,2-3-128 0 0,10-8 288 0 0,13 8-3712 0 0,12-2 2688 0 0,14-9-896 0 0,9-8-224 0 0,7-8 1600 0 0,8-15-480 0 0,9-8 576 0 0,5-9 480 0 0,-3-9 32 0 0,3-10-64 0 0,0-9 224 0 0,0-5 128 0 0,3-3 1344 0 0,0 1-896 0 0,-5 2 64 0 0,-4 8 128 0 0,-5 5 128 0 0,-3 7 64 0 0,-3 3 1280 0 0,0 3-1152 0 0,2 0 1664 0 0,3 1-2080 0 0,2 4 512 0 0,3 12 1120 0 0,1 9-1664 0 0,-4 12 512 0 0,0 6-864 0 0,-4 2 0 0 0,-1 17 480 0 0,-3 6-640 0 0,-3-4-32 0 0,0 0 224 0 0,-1-1-352 0 0,3-10-32 0 0,3-10-192 0 0,8-7-416 0 0,5-8 320 0 0,6-6-1088 0 0,6-9 96 0 0,2-10 512 0 0,1-7-1504 0 0,8-10-2848 0 0,3-10 928 0 0,-3-2 1472 0 0,-9 4 2784 0 0</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90"/>
    </inkml:context>
    <inkml:brush xml:id="br0">
      <inkml:brushProperty name="width" value="0.05" units="cm"/>
      <inkml:brushProperty name="height" value="0.05" units="cm"/>
      <inkml:brushProperty name="color" value="#E71224"/>
    </inkml:brush>
  </inkml:definitions>
  <inkml:trace contextRef="#ctx0" brushRef="#br0">16319 19705 1695 0 0,'0'-4'864'0'0,"-5"-6"352"0"0,-1-6 2336 0 0,-4 0 320 0 0,-5 7-2592 0 0,-4 9-992 0 0,1 10-96 0 0,-1 7 32 0 0,3 5-32 0 0,0 13 128 0 0,2 8-128 0 0,-1 2 0 0 0,-2 42 1088 0 0,-2 29-544 0 0,-3 7-384 0 0,-2 19 704 0 0,-2 7-384 0 0,4-12-480 0 0,6 1 160 0 0,6-19-384 0 0,17-6-1728 0 0,12-24 896 0 0,8-21-128 0 0,7-23-320 0 0,4-15-416 0 0,16-12-4896 0 0,8-9 4640 0 0,3-11-992 0 0,-10-4 2976 0 0</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91"/>
    </inkml:context>
    <inkml:brush xml:id="br0">
      <inkml:brushProperty name="width" value="0.05" units="cm"/>
      <inkml:brushProperty name="height" value="0.05" units="cm"/>
      <inkml:brushProperty name="color" value="#E71224"/>
    </inkml:brush>
  </inkml:definitions>
  <inkml:trace contextRef="#ctx0" brushRef="#br0">17622 19829 6015 0 0,'0'-5'1888'0'0,"-5"-1"2080"0"0,-1 5-2720 0 0,-4 2-1024 0 0,-5 6-224 0 0,-13 15-544 0 0,-11 12 128 0 0,-16 15-704 0 0,-4-3 416 0 0,5-3 192 0 0,1-5-1536 0 0,7-9 1248 0 0,5-5-1152 0 0,11-2-544 0 0,10-1 960 0 0,12-3 544 0 0,13-5 992 0 0,10-5 32 0 0,2-8 96 0 0,3-4 1344 0 0,2-1-128 0 0,2 0 1792 0 0,-3 5-1792 0 0,-5 12 800 0 0,-6 8-1376 0 0,-4 27 2912 0 0,-3 15-3168 0 0,-2 1-32 0 0,-2-1-32 0 0,-4 11 832 0 0,-2 2-864 0 0,-4 19 992 0 0,0-2-1184 0 0,2-11-64 0 0,2-17-32 0 0,7-13 64 0 0,8-11-96 0 0,7-13-256 0 0,5-16 96 0 0,4-13-96 0 0,2-11-352 0 0,6-13-544 0 0,2-5 352 0 0,3-12-992 0 0,1-2 800 0 0,11-12-1792 0 0,2-5 1856 0 0,1-5-768 0 0,1 0 256 0 0,-5 6 800 0 0,-5 6 96 0 0,-11 7-64 0 0,-6 7 96 0 0,-3 2 64 0 0,4-1-160 0 0,1 2 416 0 0,1-7-32 0 0,-1 1 384 0 0,0 3-32 0 0,4-5 1216 0 0,1 1 32 0 0,-1 3 640 0 0,-6 1 1632 0 0,-7 11 3904 0 0,-11 11-7328 0 0,-12 13 704 0 0,-9 12-160 0 0,-3 10-704 0 0,-3 6 96 0 0,-2 4-160 0 0,-3 2-128 0 0,-6 0-64 0 0,-2 5-64 0 0,0 1 64 0 0,1 0-224 0 0,1-3 192 0 0,1-1-224 0 0,6-2 192 0 0,2-5 64 0 0,5-2-32 0 0,1 4-512 0 0,-2 2-352 0 0,2 1 736 0 0,8-4-2400 0 0,10-6-128 0 0,8-11-2656 0 0,8-7 3360 0 0,4-2-3552 0 0,-1-2 5632 0 0</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92"/>
    </inkml:context>
    <inkml:brush xml:id="br0">
      <inkml:brushProperty name="width" value="0.05" units="cm"/>
      <inkml:brushProperty name="height" value="0.05" units="cm"/>
      <inkml:brushProperty name="color" value="#E71224"/>
    </inkml:brush>
  </inkml:definitions>
  <inkml:trace contextRef="#ctx0" brushRef="#br0">18023 20325 3327 0 0,'0'-4'2016'0'0,"-5"-7"-320"0"0,-1-5 3616 0 0,1 9 1120 0 0,0 10-5632 0 0,2 18 384 0 0,1 9-960 0 0,1 5-32 0 0,0 5 160 0 0,1 9-64 0 0,0 0-96 0 0,1 6 128 0 0,-5 2-192 0 0,-2 5 0 0 0,0-4-32 0 0,-7 15 480 0 0,-2 4-352 0 0,6-11-160 0 0,5-13-32 0 0,7-15 32 0 0,12-18 96 0 0,13-22-64 0 0,10-23-672 0 0,8-22-416 0 0,8-20-1824 0 0,1-11 1088 0 0,4-12-3040 0 0,-8 6 3200 0 0,-5 9-5408 0 0,-8 12 5696 0 0,-8 16 416 0 0,-8 13-1120 0 0,-9 12 1984 0 0</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93"/>
    </inkml:context>
    <inkml:brush xml:id="br0">
      <inkml:brushProperty name="width" value="0.05" units="cm"/>
      <inkml:brushProperty name="height" value="0.05" units="cm"/>
      <inkml:brushProperty name="color" value="#E71224"/>
    </inkml:brush>
  </inkml:definitions>
  <inkml:trace contextRef="#ctx0" brushRef="#br0">18572 20300 3775 0 0,'-4'9'13344'0'0,"-7"3"-12992"0"0,-5 4 352 0 0,-4 3-512 0 0,-4 4-160 0 0,-6 1 0 0 0,-3 2-320 0 0,0-4-64 0 0,-7-1-2400 0 0,-2-4 1376 0 0,1-5 0 0 0,5 0-1696 0 0,2-3-2112 0 0,9-1 5184 0 0</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94"/>
    </inkml:context>
    <inkml:brush xml:id="br0">
      <inkml:brushProperty name="width" value="0.05" units="cm"/>
      <inkml:brushProperty name="height" value="0.05" units="cm"/>
      <inkml:brushProperty name="color" value="#E71224"/>
    </inkml:brush>
  </inkml:definitions>
  <inkml:trace contextRef="#ctx0" brushRef="#br0">18180 20562 2047 0 0,'4'0'2208'0'0,"2"-4"-1216"0"0,4-2 4640 0 0,5 0-2560 0 0,5 2-1344 0 0,7 9 1408 0 0,3 10-2016 0 0,11 14 864 0 0,-2 8-1696 0 0,1 5 96 0 0,-2 6-704 0 0,-7-2-128 0 0,-4-8-224 0 0,-3-7-4832 0 0,-1-17-9280 0 0,-4-11 14784 0 0</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95"/>
    </inkml:context>
    <inkml:brush xml:id="br0">
      <inkml:brushProperty name="width" value="0.05" units="cm"/>
      <inkml:brushProperty name="height" value="0.05" units="cm"/>
      <inkml:brushProperty name="color" value="#E71224"/>
    </inkml:brush>
  </inkml:definitions>
  <inkml:trace contextRef="#ctx0" brushRef="#br0">18942 19654 9567 0 0,'4'0'5824'0'0,"7"0"-2112"0"0,0 4-2880 0 0,8 15 2560 0 0,5 5-3008 0 0,3 15 832 0 0,-3 6-960 0 0,-6-1 0 0 0,-1 24 992 0 0,0 5-1056 0 0,-2 20 416 0 0,-3 4-480 0 0,-5-10-96 0 0,-12 16-32 0 0,-9-2 64 0 0,-3-3 64 0 0,-2-2 0 0 0,-8 1-96 0 0,2-6-128 0 0,0-11 32 0 0,-18 12-2176 0 0,-2-4 1312 0 0,-10-14-8512 0 0,-1-18 5920 0 0,5-20-544 0 0,6-15-1088 0 0,12-12 5152 0 0</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96"/>
    </inkml:context>
    <inkml:brush xml:id="br0">
      <inkml:brushProperty name="width" value="0.05" units="cm"/>
      <inkml:brushProperty name="height" value="0.05" units="cm"/>
      <inkml:brushProperty name="color" value="#E71224"/>
    </inkml:brush>
  </inkml:definitions>
  <inkml:trace contextRef="#ctx0" brushRef="#br0">19056 21241 13279 0 0,'-4'0'5568'0'0,"-6"0"-5440"0"0,-2 5-12000 0 0,2 5 5152 0 0,2 1 6720 0 0</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97"/>
    </inkml:context>
    <inkml:brush xml:id="br0">
      <inkml:brushProperty name="width" value="0.05" units="cm"/>
      <inkml:brushProperty name="height" value="0.05" units="cm"/>
      <inkml:brushProperty name="color" value="#E71224"/>
    </inkml:brush>
  </inkml:definitions>
  <inkml:trace contextRef="#ctx0" brushRef="#br0">30118 5257 3519 0 0,'0'-5'800'0'0,"-4"-18"-288"0"0,-2-11-96 0 0,4-4 448 0 0,8 5 544 0 0,7 8 992 0 0,6 13-480 0 0,3 17-864 0 0,4 16 448 0 0,5 19 128 0 0,2 11-1088 0 0,14 41 2016 0 0,2 14-2016 0 0,-6 2 0 0 0,-7-3-32 0 0,-4 24 672 0 0,-4 12-864 0 0,-6 19 160 0 0,-7 3-320 0 0,-6 24 128 0 0,-5 6-160 0 0,-3 23 192 0 0,-10 69 64 0 0,-4 17-192 0 0,-13 82 1216 0 0,-2 10-1088 0 0,-1-30-64 0 0,1-46 0 0 0,-1-41-96 0 0,-3 34 128 0 0,4-1-320 0 0,-12 135-160 0 0,-3 57 64 0 0,1-25 128 0 0,-5 0 64 0 0,1-55-96 0 0,-2-24-192 0 0,0-39 32 0 0,3-63 160 0 0,-9-11-1408 0 0,1-44 864 0 0,-17-42-2016 0 0,-2-50 1600 0 0,3-50-64 0 0,-14-42-2048 0 0,-5-36 512 0 0,7-25 864 0 0,13-12-640 0 0,14-8-384 0 0,11-4-2176 0 0,13 3 4928 0 0</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98"/>
    </inkml:context>
    <inkml:brush xml:id="br0">
      <inkml:brushProperty name="width" value="0.05" units="cm"/>
      <inkml:brushProperty name="height" value="0.05" units="cm"/>
      <inkml:brushProperty name="color" value="#E71224"/>
    </inkml:brush>
  </inkml:definitions>
  <inkml:trace contextRef="#ctx0" brushRef="#br0">32671 4653 6495 0 0,'0'-4'1088'0'0,"4"-16"928"0"0,2-7-928 0 0,4-10 992 0 0,5-1-1184 0 0,4-5 800 0 0,4 6-864 0 0,6 1 1280 0 0,3 5-512 0 0,1 13-224 0 0,-6 15-416 0 0,-7 11-544 0 0,-7 18 480 0 0,-11 18-480 0 0,-9 10-288 0 0,-26 32 160 0 0,-12 10-288 0 0,-12 6 0 0 0,-9-5-160 0 0,-2-10-128 0 0,-4-11-512 0 0,7-19 384 0 0,5-18 0 0 0,-9-17-3488 0 0,7-16 2688 0 0,10-13-3296 0 0,13-11-3808 0 0,18-1 7712 0 0,13 2 608 0 0</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299"/>
    </inkml:context>
    <inkml:brush xml:id="br0">
      <inkml:brushProperty name="width" value="0.05" units="cm"/>
      <inkml:brushProperty name="height" value="0.05" units="cm"/>
      <inkml:brushProperty name="color" value="#E71224"/>
    </inkml:brush>
  </inkml:definitions>
  <inkml:trace contextRef="#ctx0" brushRef="#br0">32313 5128 1023 0 0,'13'-5'1344'0'0,"9"0"320"0"0,5-1-960 0 0,3 1 768 0 0,0 2 2464 0 0,-4 6-1216 0 0,-3 1-2080 0 0,-5 11 544 0 0,-6 5-640 0 0,-4 19 768 0 0,-5 15-608 0 0,-1 7-352 0 0,-11 34 864 0 0,-17 53-608 0 0,-9 16-608 0 0,-11 15-224 0 0,-3-14 96 0 0,7-26-128 0 0,7-24-512 0 0,9-17-1664 0 0,17-31-7616 0 0,11-26 10048 0 0</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300"/>
    </inkml:context>
    <inkml:brush xml:id="br0">
      <inkml:brushProperty name="width" value="0.05" units="cm"/>
      <inkml:brushProperty name="height" value="0.05" units="cm"/>
      <inkml:brushProperty name="color" value="#E71224"/>
    </inkml:brush>
  </inkml:definitions>
  <inkml:trace contextRef="#ctx0" brushRef="#br0">33202 4837 11647 0 0,'0'4'2176'0'0,"5"2"2944"0"0,5 0-3872 0 0,6 3-416 0 0,23 4 384 0 0,8 1-960 0 0,1-3-96 0 0,19 2 160 0 0,3-2-288 0 0,-2-2 64 0 0,10-4-448 0 0,-4-1 64 0 0,-2-7-1504 0 0,-3-2-544 0 0,-14-6-4608 0 0,-12 0 4192 0 0,-13-2-1280 0 0,-16 0 512 0 0,-11 2 3520 0 0</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301"/>
    </inkml:context>
    <inkml:brush xml:id="br0">
      <inkml:brushProperty name="width" value="0.05" units="cm"/>
      <inkml:brushProperty name="height" value="0.05" units="cm"/>
      <inkml:brushProperty name="color" value="#E71224"/>
    </inkml:brush>
  </inkml:definitions>
  <inkml:trace contextRef="#ctx0" brushRef="#br0">33705 4866 4959 0 0,'-4'5'4768'0'0,"-7"5"-3488"0"0,0 6 1280 0 0,-4 9 1792 0 0,-3 9-576 0 0,-3 3-3296 0 0,2 1-64 0 0,-1 1 288 0 0,0 8-256 0 0,2 1-320 0 0,0-4-32 0 0,4-5-32 0 0,-1 5 0 0 0,-3-1-96 0 0,-1-4-32 0 0,-3 1-64 0 0,2-2-64 0 0,-8 15-1184 0 0,-5 2 960 0 0,0-3-544 0 0,1-10-1184 0 0,5-18-6272 0 0,17-21 5280 0 0,14-15 2528 0 0,7-11 448 0 0,5-6 64 0 0,1-1 544 0 0,1 3 64 0 0,3 7 832 0 0,1 6 992 0 0,-2 2-1440 0 0,-1 2 3456 0 0,-3 8-1664 0 0,-4 8-1408 0 0,-5 8-992 0 0,-3 6 256 0 0,-7 8-192 0 0,-3 5-224 0 0,0 0-96 0 0,-4-1 32 0 0,0-1-64 0 0,2-2-128 0 0,6-5-768 0 0,9-16 928 0 0,15-27 64 0 0,10-15-32 0 0,-2-6-32 0 0,-1-1 32 0 0,0 3 64 0 0,2 3 128 0 0,2 3-64 0 0,16 2 736 0 0,5 7-768 0 0,-2 7 352 0 0,-6 10-352 0 0,-6 7-32 0 0,-10 7 32 0 0,-6 8 448 0 0,-6 4-576 0 0,-3-1 64 0 0,-3 2 64 0 0,-4 0 96 0 0,-3 2-128 0 0,-12 1-320 0 0,-8-3-512 0 0,-7-5 384 0 0,-4-2-448 0 0,-2-2 288 0 0,-4 5-960 0 0,-7 0 288 0 0,4 2 544 0 0,3 1-544 0 0,-2 3-864 0 0,6 1-1440 0 0,2-4 2016 0 0,6-8-6112 0 0,10-8 7424 0 0,8-12 32 0 0,8-10 128 0 0,7-7 96 0 0,2-2 128 0 0,3-2 832 0 0,-2 0 896 0 0,1 0 2464 0 0,2 5 640 0 0,-2 11-4000 0 0,-5 13-256 0 0,-3 10 96 0 0,-4 12-192 0 0,-7 8-576 0 0,-8-3-384 0 0,-6-4-160 0 0,-5-8-256 0 0,-4-5 128 0 0,-6-5-32 0 0,-2-3 384 0 0,-5-6-64 0 0,0-3 96 0 0,11 0 128 0 0,19 1 384 0 0,15 7-32 0 0,11 2-160 0 0,11 5 320 0 0,5 2-416 0 0,6 8 0 0 0,1 0-160 0 0,-3 3-416 0 0,-7 1-1088 0 0,-14-3-320 0 0,-14-4-1312 0 0,-25-5-4928 0 0,-14-5 7712 0 0,-5-2-448 0 0,1-2-992 0 0,6-2 1856 0 0</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302"/>
    </inkml:context>
    <inkml:brush xml:id="br0">
      <inkml:brushProperty name="width" value="0.05" units="cm"/>
      <inkml:brushProperty name="height" value="0.05" units="cm"/>
      <inkml:brushProperty name="color" value="#E71224"/>
    </inkml:brush>
  </inkml:definitions>
  <inkml:trace contextRef="#ctx0" brushRef="#br0">33196 5983 2175 0 0,'-5'5'1152'0'0,"-1"5"-864"0"0,-4 2 832 0 0,0 2-256 0 0,1 5 928 0 0,2 2 544 0 0,3 7-64 0 0,2 3-1632 0 0,1 1 544 0 0,0-1-704 0 0,2-1 416 0 0,-1-1 32 0 0,0-1 32 0 0,1-10 640 0 0,-1-13-1600 0 0,5-6-64 0 0,1-8 64 0 0,17-7 320 0 0,10-1-224 0 0,16 3 224 0 0,10 3-64 0 0,-2 4-96 0 0,8 3 352 0 0,1 3 96 0 0,-1 0-224 0 0,-3 6 480 0 0,-8 2-480 0 0,-4 4 192 0 0,-5 0-320 0 0,1-2 288 0 0,3 2-256 0 0,2 4 32 0 0,-3-1-224 0 0,-19-3 480 0 0,-24-7-1056 0 0,-25-5-288 0 0,-14-2 384 0 0,-10-1-480 0 0,-2 1 320 0 0,-2 1-800 0 0,-2 9-3328 0 0,3 4 3360 0 0,10 4-96 0 0,7 4-1408 0 0,3 8-1376 0 0,7 4 2976 0 0,2 0-480 0 0,0-4 1280 0 0,-1-2-1632 0 0,2-7 2048 0 0</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303"/>
    </inkml:context>
    <inkml:brush xml:id="br0">
      <inkml:brushProperty name="width" value="0.05" units="cm"/>
      <inkml:brushProperty name="height" value="0.05" units="cm"/>
      <inkml:brushProperty name="color" value="#E71224"/>
    </inkml:brush>
  </inkml:definitions>
  <inkml:trace contextRef="#ctx0" brushRef="#br0">33449 6569 479 0 0,'-9'-5'3520'0'0,"-7"-5"-1536"0"0,3 3 3552 0 0,9 7-4992 0 0,9 4-480 0 0,4 5 0 0 0,4 6 128 0 0,6 0-192 0 0,7-2 448 0 0,4 1-320 0 0,6-2 0 0 0,1 2 96 0 0,-1-2-224 0 0,-7 1 32 0 0,-3-1 96 0 0,-7 2-128 0 0,-11-2 1536 0 0,-11-2-1376 0 0,-10-4-160 0 0,-6 2 0 0 0,-6 0 32 0 0,-1-2 0 0 0,-3 3-32 0 0,-3 0-64 0 0,2 2 32 0 0,3 0 64 0 0,1 2-64 0 0,0 0 0 0 0,5 1-192 0 0,6 3-544 0 0,10-2 672 0 0,11-3 96 0 0,8-3 0 0 0,6-4 160 0 0,4-2-128 0 0,-1 2 0 0 0,-1 1 128 0 0,0-1 0 0 0,-3 3 192 0 0,-9 5 1280 0 0,-16 4-1216 0 0,-11 0-416 0 0,-15-3 96 0 0,-8-5-64 0 0,-1 2-32 0 0,-7-2-128 0 0,-4 3 64 0 0,3 2 0 0 0,4 5-320 0 0,6-1 160 0 0,10 0-32 0 0,0 2-768 0 0,1 2 640 0 0,6-8-13376 0 0,6-5 13760 0 0</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304"/>
    </inkml:context>
    <inkml:brush xml:id="br0">
      <inkml:brushProperty name="width" value="0.05" units="cm"/>
      <inkml:brushProperty name="height" value="0.05" units="cm"/>
      <inkml:brushProperty name="color" value="#E71224"/>
    </inkml:brush>
  </inkml:definitions>
  <inkml:trace contextRef="#ctx0" brushRef="#br0">35615 5042 10015 0 0,'-4'-4'2144'0'0,"-2"2"-1216"0"0,-4 7-768 0 0,-9 11 416 0 0,-6 16-352 0 0,-4 7-160 0 0,-4 10 32 0 0,-12 6-32 0 0,-1 3-32 0 0,2-1-32 0 0,-9 9 32 0 0,-5 6-128 0 0,4-5 0 0 0,2 0-544 0 0,0 2-2240 0 0,6-7 1600 0 0,9-9-160 0 0,8-9-1024 0 0,3-8 1024 0 0,7-10 1440 0 0</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305"/>
    </inkml:context>
    <inkml:brush xml:id="br0">
      <inkml:brushProperty name="width" value="0.05" units="cm"/>
      <inkml:brushProperty name="height" value="0.05" units="cm"/>
      <inkml:brushProperty name="color" value="#E71224"/>
    </inkml:brush>
  </inkml:definitions>
  <inkml:trace contextRef="#ctx0" brushRef="#br0">35407 5540 6751 0 0,'0'-5'2560'0'0,"5"-1"-1824"0"0,5 1 960 0 0,6 0-1408 0 0,5 2 0 0 0,7 10 576 0 0,4 8-320 0 0,0 6-320 0 0,0 0 0 0 0,-2 0 0 0 0,4 6 128 0 0,0 2-320 0 0,7 6-64 0 0,2 1 0 0 0,-3-6-128 0 0,-3-3 32 0 0,-3-6-320 0 0,-4-7-4480 0 0,-11-6 672 0 0,-13-4 480 0 0,-7-3 3776 0 0</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306"/>
    </inkml:context>
    <inkml:brush xml:id="br0">
      <inkml:brushProperty name="width" value="0.05" units="cm"/>
      <inkml:brushProperty name="height" value="0.05" units="cm"/>
      <inkml:brushProperty name="color" value="#E71224"/>
    </inkml:brush>
  </inkml:definitions>
  <inkml:trace contextRef="#ctx0" brushRef="#br0">35202 5925 5599 0 0,'0'4'4704'0'0,"8"2"-3392"0"0,13 0 448 0 0,2 3-1312 0 0,2 0-32 0 0,19-2 768 0 0,6-1-992 0 0,12 2 0 0 0,1 0-320 0 0,-2-1-64 0 0,-3-3-1472 0 0,-1-1-864 0 0,-7-6 832 0 0,-12-6-288 0 0,-7-7 96 0 0,-5-5-2912 0 0,-7 1 4800 0 0</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307"/>
    </inkml:context>
    <inkml:brush xml:id="br0">
      <inkml:brushProperty name="width" value="0.05" units="cm"/>
      <inkml:brushProperty name="height" value="0.05" units="cm"/>
      <inkml:brushProperty name="color" value="#E71224"/>
    </inkml:brush>
  </inkml:definitions>
  <inkml:trace contextRef="#ctx0" brushRef="#br0">35822 5307 4095 0 0,'-4'0'1952'0'0,"-2"5"32"0"0,-4 18 1920 0 0,-1 11-3264 0 0,-2 12 1120 0 0,-4 8-640 0 0,1 3-704 0 0,-14 23 1056 0 0,-7 7-1280 0 0,-2-7-32 0 0,-2 1 96 0 0,1-5-192 0 0,2-10-32 0 0,0-8-32 0 0,1-5 32 0 0,3-7 0 0 0,-3-2-64 0 0,-2 4-128 0 0,-5-1 64 0 0,-7 4-352 0 0,0 3 128 0 0,-5 1-416 0 0,3 0 320 0 0,-7-5-2528 0 0,6-15-5632 0 0,17-18 7328 0 0,20-17-1248 0 0,12-8 2496 0 0</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308"/>
    </inkml:context>
    <inkml:brush xml:id="br0">
      <inkml:brushProperty name="width" value="0.05" units="cm"/>
      <inkml:brushProperty name="height" value="0.05" units="cm"/>
      <inkml:brushProperty name="color" value="#E71224"/>
    </inkml:brush>
  </inkml:definitions>
  <inkml:trace contextRef="#ctx0" brushRef="#br0">35464 6243 6143 0 0,'4'-8'4544'0'0,"6"-4"-2112"0"0,6 0-416 0 0,1 8-1216 0 0,-4 8-288 0 0,-3 12 800 0 0,-4 13-1024 0 0,-11 32 608 0 0,-10 15-736 0 0,-6 21 288 0 0,-1 3-384 0 0,5-12-64 0 0,5-15 32 0 0,8-21-64 0 0,15-10-128 0 0,26-12-1952 0 0,17-11 1088 0 0,4-14-352 0 0,0-7-448 0 0,8-13-3552 0 0,11-12-1408 0 0,-7-1 6784 0 0</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309"/>
    </inkml:context>
    <inkml:brush xml:id="br0">
      <inkml:brushProperty name="width" value="0.05" units="cm"/>
      <inkml:brushProperty name="height" value="0.05" units="cm"/>
      <inkml:brushProperty name="color" value="#E71224"/>
    </inkml:brush>
  </inkml:definitions>
  <inkml:trace contextRef="#ctx0" brushRef="#br0">37249 5248 10783 0 0,'-5'-5'2880'0'0,"-1"4"-2400"0"0,1 6-416 0 0,-4 2-64 0 0,-1 4 32 0 0,3 5 32 0 0,1 4-32 0 0,2 3-32 0 0,2 3-192 0 0,-3 0-640 0 0,-1 1-1280 0 0,1 0-5216 0 0,-4-4 4384 0 0,0-7 2944 0 0</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310"/>
    </inkml:context>
    <inkml:brush xml:id="br0">
      <inkml:brushProperty name="width" value="0.05" units="cm"/>
      <inkml:brushProperty name="height" value="0.05" units="cm"/>
      <inkml:brushProperty name="color" value="#E71224"/>
    </inkml:brush>
  </inkml:definitions>
  <inkml:trace contextRef="#ctx0" brushRef="#br0">36935 5568 3551 0 0,'-4'0'1632'0'0,"2"0"4736"0"0,7 0-4704 0 0,7-4-64 0 0,9-2-352 0 0,7 0-800 0 0,7 2 64 0 0,2 1-352 0 0,-1 1-64 0 0,-2 1 0 0 0,6 0-32 0 0,2 1-64 0 0,6 0-576 0 0,-1 1 224 0 0,-3-1-1312 0 0,-5 0 864 0 0,-14 0-9504 0 0,-15 0 7296 0 0,-9 0 3008 0 0</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311"/>
    </inkml:context>
    <inkml:brush xml:id="br0">
      <inkml:brushProperty name="width" value="0.05" units="cm"/>
      <inkml:brushProperty name="height" value="0.05" units="cm"/>
      <inkml:brushProperty name="color" value="#E71224"/>
    </inkml:brush>
  </inkml:definitions>
  <inkml:trace contextRef="#ctx0" brushRef="#br0">36986 5597 3551 0 0,'0'-5'704'0'0,"0"-5"2304"0"0,-4-6-736 0 0,-2 9 2592 0 0,-4 18-3840 0 0,-5 17-576 0 0,0 8-256 0 0,-6 29 384 0 0,-4 8-512 0 0,-2 5 0 0 0,-1-3-64 0 0,-1-4 32 0 0,-3 12 32 0 0,-2 1-96 0 0,-12 30-416 0 0,-7 10 0 0 0,1-8 160 0 0,9-19 0 0 0,7-13-448 0 0,6-20 160 0 0,8-13-5536 0 0,12-14 4320 0 0,12-14-3360 0 0,6-11 5152 0 0</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312"/>
    </inkml:context>
    <inkml:brush xml:id="br0">
      <inkml:brushProperty name="width" value="0.05" units="cm"/>
      <inkml:brushProperty name="height" value="0.05" units="cm"/>
      <inkml:brushProperty name="color" value="#E71224"/>
    </inkml:brush>
  </inkml:definitions>
  <inkml:trace contextRef="#ctx0" brushRef="#br0">37083 6189 3551 0 0,'4'0'5408'0'0,"7"5"-3040"0"0,9 1 64 0 0,7 4-1664 0 0,15 5 320 0 0,6-1-896 0 0,-1 3-64 0 0,-4-2-32 0 0,13 0 64 0 0,1-1-160 0 0,9-4-704 0 0,-2-3 224 0 0,-8-3-160 0 0,-9-2-2144 0 0,-8-2 224 0 0,-11-9-3296 0 0,-9-4 5856 0 0</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313"/>
    </inkml:context>
    <inkml:brush xml:id="br0">
      <inkml:brushProperty name="width" value="0.05" units="cm"/>
      <inkml:brushProperty name="height" value="0.05" units="cm"/>
      <inkml:brushProperty name="color" value="#E71224"/>
    </inkml:brush>
  </inkml:definitions>
  <inkml:trace contextRef="#ctx0" brushRef="#br0">37475 5925 4127 0 0,'-5'0'704'0'0,"0"4"2336"0"0,-1 11-608 0 0,1 11-320 0 0,2 6-1024 0 0,1 2 0 0 0,1 0-640 0 0,-4 2 704 0 0,-5 1-960 0 0,-2-3 0 0 0,-2 2 160 0 0,1 0-224 0 0,-2-6-96 0 0,1-5 0 0 0,-1-1 32 0 0,3 4 0 0 0,2 1-96 0 0,3 1-160 0 0,4-1-32 0 0,5-5-1472 0 0,8-6 832 0 0,6-16-832 0 0,5-13-128 0 0,4-8 736 0 0,1-10-1312 0 0,1-9 224 0 0,1-3 1440 0 0,-5 2 288 0 0,7-11 96 0 0,-1-1 352 0 0,-2-1 416 0 0,0 4 512 0 0,-1 6 672 0 0,-5 15 3264 0 0,-10 15-4576 0 0,-7 15 160 0 0,-4 12 0 0 0,-7 7 64 0 0,-2 4-64 0 0,-4 3-224 0 0,-4 9 480 0 0,1 3-608 0 0,-2-1 32 0 0,-1 1-32 0 0,-3-1-480 0 0,-2-4-64 0 0,-1 1-1024 0 0,-1 4-3168 0 0,0-6 2816 0 0,-1-4 384 0 0,1-3-2112 0 0,4-6 3552 0 0</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314"/>
    </inkml:context>
    <inkml:brush xml:id="br0">
      <inkml:brushProperty name="width" value="0.05" units="cm"/>
      <inkml:brushProperty name="height" value="0.05" units="cm"/>
      <inkml:brushProperty name="color" value="#E71224"/>
    </inkml:brush>
  </inkml:definitions>
  <inkml:trace contextRef="#ctx0" brushRef="#br0">37085 6794 4447 0 0,'0'-9'4000'0'0,"5"-7"-1568"0"0,5-1-768 0 0,2-2-1216 0 0,2 2 928 0 0,4 4-640 0 0,4 4-128 0 0,10 8 128 0 0,5 9-576 0 0,5 8 64 0 0,0 0-160 0 0,-3 2 128 0 0,-4-1-192 0 0,-7 0 0 0 0,-9 2 608 0 0,-12-2-416 0 0,-8 0-96 0 0,-20 2 64 0 0,-12 2-160 0 0,-5-3 0 0 0,1-4 32 0 0,-8 5-128 0 0,4 2-32 0 0,0 8-160 0 0,-6 12-448 0 0,0 7 192 0 0,4-3 224 0 0,-4 3-736 0 0,6-2 640 0 0,1 0-2112 0 0,7-3 64 0 0,10-10 2464 0 0</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315"/>
    </inkml:context>
    <inkml:brush xml:id="br0">
      <inkml:brushProperty name="width" value="0.05" units="cm"/>
      <inkml:brushProperty name="height" value="0.05" units="cm"/>
      <inkml:brushProperty name="color" value="#E71224"/>
    </inkml:brush>
  </inkml:definitions>
  <inkml:trace contextRef="#ctx0" brushRef="#br0">37141 6954 5119 0 0,'-4'0'704'0'0,"2"4"4064"0"0,7 6-2720 0 0,6 6-1184 0 0,7 9-160 0 0,8 18-160 0 0,4 6-512 0 0,11 18-1920 0 0,3 0 640 0 0,-2-5-480 0 0,1-10-3136 0 0,-3-13 512 0 0,-7-13 4352 0 0</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316"/>
    </inkml:context>
    <inkml:brush xml:id="br0">
      <inkml:brushProperty name="width" value="0.05" units="cm"/>
      <inkml:brushProperty name="height" value="0.05" units="cm"/>
      <inkml:brushProperty name="color" value="#E71224"/>
    </inkml:brush>
  </inkml:definitions>
  <inkml:trace contextRef="#ctx0" brushRef="#br0">38979 5542 3359 0 0,'0'5'1984'0'0,"0"10"2016"0"0,0 7-1824 0 0,0 4-1120 0 0,0 2-192 0 0,0 1-704 0 0,0 0-64 0 0,-5-1 0 0 0,-5 0-192 0 0,-6 3-928 0 0,-4 2-2144 0 0,0-1 1568 0 0,0-6-160 0 0,4-2-3232 0 0,3-6 4992 0 0</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317"/>
    </inkml:context>
    <inkml:brush xml:id="br0">
      <inkml:brushProperty name="width" value="0.05" units="cm"/>
      <inkml:brushProperty name="height" value="0.05" units="cm"/>
      <inkml:brushProperty name="color" value="#E71224"/>
    </inkml:brush>
  </inkml:definitions>
  <inkml:trace contextRef="#ctx0" brushRef="#br0">38612 6009 3839 0 0,'4'0'2944'0'0,"7"-4"-2176"0"0,4-2 1568 0 0,6 0-1536 0 0,3 2 32 0 0,2 1 576 0 0,0 1-768 0 0,2 1-32 0 0,3 0 64 0 0,2 1-64 0 0,4 0 448 0 0,5 1-512 0 0,3-1-416 0 0,4 0 32 0 0,2 5-128 0 0,1 1-96 0 0,-3 4-96 0 0,-6 5-352 0 0,-6 4 64 0 0,-5 3-832 0 0,-3-1 192 0 0,-6-1-2208 0 0,-8 1-1152 0 0,-6-3 4448 0 0</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318"/>
    </inkml:context>
    <inkml:brush xml:id="br0">
      <inkml:brushProperty name="width" value="0.05" units="cm"/>
      <inkml:brushProperty name="height" value="0.05" units="cm"/>
      <inkml:brushProperty name="color" value="#E71224"/>
    </inkml:brush>
  </inkml:definitions>
  <inkml:trace contextRef="#ctx0" brushRef="#br0">38819 6247 7199 0 0,'0'-5'3136'0'0,"-5"-1"-1696"0"0,-1 5-672 0 0,-4 2-640 0 0,-4 6 224 0 0,-10 11-192 0 0,-9 10-256 0 0,1 6 32 0 0,2-4 32 0 0,5-1-128 0 0,3-3-64 0 0,5 0-576 0 0,10-9 224 0 0,11-8 672 0 0,13-10 384 0 0,9-9 32 0 0,3-2-256 0 0,2 0 32 0 0,14-2 1504 0 0,7-4-256 0 0,0 3-1440 0 0,-9 7 96 0 0,-12 9-64 0 0,-11 10-64 0 0,-14 7-192 0 0,-16 5-960 0 0,-11 3 480 0 0,-7-3 320 0 0,-7-1-256 0 0,-6-4 64 0 0,-2-6 0 0 0,3-4 288 0 0,0-3-224 0 0,10-4-96 0 0,15-1 704 0 0,19-5 96 0 0,13-2-96 0 0,8 1-32 0 0,5 1 0 0 0,1 1-32 0 0,5 1 64 0 0,0 2-128 0 0,3 1-64 0 0,-1 0 0 0 0,-2 0 64 0 0,-3 0-736 0 0,-11 0-4160 0 0,-10 5 2976 0 0,-11 1 416 0 0,-10 0-1664 0 0,-4-2 3104 0 0</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319"/>
    </inkml:context>
    <inkml:brush xml:id="br0">
      <inkml:brushProperty name="width" value="0.05" units="cm"/>
      <inkml:brushProperty name="height" value="0.05" units="cm"/>
      <inkml:brushProperty name="color" value="#E71224"/>
    </inkml:brush>
  </inkml:definitions>
  <inkml:trace contextRef="#ctx0" brushRef="#br0">38404 6630 3935 0 0,'0'5'2336'0'0,"0"5"-704"0"0,0 6-672 0 0,0 5-480 0 0,-4 2 576 0 0,-11 7-320 0 0,-7 3-544 0 0,-4 0 64 0 0,-7 3-64 0 0,-6 9-96 0 0,-2-3-96 0 0,7-4-32 0 0,9-5-160 0 0,13-7 224 0 0,13-8 128 0 0,20-4 448 0 0,11-3-224 0 0,4-3 128 0 0,0-4 64 0 0,4-2 800 0 0,-2-2-608 0 0,-2 0-64 0 0,2-6 672 0 0,7 0 544 0 0,1-1-1376 0 0,6-2 416 0 0,7-1 544 0 0,-2-2-1088 0 0,-1 1 352 0 0,2-3-96 0 0,-3 1-608 0 0,-3 4-64 0 0,-6 2 64 0 0,-5 3-32 0 0,-11 6-32 0 0,-10 8-32 0 0,-8 6-96 0 0,-16 10-160 0 0,-6 4 192 0 0,-2 2-64 0 0,-4 0-64 0 0,-3-2-128 0 0,-2 4-192 0 0,1 0 288 0 0,-4 8-704 0 0,-3 1 512 0 0,-5 2-1088 0 0,-2-2 384 0 0,1-4 480 0 0,-8-4-3296 0 0,-2-3 736 0 0,3-8-992 0 0,8-12-1856 0 0,10-8 6080 0 0</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2T06:24:28.320"/>
    </inkml:context>
    <inkml:brush xml:id="br0">
      <inkml:brushProperty name="width" value="0.05" units="cm"/>
      <inkml:brushProperty name="height" value="0.05" units="cm"/>
      <inkml:brushProperty name="color" value="#E71224"/>
    </inkml:brush>
  </inkml:definitions>
  <inkml:trace contextRef="#ctx0" brushRef="#br0">38604 7306 4703 0 0,'-4'0'640'0'0,"-7"0"2848"0"0,-5 0-992 0 0,-4 5-1920 0 0,-4 5-352 0 0,-2 2-160 0 0,4 2 160 0 0,0 4-32 0 0,10-5 608 0 0,10-6-448 0 0,10-8 160 0 0,9-3-224 0 0,5-2 320 0 0,4 0-352 0 0,14 2 416 0 0,6 1-512 0 0,4 10 96 0 0,-7 8-224 0 0,-11 11 288 0 0,-10 5-224 0 0,-14 6 160 0 0,-13 1-224 0 0,-14-1 160 0 0,-8-2-160 0 0,-4-8-32 0 0,-6-8 128 0 0,-10-7 0 0 0,3-10-128 0 0,5-6-32 0 0,-9-20 64 0 0,-5-14 0 0 0,6-6-96 0 0,12-8-320 0 0,15 5-96 0 0,30 5-320 0 0,17 10 256 0 0,17 16-1280 0 0,15 18-1280 0 0,2 9 672 0 0,-1 13 160 0 0,-6 0-2272 0 0,-13-2 4544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29E0E4-F519-40B1-A530-88B4DF53B0C0}" type="datetimeFigureOut">
              <a:rPr lang="zh-TW" altLang="en-US" smtClean="0"/>
              <a:t>2022/7/1</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A82C7C-ABB1-41BC-90C4-384481736A24}" type="slidenum">
              <a:rPr lang="zh-TW" altLang="en-US" smtClean="0"/>
              <a:t>‹#›</a:t>
            </a:fld>
            <a:endParaRPr lang="zh-TW" altLang="en-US"/>
          </a:p>
        </p:txBody>
      </p:sp>
    </p:spTree>
    <p:extLst>
      <p:ext uri="{BB962C8B-B14F-4D97-AF65-F5344CB8AC3E}">
        <p14:creationId xmlns:p14="http://schemas.microsoft.com/office/powerpoint/2010/main" val="2721327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2EA82C7C-ABB1-41BC-90C4-384481736A24}" type="slidenum">
              <a:rPr lang="zh-TW" altLang="en-US" smtClean="0"/>
              <a:t>14</a:t>
            </a:fld>
            <a:endParaRPr lang="zh-TW" altLang="en-US"/>
          </a:p>
        </p:txBody>
      </p:sp>
    </p:spTree>
    <p:extLst>
      <p:ext uri="{BB962C8B-B14F-4D97-AF65-F5344CB8AC3E}">
        <p14:creationId xmlns:p14="http://schemas.microsoft.com/office/powerpoint/2010/main" val="4223736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2EA82C7C-ABB1-41BC-90C4-384481736A24}" type="slidenum">
              <a:rPr lang="zh-TW" altLang="en-US" smtClean="0"/>
              <a:t>46</a:t>
            </a:fld>
            <a:endParaRPr lang="zh-TW" altLang="en-US"/>
          </a:p>
        </p:txBody>
      </p:sp>
    </p:spTree>
    <p:extLst>
      <p:ext uri="{BB962C8B-B14F-4D97-AF65-F5344CB8AC3E}">
        <p14:creationId xmlns:p14="http://schemas.microsoft.com/office/powerpoint/2010/main" val="19248633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2EA82C7C-ABB1-41BC-90C4-384481736A24}" type="slidenum">
              <a:rPr lang="zh-TW" altLang="en-US" smtClean="0"/>
              <a:t>47</a:t>
            </a:fld>
            <a:endParaRPr lang="zh-TW" altLang="en-US"/>
          </a:p>
        </p:txBody>
      </p:sp>
    </p:spTree>
    <p:extLst>
      <p:ext uri="{BB962C8B-B14F-4D97-AF65-F5344CB8AC3E}">
        <p14:creationId xmlns:p14="http://schemas.microsoft.com/office/powerpoint/2010/main" val="18270689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2EA82C7C-ABB1-41BC-90C4-384481736A24}" type="slidenum">
              <a:rPr lang="zh-TW" altLang="en-US" smtClean="0"/>
              <a:t>48</a:t>
            </a:fld>
            <a:endParaRPr lang="zh-TW" altLang="en-US"/>
          </a:p>
        </p:txBody>
      </p:sp>
    </p:spTree>
    <p:extLst>
      <p:ext uri="{BB962C8B-B14F-4D97-AF65-F5344CB8AC3E}">
        <p14:creationId xmlns:p14="http://schemas.microsoft.com/office/powerpoint/2010/main" val="31136919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2EA82C7C-ABB1-41BC-90C4-384481736A24}" type="slidenum">
              <a:rPr lang="zh-TW" altLang="en-US" smtClean="0"/>
              <a:t>51</a:t>
            </a:fld>
            <a:endParaRPr lang="zh-TW" altLang="en-US"/>
          </a:p>
        </p:txBody>
      </p:sp>
    </p:spTree>
    <p:extLst>
      <p:ext uri="{BB962C8B-B14F-4D97-AF65-F5344CB8AC3E}">
        <p14:creationId xmlns:p14="http://schemas.microsoft.com/office/powerpoint/2010/main" val="31193169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2EA82C7C-ABB1-41BC-90C4-384481736A24}" type="slidenum">
              <a:rPr lang="zh-TW" altLang="en-US" smtClean="0"/>
              <a:t>53</a:t>
            </a:fld>
            <a:endParaRPr lang="zh-TW" altLang="en-US"/>
          </a:p>
        </p:txBody>
      </p:sp>
    </p:spTree>
    <p:extLst>
      <p:ext uri="{BB962C8B-B14F-4D97-AF65-F5344CB8AC3E}">
        <p14:creationId xmlns:p14="http://schemas.microsoft.com/office/powerpoint/2010/main" val="1666182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2EA82C7C-ABB1-41BC-90C4-384481736A24}" type="slidenum">
              <a:rPr lang="zh-TW" altLang="en-US" smtClean="0"/>
              <a:t>56</a:t>
            </a:fld>
            <a:endParaRPr lang="zh-TW" altLang="en-US"/>
          </a:p>
        </p:txBody>
      </p:sp>
    </p:spTree>
    <p:extLst>
      <p:ext uri="{BB962C8B-B14F-4D97-AF65-F5344CB8AC3E}">
        <p14:creationId xmlns:p14="http://schemas.microsoft.com/office/powerpoint/2010/main" val="35325292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2EA82C7C-ABB1-41BC-90C4-384481736A24}" type="slidenum">
              <a:rPr lang="zh-TW" altLang="en-US" smtClean="0"/>
              <a:t>57</a:t>
            </a:fld>
            <a:endParaRPr lang="zh-TW" altLang="en-US"/>
          </a:p>
        </p:txBody>
      </p:sp>
    </p:spTree>
    <p:extLst>
      <p:ext uri="{BB962C8B-B14F-4D97-AF65-F5344CB8AC3E}">
        <p14:creationId xmlns:p14="http://schemas.microsoft.com/office/powerpoint/2010/main" val="20321448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2EA82C7C-ABB1-41BC-90C4-384481736A24}" type="slidenum">
              <a:rPr lang="zh-TW" altLang="en-US" smtClean="0"/>
              <a:t>68</a:t>
            </a:fld>
            <a:endParaRPr lang="zh-TW" altLang="en-US"/>
          </a:p>
        </p:txBody>
      </p:sp>
    </p:spTree>
    <p:extLst>
      <p:ext uri="{BB962C8B-B14F-4D97-AF65-F5344CB8AC3E}">
        <p14:creationId xmlns:p14="http://schemas.microsoft.com/office/powerpoint/2010/main" val="17859163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2EA82C7C-ABB1-41BC-90C4-384481736A24}" type="slidenum">
              <a:rPr lang="zh-TW" altLang="en-US" smtClean="0"/>
              <a:t>69</a:t>
            </a:fld>
            <a:endParaRPr lang="zh-TW" altLang="en-US"/>
          </a:p>
        </p:txBody>
      </p:sp>
    </p:spTree>
    <p:extLst>
      <p:ext uri="{BB962C8B-B14F-4D97-AF65-F5344CB8AC3E}">
        <p14:creationId xmlns:p14="http://schemas.microsoft.com/office/powerpoint/2010/main" val="27084415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2EA82C7C-ABB1-41BC-90C4-384481736A24}" type="slidenum">
              <a:rPr lang="zh-TW" altLang="en-US" smtClean="0"/>
              <a:t>70</a:t>
            </a:fld>
            <a:endParaRPr lang="zh-TW" altLang="en-US"/>
          </a:p>
        </p:txBody>
      </p:sp>
    </p:spTree>
    <p:extLst>
      <p:ext uri="{BB962C8B-B14F-4D97-AF65-F5344CB8AC3E}">
        <p14:creationId xmlns:p14="http://schemas.microsoft.com/office/powerpoint/2010/main" val="17123892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2EA82C7C-ABB1-41BC-90C4-384481736A24}" type="slidenum">
              <a:rPr lang="zh-TW" altLang="en-US" smtClean="0"/>
              <a:t>73</a:t>
            </a:fld>
            <a:endParaRPr lang="zh-TW" altLang="en-US"/>
          </a:p>
        </p:txBody>
      </p:sp>
    </p:spTree>
    <p:extLst>
      <p:ext uri="{BB962C8B-B14F-4D97-AF65-F5344CB8AC3E}">
        <p14:creationId xmlns:p14="http://schemas.microsoft.com/office/powerpoint/2010/main" val="37826683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2EA82C7C-ABB1-41BC-90C4-384481736A24}" type="slidenum">
              <a:rPr lang="zh-TW" altLang="en-US" smtClean="0"/>
              <a:t>74</a:t>
            </a:fld>
            <a:endParaRPr lang="zh-TW" altLang="en-US"/>
          </a:p>
        </p:txBody>
      </p:sp>
    </p:spTree>
    <p:extLst>
      <p:ext uri="{BB962C8B-B14F-4D97-AF65-F5344CB8AC3E}">
        <p14:creationId xmlns:p14="http://schemas.microsoft.com/office/powerpoint/2010/main" val="17495559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2EA82C7C-ABB1-41BC-90C4-384481736A24}" type="slidenum">
              <a:rPr lang="zh-TW" altLang="en-US" smtClean="0"/>
              <a:t>77</a:t>
            </a:fld>
            <a:endParaRPr lang="zh-TW" altLang="en-US"/>
          </a:p>
        </p:txBody>
      </p:sp>
    </p:spTree>
    <p:extLst>
      <p:ext uri="{BB962C8B-B14F-4D97-AF65-F5344CB8AC3E}">
        <p14:creationId xmlns:p14="http://schemas.microsoft.com/office/powerpoint/2010/main" val="37892303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2EA82C7C-ABB1-41BC-90C4-384481736A24}" type="slidenum">
              <a:rPr lang="zh-TW" altLang="en-US" smtClean="0"/>
              <a:t>117</a:t>
            </a:fld>
            <a:endParaRPr lang="zh-TW" altLang="en-US"/>
          </a:p>
        </p:txBody>
      </p:sp>
    </p:spTree>
    <p:extLst>
      <p:ext uri="{BB962C8B-B14F-4D97-AF65-F5344CB8AC3E}">
        <p14:creationId xmlns:p14="http://schemas.microsoft.com/office/powerpoint/2010/main" val="28256743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2EA82C7C-ABB1-41BC-90C4-384481736A24}" type="slidenum">
              <a:rPr lang="zh-TW" altLang="en-US" smtClean="0"/>
              <a:t>127</a:t>
            </a:fld>
            <a:endParaRPr lang="zh-TW" altLang="en-US"/>
          </a:p>
        </p:txBody>
      </p:sp>
    </p:spTree>
    <p:extLst>
      <p:ext uri="{BB962C8B-B14F-4D97-AF65-F5344CB8AC3E}">
        <p14:creationId xmlns:p14="http://schemas.microsoft.com/office/powerpoint/2010/main" val="42538020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2EA82C7C-ABB1-41BC-90C4-384481736A24}" type="slidenum">
              <a:rPr lang="zh-TW" altLang="en-US" smtClean="0"/>
              <a:t>128</a:t>
            </a:fld>
            <a:endParaRPr lang="zh-TW" altLang="en-US"/>
          </a:p>
        </p:txBody>
      </p:sp>
    </p:spTree>
    <p:extLst>
      <p:ext uri="{BB962C8B-B14F-4D97-AF65-F5344CB8AC3E}">
        <p14:creationId xmlns:p14="http://schemas.microsoft.com/office/powerpoint/2010/main" val="31768138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2EA82C7C-ABB1-41BC-90C4-384481736A24}" type="slidenum">
              <a:rPr lang="zh-TW" altLang="en-US" smtClean="0"/>
              <a:t>135</a:t>
            </a:fld>
            <a:endParaRPr lang="zh-TW" altLang="en-US"/>
          </a:p>
        </p:txBody>
      </p:sp>
    </p:spTree>
    <p:extLst>
      <p:ext uri="{BB962C8B-B14F-4D97-AF65-F5344CB8AC3E}">
        <p14:creationId xmlns:p14="http://schemas.microsoft.com/office/powerpoint/2010/main" val="29512735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2EA82C7C-ABB1-41BC-90C4-384481736A24}" type="slidenum">
              <a:rPr lang="zh-TW" altLang="en-US" smtClean="0"/>
              <a:t>136</a:t>
            </a:fld>
            <a:endParaRPr lang="zh-TW" altLang="en-US"/>
          </a:p>
        </p:txBody>
      </p:sp>
    </p:spTree>
    <p:extLst>
      <p:ext uri="{BB962C8B-B14F-4D97-AF65-F5344CB8AC3E}">
        <p14:creationId xmlns:p14="http://schemas.microsoft.com/office/powerpoint/2010/main" val="24533631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2EA82C7C-ABB1-41BC-90C4-384481736A24}" type="slidenum">
              <a:rPr lang="zh-TW" altLang="en-US" smtClean="0"/>
              <a:t>139</a:t>
            </a:fld>
            <a:endParaRPr lang="zh-TW" altLang="en-US"/>
          </a:p>
        </p:txBody>
      </p:sp>
    </p:spTree>
    <p:extLst>
      <p:ext uri="{BB962C8B-B14F-4D97-AF65-F5344CB8AC3E}">
        <p14:creationId xmlns:p14="http://schemas.microsoft.com/office/powerpoint/2010/main" val="91101309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zh-TW" altLang="en-US"/>
              <a:t>按一下以編輯母片標題樣式</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8C3C967B-6C2D-4D7D-A7F4-9E133DB79632}" type="datetime1">
              <a:rPr lang="zh-TW" altLang="en-US" smtClean="0"/>
              <a:t>2022/7/1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B521127C-0C56-461F-B517-0D483F216F7D}" type="slidenum">
              <a:rPr lang="zh-TW" altLang="en-US" smtClean="0"/>
              <a:t>‹#›</a:t>
            </a:fld>
            <a:endParaRPr lang="zh-TW" altLang="en-US"/>
          </a:p>
        </p:txBody>
      </p:sp>
    </p:spTree>
    <p:extLst>
      <p:ext uri="{BB962C8B-B14F-4D97-AF65-F5344CB8AC3E}">
        <p14:creationId xmlns:p14="http://schemas.microsoft.com/office/powerpoint/2010/main" val="8635691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745EA2F5-FABA-4887-BE50-CDFA480A4B04}" type="datetime1">
              <a:rPr lang="zh-TW" altLang="en-US" smtClean="0"/>
              <a:t>2022/7/1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521127C-0C56-461F-B517-0D483F216F7D}" type="slidenum">
              <a:rPr lang="zh-TW" altLang="en-US" smtClean="0"/>
              <a:t>‹#›</a:t>
            </a:fld>
            <a:endParaRPr lang="zh-TW" altLang="en-US"/>
          </a:p>
        </p:txBody>
      </p:sp>
    </p:spTree>
    <p:extLst>
      <p:ext uri="{BB962C8B-B14F-4D97-AF65-F5344CB8AC3E}">
        <p14:creationId xmlns:p14="http://schemas.microsoft.com/office/powerpoint/2010/main" val="1351877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zh-TW" altLang="en-US"/>
              <a:t>按一下以編輯母片標題樣式</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a:xfrm>
            <a:off x="8593667" y="6272784"/>
            <a:ext cx="2644309" cy="365125"/>
          </a:xfrm>
        </p:spPr>
        <p:txBody>
          <a:bodyPr/>
          <a:lstStyle/>
          <a:p>
            <a:fld id="{FAE78FB2-59B9-49F1-8EF0-F2B8682AFFDF}" type="datetime1">
              <a:rPr lang="zh-TW" altLang="en-US" smtClean="0"/>
              <a:t>2022/7/1</a:t>
            </a:fld>
            <a:endParaRPr lang="zh-TW" altLang="en-US"/>
          </a:p>
        </p:txBody>
      </p:sp>
      <p:sp>
        <p:nvSpPr>
          <p:cNvPr id="5" name="Footer Placeholder 4"/>
          <p:cNvSpPr>
            <a:spLocks noGrp="1"/>
          </p:cNvSpPr>
          <p:nvPr>
            <p:ph type="ftr" sz="quarter" idx="11"/>
          </p:nvPr>
        </p:nvSpPr>
        <p:spPr>
          <a:xfrm>
            <a:off x="2182708" y="6272784"/>
            <a:ext cx="6327648" cy="365125"/>
          </a:xfrm>
        </p:spPr>
        <p:txBody>
          <a:bodyPr/>
          <a:lstStyle/>
          <a:p>
            <a:endParaRPr lang="zh-TW" alt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B521127C-0C56-461F-B517-0D483F216F7D}" type="slidenum">
              <a:rPr lang="zh-TW" altLang="en-US" smtClean="0"/>
              <a:t>‹#›</a:t>
            </a:fld>
            <a:endParaRPr lang="zh-TW" altLang="en-US"/>
          </a:p>
        </p:txBody>
      </p:sp>
    </p:spTree>
    <p:extLst>
      <p:ext uri="{BB962C8B-B14F-4D97-AF65-F5344CB8AC3E}">
        <p14:creationId xmlns:p14="http://schemas.microsoft.com/office/powerpoint/2010/main" val="1933260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4CB21430-F570-4491-B178-99BE5303C18C}" type="datetime1">
              <a:rPr lang="zh-TW" altLang="en-US" smtClean="0"/>
              <a:t>2022/7/1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B521127C-0C56-461F-B517-0D483F216F7D}" type="slidenum">
              <a:rPr lang="zh-TW" altLang="en-US" smtClean="0"/>
              <a:t>‹#›</a:t>
            </a:fld>
            <a:endParaRPr lang="zh-TW" altLang="en-US"/>
          </a:p>
        </p:txBody>
      </p:sp>
    </p:spTree>
    <p:extLst>
      <p:ext uri="{BB962C8B-B14F-4D97-AF65-F5344CB8AC3E}">
        <p14:creationId xmlns:p14="http://schemas.microsoft.com/office/powerpoint/2010/main" val="4138015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4F9B09EC-9FE5-4C78-A3E7-8D52EFBF5B68}" type="datetime1">
              <a:rPr lang="zh-TW" altLang="en-US" smtClean="0"/>
              <a:t>2022/7/1</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B521127C-0C56-461F-B517-0D483F216F7D}" type="slidenum">
              <a:rPr lang="zh-TW" altLang="en-US" smtClean="0"/>
              <a:t>‹#›</a:t>
            </a:fld>
            <a:endParaRPr lang="zh-TW" altLang="en-US"/>
          </a:p>
        </p:txBody>
      </p:sp>
    </p:spTree>
    <p:extLst>
      <p:ext uri="{BB962C8B-B14F-4D97-AF65-F5344CB8AC3E}">
        <p14:creationId xmlns:p14="http://schemas.microsoft.com/office/powerpoint/2010/main" val="2881523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747A568-AC7D-44AE-A06A-60A19EB21F48}" type="datetime1">
              <a:rPr lang="zh-TW" altLang="en-US" smtClean="0"/>
              <a:t>2022/7/1</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B521127C-0C56-461F-B517-0D483F216F7D}" type="slidenum">
              <a:rPr lang="zh-TW" altLang="en-US" smtClean="0"/>
              <a:t>‹#›</a:t>
            </a:fld>
            <a:endParaRPr lang="zh-TW" altLang="en-US"/>
          </a:p>
        </p:txBody>
      </p:sp>
    </p:spTree>
    <p:extLst>
      <p:ext uri="{BB962C8B-B14F-4D97-AF65-F5344CB8AC3E}">
        <p14:creationId xmlns:p14="http://schemas.microsoft.com/office/powerpoint/2010/main" val="1377620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79D02A-14E4-4ABC-970F-0E07B337D12D}" type="datetime1">
              <a:rPr lang="zh-TW" altLang="en-US" smtClean="0"/>
              <a:t>2022/7/1</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B521127C-0C56-461F-B517-0D483F216F7D}" type="slidenum">
              <a:rPr lang="zh-TW" altLang="en-US" smtClean="0"/>
              <a:t>‹#›</a:t>
            </a:fld>
            <a:endParaRPr lang="zh-TW" altLang="en-US"/>
          </a:p>
        </p:txBody>
      </p:sp>
    </p:spTree>
    <p:extLst>
      <p:ext uri="{BB962C8B-B14F-4D97-AF65-F5344CB8AC3E}">
        <p14:creationId xmlns:p14="http://schemas.microsoft.com/office/powerpoint/2010/main" val="41223173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輔助字幕的內容">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zh-TW" altLang="en-US"/>
              <a:t>按一下以編輯母片標題樣式</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A1D985BF-82E6-4294-8CAF-F98CC9CD92D1}" type="datetime1">
              <a:rPr lang="zh-TW" altLang="en-US" smtClean="0"/>
              <a:t>2022/7/1</a:t>
            </a:fld>
            <a:endParaRPr lang="zh-TW" altLang="en-US"/>
          </a:p>
        </p:txBody>
      </p:sp>
      <p:sp>
        <p:nvSpPr>
          <p:cNvPr id="6" name="Footer Placeholder 5"/>
          <p:cNvSpPr>
            <a:spLocks noGrp="1"/>
          </p:cNvSpPr>
          <p:nvPr>
            <p:ph type="ftr" sz="quarter" idx="11"/>
          </p:nvPr>
        </p:nvSpPr>
        <p:spPr/>
        <p:txBody>
          <a:bodyPr/>
          <a:lstStyle/>
          <a:p>
            <a:endParaRPr lang="zh-TW" alt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B521127C-0C56-461F-B517-0D483F216F7D}" type="slidenum">
              <a:rPr lang="zh-TW" altLang="en-US" smtClean="0"/>
              <a:t>‹#›</a:t>
            </a:fld>
            <a:endParaRPr lang="zh-TW" altLang="en-US"/>
          </a:p>
        </p:txBody>
      </p:sp>
    </p:spTree>
    <p:extLst>
      <p:ext uri="{BB962C8B-B14F-4D97-AF65-F5344CB8AC3E}">
        <p14:creationId xmlns:p14="http://schemas.microsoft.com/office/powerpoint/2010/main" val="22764110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輔助字幕的圖片">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9722761E-FFB4-4BE0-9060-C5B8A792A5C9}" type="datetime1">
              <a:rPr lang="zh-TW" altLang="en-US" smtClean="0"/>
              <a:t>2022/7/1</a:t>
            </a:fld>
            <a:endParaRPr lang="zh-TW" alt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B521127C-0C56-461F-B517-0D483F216F7D}" type="slidenum">
              <a:rPr lang="zh-TW" altLang="en-US" smtClean="0"/>
              <a:t>‹#›</a:t>
            </a:fld>
            <a:endParaRPr lang="zh-TW" altLang="en-US"/>
          </a:p>
        </p:txBody>
      </p:sp>
    </p:spTree>
    <p:extLst>
      <p:ext uri="{BB962C8B-B14F-4D97-AF65-F5344CB8AC3E}">
        <p14:creationId xmlns:p14="http://schemas.microsoft.com/office/powerpoint/2010/main" val="25015186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72DB5A08-302D-4D52-B371-D95889E8B557}" type="datetime1">
              <a:rPr lang="zh-TW" altLang="en-US" smtClean="0"/>
              <a:t>2022/7/1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521127C-0C56-461F-B517-0D483F216F7D}" type="slidenum">
              <a:rPr lang="zh-TW" altLang="en-US" smtClean="0"/>
              <a:t>‹#›</a:t>
            </a:fld>
            <a:endParaRPr lang="zh-TW" altLang="en-US"/>
          </a:p>
        </p:txBody>
      </p:sp>
    </p:spTree>
    <p:extLst>
      <p:ext uri="{BB962C8B-B14F-4D97-AF65-F5344CB8AC3E}">
        <p14:creationId xmlns:p14="http://schemas.microsoft.com/office/powerpoint/2010/main" val="377087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88359C44-1E4E-4614-B5AC-C2ACD0E5A8DC}" type="datetime1">
              <a:rPr lang="zh-TW" altLang="en-US" smtClean="0"/>
              <a:t>2022/7/1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521127C-0C56-461F-B517-0D483F216F7D}" type="slidenum">
              <a:rPr lang="zh-TW" altLang="en-US" smtClean="0"/>
              <a:t>‹#›</a:t>
            </a:fld>
            <a:endParaRPr lang="zh-TW" altLang="en-US"/>
          </a:p>
        </p:txBody>
      </p:sp>
    </p:spTree>
    <p:extLst>
      <p:ext uri="{BB962C8B-B14F-4D97-AF65-F5344CB8AC3E}">
        <p14:creationId xmlns:p14="http://schemas.microsoft.com/office/powerpoint/2010/main" val="130938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BADB26B8-535C-4F60-A84E-AECA87E6B41B}" type="datetime1">
              <a:rPr lang="zh-TW" altLang="en-US" smtClean="0"/>
              <a:t>2022/7/1</a:t>
            </a:fld>
            <a:endParaRPr lang="zh-TW" alt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zh-TW" alt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B521127C-0C56-461F-B517-0D483F216F7D}" type="slidenum">
              <a:rPr lang="zh-TW" altLang="en-US" smtClean="0"/>
              <a:t>‹#›</a:t>
            </a:fld>
            <a:endParaRPr lang="zh-TW" altLang="en-US"/>
          </a:p>
        </p:txBody>
      </p:sp>
    </p:spTree>
    <p:extLst>
      <p:ext uri="{BB962C8B-B14F-4D97-AF65-F5344CB8AC3E}">
        <p14:creationId xmlns:p14="http://schemas.microsoft.com/office/powerpoint/2010/main" val="636031136"/>
      </p:ext>
    </p:extLst>
  </p:cSld>
  <p:clrMap bg1="lt1" tx1="dk1" bg2="lt2" tx2="dk2" accent1="accent1" accent2="accent2" accent3="accent3" accent4="accent4" accent5="accent5" accent6="accent6" hlink="hlink" folHlink="folHlink"/>
  <p:sldLayoutIdLst>
    <p:sldLayoutId id="2147483936" r:id="rId1"/>
    <p:sldLayoutId id="2147483937" r:id="rId2"/>
    <p:sldLayoutId id="2147483938" r:id="rId3"/>
    <p:sldLayoutId id="2147483939" r:id="rId4"/>
    <p:sldLayoutId id="2147483940" r:id="rId5"/>
    <p:sldLayoutId id="2147483941" r:id="rId6"/>
    <p:sldLayoutId id="2147483942" r:id="rId7"/>
    <p:sldLayoutId id="2147483943" r:id="rId8"/>
    <p:sldLayoutId id="2147483944" r:id="rId9"/>
    <p:sldLayoutId id="2147483945" r:id="rId10"/>
    <p:sldLayoutId id="2147483946"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8.xml"/><Relationship Id="rId5" Type="http://schemas.openxmlformats.org/officeDocument/2006/relationships/image" Target="../media/image8.png"/><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github.com/ojdkbuild/ojdkbuild"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localhost:8080/" TargetMode="External"/><Relationship Id="rId2" Type="http://schemas.openxmlformats.org/officeDocument/2006/relationships/hyperlink" Target="https://tomcat.apache.org/"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eclipse.org/downloads/"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3.jpe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ustomXml" Target="../ink/ink1.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hyperlink" Target="https://zh.wikipedia.org/wiki/%E8%87%A8%E7%95%8C%E5%8D%80%E6%AE%B5" TargetMode="Externa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5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3" Type="http://schemas.openxmlformats.org/officeDocument/2006/relationships/hyperlink" Target="https://pansci.asia/archives/84978"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76.xml.rels><?xml version="1.0" encoding="UTF-8" standalone="yes"?>
<Relationships xmlns="http://schemas.openxmlformats.org/package/2006/relationships"><Relationship Id="rId2" Type="http://schemas.openxmlformats.org/officeDocument/2006/relationships/hyperlink" Target="https://reurl.cc/nnbX7n" TargetMode="External"/><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8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8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8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8.xml"/><Relationship Id="rId5" Type="http://schemas.openxmlformats.org/officeDocument/2006/relationships/image" Target="../media/image34.png"/><Relationship Id="rId4" Type="http://schemas.openxmlformats.org/officeDocument/2006/relationships/image" Target="../media/image33.png"/></Relationships>
</file>

<file path=ppt/slides/_rels/slide8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9.xml.rels><?xml version="1.0" encoding="UTF-8" standalone="yes"?>
<Relationships xmlns="http://schemas.openxmlformats.org/package/2006/relationships"><Relationship Id="rId2" Type="http://schemas.openxmlformats.org/officeDocument/2006/relationships/hyperlink" Target="https://openhome.cc/Gossip/ServletJSP/DirectiveElement.html" TargetMode="External"/><Relationship Id="rId1" Type="http://schemas.openxmlformats.org/officeDocument/2006/relationships/slideLayout" Target="../slideLayouts/slideLayout8.xml"/></Relationships>
</file>

<file path=ppt/slides/_rels/slide90.xml.rels><?xml version="1.0" encoding="UTF-8" standalone="yes"?>
<Relationships xmlns="http://schemas.openxmlformats.org/package/2006/relationships"><Relationship Id="rId2" Type="http://schemas.openxmlformats.org/officeDocument/2006/relationships/hyperlink" Target="https://zh.wikipedia.org/zh-tw/Java_applet" TargetMode="External"/><Relationship Id="rId1" Type="http://schemas.openxmlformats.org/officeDocument/2006/relationships/slideLayout" Target="../slideLayouts/slideLayout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1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117.xml.rels><?xml version="1.0" encoding="UTF-8" standalone="yes"?>
<Relationships xmlns="http://schemas.openxmlformats.org/package/2006/relationships"><Relationship Id="rId26" Type="http://schemas.openxmlformats.org/officeDocument/2006/relationships/image" Target="../media/image46.png"/><Relationship Id="rId21" Type="http://schemas.openxmlformats.org/officeDocument/2006/relationships/customXml" Target="../ink/ink11.xml"/><Relationship Id="rId42" Type="http://schemas.openxmlformats.org/officeDocument/2006/relationships/image" Target="../media/image54.png"/><Relationship Id="rId47" Type="http://schemas.openxmlformats.org/officeDocument/2006/relationships/customXml" Target="../ink/ink24.xml"/><Relationship Id="rId63" Type="http://schemas.openxmlformats.org/officeDocument/2006/relationships/customXml" Target="../ink/ink32.xml"/><Relationship Id="rId68" Type="http://schemas.openxmlformats.org/officeDocument/2006/relationships/image" Target="../media/image67.png"/><Relationship Id="rId84" Type="http://schemas.openxmlformats.org/officeDocument/2006/relationships/image" Target="../media/image75.png"/><Relationship Id="rId89" Type="http://schemas.openxmlformats.org/officeDocument/2006/relationships/customXml" Target="../ink/ink45.xml"/><Relationship Id="rId16" Type="http://schemas.openxmlformats.org/officeDocument/2006/relationships/image" Target="../media/image41.png"/><Relationship Id="rId11" Type="http://schemas.openxmlformats.org/officeDocument/2006/relationships/customXml" Target="../ink/ink6.xml"/><Relationship Id="rId32" Type="http://schemas.openxmlformats.org/officeDocument/2006/relationships/image" Target="../media/image49.png"/><Relationship Id="rId37" Type="http://schemas.openxmlformats.org/officeDocument/2006/relationships/customXml" Target="../ink/ink19.xml"/><Relationship Id="rId53" Type="http://schemas.openxmlformats.org/officeDocument/2006/relationships/customXml" Target="../ink/ink27.xml"/><Relationship Id="rId58" Type="http://schemas.openxmlformats.org/officeDocument/2006/relationships/image" Target="../media/image62.png"/><Relationship Id="rId74" Type="http://schemas.openxmlformats.org/officeDocument/2006/relationships/image" Target="../media/image70.png"/><Relationship Id="rId79" Type="http://schemas.openxmlformats.org/officeDocument/2006/relationships/customXml" Target="../ink/ink40.xml"/><Relationship Id="rId102" Type="http://schemas.openxmlformats.org/officeDocument/2006/relationships/image" Target="../media/image84.png"/><Relationship Id="rId5" Type="http://schemas.openxmlformats.org/officeDocument/2006/relationships/customXml" Target="../ink/ink3.xml"/><Relationship Id="rId90" Type="http://schemas.openxmlformats.org/officeDocument/2006/relationships/image" Target="../media/image78.png"/><Relationship Id="rId95" Type="http://schemas.openxmlformats.org/officeDocument/2006/relationships/customXml" Target="../ink/ink48.xml"/><Relationship Id="rId22" Type="http://schemas.openxmlformats.org/officeDocument/2006/relationships/image" Target="../media/image44.png"/><Relationship Id="rId27" Type="http://schemas.openxmlformats.org/officeDocument/2006/relationships/customXml" Target="../ink/ink14.xml"/><Relationship Id="rId43" Type="http://schemas.openxmlformats.org/officeDocument/2006/relationships/customXml" Target="../ink/ink22.xml"/><Relationship Id="rId48" Type="http://schemas.openxmlformats.org/officeDocument/2006/relationships/image" Target="../media/image57.png"/><Relationship Id="rId64" Type="http://schemas.openxmlformats.org/officeDocument/2006/relationships/image" Target="../media/image65.png"/><Relationship Id="rId69" Type="http://schemas.openxmlformats.org/officeDocument/2006/relationships/customXml" Target="../ink/ink35.xml"/><Relationship Id="rId80" Type="http://schemas.openxmlformats.org/officeDocument/2006/relationships/image" Target="../media/image73.png"/><Relationship Id="rId85" Type="http://schemas.openxmlformats.org/officeDocument/2006/relationships/customXml" Target="../ink/ink43.xml"/><Relationship Id="rId12" Type="http://schemas.openxmlformats.org/officeDocument/2006/relationships/image" Target="../media/image39.png"/><Relationship Id="rId17" Type="http://schemas.openxmlformats.org/officeDocument/2006/relationships/customXml" Target="../ink/ink9.xml"/><Relationship Id="rId33" Type="http://schemas.openxmlformats.org/officeDocument/2006/relationships/customXml" Target="../ink/ink17.xml"/><Relationship Id="rId38" Type="http://schemas.openxmlformats.org/officeDocument/2006/relationships/image" Target="../media/image52.png"/><Relationship Id="rId59" Type="http://schemas.openxmlformats.org/officeDocument/2006/relationships/customXml" Target="../ink/ink30.xml"/><Relationship Id="rId103" Type="http://schemas.openxmlformats.org/officeDocument/2006/relationships/customXml" Target="../ink/ink52.xml"/><Relationship Id="rId20" Type="http://schemas.openxmlformats.org/officeDocument/2006/relationships/image" Target="../media/image43.png"/><Relationship Id="rId41" Type="http://schemas.openxmlformats.org/officeDocument/2006/relationships/customXml" Target="../ink/ink21.xml"/><Relationship Id="rId54" Type="http://schemas.openxmlformats.org/officeDocument/2006/relationships/image" Target="../media/image60.png"/><Relationship Id="rId62" Type="http://schemas.openxmlformats.org/officeDocument/2006/relationships/image" Target="../media/image64.png"/><Relationship Id="rId70" Type="http://schemas.openxmlformats.org/officeDocument/2006/relationships/image" Target="../media/image68.png"/><Relationship Id="rId75" Type="http://schemas.openxmlformats.org/officeDocument/2006/relationships/customXml" Target="../ink/ink38.xml"/><Relationship Id="rId83" Type="http://schemas.openxmlformats.org/officeDocument/2006/relationships/customXml" Target="../ink/ink42.xml"/><Relationship Id="rId88" Type="http://schemas.openxmlformats.org/officeDocument/2006/relationships/image" Target="../media/image77.png"/><Relationship Id="rId91" Type="http://schemas.openxmlformats.org/officeDocument/2006/relationships/customXml" Target="../ink/ink46.xml"/><Relationship Id="rId96" Type="http://schemas.openxmlformats.org/officeDocument/2006/relationships/image" Target="../media/image81.png"/><Relationship Id="rId1" Type="http://schemas.openxmlformats.org/officeDocument/2006/relationships/slideLayout" Target="../slideLayouts/slideLayout8.xml"/><Relationship Id="rId6" Type="http://schemas.openxmlformats.org/officeDocument/2006/relationships/image" Target="../media/image36.png"/><Relationship Id="rId15" Type="http://schemas.openxmlformats.org/officeDocument/2006/relationships/customXml" Target="../ink/ink8.xml"/><Relationship Id="rId23" Type="http://schemas.openxmlformats.org/officeDocument/2006/relationships/customXml" Target="../ink/ink12.xml"/><Relationship Id="rId28" Type="http://schemas.openxmlformats.org/officeDocument/2006/relationships/image" Target="../media/image47.png"/><Relationship Id="rId36" Type="http://schemas.openxmlformats.org/officeDocument/2006/relationships/image" Target="../media/image51.png"/><Relationship Id="rId49" Type="http://schemas.openxmlformats.org/officeDocument/2006/relationships/customXml" Target="../ink/ink25.xml"/><Relationship Id="rId57" Type="http://schemas.openxmlformats.org/officeDocument/2006/relationships/customXml" Target="../ink/ink29.xml"/><Relationship Id="rId106" Type="http://schemas.openxmlformats.org/officeDocument/2006/relationships/image" Target="../media/image86.png"/><Relationship Id="rId10" Type="http://schemas.openxmlformats.org/officeDocument/2006/relationships/image" Target="../media/image38.png"/><Relationship Id="rId31" Type="http://schemas.openxmlformats.org/officeDocument/2006/relationships/customXml" Target="../ink/ink16.xml"/><Relationship Id="rId44" Type="http://schemas.openxmlformats.org/officeDocument/2006/relationships/image" Target="../media/image55.png"/><Relationship Id="rId52" Type="http://schemas.openxmlformats.org/officeDocument/2006/relationships/image" Target="../media/image59.png"/><Relationship Id="rId60" Type="http://schemas.openxmlformats.org/officeDocument/2006/relationships/image" Target="../media/image63.png"/><Relationship Id="rId65" Type="http://schemas.openxmlformats.org/officeDocument/2006/relationships/customXml" Target="../ink/ink33.xml"/><Relationship Id="rId73" Type="http://schemas.openxmlformats.org/officeDocument/2006/relationships/customXml" Target="../ink/ink37.xml"/><Relationship Id="rId78" Type="http://schemas.openxmlformats.org/officeDocument/2006/relationships/image" Target="../media/image72.png"/><Relationship Id="rId81" Type="http://schemas.openxmlformats.org/officeDocument/2006/relationships/customXml" Target="../ink/ink41.xml"/><Relationship Id="rId86" Type="http://schemas.openxmlformats.org/officeDocument/2006/relationships/image" Target="../media/image76.png"/><Relationship Id="rId94" Type="http://schemas.openxmlformats.org/officeDocument/2006/relationships/image" Target="../media/image80.png"/><Relationship Id="rId99" Type="http://schemas.openxmlformats.org/officeDocument/2006/relationships/customXml" Target="../ink/ink50.xml"/><Relationship Id="rId101" Type="http://schemas.openxmlformats.org/officeDocument/2006/relationships/customXml" Target="../ink/ink51.xml"/><Relationship Id="rId4" Type="http://schemas.openxmlformats.org/officeDocument/2006/relationships/image" Target="../media/image3510.png"/><Relationship Id="rId9" Type="http://schemas.openxmlformats.org/officeDocument/2006/relationships/customXml" Target="../ink/ink5.xml"/><Relationship Id="rId13" Type="http://schemas.openxmlformats.org/officeDocument/2006/relationships/customXml" Target="../ink/ink7.xml"/><Relationship Id="rId18" Type="http://schemas.openxmlformats.org/officeDocument/2006/relationships/image" Target="../media/image42.png"/><Relationship Id="rId39" Type="http://schemas.openxmlformats.org/officeDocument/2006/relationships/customXml" Target="../ink/ink20.xml"/><Relationship Id="rId34" Type="http://schemas.openxmlformats.org/officeDocument/2006/relationships/image" Target="../media/image50.png"/><Relationship Id="rId50" Type="http://schemas.openxmlformats.org/officeDocument/2006/relationships/image" Target="../media/image58.png"/><Relationship Id="rId55" Type="http://schemas.openxmlformats.org/officeDocument/2006/relationships/customXml" Target="../ink/ink28.xml"/><Relationship Id="rId76" Type="http://schemas.openxmlformats.org/officeDocument/2006/relationships/image" Target="../media/image71.png"/><Relationship Id="rId97" Type="http://schemas.openxmlformats.org/officeDocument/2006/relationships/customXml" Target="../ink/ink49.xml"/><Relationship Id="rId104" Type="http://schemas.openxmlformats.org/officeDocument/2006/relationships/image" Target="../media/image85.png"/><Relationship Id="rId7" Type="http://schemas.openxmlformats.org/officeDocument/2006/relationships/customXml" Target="../ink/ink4.xml"/><Relationship Id="rId71" Type="http://schemas.openxmlformats.org/officeDocument/2006/relationships/customXml" Target="../ink/ink36.xml"/><Relationship Id="rId92" Type="http://schemas.openxmlformats.org/officeDocument/2006/relationships/image" Target="../media/image79.png"/><Relationship Id="rId2" Type="http://schemas.openxmlformats.org/officeDocument/2006/relationships/notesSlide" Target="../notesSlides/notesSlide15.xml"/><Relationship Id="rId29" Type="http://schemas.openxmlformats.org/officeDocument/2006/relationships/customXml" Target="../ink/ink15.xml"/><Relationship Id="rId24" Type="http://schemas.openxmlformats.org/officeDocument/2006/relationships/image" Target="../media/image45.png"/><Relationship Id="rId40" Type="http://schemas.openxmlformats.org/officeDocument/2006/relationships/image" Target="../media/image53.png"/><Relationship Id="rId45" Type="http://schemas.openxmlformats.org/officeDocument/2006/relationships/customXml" Target="../ink/ink23.xml"/><Relationship Id="rId66" Type="http://schemas.openxmlformats.org/officeDocument/2006/relationships/image" Target="../media/image66.png"/><Relationship Id="rId87" Type="http://schemas.openxmlformats.org/officeDocument/2006/relationships/customXml" Target="../ink/ink44.xml"/><Relationship Id="rId61" Type="http://schemas.openxmlformats.org/officeDocument/2006/relationships/customXml" Target="../ink/ink31.xml"/><Relationship Id="rId82" Type="http://schemas.openxmlformats.org/officeDocument/2006/relationships/image" Target="../media/image74.png"/><Relationship Id="rId19" Type="http://schemas.openxmlformats.org/officeDocument/2006/relationships/customXml" Target="../ink/ink10.xml"/><Relationship Id="rId14" Type="http://schemas.openxmlformats.org/officeDocument/2006/relationships/image" Target="../media/image40.png"/><Relationship Id="rId30" Type="http://schemas.openxmlformats.org/officeDocument/2006/relationships/image" Target="../media/image48.png"/><Relationship Id="rId35" Type="http://schemas.openxmlformats.org/officeDocument/2006/relationships/customXml" Target="../ink/ink18.xml"/><Relationship Id="rId56" Type="http://schemas.openxmlformats.org/officeDocument/2006/relationships/image" Target="../media/image61.png"/><Relationship Id="rId77" Type="http://schemas.openxmlformats.org/officeDocument/2006/relationships/customXml" Target="../ink/ink39.xml"/><Relationship Id="rId100" Type="http://schemas.openxmlformats.org/officeDocument/2006/relationships/image" Target="../media/image83.png"/><Relationship Id="rId105" Type="http://schemas.openxmlformats.org/officeDocument/2006/relationships/customXml" Target="../ink/ink53.xml"/><Relationship Id="rId8" Type="http://schemas.openxmlformats.org/officeDocument/2006/relationships/image" Target="../media/image37.png"/><Relationship Id="rId51" Type="http://schemas.openxmlformats.org/officeDocument/2006/relationships/customXml" Target="../ink/ink26.xml"/><Relationship Id="rId72" Type="http://schemas.openxmlformats.org/officeDocument/2006/relationships/image" Target="../media/image69.png"/><Relationship Id="rId93" Type="http://schemas.openxmlformats.org/officeDocument/2006/relationships/customXml" Target="../ink/ink47.xml"/><Relationship Id="rId98" Type="http://schemas.openxmlformats.org/officeDocument/2006/relationships/image" Target="../media/image82.png"/><Relationship Id="rId3" Type="http://schemas.openxmlformats.org/officeDocument/2006/relationships/customXml" Target="../ink/ink2.xml"/><Relationship Id="rId25" Type="http://schemas.openxmlformats.org/officeDocument/2006/relationships/customXml" Target="../ink/ink13.xml"/><Relationship Id="rId46" Type="http://schemas.openxmlformats.org/officeDocument/2006/relationships/image" Target="../media/image56.png"/><Relationship Id="rId67" Type="http://schemas.openxmlformats.org/officeDocument/2006/relationships/customXml" Target="../ink/ink34.xml"/></Relationships>
</file>

<file path=ppt/slides/_rels/slide118.xml.rels><?xml version="1.0" encoding="UTF-8" standalone="yes"?>
<Relationships xmlns="http://schemas.openxmlformats.org/package/2006/relationships"><Relationship Id="rId117" Type="http://schemas.openxmlformats.org/officeDocument/2006/relationships/image" Target="../media/image144.png"/><Relationship Id="rId21" Type="http://schemas.openxmlformats.org/officeDocument/2006/relationships/image" Target="../media/image96.png"/><Relationship Id="rId42" Type="http://schemas.openxmlformats.org/officeDocument/2006/relationships/customXml" Target="../ink/ink74.xml"/><Relationship Id="rId63" Type="http://schemas.openxmlformats.org/officeDocument/2006/relationships/image" Target="../media/image117.png"/><Relationship Id="rId84" Type="http://schemas.openxmlformats.org/officeDocument/2006/relationships/customXml" Target="../ink/ink95.xml"/><Relationship Id="rId138" Type="http://schemas.openxmlformats.org/officeDocument/2006/relationships/customXml" Target="../ink/ink122.xml"/><Relationship Id="rId159" Type="http://schemas.openxmlformats.org/officeDocument/2006/relationships/image" Target="../media/image165.png"/><Relationship Id="rId170" Type="http://schemas.openxmlformats.org/officeDocument/2006/relationships/customXml" Target="../ink/ink138.xml"/><Relationship Id="rId191" Type="http://schemas.openxmlformats.org/officeDocument/2006/relationships/image" Target="../media/image181.png"/><Relationship Id="rId205" Type="http://schemas.openxmlformats.org/officeDocument/2006/relationships/image" Target="../media/image188.png"/><Relationship Id="rId107" Type="http://schemas.openxmlformats.org/officeDocument/2006/relationships/image" Target="../media/image139.png"/><Relationship Id="rId11" Type="http://schemas.openxmlformats.org/officeDocument/2006/relationships/image" Target="../media/image91.png"/><Relationship Id="rId32" Type="http://schemas.openxmlformats.org/officeDocument/2006/relationships/customXml" Target="../ink/ink69.xml"/><Relationship Id="rId53" Type="http://schemas.openxmlformats.org/officeDocument/2006/relationships/image" Target="../media/image112.png"/><Relationship Id="rId74" Type="http://schemas.openxmlformats.org/officeDocument/2006/relationships/customXml" Target="../ink/ink90.xml"/><Relationship Id="rId128" Type="http://schemas.openxmlformats.org/officeDocument/2006/relationships/customXml" Target="../ink/ink117.xml"/><Relationship Id="rId149" Type="http://schemas.openxmlformats.org/officeDocument/2006/relationships/image" Target="../media/image160.png"/><Relationship Id="rId5" Type="http://schemas.openxmlformats.org/officeDocument/2006/relationships/image" Target="../media/image88.png"/><Relationship Id="rId95" Type="http://schemas.openxmlformats.org/officeDocument/2006/relationships/image" Target="../media/image133.png"/><Relationship Id="rId160" Type="http://schemas.openxmlformats.org/officeDocument/2006/relationships/customXml" Target="../ink/ink133.xml"/><Relationship Id="rId181" Type="http://schemas.openxmlformats.org/officeDocument/2006/relationships/image" Target="../media/image176.png"/><Relationship Id="rId216" Type="http://schemas.openxmlformats.org/officeDocument/2006/relationships/customXml" Target="../ink/ink161.xml"/><Relationship Id="rId22" Type="http://schemas.openxmlformats.org/officeDocument/2006/relationships/customXml" Target="../ink/ink64.xml"/><Relationship Id="rId43" Type="http://schemas.openxmlformats.org/officeDocument/2006/relationships/image" Target="../media/image107.png"/><Relationship Id="rId64" Type="http://schemas.openxmlformats.org/officeDocument/2006/relationships/customXml" Target="../ink/ink85.xml"/><Relationship Id="rId118" Type="http://schemas.openxmlformats.org/officeDocument/2006/relationships/customXml" Target="../ink/ink112.xml"/><Relationship Id="rId139" Type="http://schemas.openxmlformats.org/officeDocument/2006/relationships/image" Target="../media/image155.png"/><Relationship Id="rId85" Type="http://schemas.openxmlformats.org/officeDocument/2006/relationships/image" Target="../media/image128.png"/><Relationship Id="rId150" Type="http://schemas.openxmlformats.org/officeDocument/2006/relationships/customXml" Target="../ink/ink128.xml"/><Relationship Id="rId171" Type="http://schemas.openxmlformats.org/officeDocument/2006/relationships/image" Target="../media/image171.png"/><Relationship Id="rId192" Type="http://schemas.openxmlformats.org/officeDocument/2006/relationships/customXml" Target="../ink/ink149.xml"/><Relationship Id="rId206" Type="http://schemas.openxmlformats.org/officeDocument/2006/relationships/customXml" Target="../ink/ink156.xml"/><Relationship Id="rId12" Type="http://schemas.openxmlformats.org/officeDocument/2006/relationships/customXml" Target="../ink/ink59.xml"/><Relationship Id="rId33" Type="http://schemas.openxmlformats.org/officeDocument/2006/relationships/image" Target="../media/image102.png"/><Relationship Id="rId108" Type="http://schemas.openxmlformats.org/officeDocument/2006/relationships/customXml" Target="../ink/ink107.xml"/><Relationship Id="rId129" Type="http://schemas.openxmlformats.org/officeDocument/2006/relationships/image" Target="../media/image150.png"/><Relationship Id="rId54" Type="http://schemas.openxmlformats.org/officeDocument/2006/relationships/customXml" Target="../ink/ink80.xml"/><Relationship Id="rId75" Type="http://schemas.openxmlformats.org/officeDocument/2006/relationships/image" Target="../media/image123.png"/><Relationship Id="rId96" Type="http://schemas.openxmlformats.org/officeDocument/2006/relationships/customXml" Target="../ink/ink101.xml"/><Relationship Id="rId140" Type="http://schemas.openxmlformats.org/officeDocument/2006/relationships/customXml" Target="../ink/ink123.xml"/><Relationship Id="rId161" Type="http://schemas.openxmlformats.org/officeDocument/2006/relationships/image" Target="../media/image166.png"/><Relationship Id="rId182" Type="http://schemas.openxmlformats.org/officeDocument/2006/relationships/customXml" Target="../ink/ink144.xml"/><Relationship Id="rId6" Type="http://schemas.openxmlformats.org/officeDocument/2006/relationships/customXml" Target="../ink/ink56.xml"/><Relationship Id="rId23" Type="http://schemas.openxmlformats.org/officeDocument/2006/relationships/image" Target="../media/image97.png"/><Relationship Id="rId119" Type="http://schemas.openxmlformats.org/officeDocument/2006/relationships/image" Target="../media/image145.png"/><Relationship Id="rId44" Type="http://schemas.openxmlformats.org/officeDocument/2006/relationships/customXml" Target="../ink/ink75.xml"/><Relationship Id="rId65" Type="http://schemas.openxmlformats.org/officeDocument/2006/relationships/image" Target="../media/image118.png"/><Relationship Id="rId86" Type="http://schemas.openxmlformats.org/officeDocument/2006/relationships/customXml" Target="../ink/ink96.xml"/><Relationship Id="rId130" Type="http://schemas.openxmlformats.org/officeDocument/2006/relationships/customXml" Target="../ink/ink118.xml"/><Relationship Id="rId151" Type="http://schemas.openxmlformats.org/officeDocument/2006/relationships/image" Target="../media/image161.png"/><Relationship Id="rId172" Type="http://schemas.openxmlformats.org/officeDocument/2006/relationships/customXml" Target="../ink/ink139.xml"/><Relationship Id="rId193" Type="http://schemas.openxmlformats.org/officeDocument/2006/relationships/image" Target="../media/image182.png"/><Relationship Id="rId207" Type="http://schemas.openxmlformats.org/officeDocument/2006/relationships/image" Target="../media/image189.png"/><Relationship Id="rId13" Type="http://schemas.openxmlformats.org/officeDocument/2006/relationships/image" Target="../media/image92.png"/><Relationship Id="rId109" Type="http://schemas.openxmlformats.org/officeDocument/2006/relationships/image" Target="../media/image140.png"/><Relationship Id="rId34" Type="http://schemas.openxmlformats.org/officeDocument/2006/relationships/customXml" Target="../ink/ink70.xml"/><Relationship Id="rId55" Type="http://schemas.openxmlformats.org/officeDocument/2006/relationships/image" Target="../media/image113.png"/><Relationship Id="rId76" Type="http://schemas.openxmlformats.org/officeDocument/2006/relationships/customXml" Target="../ink/ink91.xml"/><Relationship Id="rId97" Type="http://schemas.openxmlformats.org/officeDocument/2006/relationships/image" Target="../media/image134.png"/><Relationship Id="rId120" Type="http://schemas.openxmlformats.org/officeDocument/2006/relationships/customXml" Target="../ink/ink113.xml"/><Relationship Id="rId141" Type="http://schemas.openxmlformats.org/officeDocument/2006/relationships/image" Target="../media/image156.png"/><Relationship Id="rId7" Type="http://schemas.openxmlformats.org/officeDocument/2006/relationships/image" Target="../media/image89.png"/><Relationship Id="rId162" Type="http://schemas.openxmlformats.org/officeDocument/2006/relationships/customXml" Target="../ink/ink134.xml"/><Relationship Id="rId183" Type="http://schemas.openxmlformats.org/officeDocument/2006/relationships/image" Target="../media/image177.png"/><Relationship Id="rId24" Type="http://schemas.openxmlformats.org/officeDocument/2006/relationships/customXml" Target="../ink/ink65.xml"/><Relationship Id="rId45" Type="http://schemas.openxmlformats.org/officeDocument/2006/relationships/image" Target="../media/image108.png"/><Relationship Id="rId66" Type="http://schemas.openxmlformats.org/officeDocument/2006/relationships/customXml" Target="../ink/ink86.xml"/><Relationship Id="rId87" Type="http://schemas.openxmlformats.org/officeDocument/2006/relationships/image" Target="../media/image129.png"/><Relationship Id="rId110" Type="http://schemas.openxmlformats.org/officeDocument/2006/relationships/customXml" Target="../ink/ink108.xml"/><Relationship Id="rId131" Type="http://schemas.openxmlformats.org/officeDocument/2006/relationships/image" Target="../media/image151.png"/><Relationship Id="rId152" Type="http://schemas.openxmlformats.org/officeDocument/2006/relationships/customXml" Target="../ink/ink129.xml"/><Relationship Id="rId173" Type="http://schemas.openxmlformats.org/officeDocument/2006/relationships/image" Target="../media/image172.png"/><Relationship Id="rId194" Type="http://schemas.openxmlformats.org/officeDocument/2006/relationships/customXml" Target="../ink/ink150.xml"/><Relationship Id="rId208" Type="http://schemas.openxmlformats.org/officeDocument/2006/relationships/customXml" Target="../ink/ink157.xml"/><Relationship Id="rId19" Type="http://schemas.openxmlformats.org/officeDocument/2006/relationships/image" Target="../media/image95.png"/><Relationship Id="rId14" Type="http://schemas.openxmlformats.org/officeDocument/2006/relationships/customXml" Target="../ink/ink60.xml"/><Relationship Id="rId30" Type="http://schemas.openxmlformats.org/officeDocument/2006/relationships/customXml" Target="../ink/ink68.xml"/><Relationship Id="rId35" Type="http://schemas.openxmlformats.org/officeDocument/2006/relationships/image" Target="../media/image103.png"/><Relationship Id="rId56" Type="http://schemas.openxmlformats.org/officeDocument/2006/relationships/customXml" Target="../ink/ink81.xml"/><Relationship Id="rId77" Type="http://schemas.openxmlformats.org/officeDocument/2006/relationships/image" Target="../media/image124.png"/><Relationship Id="rId100" Type="http://schemas.openxmlformats.org/officeDocument/2006/relationships/customXml" Target="../ink/ink103.xml"/><Relationship Id="rId105" Type="http://schemas.openxmlformats.org/officeDocument/2006/relationships/image" Target="../media/image138.png"/><Relationship Id="rId126" Type="http://schemas.openxmlformats.org/officeDocument/2006/relationships/customXml" Target="../ink/ink116.xml"/><Relationship Id="rId147" Type="http://schemas.openxmlformats.org/officeDocument/2006/relationships/image" Target="../media/image159.png"/><Relationship Id="rId168" Type="http://schemas.openxmlformats.org/officeDocument/2006/relationships/customXml" Target="../ink/ink137.xml"/><Relationship Id="rId8" Type="http://schemas.openxmlformats.org/officeDocument/2006/relationships/customXml" Target="../ink/ink57.xml"/><Relationship Id="rId51" Type="http://schemas.openxmlformats.org/officeDocument/2006/relationships/image" Target="../media/image111.png"/><Relationship Id="rId72" Type="http://schemas.openxmlformats.org/officeDocument/2006/relationships/customXml" Target="../ink/ink89.xml"/><Relationship Id="rId93" Type="http://schemas.openxmlformats.org/officeDocument/2006/relationships/image" Target="../media/image132.png"/><Relationship Id="rId98" Type="http://schemas.openxmlformats.org/officeDocument/2006/relationships/customXml" Target="../ink/ink102.xml"/><Relationship Id="rId121" Type="http://schemas.openxmlformats.org/officeDocument/2006/relationships/image" Target="../media/image146.png"/><Relationship Id="rId142" Type="http://schemas.openxmlformats.org/officeDocument/2006/relationships/customXml" Target="../ink/ink124.xml"/><Relationship Id="rId163" Type="http://schemas.openxmlformats.org/officeDocument/2006/relationships/image" Target="../media/image167.png"/><Relationship Id="rId184" Type="http://schemas.openxmlformats.org/officeDocument/2006/relationships/customXml" Target="../ink/ink145.xml"/><Relationship Id="rId189" Type="http://schemas.openxmlformats.org/officeDocument/2006/relationships/image" Target="../media/image180.png"/><Relationship Id="rId3" Type="http://schemas.openxmlformats.org/officeDocument/2006/relationships/image" Target="../media/image87.png"/><Relationship Id="rId214" Type="http://schemas.openxmlformats.org/officeDocument/2006/relationships/customXml" Target="../ink/ink160.xml"/><Relationship Id="rId25" Type="http://schemas.openxmlformats.org/officeDocument/2006/relationships/image" Target="../media/image98.png"/><Relationship Id="rId46" Type="http://schemas.openxmlformats.org/officeDocument/2006/relationships/customXml" Target="../ink/ink76.xml"/><Relationship Id="rId67" Type="http://schemas.openxmlformats.org/officeDocument/2006/relationships/image" Target="../media/image119.png"/><Relationship Id="rId116" Type="http://schemas.openxmlformats.org/officeDocument/2006/relationships/customXml" Target="../ink/ink111.xml"/><Relationship Id="rId137" Type="http://schemas.openxmlformats.org/officeDocument/2006/relationships/image" Target="../media/image154.png"/><Relationship Id="rId158" Type="http://schemas.openxmlformats.org/officeDocument/2006/relationships/customXml" Target="../ink/ink132.xml"/><Relationship Id="rId20" Type="http://schemas.openxmlformats.org/officeDocument/2006/relationships/customXml" Target="../ink/ink63.xml"/><Relationship Id="rId41" Type="http://schemas.openxmlformats.org/officeDocument/2006/relationships/image" Target="../media/image106.png"/><Relationship Id="rId62" Type="http://schemas.openxmlformats.org/officeDocument/2006/relationships/customXml" Target="../ink/ink84.xml"/><Relationship Id="rId83" Type="http://schemas.openxmlformats.org/officeDocument/2006/relationships/image" Target="../media/image127.png"/><Relationship Id="rId88" Type="http://schemas.openxmlformats.org/officeDocument/2006/relationships/customXml" Target="../ink/ink97.xml"/><Relationship Id="rId111" Type="http://schemas.openxmlformats.org/officeDocument/2006/relationships/image" Target="../media/image141.png"/><Relationship Id="rId132" Type="http://schemas.openxmlformats.org/officeDocument/2006/relationships/customXml" Target="../ink/ink119.xml"/><Relationship Id="rId153" Type="http://schemas.openxmlformats.org/officeDocument/2006/relationships/image" Target="../media/image162.png"/><Relationship Id="rId174" Type="http://schemas.openxmlformats.org/officeDocument/2006/relationships/customXml" Target="../ink/ink140.xml"/><Relationship Id="rId179" Type="http://schemas.openxmlformats.org/officeDocument/2006/relationships/image" Target="../media/image175.png"/><Relationship Id="rId195" Type="http://schemas.openxmlformats.org/officeDocument/2006/relationships/image" Target="../media/image183.png"/><Relationship Id="rId209" Type="http://schemas.openxmlformats.org/officeDocument/2006/relationships/image" Target="../media/image190.png"/><Relationship Id="rId190" Type="http://schemas.openxmlformats.org/officeDocument/2006/relationships/customXml" Target="../ink/ink148.xml"/><Relationship Id="rId204" Type="http://schemas.openxmlformats.org/officeDocument/2006/relationships/customXml" Target="../ink/ink155.xml"/><Relationship Id="rId15" Type="http://schemas.openxmlformats.org/officeDocument/2006/relationships/image" Target="../media/image93.png"/><Relationship Id="rId36" Type="http://schemas.openxmlformats.org/officeDocument/2006/relationships/customXml" Target="../ink/ink71.xml"/><Relationship Id="rId57" Type="http://schemas.openxmlformats.org/officeDocument/2006/relationships/image" Target="../media/image114.png"/><Relationship Id="rId106" Type="http://schemas.openxmlformats.org/officeDocument/2006/relationships/customXml" Target="../ink/ink106.xml"/><Relationship Id="rId127" Type="http://schemas.openxmlformats.org/officeDocument/2006/relationships/image" Target="../media/image149.png"/><Relationship Id="rId10" Type="http://schemas.openxmlformats.org/officeDocument/2006/relationships/customXml" Target="../ink/ink58.xml"/><Relationship Id="rId31" Type="http://schemas.openxmlformats.org/officeDocument/2006/relationships/image" Target="../media/image101.png"/><Relationship Id="rId52" Type="http://schemas.openxmlformats.org/officeDocument/2006/relationships/customXml" Target="../ink/ink79.xml"/><Relationship Id="rId73" Type="http://schemas.openxmlformats.org/officeDocument/2006/relationships/image" Target="../media/image122.png"/><Relationship Id="rId78" Type="http://schemas.openxmlformats.org/officeDocument/2006/relationships/customXml" Target="../ink/ink92.xml"/><Relationship Id="rId94" Type="http://schemas.openxmlformats.org/officeDocument/2006/relationships/customXml" Target="../ink/ink100.xml"/><Relationship Id="rId99" Type="http://schemas.openxmlformats.org/officeDocument/2006/relationships/image" Target="../media/image135.png"/><Relationship Id="rId101" Type="http://schemas.openxmlformats.org/officeDocument/2006/relationships/image" Target="../media/image136.png"/><Relationship Id="rId122" Type="http://schemas.openxmlformats.org/officeDocument/2006/relationships/customXml" Target="../ink/ink114.xml"/><Relationship Id="rId143" Type="http://schemas.openxmlformats.org/officeDocument/2006/relationships/image" Target="../media/image157.png"/><Relationship Id="rId148" Type="http://schemas.openxmlformats.org/officeDocument/2006/relationships/customXml" Target="../ink/ink127.xml"/><Relationship Id="rId164" Type="http://schemas.openxmlformats.org/officeDocument/2006/relationships/customXml" Target="../ink/ink135.xml"/><Relationship Id="rId169" Type="http://schemas.openxmlformats.org/officeDocument/2006/relationships/image" Target="../media/image170.png"/><Relationship Id="rId185" Type="http://schemas.openxmlformats.org/officeDocument/2006/relationships/image" Target="../media/image178.png"/><Relationship Id="rId4" Type="http://schemas.openxmlformats.org/officeDocument/2006/relationships/customXml" Target="../ink/ink55.xml"/><Relationship Id="rId9" Type="http://schemas.openxmlformats.org/officeDocument/2006/relationships/image" Target="../media/image90.png"/><Relationship Id="rId180" Type="http://schemas.openxmlformats.org/officeDocument/2006/relationships/customXml" Target="../ink/ink143.xml"/><Relationship Id="rId210" Type="http://schemas.openxmlformats.org/officeDocument/2006/relationships/customXml" Target="../ink/ink158.xml"/><Relationship Id="rId215" Type="http://schemas.openxmlformats.org/officeDocument/2006/relationships/image" Target="../media/image193.png"/><Relationship Id="rId26" Type="http://schemas.openxmlformats.org/officeDocument/2006/relationships/customXml" Target="../ink/ink66.xml"/><Relationship Id="rId47" Type="http://schemas.openxmlformats.org/officeDocument/2006/relationships/image" Target="../media/image109.png"/><Relationship Id="rId68" Type="http://schemas.openxmlformats.org/officeDocument/2006/relationships/customXml" Target="../ink/ink87.xml"/><Relationship Id="rId89" Type="http://schemas.openxmlformats.org/officeDocument/2006/relationships/image" Target="../media/image130.png"/><Relationship Id="rId112" Type="http://schemas.openxmlformats.org/officeDocument/2006/relationships/customXml" Target="../ink/ink109.xml"/><Relationship Id="rId133" Type="http://schemas.openxmlformats.org/officeDocument/2006/relationships/image" Target="../media/image152.png"/><Relationship Id="rId154" Type="http://schemas.openxmlformats.org/officeDocument/2006/relationships/customXml" Target="../ink/ink130.xml"/><Relationship Id="rId175" Type="http://schemas.openxmlformats.org/officeDocument/2006/relationships/image" Target="../media/image173.png"/><Relationship Id="rId196" Type="http://schemas.openxmlformats.org/officeDocument/2006/relationships/customXml" Target="../ink/ink151.xml"/><Relationship Id="rId200" Type="http://schemas.openxmlformats.org/officeDocument/2006/relationships/customXml" Target="../ink/ink153.xml"/><Relationship Id="rId16" Type="http://schemas.openxmlformats.org/officeDocument/2006/relationships/customXml" Target="../ink/ink61.xml"/><Relationship Id="rId37" Type="http://schemas.openxmlformats.org/officeDocument/2006/relationships/image" Target="../media/image104.png"/><Relationship Id="rId58" Type="http://schemas.openxmlformats.org/officeDocument/2006/relationships/customXml" Target="../ink/ink82.xml"/><Relationship Id="rId79" Type="http://schemas.openxmlformats.org/officeDocument/2006/relationships/image" Target="../media/image125.png"/><Relationship Id="rId102" Type="http://schemas.openxmlformats.org/officeDocument/2006/relationships/customXml" Target="../ink/ink104.xml"/><Relationship Id="rId123" Type="http://schemas.openxmlformats.org/officeDocument/2006/relationships/image" Target="../media/image147.png"/><Relationship Id="rId144" Type="http://schemas.openxmlformats.org/officeDocument/2006/relationships/customXml" Target="../ink/ink125.xml"/><Relationship Id="rId90" Type="http://schemas.openxmlformats.org/officeDocument/2006/relationships/customXml" Target="../ink/ink98.xml"/><Relationship Id="rId165" Type="http://schemas.openxmlformats.org/officeDocument/2006/relationships/image" Target="../media/image168.png"/><Relationship Id="rId186" Type="http://schemas.openxmlformats.org/officeDocument/2006/relationships/customXml" Target="../ink/ink146.xml"/><Relationship Id="rId211" Type="http://schemas.openxmlformats.org/officeDocument/2006/relationships/image" Target="../media/image191.png"/><Relationship Id="rId27" Type="http://schemas.openxmlformats.org/officeDocument/2006/relationships/image" Target="../media/image99.png"/><Relationship Id="rId48" Type="http://schemas.openxmlformats.org/officeDocument/2006/relationships/customXml" Target="../ink/ink77.xml"/><Relationship Id="rId69" Type="http://schemas.openxmlformats.org/officeDocument/2006/relationships/image" Target="../media/image120.png"/><Relationship Id="rId113" Type="http://schemas.openxmlformats.org/officeDocument/2006/relationships/image" Target="../media/image142.png"/><Relationship Id="rId134" Type="http://schemas.openxmlformats.org/officeDocument/2006/relationships/customXml" Target="../ink/ink120.xml"/><Relationship Id="rId80" Type="http://schemas.openxmlformats.org/officeDocument/2006/relationships/customXml" Target="../ink/ink93.xml"/><Relationship Id="rId155" Type="http://schemas.openxmlformats.org/officeDocument/2006/relationships/image" Target="../media/image163.png"/><Relationship Id="rId176" Type="http://schemas.openxmlformats.org/officeDocument/2006/relationships/customXml" Target="../ink/ink141.xml"/><Relationship Id="rId197" Type="http://schemas.openxmlformats.org/officeDocument/2006/relationships/image" Target="../media/image184.png"/><Relationship Id="rId201" Type="http://schemas.openxmlformats.org/officeDocument/2006/relationships/image" Target="../media/image186.png"/><Relationship Id="rId17" Type="http://schemas.openxmlformats.org/officeDocument/2006/relationships/image" Target="../media/image94.png"/><Relationship Id="rId38" Type="http://schemas.openxmlformats.org/officeDocument/2006/relationships/customXml" Target="../ink/ink72.xml"/><Relationship Id="rId59" Type="http://schemas.openxmlformats.org/officeDocument/2006/relationships/image" Target="../media/image115.png"/><Relationship Id="rId103" Type="http://schemas.openxmlformats.org/officeDocument/2006/relationships/image" Target="../media/image137.png"/><Relationship Id="rId124" Type="http://schemas.openxmlformats.org/officeDocument/2006/relationships/customXml" Target="../ink/ink115.xml"/><Relationship Id="rId70" Type="http://schemas.openxmlformats.org/officeDocument/2006/relationships/customXml" Target="../ink/ink88.xml"/><Relationship Id="rId91" Type="http://schemas.openxmlformats.org/officeDocument/2006/relationships/image" Target="../media/image131.png"/><Relationship Id="rId145" Type="http://schemas.openxmlformats.org/officeDocument/2006/relationships/image" Target="../media/image158.png"/><Relationship Id="rId166" Type="http://schemas.openxmlformats.org/officeDocument/2006/relationships/customXml" Target="../ink/ink136.xml"/><Relationship Id="rId187" Type="http://schemas.openxmlformats.org/officeDocument/2006/relationships/image" Target="../media/image179.png"/><Relationship Id="rId1" Type="http://schemas.openxmlformats.org/officeDocument/2006/relationships/slideLayout" Target="../slideLayouts/slideLayout2.xml"/><Relationship Id="rId212" Type="http://schemas.openxmlformats.org/officeDocument/2006/relationships/customXml" Target="../ink/ink159.xml"/><Relationship Id="rId28" Type="http://schemas.openxmlformats.org/officeDocument/2006/relationships/customXml" Target="../ink/ink67.xml"/><Relationship Id="rId49" Type="http://schemas.openxmlformats.org/officeDocument/2006/relationships/image" Target="../media/image110.png"/><Relationship Id="rId114" Type="http://schemas.openxmlformats.org/officeDocument/2006/relationships/customXml" Target="../ink/ink110.xml"/><Relationship Id="rId60" Type="http://schemas.openxmlformats.org/officeDocument/2006/relationships/customXml" Target="../ink/ink83.xml"/><Relationship Id="rId81" Type="http://schemas.openxmlformats.org/officeDocument/2006/relationships/image" Target="../media/image126.png"/><Relationship Id="rId135" Type="http://schemas.openxmlformats.org/officeDocument/2006/relationships/image" Target="../media/image153.png"/><Relationship Id="rId156" Type="http://schemas.openxmlformats.org/officeDocument/2006/relationships/customXml" Target="../ink/ink131.xml"/><Relationship Id="rId177" Type="http://schemas.openxmlformats.org/officeDocument/2006/relationships/image" Target="../media/image174.png"/><Relationship Id="rId198" Type="http://schemas.openxmlformats.org/officeDocument/2006/relationships/customXml" Target="../ink/ink152.xml"/><Relationship Id="rId202" Type="http://schemas.openxmlformats.org/officeDocument/2006/relationships/customXml" Target="../ink/ink154.xml"/><Relationship Id="rId18" Type="http://schemas.openxmlformats.org/officeDocument/2006/relationships/customXml" Target="../ink/ink62.xml"/><Relationship Id="rId39" Type="http://schemas.openxmlformats.org/officeDocument/2006/relationships/image" Target="../media/image105.png"/><Relationship Id="rId50" Type="http://schemas.openxmlformats.org/officeDocument/2006/relationships/customXml" Target="../ink/ink78.xml"/><Relationship Id="rId104" Type="http://schemas.openxmlformats.org/officeDocument/2006/relationships/customXml" Target="../ink/ink105.xml"/><Relationship Id="rId125" Type="http://schemas.openxmlformats.org/officeDocument/2006/relationships/image" Target="../media/image148.png"/><Relationship Id="rId146" Type="http://schemas.openxmlformats.org/officeDocument/2006/relationships/customXml" Target="../ink/ink126.xml"/><Relationship Id="rId167" Type="http://schemas.openxmlformats.org/officeDocument/2006/relationships/image" Target="../media/image169.png"/><Relationship Id="rId188" Type="http://schemas.openxmlformats.org/officeDocument/2006/relationships/customXml" Target="../ink/ink147.xml"/><Relationship Id="rId71" Type="http://schemas.openxmlformats.org/officeDocument/2006/relationships/image" Target="../media/image121.png"/><Relationship Id="rId92" Type="http://schemas.openxmlformats.org/officeDocument/2006/relationships/customXml" Target="../ink/ink99.xml"/><Relationship Id="rId213" Type="http://schemas.openxmlformats.org/officeDocument/2006/relationships/image" Target="../media/image192.png"/><Relationship Id="rId2" Type="http://schemas.openxmlformats.org/officeDocument/2006/relationships/customXml" Target="../ink/ink54.xml"/><Relationship Id="rId29" Type="http://schemas.openxmlformats.org/officeDocument/2006/relationships/image" Target="../media/image100.png"/><Relationship Id="rId40" Type="http://schemas.openxmlformats.org/officeDocument/2006/relationships/customXml" Target="../ink/ink73.xml"/><Relationship Id="rId115" Type="http://schemas.openxmlformats.org/officeDocument/2006/relationships/image" Target="../media/image143.png"/><Relationship Id="rId136" Type="http://schemas.openxmlformats.org/officeDocument/2006/relationships/customXml" Target="../ink/ink121.xml"/><Relationship Id="rId157" Type="http://schemas.openxmlformats.org/officeDocument/2006/relationships/image" Target="../media/image164.png"/><Relationship Id="rId178" Type="http://schemas.openxmlformats.org/officeDocument/2006/relationships/customXml" Target="../ink/ink142.xml"/><Relationship Id="rId61" Type="http://schemas.openxmlformats.org/officeDocument/2006/relationships/image" Target="../media/image116.png"/><Relationship Id="rId82" Type="http://schemas.openxmlformats.org/officeDocument/2006/relationships/customXml" Target="../ink/ink94.xml"/><Relationship Id="rId199" Type="http://schemas.openxmlformats.org/officeDocument/2006/relationships/image" Target="../media/image185.png"/><Relationship Id="rId203" Type="http://schemas.openxmlformats.org/officeDocument/2006/relationships/image" Target="../media/image187.png"/></Relationships>
</file>

<file path=ppt/slides/_rels/slide119.xml.rels><?xml version="1.0" encoding="UTF-8" standalone="yes"?>
<Relationships xmlns="http://schemas.openxmlformats.org/package/2006/relationships"><Relationship Id="rId13" Type="http://schemas.openxmlformats.org/officeDocument/2006/relationships/image" Target="../media/image199.png"/><Relationship Id="rId18" Type="http://schemas.openxmlformats.org/officeDocument/2006/relationships/customXml" Target="../ink/ink170.xml"/><Relationship Id="rId26" Type="http://schemas.openxmlformats.org/officeDocument/2006/relationships/customXml" Target="../ink/ink174.xml"/><Relationship Id="rId39" Type="http://schemas.openxmlformats.org/officeDocument/2006/relationships/image" Target="../media/image212.png"/><Relationship Id="rId21" Type="http://schemas.openxmlformats.org/officeDocument/2006/relationships/image" Target="../media/image203.png"/><Relationship Id="rId34" Type="http://schemas.openxmlformats.org/officeDocument/2006/relationships/customXml" Target="../ink/ink178.xml"/><Relationship Id="rId42" Type="http://schemas.openxmlformats.org/officeDocument/2006/relationships/customXml" Target="../ink/ink182.xml"/><Relationship Id="rId47" Type="http://schemas.openxmlformats.org/officeDocument/2006/relationships/image" Target="../media/image215.png"/><Relationship Id="rId50" Type="http://schemas.openxmlformats.org/officeDocument/2006/relationships/customXml" Target="../ink/ink186.xml"/><Relationship Id="rId55" Type="http://schemas.openxmlformats.org/officeDocument/2006/relationships/image" Target="../media/image219.png"/><Relationship Id="rId7" Type="http://schemas.openxmlformats.org/officeDocument/2006/relationships/image" Target="../media/image196.png"/><Relationship Id="rId2" Type="http://schemas.openxmlformats.org/officeDocument/2006/relationships/customXml" Target="../ink/ink162.xml"/><Relationship Id="rId16" Type="http://schemas.openxmlformats.org/officeDocument/2006/relationships/customXml" Target="../ink/ink169.xml"/><Relationship Id="rId29" Type="http://schemas.openxmlformats.org/officeDocument/2006/relationships/image" Target="../media/image207.png"/><Relationship Id="rId11" Type="http://schemas.openxmlformats.org/officeDocument/2006/relationships/image" Target="../media/image198.png"/><Relationship Id="rId24" Type="http://schemas.openxmlformats.org/officeDocument/2006/relationships/customXml" Target="../ink/ink173.xml"/><Relationship Id="rId32" Type="http://schemas.openxmlformats.org/officeDocument/2006/relationships/customXml" Target="../ink/ink177.xml"/><Relationship Id="rId37" Type="http://schemas.openxmlformats.org/officeDocument/2006/relationships/image" Target="../media/image211.png"/><Relationship Id="rId40" Type="http://schemas.openxmlformats.org/officeDocument/2006/relationships/customXml" Target="../ink/ink181.xml"/><Relationship Id="rId45" Type="http://schemas.openxmlformats.org/officeDocument/2006/relationships/image" Target="../media/image214.png"/><Relationship Id="rId53" Type="http://schemas.openxmlformats.org/officeDocument/2006/relationships/image" Target="../media/image218.png"/><Relationship Id="rId58" Type="http://schemas.openxmlformats.org/officeDocument/2006/relationships/customXml" Target="../ink/ink190.xml"/><Relationship Id="rId5" Type="http://schemas.openxmlformats.org/officeDocument/2006/relationships/image" Target="../media/image195.png"/><Relationship Id="rId19" Type="http://schemas.openxmlformats.org/officeDocument/2006/relationships/image" Target="../media/image202.png"/><Relationship Id="rId4" Type="http://schemas.openxmlformats.org/officeDocument/2006/relationships/customXml" Target="../ink/ink163.xml"/><Relationship Id="rId9" Type="http://schemas.openxmlformats.org/officeDocument/2006/relationships/image" Target="../media/image197.png"/><Relationship Id="rId14" Type="http://schemas.openxmlformats.org/officeDocument/2006/relationships/customXml" Target="../ink/ink168.xml"/><Relationship Id="rId22" Type="http://schemas.openxmlformats.org/officeDocument/2006/relationships/customXml" Target="../ink/ink172.xml"/><Relationship Id="rId27" Type="http://schemas.openxmlformats.org/officeDocument/2006/relationships/image" Target="../media/image206.png"/><Relationship Id="rId30" Type="http://schemas.openxmlformats.org/officeDocument/2006/relationships/customXml" Target="../ink/ink176.xml"/><Relationship Id="rId35" Type="http://schemas.openxmlformats.org/officeDocument/2006/relationships/image" Target="../media/image210.png"/><Relationship Id="rId43" Type="http://schemas.openxmlformats.org/officeDocument/2006/relationships/image" Target="../media/image132.png"/><Relationship Id="rId48" Type="http://schemas.openxmlformats.org/officeDocument/2006/relationships/customXml" Target="../ink/ink185.xml"/><Relationship Id="rId56" Type="http://schemas.openxmlformats.org/officeDocument/2006/relationships/customXml" Target="../ink/ink189.xml"/><Relationship Id="rId8" Type="http://schemas.openxmlformats.org/officeDocument/2006/relationships/customXml" Target="../ink/ink165.xml"/><Relationship Id="rId51" Type="http://schemas.openxmlformats.org/officeDocument/2006/relationships/image" Target="../media/image217.png"/><Relationship Id="rId3" Type="http://schemas.openxmlformats.org/officeDocument/2006/relationships/image" Target="../media/image194.png"/><Relationship Id="rId12" Type="http://schemas.openxmlformats.org/officeDocument/2006/relationships/customXml" Target="../ink/ink167.xml"/><Relationship Id="rId17" Type="http://schemas.openxmlformats.org/officeDocument/2006/relationships/image" Target="../media/image201.png"/><Relationship Id="rId25" Type="http://schemas.openxmlformats.org/officeDocument/2006/relationships/image" Target="../media/image205.png"/><Relationship Id="rId33" Type="http://schemas.openxmlformats.org/officeDocument/2006/relationships/image" Target="../media/image209.png"/><Relationship Id="rId38" Type="http://schemas.openxmlformats.org/officeDocument/2006/relationships/customXml" Target="../ink/ink180.xml"/><Relationship Id="rId46" Type="http://schemas.openxmlformats.org/officeDocument/2006/relationships/customXml" Target="../ink/ink184.xml"/><Relationship Id="rId59" Type="http://schemas.openxmlformats.org/officeDocument/2006/relationships/image" Target="../media/image221.png"/><Relationship Id="rId20" Type="http://schemas.openxmlformats.org/officeDocument/2006/relationships/customXml" Target="../ink/ink171.xml"/><Relationship Id="rId41" Type="http://schemas.openxmlformats.org/officeDocument/2006/relationships/image" Target="../media/image213.png"/><Relationship Id="rId54" Type="http://schemas.openxmlformats.org/officeDocument/2006/relationships/customXml" Target="../ink/ink188.xml"/><Relationship Id="rId1" Type="http://schemas.openxmlformats.org/officeDocument/2006/relationships/slideLayout" Target="../slideLayouts/slideLayout2.xml"/><Relationship Id="rId6" Type="http://schemas.openxmlformats.org/officeDocument/2006/relationships/customXml" Target="../ink/ink164.xml"/><Relationship Id="rId15" Type="http://schemas.openxmlformats.org/officeDocument/2006/relationships/image" Target="../media/image200.png"/><Relationship Id="rId23" Type="http://schemas.openxmlformats.org/officeDocument/2006/relationships/image" Target="../media/image204.png"/><Relationship Id="rId28" Type="http://schemas.openxmlformats.org/officeDocument/2006/relationships/customXml" Target="../ink/ink175.xml"/><Relationship Id="rId36" Type="http://schemas.openxmlformats.org/officeDocument/2006/relationships/customXml" Target="../ink/ink179.xml"/><Relationship Id="rId49" Type="http://schemas.openxmlformats.org/officeDocument/2006/relationships/image" Target="../media/image216.png"/><Relationship Id="rId57" Type="http://schemas.openxmlformats.org/officeDocument/2006/relationships/image" Target="../media/image220.png"/><Relationship Id="rId10" Type="http://schemas.openxmlformats.org/officeDocument/2006/relationships/customXml" Target="../ink/ink166.xml"/><Relationship Id="rId31" Type="http://schemas.openxmlformats.org/officeDocument/2006/relationships/image" Target="../media/image208.png"/><Relationship Id="rId44" Type="http://schemas.openxmlformats.org/officeDocument/2006/relationships/customXml" Target="../ink/ink183.xml"/><Relationship Id="rId52" Type="http://schemas.openxmlformats.org/officeDocument/2006/relationships/customXml" Target="../ink/ink187.xml"/></Relationships>
</file>

<file path=ppt/slides/_rels/slide120.xml.rels><?xml version="1.0" encoding="UTF-8" standalone="yes"?>
<Relationships xmlns="http://schemas.openxmlformats.org/package/2006/relationships"><Relationship Id="rId3" Type="http://schemas.openxmlformats.org/officeDocument/2006/relationships/image" Target="../media/image222.png"/><Relationship Id="rId2" Type="http://schemas.openxmlformats.org/officeDocument/2006/relationships/customXml" Target="../ink/ink191.xml"/><Relationship Id="rId1" Type="http://schemas.openxmlformats.org/officeDocument/2006/relationships/slideLayout" Target="../slideLayouts/slideLayout2.xml"/><Relationship Id="rId5" Type="http://schemas.openxmlformats.org/officeDocument/2006/relationships/image" Target="../media/image223.png"/><Relationship Id="rId4" Type="http://schemas.openxmlformats.org/officeDocument/2006/relationships/customXml" Target="../ink/ink192.xml"/></Relationships>
</file>

<file path=ppt/slides/_rels/slide12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3" Type="http://schemas.openxmlformats.org/officeDocument/2006/relationships/image" Target="../media/image229.png"/><Relationship Id="rId18" Type="http://schemas.openxmlformats.org/officeDocument/2006/relationships/customXml" Target="../ink/ink201.xml"/><Relationship Id="rId26" Type="http://schemas.openxmlformats.org/officeDocument/2006/relationships/customXml" Target="../ink/ink205.xml"/><Relationship Id="rId3" Type="http://schemas.openxmlformats.org/officeDocument/2006/relationships/image" Target="../media/image224.png"/><Relationship Id="rId21" Type="http://schemas.openxmlformats.org/officeDocument/2006/relationships/image" Target="../media/image233.png"/><Relationship Id="rId7" Type="http://schemas.openxmlformats.org/officeDocument/2006/relationships/image" Target="../media/image226.png"/><Relationship Id="rId12" Type="http://schemas.openxmlformats.org/officeDocument/2006/relationships/customXml" Target="../ink/ink198.xml"/><Relationship Id="rId17" Type="http://schemas.openxmlformats.org/officeDocument/2006/relationships/image" Target="../media/image231.png"/><Relationship Id="rId25" Type="http://schemas.openxmlformats.org/officeDocument/2006/relationships/image" Target="../media/image235.png"/><Relationship Id="rId33" Type="http://schemas.openxmlformats.org/officeDocument/2006/relationships/image" Target="../media/image239.png"/><Relationship Id="rId2" Type="http://schemas.openxmlformats.org/officeDocument/2006/relationships/customXml" Target="../ink/ink193.xml"/><Relationship Id="rId16" Type="http://schemas.openxmlformats.org/officeDocument/2006/relationships/customXml" Target="../ink/ink200.xml"/><Relationship Id="rId20" Type="http://schemas.openxmlformats.org/officeDocument/2006/relationships/customXml" Target="../ink/ink202.xml"/><Relationship Id="rId29" Type="http://schemas.openxmlformats.org/officeDocument/2006/relationships/image" Target="../media/image237.png"/><Relationship Id="rId1" Type="http://schemas.openxmlformats.org/officeDocument/2006/relationships/slideLayout" Target="../slideLayouts/slideLayout2.xml"/><Relationship Id="rId6" Type="http://schemas.openxmlformats.org/officeDocument/2006/relationships/customXml" Target="../ink/ink195.xml"/><Relationship Id="rId11" Type="http://schemas.openxmlformats.org/officeDocument/2006/relationships/image" Target="../media/image228.png"/><Relationship Id="rId24" Type="http://schemas.openxmlformats.org/officeDocument/2006/relationships/customXml" Target="../ink/ink204.xml"/><Relationship Id="rId32" Type="http://schemas.openxmlformats.org/officeDocument/2006/relationships/customXml" Target="../ink/ink208.xml"/><Relationship Id="rId5" Type="http://schemas.openxmlformats.org/officeDocument/2006/relationships/image" Target="../media/image225.png"/><Relationship Id="rId15" Type="http://schemas.openxmlformats.org/officeDocument/2006/relationships/image" Target="../media/image230.png"/><Relationship Id="rId23" Type="http://schemas.openxmlformats.org/officeDocument/2006/relationships/image" Target="../media/image234.png"/><Relationship Id="rId28" Type="http://schemas.openxmlformats.org/officeDocument/2006/relationships/customXml" Target="../ink/ink206.xml"/><Relationship Id="rId10" Type="http://schemas.openxmlformats.org/officeDocument/2006/relationships/customXml" Target="../ink/ink197.xml"/><Relationship Id="rId19" Type="http://schemas.openxmlformats.org/officeDocument/2006/relationships/image" Target="../media/image232.png"/><Relationship Id="rId31" Type="http://schemas.openxmlformats.org/officeDocument/2006/relationships/image" Target="../media/image238.png"/><Relationship Id="rId4" Type="http://schemas.openxmlformats.org/officeDocument/2006/relationships/customXml" Target="../ink/ink194.xml"/><Relationship Id="rId9" Type="http://schemas.openxmlformats.org/officeDocument/2006/relationships/image" Target="../media/image227.png"/><Relationship Id="rId14" Type="http://schemas.openxmlformats.org/officeDocument/2006/relationships/customXml" Target="../ink/ink199.xml"/><Relationship Id="rId22" Type="http://schemas.openxmlformats.org/officeDocument/2006/relationships/customXml" Target="../ink/ink203.xml"/><Relationship Id="rId27" Type="http://schemas.openxmlformats.org/officeDocument/2006/relationships/image" Target="../media/image236.png"/><Relationship Id="rId30" Type="http://schemas.openxmlformats.org/officeDocument/2006/relationships/customXml" Target="../ink/ink207.xml"/><Relationship Id="rId8" Type="http://schemas.openxmlformats.org/officeDocument/2006/relationships/customXml" Target="../ink/ink196.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17" Type="http://schemas.openxmlformats.org/officeDocument/2006/relationships/customXml" Target="../ink/ink256.xml"/><Relationship Id="rId42" Type="http://schemas.openxmlformats.org/officeDocument/2006/relationships/customXml" Target="../ink/ink218.xml"/><Relationship Id="rId63" Type="http://schemas.openxmlformats.org/officeDocument/2006/relationships/image" Target="../media/image267.png"/><Relationship Id="rId84" Type="http://schemas.openxmlformats.org/officeDocument/2006/relationships/customXml" Target="../ink/ink239.xml"/><Relationship Id="rId138" Type="http://schemas.openxmlformats.org/officeDocument/2006/relationships/image" Target="../media/image304.png"/><Relationship Id="rId107" Type="http://schemas.openxmlformats.org/officeDocument/2006/relationships/customXml" Target="../ink/ink251.xml"/><Relationship Id="rId32" Type="http://schemas.openxmlformats.org/officeDocument/2006/relationships/customXml" Target="../ink/ink213.xml"/><Relationship Id="rId37" Type="http://schemas.openxmlformats.org/officeDocument/2006/relationships/image" Target="../media/image254.png"/><Relationship Id="rId53" Type="http://schemas.openxmlformats.org/officeDocument/2006/relationships/image" Target="../media/image262.png"/><Relationship Id="rId58" Type="http://schemas.openxmlformats.org/officeDocument/2006/relationships/customXml" Target="../ink/ink226.xml"/><Relationship Id="rId74" Type="http://schemas.openxmlformats.org/officeDocument/2006/relationships/customXml" Target="../ink/ink234.xml"/><Relationship Id="rId79" Type="http://schemas.openxmlformats.org/officeDocument/2006/relationships/image" Target="../media/image275.png"/><Relationship Id="rId102" Type="http://schemas.openxmlformats.org/officeDocument/2006/relationships/customXml" Target="../ink/ink248.xml"/><Relationship Id="rId123" Type="http://schemas.openxmlformats.org/officeDocument/2006/relationships/customXml" Target="../ink/ink259.xml"/><Relationship Id="rId128" Type="http://schemas.openxmlformats.org/officeDocument/2006/relationships/image" Target="../media/image299.png"/><Relationship Id="rId144" Type="http://schemas.openxmlformats.org/officeDocument/2006/relationships/image" Target="../media/image307.png"/><Relationship Id="rId149" Type="http://schemas.openxmlformats.org/officeDocument/2006/relationships/customXml" Target="../ink/ink271.xml"/><Relationship Id="rId5" Type="http://schemas.microsoft.com/office/2007/relationships/hdphoto" Target="../media/hdphoto1.wdp"/><Relationship Id="rId90" Type="http://schemas.openxmlformats.org/officeDocument/2006/relationships/customXml" Target="../ink/ink242.xml"/><Relationship Id="rId95" Type="http://schemas.openxmlformats.org/officeDocument/2006/relationships/image" Target="../media/image283.png"/><Relationship Id="rId27" Type="http://schemas.openxmlformats.org/officeDocument/2006/relationships/image" Target="../media/image249.png"/><Relationship Id="rId43" Type="http://schemas.openxmlformats.org/officeDocument/2006/relationships/image" Target="../media/image257.png"/><Relationship Id="rId48" Type="http://schemas.openxmlformats.org/officeDocument/2006/relationships/customXml" Target="../ink/ink221.xml"/><Relationship Id="rId64" Type="http://schemas.openxmlformats.org/officeDocument/2006/relationships/customXml" Target="../ink/ink229.xml"/><Relationship Id="rId69" Type="http://schemas.openxmlformats.org/officeDocument/2006/relationships/image" Target="../media/image270.png"/><Relationship Id="rId113" Type="http://schemas.openxmlformats.org/officeDocument/2006/relationships/customXml" Target="../ink/ink254.xml"/><Relationship Id="rId118" Type="http://schemas.openxmlformats.org/officeDocument/2006/relationships/image" Target="../media/image294.png"/><Relationship Id="rId134" Type="http://schemas.openxmlformats.org/officeDocument/2006/relationships/image" Target="../media/image302.png"/><Relationship Id="rId139" Type="http://schemas.openxmlformats.org/officeDocument/2006/relationships/customXml" Target="../ink/ink267.xml"/><Relationship Id="rId80" Type="http://schemas.openxmlformats.org/officeDocument/2006/relationships/customXml" Target="../ink/ink237.xml"/><Relationship Id="rId85" Type="http://schemas.openxmlformats.org/officeDocument/2006/relationships/image" Target="../media/image278.png"/><Relationship Id="rId150" Type="http://schemas.openxmlformats.org/officeDocument/2006/relationships/image" Target="../media/image310.png"/><Relationship Id="rId155" Type="http://schemas.openxmlformats.org/officeDocument/2006/relationships/customXml" Target="../ink/ink274.xml"/><Relationship Id="rId33" Type="http://schemas.openxmlformats.org/officeDocument/2006/relationships/image" Target="../media/image252.png"/><Relationship Id="rId38" Type="http://schemas.openxmlformats.org/officeDocument/2006/relationships/customXml" Target="../ink/ink216.xml"/><Relationship Id="rId59" Type="http://schemas.openxmlformats.org/officeDocument/2006/relationships/image" Target="../media/image265.png"/><Relationship Id="rId103" Type="http://schemas.openxmlformats.org/officeDocument/2006/relationships/image" Target="../media/image287.png"/><Relationship Id="rId108" Type="http://schemas.openxmlformats.org/officeDocument/2006/relationships/image" Target="../media/image289.png"/><Relationship Id="rId124" Type="http://schemas.openxmlformats.org/officeDocument/2006/relationships/image" Target="../media/image297.png"/><Relationship Id="rId129" Type="http://schemas.openxmlformats.org/officeDocument/2006/relationships/customXml" Target="../ink/ink262.xml"/><Relationship Id="rId54" Type="http://schemas.openxmlformats.org/officeDocument/2006/relationships/customXml" Target="../ink/ink224.xml"/><Relationship Id="rId70" Type="http://schemas.openxmlformats.org/officeDocument/2006/relationships/customXml" Target="../ink/ink232.xml"/><Relationship Id="rId75" Type="http://schemas.openxmlformats.org/officeDocument/2006/relationships/image" Target="../media/image273.png"/><Relationship Id="rId91" Type="http://schemas.openxmlformats.org/officeDocument/2006/relationships/image" Target="../media/image281.png"/><Relationship Id="rId96" Type="http://schemas.openxmlformats.org/officeDocument/2006/relationships/customXml" Target="../ink/ink245.xml"/><Relationship Id="rId140" Type="http://schemas.openxmlformats.org/officeDocument/2006/relationships/image" Target="../media/image305.png"/><Relationship Id="rId145" Type="http://schemas.openxmlformats.org/officeDocument/2006/relationships/customXml" Target="../ink/ink269.xml"/><Relationship Id="rId1" Type="http://schemas.openxmlformats.org/officeDocument/2006/relationships/slideLayout" Target="../slideLayouts/slideLayout2.xml"/><Relationship Id="rId6" Type="http://schemas.openxmlformats.org/officeDocument/2006/relationships/customXml" Target="../ink/ink209.xml"/><Relationship Id="rId28" Type="http://schemas.openxmlformats.org/officeDocument/2006/relationships/customXml" Target="../ink/ink211.xml"/><Relationship Id="rId49" Type="http://schemas.openxmlformats.org/officeDocument/2006/relationships/image" Target="../media/image260.png"/><Relationship Id="rId23" Type="http://schemas.openxmlformats.org/officeDocument/2006/relationships/image" Target="../media/image227.png"/><Relationship Id="rId114" Type="http://schemas.openxmlformats.org/officeDocument/2006/relationships/image" Target="../media/image292.png"/><Relationship Id="rId119" Type="http://schemas.openxmlformats.org/officeDocument/2006/relationships/customXml" Target="../ink/ink257.xml"/><Relationship Id="rId44" Type="http://schemas.openxmlformats.org/officeDocument/2006/relationships/customXml" Target="../ink/ink219.xml"/><Relationship Id="rId60" Type="http://schemas.openxmlformats.org/officeDocument/2006/relationships/customXml" Target="../ink/ink227.xml"/><Relationship Id="rId65" Type="http://schemas.openxmlformats.org/officeDocument/2006/relationships/image" Target="../media/image268.png"/><Relationship Id="rId81" Type="http://schemas.openxmlformats.org/officeDocument/2006/relationships/image" Target="../media/image276.png"/><Relationship Id="rId86" Type="http://schemas.openxmlformats.org/officeDocument/2006/relationships/customXml" Target="../ink/ink240.xml"/><Relationship Id="rId130" Type="http://schemas.openxmlformats.org/officeDocument/2006/relationships/image" Target="../media/image300.png"/><Relationship Id="rId135" Type="http://schemas.openxmlformats.org/officeDocument/2006/relationships/customXml" Target="../ink/ink265.xml"/><Relationship Id="rId151" Type="http://schemas.openxmlformats.org/officeDocument/2006/relationships/customXml" Target="../ink/ink272.xml"/><Relationship Id="rId156" Type="http://schemas.openxmlformats.org/officeDocument/2006/relationships/image" Target="../media/image241.png"/><Relationship Id="rId39" Type="http://schemas.openxmlformats.org/officeDocument/2006/relationships/image" Target="../media/image255.png"/><Relationship Id="rId109" Type="http://schemas.openxmlformats.org/officeDocument/2006/relationships/customXml" Target="../ink/ink252.xml"/><Relationship Id="rId34" Type="http://schemas.openxmlformats.org/officeDocument/2006/relationships/customXml" Target="../ink/ink214.xml"/><Relationship Id="rId50" Type="http://schemas.openxmlformats.org/officeDocument/2006/relationships/customXml" Target="../ink/ink222.xml"/><Relationship Id="rId55" Type="http://schemas.openxmlformats.org/officeDocument/2006/relationships/image" Target="../media/image263.png"/><Relationship Id="rId76" Type="http://schemas.openxmlformats.org/officeDocument/2006/relationships/customXml" Target="../ink/ink235.xml"/><Relationship Id="rId97" Type="http://schemas.openxmlformats.org/officeDocument/2006/relationships/image" Target="../media/image284.png"/><Relationship Id="rId104" Type="http://schemas.openxmlformats.org/officeDocument/2006/relationships/customXml" Target="../ink/ink249.xml"/><Relationship Id="rId120" Type="http://schemas.openxmlformats.org/officeDocument/2006/relationships/image" Target="../media/image295.png"/><Relationship Id="rId125" Type="http://schemas.openxmlformats.org/officeDocument/2006/relationships/customXml" Target="../ink/ink260.xml"/><Relationship Id="rId141" Type="http://schemas.openxmlformats.org/officeDocument/2006/relationships/customXml" Target="../ink/ink268.xml"/><Relationship Id="rId146" Type="http://schemas.openxmlformats.org/officeDocument/2006/relationships/image" Target="../media/image308.png"/><Relationship Id="rId71" Type="http://schemas.openxmlformats.org/officeDocument/2006/relationships/image" Target="../media/image271.png"/><Relationship Id="rId92" Type="http://schemas.openxmlformats.org/officeDocument/2006/relationships/customXml" Target="../ink/ink243.xml"/><Relationship Id="rId2" Type="http://schemas.openxmlformats.org/officeDocument/2006/relationships/image" Target="../media/image4.png"/><Relationship Id="rId29" Type="http://schemas.openxmlformats.org/officeDocument/2006/relationships/image" Target="../media/image250.png"/><Relationship Id="rId40" Type="http://schemas.openxmlformats.org/officeDocument/2006/relationships/customXml" Target="../ink/ink217.xml"/><Relationship Id="rId45" Type="http://schemas.openxmlformats.org/officeDocument/2006/relationships/image" Target="../media/image258.png"/><Relationship Id="rId66" Type="http://schemas.openxmlformats.org/officeDocument/2006/relationships/customXml" Target="../ink/ink230.xml"/><Relationship Id="rId87" Type="http://schemas.openxmlformats.org/officeDocument/2006/relationships/image" Target="../media/image279.png"/><Relationship Id="rId110" Type="http://schemas.openxmlformats.org/officeDocument/2006/relationships/image" Target="../media/image290.png"/><Relationship Id="rId115" Type="http://schemas.openxmlformats.org/officeDocument/2006/relationships/customXml" Target="../ink/ink255.xml"/><Relationship Id="rId131" Type="http://schemas.openxmlformats.org/officeDocument/2006/relationships/customXml" Target="../ink/ink263.xml"/><Relationship Id="rId136" Type="http://schemas.openxmlformats.org/officeDocument/2006/relationships/image" Target="../media/image303.png"/><Relationship Id="rId157" Type="http://schemas.openxmlformats.org/officeDocument/2006/relationships/customXml" Target="../ink/ink275.xml"/><Relationship Id="rId61" Type="http://schemas.openxmlformats.org/officeDocument/2006/relationships/image" Target="../media/image266.png"/><Relationship Id="rId82" Type="http://schemas.openxmlformats.org/officeDocument/2006/relationships/customXml" Target="../ink/ink238.xml"/><Relationship Id="rId152" Type="http://schemas.openxmlformats.org/officeDocument/2006/relationships/image" Target="../media/image311.png"/><Relationship Id="rId30" Type="http://schemas.openxmlformats.org/officeDocument/2006/relationships/customXml" Target="../ink/ink212.xml"/><Relationship Id="rId35" Type="http://schemas.openxmlformats.org/officeDocument/2006/relationships/image" Target="../media/image253.png"/><Relationship Id="rId56" Type="http://schemas.openxmlformats.org/officeDocument/2006/relationships/customXml" Target="../ink/ink225.xml"/><Relationship Id="rId77" Type="http://schemas.openxmlformats.org/officeDocument/2006/relationships/image" Target="../media/image274.png"/><Relationship Id="rId100" Type="http://schemas.openxmlformats.org/officeDocument/2006/relationships/customXml" Target="../ink/ink247.xml"/><Relationship Id="rId105" Type="http://schemas.openxmlformats.org/officeDocument/2006/relationships/image" Target="../media/image288.png"/><Relationship Id="rId126" Type="http://schemas.openxmlformats.org/officeDocument/2006/relationships/image" Target="../media/image298.png"/><Relationship Id="rId147" Type="http://schemas.openxmlformats.org/officeDocument/2006/relationships/customXml" Target="../ink/ink270.xml"/><Relationship Id="rId51" Type="http://schemas.openxmlformats.org/officeDocument/2006/relationships/image" Target="../media/image261.png"/><Relationship Id="rId72" Type="http://schemas.openxmlformats.org/officeDocument/2006/relationships/customXml" Target="../ink/ink233.xml"/><Relationship Id="rId93" Type="http://schemas.openxmlformats.org/officeDocument/2006/relationships/image" Target="../media/image282.png"/><Relationship Id="rId98" Type="http://schemas.openxmlformats.org/officeDocument/2006/relationships/customXml" Target="../ink/ink246.xml"/><Relationship Id="rId121" Type="http://schemas.openxmlformats.org/officeDocument/2006/relationships/customXml" Target="../ink/ink258.xml"/><Relationship Id="rId3" Type="http://schemas.microsoft.com/office/2007/relationships/hdphoto" Target="../media/hdphoto2.wdp"/><Relationship Id="rId25" Type="http://schemas.openxmlformats.org/officeDocument/2006/relationships/image" Target="../media/image248.png"/><Relationship Id="rId46" Type="http://schemas.openxmlformats.org/officeDocument/2006/relationships/customXml" Target="../ink/ink220.xml"/><Relationship Id="rId67" Type="http://schemas.openxmlformats.org/officeDocument/2006/relationships/image" Target="../media/image269.png"/><Relationship Id="rId116" Type="http://schemas.openxmlformats.org/officeDocument/2006/relationships/image" Target="../media/image293.png"/><Relationship Id="rId137" Type="http://schemas.openxmlformats.org/officeDocument/2006/relationships/customXml" Target="../ink/ink266.xml"/><Relationship Id="rId158" Type="http://schemas.openxmlformats.org/officeDocument/2006/relationships/image" Target="../media/image242.png"/><Relationship Id="rId41" Type="http://schemas.openxmlformats.org/officeDocument/2006/relationships/image" Target="../media/image256.png"/><Relationship Id="rId62" Type="http://schemas.openxmlformats.org/officeDocument/2006/relationships/customXml" Target="../ink/ink228.xml"/><Relationship Id="rId83" Type="http://schemas.openxmlformats.org/officeDocument/2006/relationships/image" Target="../media/image277.png"/><Relationship Id="rId88" Type="http://schemas.openxmlformats.org/officeDocument/2006/relationships/customXml" Target="../ink/ink241.xml"/><Relationship Id="rId111" Type="http://schemas.openxmlformats.org/officeDocument/2006/relationships/customXml" Target="../ink/ink253.xml"/><Relationship Id="rId132" Type="http://schemas.openxmlformats.org/officeDocument/2006/relationships/image" Target="../media/image301.png"/><Relationship Id="rId153" Type="http://schemas.openxmlformats.org/officeDocument/2006/relationships/customXml" Target="../ink/ink273.xml"/><Relationship Id="rId36" Type="http://schemas.openxmlformats.org/officeDocument/2006/relationships/customXml" Target="../ink/ink215.xml"/><Relationship Id="rId57" Type="http://schemas.openxmlformats.org/officeDocument/2006/relationships/image" Target="../media/image264.png"/><Relationship Id="rId106" Type="http://schemas.openxmlformats.org/officeDocument/2006/relationships/customXml" Target="../ink/ink250.xml"/><Relationship Id="rId127" Type="http://schemas.openxmlformats.org/officeDocument/2006/relationships/customXml" Target="../ink/ink261.xml"/><Relationship Id="rId31" Type="http://schemas.openxmlformats.org/officeDocument/2006/relationships/image" Target="../media/image251.png"/><Relationship Id="rId52" Type="http://schemas.openxmlformats.org/officeDocument/2006/relationships/customXml" Target="../ink/ink223.xml"/><Relationship Id="rId73" Type="http://schemas.openxmlformats.org/officeDocument/2006/relationships/image" Target="../media/image272.png"/><Relationship Id="rId78" Type="http://schemas.openxmlformats.org/officeDocument/2006/relationships/customXml" Target="../ink/ink236.xml"/><Relationship Id="rId94" Type="http://schemas.openxmlformats.org/officeDocument/2006/relationships/customXml" Target="../ink/ink244.xml"/><Relationship Id="rId99" Type="http://schemas.openxmlformats.org/officeDocument/2006/relationships/image" Target="../media/image285.png"/><Relationship Id="rId101" Type="http://schemas.openxmlformats.org/officeDocument/2006/relationships/image" Target="../media/image286.png"/><Relationship Id="rId122" Type="http://schemas.openxmlformats.org/officeDocument/2006/relationships/image" Target="../media/image296.png"/><Relationship Id="rId148" Type="http://schemas.openxmlformats.org/officeDocument/2006/relationships/image" Target="../media/image309.png"/><Relationship Id="rId4" Type="http://schemas.openxmlformats.org/officeDocument/2006/relationships/image" Target="../media/image3.png"/><Relationship Id="rId26" Type="http://schemas.openxmlformats.org/officeDocument/2006/relationships/customXml" Target="../ink/ink210.xml"/><Relationship Id="rId47" Type="http://schemas.openxmlformats.org/officeDocument/2006/relationships/image" Target="../media/image259.png"/><Relationship Id="rId68" Type="http://schemas.openxmlformats.org/officeDocument/2006/relationships/customXml" Target="../ink/ink231.xml"/><Relationship Id="rId89" Type="http://schemas.openxmlformats.org/officeDocument/2006/relationships/image" Target="../media/image280.png"/><Relationship Id="rId112" Type="http://schemas.openxmlformats.org/officeDocument/2006/relationships/image" Target="../media/image291.png"/><Relationship Id="rId133" Type="http://schemas.openxmlformats.org/officeDocument/2006/relationships/customXml" Target="../ink/ink264.xml"/><Relationship Id="rId154" Type="http://schemas.openxmlformats.org/officeDocument/2006/relationships/image" Target="../media/image240.png"/></Relationships>
</file>

<file path=ppt/slides/_rels/slide126.xml.rels><?xml version="1.0" encoding="UTF-8" standalone="yes"?>
<Relationships xmlns="http://schemas.openxmlformats.org/package/2006/relationships"><Relationship Id="rId3" Type="http://schemas.openxmlformats.org/officeDocument/2006/relationships/image" Target="../media/image243.png"/><Relationship Id="rId2" Type="http://schemas.openxmlformats.org/officeDocument/2006/relationships/customXml" Target="../ink/ink276.xml"/><Relationship Id="rId1" Type="http://schemas.openxmlformats.org/officeDocument/2006/relationships/slideLayout" Target="../slideLayouts/slideLayout2.xml"/><Relationship Id="rId5" Type="http://schemas.openxmlformats.org/officeDocument/2006/relationships/image" Target="../media/image244.png"/><Relationship Id="rId4" Type="http://schemas.openxmlformats.org/officeDocument/2006/relationships/customXml" Target="../ink/ink277.xml"/></Relationships>
</file>

<file path=ppt/slides/_rels/slide127.xml.rels><?xml version="1.0" encoding="UTF-8" standalone="yes"?>
<Relationships xmlns="http://schemas.openxmlformats.org/package/2006/relationships"><Relationship Id="rId117" Type="http://schemas.openxmlformats.org/officeDocument/2006/relationships/customXml" Target="../ink/ink335.xml"/><Relationship Id="rId21" Type="http://schemas.openxmlformats.org/officeDocument/2006/relationships/customXml" Target="../ink/ink287.xml"/><Relationship Id="rId42" Type="http://schemas.openxmlformats.org/officeDocument/2006/relationships/image" Target="../media/image327.png"/><Relationship Id="rId63" Type="http://schemas.openxmlformats.org/officeDocument/2006/relationships/customXml" Target="../ink/ink308.xml"/><Relationship Id="rId84" Type="http://schemas.openxmlformats.org/officeDocument/2006/relationships/image" Target="../media/image348.png"/><Relationship Id="rId138" Type="http://schemas.openxmlformats.org/officeDocument/2006/relationships/image" Target="../media/image375.png"/><Relationship Id="rId107" Type="http://schemas.openxmlformats.org/officeDocument/2006/relationships/customXml" Target="../ink/ink330.xml"/><Relationship Id="rId11" Type="http://schemas.openxmlformats.org/officeDocument/2006/relationships/customXml" Target="../ink/ink282.xml"/><Relationship Id="rId32" Type="http://schemas.openxmlformats.org/officeDocument/2006/relationships/image" Target="../media/image322.png"/><Relationship Id="rId37" Type="http://schemas.openxmlformats.org/officeDocument/2006/relationships/customXml" Target="../ink/ink295.xml"/><Relationship Id="rId53" Type="http://schemas.openxmlformats.org/officeDocument/2006/relationships/customXml" Target="../ink/ink303.xml"/><Relationship Id="rId58" Type="http://schemas.openxmlformats.org/officeDocument/2006/relationships/image" Target="../media/image335.png"/><Relationship Id="rId74" Type="http://schemas.openxmlformats.org/officeDocument/2006/relationships/image" Target="../media/image343.png"/><Relationship Id="rId79" Type="http://schemas.openxmlformats.org/officeDocument/2006/relationships/customXml" Target="../ink/ink316.xml"/><Relationship Id="rId102" Type="http://schemas.openxmlformats.org/officeDocument/2006/relationships/image" Target="../media/image357.png"/><Relationship Id="rId123" Type="http://schemas.openxmlformats.org/officeDocument/2006/relationships/customXml" Target="../ink/ink338.xml"/><Relationship Id="rId128" Type="http://schemas.openxmlformats.org/officeDocument/2006/relationships/image" Target="../media/image370.png"/><Relationship Id="rId144" Type="http://schemas.openxmlformats.org/officeDocument/2006/relationships/image" Target="../media/image378.png"/><Relationship Id="rId5" Type="http://schemas.openxmlformats.org/officeDocument/2006/relationships/customXml" Target="../ink/ink279.xml"/><Relationship Id="rId90" Type="http://schemas.openxmlformats.org/officeDocument/2006/relationships/image" Target="../media/image351.png"/><Relationship Id="rId95" Type="http://schemas.openxmlformats.org/officeDocument/2006/relationships/customXml" Target="../ink/ink324.xml"/><Relationship Id="rId22" Type="http://schemas.openxmlformats.org/officeDocument/2006/relationships/image" Target="../media/image317.png"/><Relationship Id="rId27" Type="http://schemas.openxmlformats.org/officeDocument/2006/relationships/customXml" Target="../ink/ink290.xml"/><Relationship Id="rId43" Type="http://schemas.openxmlformats.org/officeDocument/2006/relationships/customXml" Target="../ink/ink298.xml"/><Relationship Id="rId48" Type="http://schemas.openxmlformats.org/officeDocument/2006/relationships/image" Target="../media/image330.png"/><Relationship Id="rId64" Type="http://schemas.openxmlformats.org/officeDocument/2006/relationships/image" Target="../media/image338.png"/><Relationship Id="rId69" Type="http://schemas.openxmlformats.org/officeDocument/2006/relationships/customXml" Target="../ink/ink311.xml"/><Relationship Id="rId113" Type="http://schemas.openxmlformats.org/officeDocument/2006/relationships/customXml" Target="../ink/ink333.xml"/><Relationship Id="rId118" Type="http://schemas.openxmlformats.org/officeDocument/2006/relationships/image" Target="../media/image365.png"/><Relationship Id="rId134" Type="http://schemas.openxmlformats.org/officeDocument/2006/relationships/image" Target="../media/image373.png"/><Relationship Id="rId139" Type="http://schemas.openxmlformats.org/officeDocument/2006/relationships/customXml" Target="../ink/ink346.xml"/><Relationship Id="rId80" Type="http://schemas.openxmlformats.org/officeDocument/2006/relationships/image" Target="../media/image346.png"/><Relationship Id="rId85" Type="http://schemas.openxmlformats.org/officeDocument/2006/relationships/customXml" Target="../ink/ink319.xml"/><Relationship Id="rId12" Type="http://schemas.openxmlformats.org/officeDocument/2006/relationships/image" Target="../media/image312.png"/><Relationship Id="rId17" Type="http://schemas.openxmlformats.org/officeDocument/2006/relationships/customXml" Target="../ink/ink285.xml"/><Relationship Id="rId33" Type="http://schemas.openxmlformats.org/officeDocument/2006/relationships/customXml" Target="../ink/ink293.xml"/><Relationship Id="rId38" Type="http://schemas.openxmlformats.org/officeDocument/2006/relationships/image" Target="../media/image325.png"/><Relationship Id="rId59" Type="http://schemas.openxmlformats.org/officeDocument/2006/relationships/customXml" Target="../ink/ink306.xml"/><Relationship Id="rId103" Type="http://schemas.openxmlformats.org/officeDocument/2006/relationships/customXml" Target="../ink/ink328.xml"/><Relationship Id="rId108" Type="http://schemas.openxmlformats.org/officeDocument/2006/relationships/image" Target="../media/image360.png"/><Relationship Id="rId124" Type="http://schemas.openxmlformats.org/officeDocument/2006/relationships/image" Target="../media/image368.png"/><Relationship Id="rId129" Type="http://schemas.openxmlformats.org/officeDocument/2006/relationships/customXml" Target="../ink/ink341.xml"/><Relationship Id="rId54" Type="http://schemas.openxmlformats.org/officeDocument/2006/relationships/image" Target="../media/image333.png"/><Relationship Id="rId70" Type="http://schemas.openxmlformats.org/officeDocument/2006/relationships/image" Target="../media/image341.png"/><Relationship Id="rId75" Type="http://schemas.openxmlformats.org/officeDocument/2006/relationships/customXml" Target="../ink/ink314.xml"/><Relationship Id="rId91" Type="http://schemas.openxmlformats.org/officeDocument/2006/relationships/customXml" Target="../ink/ink322.xml"/><Relationship Id="rId96" Type="http://schemas.openxmlformats.org/officeDocument/2006/relationships/image" Target="../media/image354.png"/><Relationship Id="rId140" Type="http://schemas.openxmlformats.org/officeDocument/2006/relationships/image" Target="../media/image376.png"/><Relationship Id="rId1" Type="http://schemas.openxmlformats.org/officeDocument/2006/relationships/slideLayout" Target="../slideLayouts/slideLayout2.xml"/><Relationship Id="rId6" Type="http://schemas.openxmlformats.org/officeDocument/2006/relationships/image" Target="../media/image246.png"/><Relationship Id="rId23" Type="http://schemas.openxmlformats.org/officeDocument/2006/relationships/customXml" Target="../ink/ink288.xml"/><Relationship Id="rId28" Type="http://schemas.openxmlformats.org/officeDocument/2006/relationships/image" Target="../media/image320.png"/><Relationship Id="rId49" Type="http://schemas.openxmlformats.org/officeDocument/2006/relationships/customXml" Target="../ink/ink301.xml"/><Relationship Id="rId114" Type="http://schemas.openxmlformats.org/officeDocument/2006/relationships/image" Target="../media/image363.png"/><Relationship Id="rId119" Type="http://schemas.openxmlformats.org/officeDocument/2006/relationships/customXml" Target="../ink/ink336.xml"/><Relationship Id="rId44" Type="http://schemas.openxmlformats.org/officeDocument/2006/relationships/image" Target="../media/image328.png"/><Relationship Id="rId60" Type="http://schemas.openxmlformats.org/officeDocument/2006/relationships/image" Target="../media/image336.png"/><Relationship Id="rId65" Type="http://schemas.openxmlformats.org/officeDocument/2006/relationships/customXml" Target="../ink/ink309.xml"/><Relationship Id="rId81" Type="http://schemas.openxmlformats.org/officeDocument/2006/relationships/customXml" Target="../ink/ink317.xml"/><Relationship Id="rId86" Type="http://schemas.openxmlformats.org/officeDocument/2006/relationships/image" Target="../media/image349.png"/><Relationship Id="rId130" Type="http://schemas.openxmlformats.org/officeDocument/2006/relationships/image" Target="../media/image371.png"/><Relationship Id="rId135" Type="http://schemas.openxmlformats.org/officeDocument/2006/relationships/customXml" Target="../ink/ink344.xml"/><Relationship Id="rId13" Type="http://schemas.openxmlformats.org/officeDocument/2006/relationships/customXml" Target="../ink/ink283.xml"/><Relationship Id="rId18" Type="http://schemas.openxmlformats.org/officeDocument/2006/relationships/image" Target="../media/image315.png"/><Relationship Id="rId39" Type="http://schemas.openxmlformats.org/officeDocument/2006/relationships/customXml" Target="../ink/ink296.xml"/><Relationship Id="rId109" Type="http://schemas.openxmlformats.org/officeDocument/2006/relationships/customXml" Target="../ink/ink331.xml"/><Relationship Id="rId34" Type="http://schemas.openxmlformats.org/officeDocument/2006/relationships/image" Target="../media/image323.png"/><Relationship Id="rId50" Type="http://schemas.openxmlformats.org/officeDocument/2006/relationships/image" Target="../media/image331.png"/><Relationship Id="rId55" Type="http://schemas.openxmlformats.org/officeDocument/2006/relationships/customXml" Target="../ink/ink304.xml"/><Relationship Id="rId76" Type="http://schemas.openxmlformats.org/officeDocument/2006/relationships/image" Target="../media/image344.png"/><Relationship Id="rId97" Type="http://schemas.openxmlformats.org/officeDocument/2006/relationships/customXml" Target="../ink/ink325.xml"/><Relationship Id="rId104" Type="http://schemas.openxmlformats.org/officeDocument/2006/relationships/image" Target="../media/image358.png"/><Relationship Id="rId120" Type="http://schemas.openxmlformats.org/officeDocument/2006/relationships/image" Target="../media/image366.png"/><Relationship Id="rId125" Type="http://schemas.openxmlformats.org/officeDocument/2006/relationships/customXml" Target="../ink/ink339.xml"/><Relationship Id="rId141" Type="http://schemas.openxmlformats.org/officeDocument/2006/relationships/customXml" Target="../ink/ink347.xml"/><Relationship Id="rId7" Type="http://schemas.openxmlformats.org/officeDocument/2006/relationships/customXml" Target="../ink/ink280.xml"/><Relationship Id="rId71" Type="http://schemas.openxmlformats.org/officeDocument/2006/relationships/customXml" Target="../ink/ink312.xml"/><Relationship Id="rId92" Type="http://schemas.openxmlformats.org/officeDocument/2006/relationships/image" Target="../media/image352.png"/><Relationship Id="rId2" Type="http://schemas.openxmlformats.org/officeDocument/2006/relationships/notesSlide" Target="../notesSlides/notesSlide16.xml"/><Relationship Id="rId29" Type="http://schemas.openxmlformats.org/officeDocument/2006/relationships/customXml" Target="../ink/ink291.xml"/><Relationship Id="rId24" Type="http://schemas.openxmlformats.org/officeDocument/2006/relationships/image" Target="../media/image318.png"/><Relationship Id="rId40" Type="http://schemas.openxmlformats.org/officeDocument/2006/relationships/image" Target="../media/image326.png"/><Relationship Id="rId45" Type="http://schemas.openxmlformats.org/officeDocument/2006/relationships/customXml" Target="../ink/ink299.xml"/><Relationship Id="rId66" Type="http://schemas.openxmlformats.org/officeDocument/2006/relationships/image" Target="../media/image339.png"/><Relationship Id="rId87" Type="http://schemas.openxmlformats.org/officeDocument/2006/relationships/customXml" Target="../ink/ink320.xml"/><Relationship Id="rId110" Type="http://schemas.openxmlformats.org/officeDocument/2006/relationships/image" Target="../media/image361.png"/><Relationship Id="rId115" Type="http://schemas.openxmlformats.org/officeDocument/2006/relationships/customXml" Target="../ink/ink334.xml"/><Relationship Id="rId131" Type="http://schemas.openxmlformats.org/officeDocument/2006/relationships/customXml" Target="../ink/ink342.xml"/><Relationship Id="rId136" Type="http://schemas.openxmlformats.org/officeDocument/2006/relationships/image" Target="../media/image374.png"/><Relationship Id="rId61" Type="http://schemas.openxmlformats.org/officeDocument/2006/relationships/customXml" Target="../ink/ink307.xml"/><Relationship Id="rId82" Type="http://schemas.openxmlformats.org/officeDocument/2006/relationships/image" Target="../media/image347.png"/><Relationship Id="rId19" Type="http://schemas.openxmlformats.org/officeDocument/2006/relationships/customXml" Target="../ink/ink286.xml"/><Relationship Id="rId14" Type="http://schemas.openxmlformats.org/officeDocument/2006/relationships/image" Target="../media/image313.png"/><Relationship Id="rId30" Type="http://schemas.openxmlformats.org/officeDocument/2006/relationships/image" Target="../media/image321.png"/><Relationship Id="rId35" Type="http://schemas.openxmlformats.org/officeDocument/2006/relationships/customXml" Target="../ink/ink294.xml"/><Relationship Id="rId56" Type="http://schemas.openxmlformats.org/officeDocument/2006/relationships/image" Target="../media/image334.png"/><Relationship Id="rId77" Type="http://schemas.openxmlformats.org/officeDocument/2006/relationships/customXml" Target="../ink/ink315.xml"/><Relationship Id="rId100" Type="http://schemas.openxmlformats.org/officeDocument/2006/relationships/image" Target="../media/image356.png"/><Relationship Id="rId105" Type="http://schemas.openxmlformats.org/officeDocument/2006/relationships/customXml" Target="../ink/ink329.xml"/><Relationship Id="rId126" Type="http://schemas.openxmlformats.org/officeDocument/2006/relationships/image" Target="../media/image369.png"/><Relationship Id="rId8" Type="http://schemas.openxmlformats.org/officeDocument/2006/relationships/image" Target="../media/image247.png"/><Relationship Id="rId51" Type="http://schemas.openxmlformats.org/officeDocument/2006/relationships/customXml" Target="../ink/ink302.xml"/><Relationship Id="rId72" Type="http://schemas.openxmlformats.org/officeDocument/2006/relationships/image" Target="../media/image342.png"/><Relationship Id="rId93" Type="http://schemas.openxmlformats.org/officeDocument/2006/relationships/customXml" Target="../ink/ink323.xml"/><Relationship Id="rId98" Type="http://schemas.openxmlformats.org/officeDocument/2006/relationships/image" Target="../media/image355.png"/><Relationship Id="rId121" Type="http://schemas.openxmlformats.org/officeDocument/2006/relationships/customXml" Target="../ink/ink337.xml"/><Relationship Id="rId142" Type="http://schemas.openxmlformats.org/officeDocument/2006/relationships/image" Target="../media/image377.png"/><Relationship Id="rId3" Type="http://schemas.openxmlformats.org/officeDocument/2006/relationships/customXml" Target="../ink/ink278.xml"/><Relationship Id="rId25" Type="http://schemas.openxmlformats.org/officeDocument/2006/relationships/customXml" Target="../ink/ink289.xml"/><Relationship Id="rId46" Type="http://schemas.openxmlformats.org/officeDocument/2006/relationships/image" Target="../media/image329.png"/><Relationship Id="rId67" Type="http://schemas.openxmlformats.org/officeDocument/2006/relationships/customXml" Target="../ink/ink310.xml"/><Relationship Id="rId116" Type="http://schemas.openxmlformats.org/officeDocument/2006/relationships/image" Target="../media/image364.png"/><Relationship Id="rId137" Type="http://schemas.openxmlformats.org/officeDocument/2006/relationships/customXml" Target="../ink/ink345.xml"/><Relationship Id="rId20" Type="http://schemas.openxmlformats.org/officeDocument/2006/relationships/image" Target="../media/image316.png"/><Relationship Id="rId41" Type="http://schemas.openxmlformats.org/officeDocument/2006/relationships/customXml" Target="../ink/ink297.xml"/><Relationship Id="rId62" Type="http://schemas.openxmlformats.org/officeDocument/2006/relationships/image" Target="../media/image337.png"/><Relationship Id="rId83" Type="http://schemas.openxmlformats.org/officeDocument/2006/relationships/customXml" Target="../ink/ink318.xml"/><Relationship Id="rId88" Type="http://schemas.openxmlformats.org/officeDocument/2006/relationships/image" Target="../media/image350.png"/><Relationship Id="rId111" Type="http://schemas.openxmlformats.org/officeDocument/2006/relationships/customXml" Target="../ink/ink332.xml"/><Relationship Id="rId132" Type="http://schemas.openxmlformats.org/officeDocument/2006/relationships/image" Target="../media/image372.png"/><Relationship Id="rId15" Type="http://schemas.openxmlformats.org/officeDocument/2006/relationships/customXml" Target="../ink/ink284.xml"/><Relationship Id="rId36" Type="http://schemas.openxmlformats.org/officeDocument/2006/relationships/image" Target="../media/image324.png"/><Relationship Id="rId57" Type="http://schemas.openxmlformats.org/officeDocument/2006/relationships/customXml" Target="../ink/ink305.xml"/><Relationship Id="rId106" Type="http://schemas.openxmlformats.org/officeDocument/2006/relationships/image" Target="../media/image359.png"/><Relationship Id="rId127" Type="http://schemas.openxmlformats.org/officeDocument/2006/relationships/customXml" Target="../ink/ink340.xml"/><Relationship Id="rId10" Type="http://schemas.openxmlformats.org/officeDocument/2006/relationships/image" Target="../media/image306.png"/><Relationship Id="rId31" Type="http://schemas.openxmlformats.org/officeDocument/2006/relationships/customXml" Target="../ink/ink292.xml"/><Relationship Id="rId52" Type="http://schemas.openxmlformats.org/officeDocument/2006/relationships/image" Target="../media/image332.png"/><Relationship Id="rId73" Type="http://schemas.openxmlformats.org/officeDocument/2006/relationships/customXml" Target="../ink/ink313.xml"/><Relationship Id="rId78" Type="http://schemas.openxmlformats.org/officeDocument/2006/relationships/image" Target="../media/image345.png"/><Relationship Id="rId94" Type="http://schemas.openxmlformats.org/officeDocument/2006/relationships/image" Target="../media/image353.png"/><Relationship Id="rId99" Type="http://schemas.openxmlformats.org/officeDocument/2006/relationships/customXml" Target="../ink/ink326.xml"/><Relationship Id="rId101" Type="http://schemas.openxmlformats.org/officeDocument/2006/relationships/customXml" Target="../ink/ink327.xml"/><Relationship Id="rId122" Type="http://schemas.openxmlformats.org/officeDocument/2006/relationships/image" Target="../media/image367.png"/><Relationship Id="rId143" Type="http://schemas.openxmlformats.org/officeDocument/2006/relationships/customXml" Target="../ink/ink348.xml"/><Relationship Id="rId4" Type="http://schemas.openxmlformats.org/officeDocument/2006/relationships/image" Target="../media/image245.png"/><Relationship Id="rId9" Type="http://schemas.openxmlformats.org/officeDocument/2006/relationships/customXml" Target="../ink/ink281.xml"/><Relationship Id="rId26" Type="http://schemas.openxmlformats.org/officeDocument/2006/relationships/image" Target="../media/image319.png"/><Relationship Id="rId47" Type="http://schemas.openxmlformats.org/officeDocument/2006/relationships/customXml" Target="../ink/ink300.xml"/><Relationship Id="rId68" Type="http://schemas.openxmlformats.org/officeDocument/2006/relationships/image" Target="../media/image340.png"/><Relationship Id="rId89" Type="http://schemas.openxmlformats.org/officeDocument/2006/relationships/customXml" Target="../ink/ink321.xml"/><Relationship Id="rId112" Type="http://schemas.openxmlformats.org/officeDocument/2006/relationships/image" Target="../media/image362.png"/><Relationship Id="rId133" Type="http://schemas.openxmlformats.org/officeDocument/2006/relationships/customXml" Target="../ink/ink343.xml"/><Relationship Id="rId16" Type="http://schemas.openxmlformats.org/officeDocument/2006/relationships/image" Target="../media/image314.png"/></Relationships>
</file>

<file path=ppt/slides/_rels/slide128.xml.rels><?xml version="1.0" encoding="UTF-8" standalone="yes"?>
<Relationships xmlns="http://schemas.openxmlformats.org/package/2006/relationships"><Relationship Id="rId26" Type="http://schemas.openxmlformats.org/officeDocument/2006/relationships/image" Target="../media/image390.png"/><Relationship Id="rId117" Type="http://schemas.openxmlformats.org/officeDocument/2006/relationships/customXml" Target="../ink/ink406.xml"/><Relationship Id="rId21" Type="http://schemas.openxmlformats.org/officeDocument/2006/relationships/customXml" Target="../ink/ink358.xml"/><Relationship Id="rId42" Type="http://schemas.openxmlformats.org/officeDocument/2006/relationships/image" Target="../media/image398.png"/><Relationship Id="rId47" Type="http://schemas.openxmlformats.org/officeDocument/2006/relationships/customXml" Target="../ink/ink371.xml"/><Relationship Id="rId63" Type="http://schemas.openxmlformats.org/officeDocument/2006/relationships/customXml" Target="../ink/ink379.xml"/><Relationship Id="rId68" Type="http://schemas.openxmlformats.org/officeDocument/2006/relationships/image" Target="../media/image411.png"/><Relationship Id="rId84" Type="http://schemas.openxmlformats.org/officeDocument/2006/relationships/image" Target="../media/image419.png"/><Relationship Id="rId89" Type="http://schemas.openxmlformats.org/officeDocument/2006/relationships/customXml" Target="../ink/ink392.xml"/><Relationship Id="rId112" Type="http://schemas.openxmlformats.org/officeDocument/2006/relationships/image" Target="../media/image433.png"/><Relationship Id="rId16" Type="http://schemas.openxmlformats.org/officeDocument/2006/relationships/image" Target="../media/image385.png"/><Relationship Id="rId107" Type="http://schemas.openxmlformats.org/officeDocument/2006/relationships/customXml" Target="../ink/ink401.xml"/><Relationship Id="rId11" Type="http://schemas.openxmlformats.org/officeDocument/2006/relationships/customXml" Target="../ink/ink353.xml"/><Relationship Id="rId32" Type="http://schemas.openxmlformats.org/officeDocument/2006/relationships/image" Target="../media/image393.png"/><Relationship Id="rId37" Type="http://schemas.openxmlformats.org/officeDocument/2006/relationships/customXml" Target="../ink/ink366.xml"/><Relationship Id="rId53" Type="http://schemas.openxmlformats.org/officeDocument/2006/relationships/customXml" Target="../ink/ink374.xml"/><Relationship Id="rId58" Type="http://schemas.openxmlformats.org/officeDocument/2006/relationships/image" Target="../media/image406.png"/><Relationship Id="rId74" Type="http://schemas.openxmlformats.org/officeDocument/2006/relationships/image" Target="../media/image414.png"/><Relationship Id="rId79" Type="http://schemas.openxmlformats.org/officeDocument/2006/relationships/customXml" Target="../ink/ink387.xml"/><Relationship Id="rId102" Type="http://schemas.openxmlformats.org/officeDocument/2006/relationships/image" Target="../media/image428.png"/><Relationship Id="rId5" Type="http://schemas.openxmlformats.org/officeDocument/2006/relationships/customXml" Target="../ink/ink350.xml"/><Relationship Id="rId90" Type="http://schemas.openxmlformats.org/officeDocument/2006/relationships/image" Target="../media/image422.png"/><Relationship Id="rId95" Type="http://schemas.openxmlformats.org/officeDocument/2006/relationships/customXml" Target="../ink/ink395.xml"/><Relationship Id="rId22" Type="http://schemas.openxmlformats.org/officeDocument/2006/relationships/image" Target="../media/image388.png"/><Relationship Id="rId27" Type="http://schemas.openxmlformats.org/officeDocument/2006/relationships/customXml" Target="../ink/ink361.xml"/><Relationship Id="rId43" Type="http://schemas.openxmlformats.org/officeDocument/2006/relationships/customXml" Target="../ink/ink369.xml"/><Relationship Id="rId48" Type="http://schemas.openxmlformats.org/officeDocument/2006/relationships/image" Target="../media/image401.png"/><Relationship Id="rId64" Type="http://schemas.openxmlformats.org/officeDocument/2006/relationships/image" Target="../media/image409.png"/><Relationship Id="rId69" Type="http://schemas.openxmlformats.org/officeDocument/2006/relationships/customXml" Target="../ink/ink382.xml"/><Relationship Id="rId113" Type="http://schemas.openxmlformats.org/officeDocument/2006/relationships/customXml" Target="../ink/ink404.xml"/><Relationship Id="rId118" Type="http://schemas.openxmlformats.org/officeDocument/2006/relationships/image" Target="../media/image436.png"/><Relationship Id="rId80" Type="http://schemas.openxmlformats.org/officeDocument/2006/relationships/image" Target="../media/image417.png"/><Relationship Id="rId85" Type="http://schemas.openxmlformats.org/officeDocument/2006/relationships/customXml" Target="../ink/ink390.xml"/><Relationship Id="rId12" Type="http://schemas.openxmlformats.org/officeDocument/2006/relationships/image" Target="../media/image383.png"/><Relationship Id="rId17" Type="http://schemas.openxmlformats.org/officeDocument/2006/relationships/customXml" Target="../ink/ink356.xml"/><Relationship Id="rId33" Type="http://schemas.openxmlformats.org/officeDocument/2006/relationships/customXml" Target="../ink/ink364.xml"/><Relationship Id="rId38" Type="http://schemas.openxmlformats.org/officeDocument/2006/relationships/image" Target="../media/image396.png"/><Relationship Id="rId59" Type="http://schemas.openxmlformats.org/officeDocument/2006/relationships/customXml" Target="../ink/ink377.xml"/><Relationship Id="rId103" Type="http://schemas.openxmlformats.org/officeDocument/2006/relationships/customXml" Target="../ink/ink399.xml"/><Relationship Id="rId108" Type="http://schemas.openxmlformats.org/officeDocument/2006/relationships/image" Target="../media/image431.png"/><Relationship Id="rId54" Type="http://schemas.openxmlformats.org/officeDocument/2006/relationships/image" Target="../media/image404.png"/><Relationship Id="rId70" Type="http://schemas.openxmlformats.org/officeDocument/2006/relationships/image" Target="../media/image412.png"/><Relationship Id="rId75" Type="http://schemas.openxmlformats.org/officeDocument/2006/relationships/customXml" Target="../ink/ink385.xml"/><Relationship Id="rId91" Type="http://schemas.openxmlformats.org/officeDocument/2006/relationships/customXml" Target="../ink/ink393.xml"/><Relationship Id="rId96" Type="http://schemas.openxmlformats.org/officeDocument/2006/relationships/image" Target="../media/image425.png"/><Relationship Id="rId1" Type="http://schemas.openxmlformats.org/officeDocument/2006/relationships/slideLayout" Target="../slideLayouts/slideLayout2.xml"/><Relationship Id="rId6" Type="http://schemas.openxmlformats.org/officeDocument/2006/relationships/image" Target="../media/image380.png"/><Relationship Id="rId23" Type="http://schemas.openxmlformats.org/officeDocument/2006/relationships/customXml" Target="../ink/ink359.xml"/><Relationship Id="rId28" Type="http://schemas.openxmlformats.org/officeDocument/2006/relationships/image" Target="../media/image391.png"/><Relationship Id="rId49" Type="http://schemas.openxmlformats.org/officeDocument/2006/relationships/customXml" Target="../ink/ink372.xml"/><Relationship Id="rId114" Type="http://schemas.openxmlformats.org/officeDocument/2006/relationships/image" Target="../media/image434.png"/><Relationship Id="rId119" Type="http://schemas.openxmlformats.org/officeDocument/2006/relationships/customXml" Target="../ink/ink407.xml"/><Relationship Id="rId10" Type="http://schemas.openxmlformats.org/officeDocument/2006/relationships/image" Target="../media/image382.png"/><Relationship Id="rId31" Type="http://schemas.openxmlformats.org/officeDocument/2006/relationships/customXml" Target="../ink/ink363.xml"/><Relationship Id="rId44" Type="http://schemas.openxmlformats.org/officeDocument/2006/relationships/image" Target="../media/image399.png"/><Relationship Id="rId52" Type="http://schemas.openxmlformats.org/officeDocument/2006/relationships/image" Target="../media/image403.png"/><Relationship Id="rId60" Type="http://schemas.openxmlformats.org/officeDocument/2006/relationships/image" Target="../media/image407.png"/><Relationship Id="rId65" Type="http://schemas.openxmlformats.org/officeDocument/2006/relationships/customXml" Target="../ink/ink380.xml"/><Relationship Id="rId73" Type="http://schemas.openxmlformats.org/officeDocument/2006/relationships/customXml" Target="../ink/ink384.xml"/><Relationship Id="rId78" Type="http://schemas.openxmlformats.org/officeDocument/2006/relationships/image" Target="../media/image416.png"/><Relationship Id="rId81" Type="http://schemas.openxmlformats.org/officeDocument/2006/relationships/customXml" Target="../ink/ink388.xml"/><Relationship Id="rId86" Type="http://schemas.openxmlformats.org/officeDocument/2006/relationships/image" Target="../media/image420.png"/><Relationship Id="rId94" Type="http://schemas.openxmlformats.org/officeDocument/2006/relationships/image" Target="../media/image424.png"/><Relationship Id="rId99" Type="http://schemas.openxmlformats.org/officeDocument/2006/relationships/customXml" Target="../ink/ink397.xml"/><Relationship Id="rId101" Type="http://schemas.openxmlformats.org/officeDocument/2006/relationships/customXml" Target="../ink/ink398.xml"/><Relationship Id="rId4" Type="http://schemas.openxmlformats.org/officeDocument/2006/relationships/image" Target="../media/image379.png"/><Relationship Id="rId9" Type="http://schemas.openxmlformats.org/officeDocument/2006/relationships/customXml" Target="../ink/ink352.xml"/><Relationship Id="rId13" Type="http://schemas.openxmlformats.org/officeDocument/2006/relationships/customXml" Target="../ink/ink354.xml"/><Relationship Id="rId18" Type="http://schemas.openxmlformats.org/officeDocument/2006/relationships/image" Target="../media/image386.png"/><Relationship Id="rId39" Type="http://schemas.openxmlformats.org/officeDocument/2006/relationships/customXml" Target="../ink/ink367.xml"/><Relationship Id="rId109" Type="http://schemas.openxmlformats.org/officeDocument/2006/relationships/customXml" Target="../ink/ink402.xml"/><Relationship Id="rId34" Type="http://schemas.openxmlformats.org/officeDocument/2006/relationships/image" Target="../media/image394.png"/><Relationship Id="rId50" Type="http://schemas.openxmlformats.org/officeDocument/2006/relationships/image" Target="../media/image402.png"/><Relationship Id="rId55" Type="http://schemas.openxmlformats.org/officeDocument/2006/relationships/customXml" Target="../ink/ink375.xml"/><Relationship Id="rId76" Type="http://schemas.openxmlformats.org/officeDocument/2006/relationships/image" Target="../media/image415.png"/><Relationship Id="rId97" Type="http://schemas.openxmlformats.org/officeDocument/2006/relationships/customXml" Target="../ink/ink396.xml"/><Relationship Id="rId104" Type="http://schemas.openxmlformats.org/officeDocument/2006/relationships/image" Target="../media/image429.png"/><Relationship Id="rId120" Type="http://schemas.openxmlformats.org/officeDocument/2006/relationships/image" Target="../media/image437.png"/><Relationship Id="rId7" Type="http://schemas.openxmlformats.org/officeDocument/2006/relationships/customXml" Target="../ink/ink351.xml"/><Relationship Id="rId71" Type="http://schemas.openxmlformats.org/officeDocument/2006/relationships/customXml" Target="../ink/ink383.xml"/><Relationship Id="rId92" Type="http://schemas.openxmlformats.org/officeDocument/2006/relationships/image" Target="../media/image423.png"/><Relationship Id="rId2" Type="http://schemas.openxmlformats.org/officeDocument/2006/relationships/notesSlide" Target="../notesSlides/notesSlide17.xml"/><Relationship Id="rId29" Type="http://schemas.openxmlformats.org/officeDocument/2006/relationships/customXml" Target="../ink/ink362.xml"/><Relationship Id="rId24" Type="http://schemas.openxmlformats.org/officeDocument/2006/relationships/image" Target="../media/image389.png"/><Relationship Id="rId40" Type="http://schemas.openxmlformats.org/officeDocument/2006/relationships/image" Target="../media/image397.png"/><Relationship Id="rId45" Type="http://schemas.openxmlformats.org/officeDocument/2006/relationships/customXml" Target="../ink/ink370.xml"/><Relationship Id="rId66" Type="http://schemas.openxmlformats.org/officeDocument/2006/relationships/image" Target="../media/image410.png"/><Relationship Id="rId87" Type="http://schemas.openxmlformats.org/officeDocument/2006/relationships/customXml" Target="../ink/ink391.xml"/><Relationship Id="rId110" Type="http://schemas.openxmlformats.org/officeDocument/2006/relationships/image" Target="../media/image432.png"/><Relationship Id="rId115" Type="http://schemas.openxmlformats.org/officeDocument/2006/relationships/customXml" Target="../ink/ink405.xml"/><Relationship Id="rId61" Type="http://schemas.openxmlformats.org/officeDocument/2006/relationships/customXml" Target="../ink/ink378.xml"/><Relationship Id="rId82" Type="http://schemas.openxmlformats.org/officeDocument/2006/relationships/image" Target="../media/image418.png"/><Relationship Id="rId19" Type="http://schemas.openxmlformats.org/officeDocument/2006/relationships/customXml" Target="../ink/ink357.xml"/><Relationship Id="rId14" Type="http://schemas.openxmlformats.org/officeDocument/2006/relationships/image" Target="../media/image384.png"/><Relationship Id="rId30" Type="http://schemas.openxmlformats.org/officeDocument/2006/relationships/image" Target="../media/image392.png"/><Relationship Id="rId35" Type="http://schemas.openxmlformats.org/officeDocument/2006/relationships/customXml" Target="../ink/ink365.xml"/><Relationship Id="rId56" Type="http://schemas.openxmlformats.org/officeDocument/2006/relationships/image" Target="../media/image405.png"/><Relationship Id="rId77" Type="http://schemas.openxmlformats.org/officeDocument/2006/relationships/customXml" Target="../ink/ink386.xml"/><Relationship Id="rId100" Type="http://schemas.openxmlformats.org/officeDocument/2006/relationships/image" Target="../media/image427.png"/><Relationship Id="rId105" Type="http://schemas.openxmlformats.org/officeDocument/2006/relationships/customXml" Target="../ink/ink400.xml"/><Relationship Id="rId8" Type="http://schemas.openxmlformats.org/officeDocument/2006/relationships/image" Target="../media/image381.png"/><Relationship Id="rId51" Type="http://schemas.openxmlformats.org/officeDocument/2006/relationships/customXml" Target="../ink/ink373.xml"/><Relationship Id="rId72" Type="http://schemas.openxmlformats.org/officeDocument/2006/relationships/image" Target="../media/image413.png"/><Relationship Id="rId93" Type="http://schemas.openxmlformats.org/officeDocument/2006/relationships/customXml" Target="../ink/ink394.xml"/><Relationship Id="rId98" Type="http://schemas.openxmlformats.org/officeDocument/2006/relationships/image" Target="../media/image426.png"/><Relationship Id="rId3" Type="http://schemas.openxmlformats.org/officeDocument/2006/relationships/customXml" Target="../ink/ink349.xml"/><Relationship Id="rId25" Type="http://schemas.openxmlformats.org/officeDocument/2006/relationships/customXml" Target="../ink/ink360.xml"/><Relationship Id="rId46" Type="http://schemas.openxmlformats.org/officeDocument/2006/relationships/image" Target="../media/image400.png"/><Relationship Id="rId67" Type="http://schemas.openxmlformats.org/officeDocument/2006/relationships/customXml" Target="../ink/ink381.xml"/><Relationship Id="rId116" Type="http://schemas.openxmlformats.org/officeDocument/2006/relationships/image" Target="../media/image435.png"/><Relationship Id="rId20" Type="http://schemas.openxmlformats.org/officeDocument/2006/relationships/image" Target="../media/image387.png"/><Relationship Id="rId41" Type="http://schemas.openxmlformats.org/officeDocument/2006/relationships/customXml" Target="../ink/ink368.xml"/><Relationship Id="rId62" Type="http://schemas.openxmlformats.org/officeDocument/2006/relationships/image" Target="../media/image408.png"/><Relationship Id="rId83" Type="http://schemas.openxmlformats.org/officeDocument/2006/relationships/customXml" Target="../ink/ink389.xml"/><Relationship Id="rId88" Type="http://schemas.openxmlformats.org/officeDocument/2006/relationships/image" Target="../media/image421.png"/><Relationship Id="rId111" Type="http://schemas.openxmlformats.org/officeDocument/2006/relationships/customXml" Target="../ink/ink403.xml"/><Relationship Id="rId15" Type="http://schemas.openxmlformats.org/officeDocument/2006/relationships/customXml" Target="../ink/ink355.xml"/><Relationship Id="rId36" Type="http://schemas.openxmlformats.org/officeDocument/2006/relationships/image" Target="../media/image395.png"/><Relationship Id="rId57" Type="http://schemas.openxmlformats.org/officeDocument/2006/relationships/customXml" Target="../ink/ink376.xml"/><Relationship Id="rId106" Type="http://schemas.openxmlformats.org/officeDocument/2006/relationships/image" Target="../media/image430.png"/></Relationships>
</file>

<file path=ppt/slides/_rels/slide12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13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B521127C-0C56-461F-B517-0D483F216F7D}" type="slidenum">
              <a:rPr lang="zh-TW" altLang="en-US" smtClean="0"/>
              <a:t>1</a:t>
            </a:fld>
            <a:endParaRPr lang="zh-TW" altLang="en-US"/>
          </a:p>
        </p:txBody>
      </p:sp>
      <p:sp>
        <p:nvSpPr>
          <p:cNvPr id="6" name="矩形 5"/>
          <p:cNvSpPr/>
          <p:nvPr/>
        </p:nvSpPr>
        <p:spPr>
          <a:xfrm>
            <a:off x="4971395" y="88900"/>
            <a:ext cx="2236510" cy="707886"/>
          </a:xfrm>
          <a:prstGeom prst="rect">
            <a:avLst/>
          </a:prstGeom>
        </p:spPr>
        <p:txBody>
          <a:bodyPr wrap="none">
            <a:spAutoFit/>
          </a:bodyPr>
          <a:lstStyle/>
          <a:p>
            <a:pPr algn="ctr"/>
            <a:r>
              <a:rPr lang="en-US" altLang="zh-TW" sz="4000">
                <a:latin typeface="Consolas" panose="020B0609020204030204" pitchFamily="49" charset="0"/>
              </a:rPr>
              <a:t>【</a:t>
            </a:r>
            <a:r>
              <a:rPr lang="zh-TW" altLang="en-US" sz="4000">
                <a:latin typeface="Consolas" panose="020B0609020204030204" pitchFamily="49" charset="0"/>
              </a:rPr>
              <a:t>目錄</a:t>
            </a:r>
            <a:r>
              <a:rPr lang="en-US" altLang="zh-TW" sz="4000">
                <a:latin typeface="Consolas" panose="020B0609020204030204" pitchFamily="49" charset="0"/>
              </a:rPr>
              <a:t>】</a:t>
            </a:r>
          </a:p>
        </p:txBody>
      </p:sp>
      <p:sp>
        <p:nvSpPr>
          <p:cNvPr id="7" name="文字方塊 6"/>
          <p:cNvSpPr txBox="1"/>
          <p:nvPr/>
        </p:nvSpPr>
        <p:spPr>
          <a:xfrm>
            <a:off x="317500" y="1092342"/>
            <a:ext cx="12179300" cy="6417141"/>
          </a:xfrm>
          <a:prstGeom prst="rect">
            <a:avLst/>
          </a:prstGeom>
          <a:noFill/>
        </p:spPr>
        <p:txBody>
          <a:bodyPr wrap="square" numCol="2" spcCol="432000" rtlCol="0">
            <a:spAutoFit/>
          </a:bodyPr>
          <a:lstStyle/>
          <a:p>
            <a:pPr algn="ctr">
              <a:spcBef>
                <a:spcPts val="600"/>
              </a:spcBef>
              <a:spcAft>
                <a:spcPts val="600"/>
              </a:spcAft>
            </a:pPr>
            <a:r>
              <a:rPr lang="zh-TW" altLang="en-US" sz="2200">
                <a:latin typeface="Consolas" panose="020B0609020204030204" pitchFamily="49" charset="0"/>
              </a:rPr>
              <a:t>第一章</a:t>
            </a:r>
            <a:r>
              <a:rPr lang="en-US" altLang="zh-TW" sz="2200">
                <a:latin typeface="Consolas" panose="020B0609020204030204" pitchFamily="49" charset="0"/>
              </a:rPr>
              <a:t>(Servlet)</a:t>
            </a:r>
          </a:p>
          <a:p>
            <a:pPr>
              <a:spcBef>
                <a:spcPts val="600"/>
              </a:spcBef>
              <a:spcAft>
                <a:spcPts val="600"/>
              </a:spcAft>
            </a:pPr>
            <a:r>
              <a:rPr lang="en-US" altLang="zh-TW" sz="2200">
                <a:latin typeface="Consolas" panose="020B0609020204030204" pitchFamily="49" charset="0"/>
              </a:rPr>
              <a:t>1-1 Servlet</a:t>
            </a:r>
            <a:r>
              <a:rPr lang="zh-TW" altLang="en-US" sz="2200">
                <a:latin typeface="Consolas" panose="020B0609020204030204" pitchFamily="49" charset="0"/>
              </a:rPr>
              <a:t>簡介</a:t>
            </a:r>
            <a:r>
              <a:rPr lang="en-US" altLang="zh-TW" sz="2200">
                <a:latin typeface="Consolas" panose="020B0609020204030204" pitchFamily="49" charset="0"/>
              </a:rPr>
              <a:t>	</a:t>
            </a:r>
            <a:r>
              <a:rPr lang="en-US" altLang="zh-TW" sz="2200" strike="sngStrike">
                <a:latin typeface="Consolas" panose="020B0609020204030204" pitchFamily="49" charset="0"/>
              </a:rPr>
              <a:t>						</a:t>
            </a:r>
            <a:r>
              <a:rPr lang="en-US" altLang="zh-TW" sz="2200">
                <a:latin typeface="Consolas" panose="020B0609020204030204" pitchFamily="49" charset="0"/>
              </a:rPr>
              <a:t> </a:t>
            </a:r>
            <a:r>
              <a:rPr lang="en-US" altLang="zh-TW" sz="2200">
                <a:effectLst>
                  <a:outerShdw blurRad="38100" dist="38100" dir="2700000" algn="tl">
                    <a:srgbClr val="000000">
                      <a:alpha val="43137"/>
                    </a:srgbClr>
                  </a:outerShdw>
                </a:effectLst>
                <a:latin typeface="Consolas" panose="020B0609020204030204" pitchFamily="49" charset="0"/>
              </a:rPr>
              <a:t>0</a:t>
            </a:r>
            <a:r>
              <a:rPr lang="en-US" altLang="zh-TW" sz="2200">
                <a:latin typeface="Consolas" panose="020B0609020204030204" pitchFamily="49" charset="0"/>
              </a:rPr>
              <a:t>04</a:t>
            </a:r>
            <a:endParaRPr lang="zh-TW" altLang="en-US" sz="2200">
              <a:latin typeface="Consolas" panose="020B0609020204030204" pitchFamily="49" charset="0"/>
            </a:endParaRPr>
          </a:p>
          <a:p>
            <a:pPr>
              <a:spcBef>
                <a:spcPts val="600"/>
              </a:spcBef>
              <a:spcAft>
                <a:spcPts val="600"/>
              </a:spcAft>
            </a:pPr>
            <a:r>
              <a:rPr lang="en-US" altLang="zh-TW" sz="2200">
                <a:latin typeface="Consolas" panose="020B0609020204030204" pitchFamily="49" charset="0"/>
              </a:rPr>
              <a:t>1-2 Server</a:t>
            </a:r>
            <a:r>
              <a:rPr lang="zh-TW" altLang="en-US" sz="2200">
                <a:latin typeface="Consolas" panose="020B0609020204030204" pitchFamily="49" charset="0"/>
              </a:rPr>
              <a:t>環境安裝</a:t>
            </a:r>
            <a:r>
              <a:rPr lang="en-US" altLang="zh-TW" sz="2200" strike="sngStrike">
                <a:latin typeface="Consolas" panose="020B0609020204030204" pitchFamily="49" charset="0"/>
              </a:rPr>
              <a:t>						</a:t>
            </a:r>
            <a:r>
              <a:rPr lang="en-US" altLang="zh-TW" sz="2200">
                <a:latin typeface="Consolas" panose="020B0609020204030204" pitchFamily="49" charset="0"/>
              </a:rPr>
              <a:t> 015</a:t>
            </a:r>
            <a:endParaRPr lang="zh-TW" altLang="en-US" sz="2200">
              <a:latin typeface="Consolas" panose="020B0609020204030204" pitchFamily="49" charset="0"/>
            </a:endParaRPr>
          </a:p>
          <a:p>
            <a:pPr>
              <a:spcBef>
                <a:spcPts val="600"/>
              </a:spcBef>
              <a:spcAft>
                <a:spcPts val="600"/>
              </a:spcAft>
            </a:pPr>
            <a:r>
              <a:rPr lang="en-US" altLang="zh-TW" sz="2200">
                <a:latin typeface="Consolas" panose="020B0609020204030204" pitchFamily="49" charset="0"/>
              </a:rPr>
              <a:t>1-3 </a:t>
            </a:r>
            <a:r>
              <a:rPr lang="zh-TW" altLang="en-US" sz="2200">
                <a:latin typeface="Consolas" panose="020B0609020204030204" pitchFamily="49" charset="0"/>
              </a:rPr>
              <a:t>撰寫</a:t>
            </a:r>
            <a:r>
              <a:rPr lang="en-US" altLang="zh-TW" sz="2200">
                <a:latin typeface="Consolas" panose="020B0609020204030204" pitchFamily="49" charset="0"/>
              </a:rPr>
              <a:t>Servlet</a:t>
            </a:r>
            <a:r>
              <a:rPr lang="zh-TW" altLang="en-US" sz="2200">
                <a:latin typeface="Consolas" panose="020B0609020204030204" pitchFamily="49" charset="0"/>
              </a:rPr>
              <a:t>入門</a:t>
            </a:r>
            <a:r>
              <a:rPr lang="en-US" altLang="zh-TW" sz="2200" strike="sngStrike">
                <a:latin typeface="Consolas" panose="020B0609020204030204" pitchFamily="49" charset="0"/>
              </a:rPr>
              <a:t>					</a:t>
            </a:r>
            <a:r>
              <a:rPr lang="en-US" altLang="zh-TW" sz="2200">
                <a:latin typeface="Consolas" panose="020B0609020204030204" pitchFamily="49" charset="0"/>
              </a:rPr>
              <a:t> 031</a:t>
            </a:r>
            <a:endParaRPr lang="zh-TW" altLang="en-US" sz="2200">
              <a:latin typeface="Consolas" panose="020B0609020204030204" pitchFamily="49" charset="0"/>
            </a:endParaRPr>
          </a:p>
          <a:p>
            <a:pPr>
              <a:spcBef>
                <a:spcPts val="600"/>
              </a:spcBef>
              <a:spcAft>
                <a:spcPts val="600"/>
              </a:spcAft>
            </a:pPr>
            <a:r>
              <a:rPr lang="en-US" altLang="zh-TW" sz="2200">
                <a:latin typeface="Consolas" panose="020B0609020204030204" pitchFamily="49" charset="0"/>
              </a:rPr>
              <a:t>1-4 </a:t>
            </a:r>
            <a:r>
              <a:rPr lang="zh-TW" altLang="en-US" sz="2200">
                <a:latin typeface="Consolas" panose="020B0609020204030204" pitchFamily="49" charset="0"/>
              </a:rPr>
              <a:t>初識請求與回應</a:t>
            </a:r>
            <a:r>
              <a:rPr lang="en-US" altLang="zh-TW" sz="2200" strike="sngStrike">
                <a:latin typeface="Consolas" panose="020B0609020204030204" pitchFamily="49" charset="0"/>
              </a:rPr>
              <a:t>						</a:t>
            </a:r>
            <a:r>
              <a:rPr lang="en-US" altLang="zh-TW" sz="2200">
                <a:latin typeface="Consolas" panose="020B0609020204030204" pitchFamily="49" charset="0"/>
              </a:rPr>
              <a:t> 039</a:t>
            </a:r>
            <a:endParaRPr lang="zh-TW" altLang="en-US" sz="2200">
              <a:latin typeface="Consolas" panose="020B0609020204030204" pitchFamily="49" charset="0"/>
            </a:endParaRPr>
          </a:p>
          <a:p>
            <a:pPr>
              <a:spcBef>
                <a:spcPts val="600"/>
              </a:spcBef>
              <a:spcAft>
                <a:spcPts val="600"/>
              </a:spcAft>
            </a:pPr>
            <a:r>
              <a:rPr lang="en-US" altLang="zh-TW" sz="2200">
                <a:latin typeface="Consolas" panose="020B0609020204030204" pitchFamily="49" charset="0"/>
              </a:rPr>
              <a:t>1-5 Servlet</a:t>
            </a:r>
            <a:r>
              <a:rPr lang="zh-TW" altLang="en-US" sz="2200">
                <a:latin typeface="Consolas" panose="020B0609020204030204" pitchFamily="49" charset="0"/>
              </a:rPr>
              <a:t>的生命週期</a:t>
            </a:r>
            <a:r>
              <a:rPr lang="en-US" altLang="zh-TW" sz="2200" strike="sngStrike">
                <a:latin typeface="Consolas" panose="020B0609020204030204" pitchFamily="49" charset="0"/>
              </a:rPr>
              <a:t>					</a:t>
            </a:r>
            <a:r>
              <a:rPr lang="en-US" altLang="zh-TW" sz="2200">
                <a:latin typeface="Consolas" panose="020B0609020204030204" pitchFamily="49" charset="0"/>
              </a:rPr>
              <a:t> 044</a:t>
            </a:r>
            <a:endParaRPr lang="zh-TW" altLang="en-US" sz="2200">
              <a:latin typeface="Consolas" panose="020B0609020204030204" pitchFamily="49" charset="0"/>
            </a:endParaRPr>
          </a:p>
          <a:p>
            <a:pPr>
              <a:spcBef>
                <a:spcPts val="600"/>
              </a:spcBef>
              <a:spcAft>
                <a:spcPts val="600"/>
              </a:spcAft>
            </a:pPr>
            <a:r>
              <a:rPr lang="en-US" altLang="zh-TW" sz="2200">
                <a:latin typeface="Consolas" panose="020B0609020204030204" pitchFamily="49" charset="0"/>
              </a:rPr>
              <a:t>1-6 </a:t>
            </a:r>
            <a:r>
              <a:rPr lang="zh-TW" altLang="en-US" sz="2200">
                <a:latin typeface="Consolas" panose="020B0609020204030204" pitchFamily="49" charset="0"/>
              </a:rPr>
              <a:t>取得</a:t>
            </a:r>
            <a:r>
              <a:rPr lang="en-US" altLang="zh-TW" sz="2200">
                <a:latin typeface="Consolas" panose="020B0609020204030204" pitchFamily="49" charset="0"/>
              </a:rPr>
              <a:t>Server&amp;client</a:t>
            </a:r>
            <a:r>
              <a:rPr lang="zh-TW" altLang="en-US" sz="2200">
                <a:latin typeface="Consolas" panose="020B0609020204030204" pitchFamily="49" charset="0"/>
              </a:rPr>
              <a:t>的相關資訊</a:t>
            </a:r>
            <a:r>
              <a:rPr lang="en-US" altLang="zh-TW" sz="2200" strike="sngStrike">
                <a:latin typeface="Consolas" panose="020B0609020204030204" pitchFamily="49" charset="0"/>
              </a:rPr>
              <a:t>	</a:t>
            </a:r>
            <a:r>
              <a:rPr lang="en-US" altLang="zh-TW" sz="2200">
                <a:latin typeface="Consolas" panose="020B0609020204030204" pitchFamily="49" charset="0"/>
              </a:rPr>
              <a:t> 052</a:t>
            </a:r>
            <a:endParaRPr lang="zh-TW" altLang="en-US" sz="2200">
              <a:latin typeface="Consolas" panose="020B0609020204030204" pitchFamily="49" charset="0"/>
            </a:endParaRPr>
          </a:p>
          <a:p>
            <a:pPr>
              <a:spcBef>
                <a:spcPts val="600"/>
              </a:spcBef>
              <a:spcAft>
                <a:spcPts val="600"/>
              </a:spcAft>
            </a:pPr>
            <a:r>
              <a:rPr lang="en-US" altLang="zh-TW" sz="2200">
                <a:latin typeface="Consolas" panose="020B0609020204030204" pitchFamily="49" charset="0"/>
              </a:rPr>
              <a:t>1-7 Response Header</a:t>
            </a:r>
            <a:r>
              <a:rPr lang="zh-TW" altLang="en-US" sz="2200">
                <a:latin typeface="Consolas" panose="020B0609020204030204" pitchFamily="49" charset="0"/>
              </a:rPr>
              <a:t>相關應用</a:t>
            </a:r>
            <a:r>
              <a:rPr lang="en-US" altLang="zh-TW" sz="2200" strike="sngStrike">
                <a:latin typeface="Consolas" panose="020B0609020204030204" pitchFamily="49" charset="0"/>
              </a:rPr>
              <a:t>			</a:t>
            </a:r>
            <a:r>
              <a:rPr lang="en-US" altLang="zh-TW" sz="2200">
                <a:latin typeface="Consolas" panose="020B0609020204030204" pitchFamily="49" charset="0"/>
              </a:rPr>
              <a:t> 060</a:t>
            </a:r>
            <a:endParaRPr lang="zh-TW" altLang="en-US" sz="2200">
              <a:latin typeface="Consolas" panose="020B0609020204030204" pitchFamily="49" charset="0"/>
            </a:endParaRPr>
          </a:p>
          <a:p>
            <a:pPr>
              <a:spcBef>
                <a:spcPts val="600"/>
              </a:spcBef>
              <a:spcAft>
                <a:spcPts val="600"/>
              </a:spcAft>
            </a:pPr>
            <a:r>
              <a:rPr lang="en-US" altLang="zh-TW" sz="2200">
                <a:latin typeface="Consolas" panose="020B0609020204030204" pitchFamily="49" charset="0"/>
              </a:rPr>
              <a:t>1-8 Session Tracking</a:t>
            </a:r>
            <a:r>
              <a:rPr lang="en-US" altLang="zh-TW" sz="2200" strike="sngStrike">
                <a:latin typeface="Consolas" panose="020B0609020204030204" pitchFamily="49" charset="0"/>
              </a:rPr>
              <a:t>					</a:t>
            </a:r>
            <a:r>
              <a:rPr lang="en-US" altLang="zh-TW" sz="2200">
                <a:latin typeface="Consolas" panose="020B0609020204030204" pitchFamily="49" charset="0"/>
              </a:rPr>
              <a:t> 064</a:t>
            </a:r>
          </a:p>
          <a:p>
            <a:pPr>
              <a:spcBef>
                <a:spcPts val="600"/>
              </a:spcBef>
              <a:spcAft>
                <a:spcPts val="600"/>
              </a:spcAft>
            </a:pPr>
            <a:r>
              <a:rPr lang="en-US" altLang="zh-TW" sz="2200">
                <a:latin typeface="Consolas" panose="020B0609020204030204" pitchFamily="49" charset="0"/>
              </a:rPr>
              <a:t>1-9 </a:t>
            </a:r>
            <a:r>
              <a:rPr lang="zh-TW" altLang="en-US" sz="2200">
                <a:latin typeface="Consolas" panose="020B0609020204030204" pitchFamily="49" charset="0"/>
              </a:rPr>
              <a:t>傳遞資訊</a:t>
            </a:r>
            <a:r>
              <a:rPr lang="en-US" altLang="zh-TW" sz="2200" strike="sngStrike">
                <a:latin typeface="Consolas" panose="020B0609020204030204" pitchFamily="49" charset="0"/>
              </a:rPr>
              <a:t>								</a:t>
            </a:r>
            <a:r>
              <a:rPr lang="en-US" altLang="zh-TW" sz="2200">
                <a:latin typeface="Consolas" panose="020B0609020204030204" pitchFamily="49" charset="0"/>
              </a:rPr>
              <a:t> 071</a:t>
            </a:r>
            <a:endParaRPr lang="zh-TW" altLang="en-US" sz="2200">
              <a:latin typeface="Consolas" panose="020B0609020204030204" pitchFamily="49" charset="0"/>
            </a:endParaRPr>
          </a:p>
          <a:p>
            <a:pPr>
              <a:spcBef>
                <a:spcPts val="600"/>
              </a:spcBef>
              <a:spcAft>
                <a:spcPts val="600"/>
              </a:spcAft>
            </a:pPr>
            <a:r>
              <a:rPr lang="en-US" altLang="zh-TW" sz="2200">
                <a:latin typeface="Consolas" panose="020B0609020204030204" pitchFamily="49" charset="0"/>
              </a:rPr>
              <a:t>1-10 </a:t>
            </a:r>
            <a:r>
              <a:rPr lang="zh-TW" altLang="en-US" sz="2200">
                <a:latin typeface="Consolas" panose="020B0609020204030204" pitchFamily="49" charset="0"/>
              </a:rPr>
              <a:t>資料庫連結</a:t>
            </a:r>
            <a:r>
              <a:rPr lang="en-US" altLang="zh-TW" sz="2200" strike="sngStrike">
                <a:latin typeface="Consolas" panose="020B0609020204030204" pitchFamily="49" charset="0"/>
              </a:rPr>
              <a:t>							</a:t>
            </a:r>
            <a:r>
              <a:rPr lang="en-US" altLang="zh-TW" sz="2200">
                <a:latin typeface="Consolas" panose="020B0609020204030204" pitchFamily="49" charset="0"/>
              </a:rPr>
              <a:t> 075</a:t>
            </a:r>
          </a:p>
          <a:p>
            <a:pPr>
              <a:spcBef>
                <a:spcPts val="600"/>
              </a:spcBef>
              <a:spcAft>
                <a:spcPts val="600"/>
              </a:spcAft>
            </a:pPr>
            <a:endParaRPr lang="en-US" altLang="zh-TW" sz="2200">
              <a:latin typeface="Consolas" panose="020B0609020204030204" pitchFamily="49" charset="0"/>
            </a:endParaRPr>
          </a:p>
          <a:p>
            <a:pPr>
              <a:spcBef>
                <a:spcPts val="600"/>
              </a:spcBef>
              <a:spcAft>
                <a:spcPts val="600"/>
              </a:spcAft>
            </a:pPr>
            <a:endParaRPr lang="en-US" altLang="zh-TW" sz="2200">
              <a:latin typeface="Consolas" panose="020B0609020204030204" pitchFamily="49" charset="0"/>
            </a:endParaRPr>
          </a:p>
          <a:p>
            <a:pPr algn="ctr">
              <a:spcBef>
                <a:spcPts val="600"/>
              </a:spcBef>
              <a:spcAft>
                <a:spcPts val="600"/>
              </a:spcAft>
            </a:pPr>
            <a:r>
              <a:rPr lang="zh-TW" altLang="en-US" sz="2200">
                <a:latin typeface="Consolas" panose="020B0609020204030204" pitchFamily="49" charset="0"/>
              </a:rPr>
              <a:t>第二章</a:t>
            </a:r>
            <a:r>
              <a:rPr lang="en-US" altLang="zh-TW" sz="2200">
                <a:latin typeface="Consolas" panose="020B0609020204030204" pitchFamily="49" charset="0"/>
              </a:rPr>
              <a:t>(JSP)</a:t>
            </a:r>
          </a:p>
          <a:p>
            <a:pPr>
              <a:spcBef>
                <a:spcPts val="600"/>
              </a:spcBef>
              <a:spcAft>
                <a:spcPts val="600"/>
              </a:spcAft>
            </a:pPr>
            <a:r>
              <a:rPr lang="en-US" altLang="zh-TW" sz="2200">
                <a:latin typeface="Consolas" panose="020B0609020204030204" pitchFamily="49" charset="0"/>
              </a:rPr>
              <a:t>2-1 JSP</a:t>
            </a:r>
            <a:r>
              <a:rPr lang="zh-TW" altLang="en-US" sz="2200">
                <a:latin typeface="Consolas" panose="020B0609020204030204" pitchFamily="49" charset="0"/>
              </a:rPr>
              <a:t>介紹</a:t>
            </a:r>
            <a:r>
              <a:rPr lang="en-US" altLang="zh-TW" sz="2200" strike="sngStrike">
                <a:latin typeface="Consolas" panose="020B0609020204030204" pitchFamily="49" charset="0"/>
              </a:rPr>
              <a:t>							</a:t>
            </a:r>
            <a:r>
              <a:rPr lang="en-US" altLang="zh-TW" sz="2200">
                <a:latin typeface="Consolas" panose="020B0609020204030204" pitchFamily="49" charset="0"/>
              </a:rPr>
              <a:t> 082</a:t>
            </a:r>
            <a:endParaRPr lang="zh-TW" altLang="en-US" sz="2200">
              <a:latin typeface="Consolas" panose="020B0609020204030204" pitchFamily="49" charset="0"/>
            </a:endParaRPr>
          </a:p>
          <a:p>
            <a:pPr>
              <a:spcBef>
                <a:spcPts val="600"/>
              </a:spcBef>
              <a:spcAft>
                <a:spcPts val="600"/>
              </a:spcAft>
            </a:pPr>
            <a:r>
              <a:rPr lang="en-US" altLang="zh-TW" sz="2200">
                <a:latin typeface="Consolas" panose="020B0609020204030204" pitchFamily="49" charset="0"/>
              </a:rPr>
              <a:t>2-2 EL</a:t>
            </a:r>
            <a:r>
              <a:rPr lang="zh-TW" altLang="en-US" sz="2200">
                <a:latin typeface="Consolas" panose="020B0609020204030204" pitchFamily="49" charset="0"/>
              </a:rPr>
              <a:t>表達式語言</a:t>
            </a:r>
            <a:r>
              <a:rPr lang="en-US" altLang="zh-TW" sz="2200" strike="sngStrike">
                <a:latin typeface="Consolas" panose="020B0609020204030204" pitchFamily="49" charset="0"/>
              </a:rPr>
              <a:t>					</a:t>
            </a:r>
            <a:r>
              <a:rPr lang="en-US" altLang="zh-TW" sz="2200">
                <a:latin typeface="Consolas" panose="020B0609020204030204" pitchFamily="49" charset="0"/>
              </a:rPr>
              <a:t> 096</a:t>
            </a:r>
            <a:endParaRPr lang="zh-TW" altLang="en-US" sz="2200">
              <a:latin typeface="Consolas" panose="020B0609020204030204" pitchFamily="49" charset="0"/>
            </a:endParaRPr>
          </a:p>
          <a:p>
            <a:pPr>
              <a:spcBef>
                <a:spcPts val="600"/>
              </a:spcBef>
              <a:spcAft>
                <a:spcPts val="600"/>
              </a:spcAft>
            </a:pPr>
            <a:r>
              <a:rPr lang="en-US" altLang="zh-TW" sz="2200">
                <a:latin typeface="Consolas" panose="020B0609020204030204" pitchFamily="49" charset="0"/>
              </a:rPr>
              <a:t>2-3 JSTL</a:t>
            </a:r>
            <a:r>
              <a:rPr lang="zh-TW" altLang="en-US" sz="2200">
                <a:latin typeface="Consolas" panose="020B0609020204030204" pitchFamily="49" charset="0"/>
              </a:rPr>
              <a:t>標準標籤函式</a:t>
            </a:r>
            <a:r>
              <a:rPr lang="en-US" altLang="zh-TW" sz="2200" strike="sngStrike">
                <a:latin typeface="Consolas" panose="020B0609020204030204" pitchFamily="49" charset="0"/>
              </a:rPr>
              <a:t>				</a:t>
            </a:r>
            <a:r>
              <a:rPr lang="en-US" altLang="zh-TW" sz="2200">
                <a:latin typeface="Consolas" panose="020B0609020204030204" pitchFamily="49" charset="0"/>
              </a:rPr>
              <a:t> 102</a:t>
            </a:r>
          </a:p>
          <a:p>
            <a:pPr>
              <a:spcBef>
                <a:spcPts val="600"/>
              </a:spcBef>
              <a:spcAft>
                <a:spcPts val="600"/>
              </a:spcAft>
            </a:pPr>
            <a:endParaRPr lang="en-US" altLang="zh-TW" sz="2200">
              <a:latin typeface="Consolas" panose="020B0609020204030204" pitchFamily="49" charset="0"/>
            </a:endParaRPr>
          </a:p>
          <a:p>
            <a:pPr algn="ctr">
              <a:spcBef>
                <a:spcPts val="600"/>
              </a:spcBef>
              <a:spcAft>
                <a:spcPts val="600"/>
              </a:spcAft>
            </a:pPr>
            <a:r>
              <a:rPr lang="zh-TW" altLang="en-US" sz="2200">
                <a:latin typeface="Consolas" panose="020B0609020204030204" pitchFamily="49" charset="0"/>
              </a:rPr>
              <a:t>第三章</a:t>
            </a:r>
            <a:r>
              <a:rPr lang="en-US" altLang="zh-TW" sz="2200">
                <a:latin typeface="Consolas" panose="020B0609020204030204" pitchFamily="49" charset="0"/>
              </a:rPr>
              <a:t>(</a:t>
            </a:r>
            <a:r>
              <a:rPr lang="zh-TW" altLang="en-US" sz="2200">
                <a:latin typeface="Consolas" panose="020B0609020204030204" pitchFamily="49" charset="0"/>
              </a:rPr>
              <a:t>完善專案</a:t>
            </a:r>
            <a:r>
              <a:rPr lang="en-US" altLang="zh-TW" sz="2200">
                <a:latin typeface="Consolas" panose="020B0609020204030204" pitchFamily="49" charset="0"/>
              </a:rPr>
              <a:t>)</a:t>
            </a:r>
            <a:endParaRPr lang="zh-TW" altLang="en-US" sz="2200">
              <a:latin typeface="Consolas" panose="020B0609020204030204" pitchFamily="49" charset="0"/>
            </a:endParaRPr>
          </a:p>
          <a:p>
            <a:pPr>
              <a:spcBef>
                <a:spcPts val="600"/>
              </a:spcBef>
              <a:spcAft>
                <a:spcPts val="600"/>
              </a:spcAft>
            </a:pPr>
            <a:r>
              <a:rPr lang="en-US" altLang="zh-TW" sz="2200">
                <a:latin typeface="Consolas" panose="020B0609020204030204" pitchFamily="49" charset="0"/>
              </a:rPr>
              <a:t>3-1 MVC</a:t>
            </a:r>
            <a:r>
              <a:rPr lang="zh-TW" altLang="en-US" sz="2200">
                <a:latin typeface="Consolas" panose="020B0609020204030204" pitchFamily="49" charset="0"/>
              </a:rPr>
              <a:t>架構</a:t>
            </a:r>
            <a:r>
              <a:rPr lang="en-US" altLang="zh-TW" sz="2200" strike="sngStrike">
                <a:latin typeface="Consolas" panose="020B0609020204030204" pitchFamily="49" charset="0"/>
              </a:rPr>
              <a:t>							</a:t>
            </a:r>
            <a:r>
              <a:rPr lang="en-US" altLang="zh-TW" sz="2200">
                <a:latin typeface="Consolas" panose="020B0609020204030204" pitchFamily="49" charset="0"/>
              </a:rPr>
              <a:t> 115</a:t>
            </a:r>
            <a:endParaRPr lang="zh-TW" altLang="en-US" sz="2200">
              <a:latin typeface="Consolas" panose="020B0609020204030204" pitchFamily="49" charset="0"/>
            </a:endParaRPr>
          </a:p>
          <a:p>
            <a:pPr>
              <a:spcBef>
                <a:spcPts val="600"/>
              </a:spcBef>
              <a:spcAft>
                <a:spcPts val="600"/>
              </a:spcAft>
            </a:pPr>
            <a:r>
              <a:rPr lang="en-US" altLang="zh-TW" sz="2200">
                <a:latin typeface="Consolas" panose="020B0609020204030204" pitchFamily="49" charset="0"/>
              </a:rPr>
              <a:t>3-2 Listener</a:t>
            </a:r>
            <a:r>
              <a:rPr lang="en-US" altLang="zh-TW" sz="2200" strike="sngStrike">
                <a:latin typeface="Consolas" panose="020B0609020204030204" pitchFamily="49" charset="0"/>
              </a:rPr>
              <a:t>						</a:t>
            </a:r>
            <a:r>
              <a:rPr lang="en-US" altLang="zh-TW" sz="2200">
                <a:latin typeface="Consolas" panose="020B0609020204030204" pitchFamily="49" charset="0"/>
              </a:rPr>
              <a:t> 121</a:t>
            </a:r>
          </a:p>
          <a:p>
            <a:pPr>
              <a:spcBef>
                <a:spcPts val="600"/>
              </a:spcBef>
              <a:spcAft>
                <a:spcPts val="600"/>
              </a:spcAft>
            </a:pPr>
            <a:r>
              <a:rPr lang="en-US" altLang="zh-TW" sz="2200">
                <a:latin typeface="Consolas" panose="020B0609020204030204" pitchFamily="49" charset="0"/>
              </a:rPr>
              <a:t>3-3 Filters</a:t>
            </a:r>
            <a:r>
              <a:rPr lang="en-US" altLang="zh-TW" sz="2200" strike="sngStrike">
                <a:latin typeface="Consolas" panose="020B0609020204030204" pitchFamily="49" charset="0"/>
              </a:rPr>
              <a:t>							</a:t>
            </a:r>
            <a:r>
              <a:rPr lang="en-US" altLang="zh-TW" sz="2200">
                <a:latin typeface="Consolas" panose="020B0609020204030204" pitchFamily="49" charset="0"/>
              </a:rPr>
              <a:t> 125</a:t>
            </a:r>
          </a:p>
          <a:p>
            <a:pPr>
              <a:spcBef>
                <a:spcPts val="600"/>
              </a:spcBef>
              <a:spcAft>
                <a:spcPts val="600"/>
              </a:spcAft>
            </a:pPr>
            <a:r>
              <a:rPr lang="zh-TW" altLang="en-US" sz="2200">
                <a:latin typeface="Consolas" panose="020B0609020204030204" pitchFamily="49" charset="0"/>
              </a:rPr>
              <a:t>    備註</a:t>
            </a:r>
            <a:r>
              <a:rPr lang="en-US" altLang="zh-TW" sz="2200" strike="sngStrike">
                <a:latin typeface="Consolas" panose="020B0609020204030204" pitchFamily="49" charset="0"/>
              </a:rPr>
              <a:t>								</a:t>
            </a:r>
            <a:r>
              <a:rPr lang="en-US" altLang="zh-TW" sz="2200">
                <a:latin typeface="Consolas" panose="020B0609020204030204" pitchFamily="49" charset="0"/>
              </a:rPr>
              <a:t> 129</a:t>
            </a:r>
            <a:endParaRPr lang="zh-TW" altLang="en-US" sz="2200">
              <a:latin typeface="Consolas" panose="020B0609020204030204" pitchFamily="49" charset="0"/>
            </a:endParaRPr>
          </a:p>
          <a:p>
            <a:pPr>
              <a:spcBef>
                <a:spcPts val="600"/>
              </a:spcBef>
              <a:spcAft>
                <a:spcPts val="600"/>
              </a:spcAft>
            </a:pPr>
            <a:endParaRPr lang="en-US" altLang="zh-TW" sz="2200">
              <a:latin typeface="Consolas" panose="020B0609020204030204" pitchFamily="49" charset="0"/>
            </a:endParaRPr>
          </a:p>
        </p:txBody>
      </p:sp>
    </p:spTree>
    <p:extLst>
      <p:ext uri="{BB962C8B-B14F-4D97-AF65-F5344CB8AC3E}">
        <p14:creationId xmlns:p14="http://schemas.microsoft.com/office/powerpoint/2010/main" val="1056086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A1313080-E3F2-476F-9DA6-B738580F70E1}"/>
              </a:ext>
            </a:extLst>
          </p:cNvPr>
          <p:cNvSpPr>
            <a:spLocks noGrp="1"/>
          </p:cNvSpPr>
          <p:nvPr>
            <p:ph type="ctrTitle"/>
          </p:nvPr>
        </p:nvSpPr>
        <p:spPr>
          <a:xfrm>
            <a:off x="808328" y="1807966"/>
            <a:ext cx="10575344" cy="2332519"/>
          </a:xfrm>
        </p:spPr>
        <p:txBody>
          <a:bodyPr>
            <a:noAutofit/>
          </a:bodyPr>
          <a:lstStyle/>
          <a:p>
            <a:pPr algn="ctr"/>
            <a:r>
              <a:rPr lang="en-US" altLang="zh-TW" sz="9000" b="1" dirty="0" err="1">
                <a:solidFill>
                  <a:schemeClr val="tx1"/>
                </a:solidFill>
                <a:latin typeface="Bernard MT Condensed" panose="02050806060905020404" pitchFamily="18" charset="0"/>
                <a:cs typeface="Aharoni" panose="020B0604020202020204" pitchFamily="2" charset="-79"/>
              </a:rPr>
              <a:t>JavaEE</a:t>
            </a:r>
            <a:r>
              <a:rPr lang="en-US" altLang="zh-TW" sz="9000" b="1">
                <a:solidFill>
                  <a:schemeClr val="tx1"/>
                </a:solidFill>
                <a:latin typeface="Bernard MT Condensed" panose="02050806060905020404" pitchFamily="18" charset="0"/>
                <a:cs typeface="Aharoni" panose="020B0604020202020204" pitchFamily="2" charset="-79"/>
              </a:rPr>
              <a:t> Web</a:t>
            </a:r>
            <a:r>
              <a:rPr lang="zh-TW" altLang="en-US" sz="9000" b="1">
                <a:solidFill>
                  <a:schemeClr val="tx1"/>
                </a:solidFill>
                <a:latin typeface="Bernard MT Condensed" panose="02050806060905020404" pitchFamily="18" charset="0"/>
                <a:cs typeface="Aharoni" panose="020B0604020202020204" pitchFamily="2" charset="-79"/>
              </a:rPr>
              <a:t>元件開發</a:t>
            </a:r>
            <a:br>
              <a:rPr lang="en-US" altLang="zh-TW" sz="9000" b="1">
                <a:solidFill>
                  <a:schemeClr val="tx1"/>
                </a:solidFill>
                <a:latin typeface="Bernard MT Condensed" panose="02050806060905020404" pitchFamily="18" charset="0"/>
              </a:rPr>
            </a:br>
            <a:r>
              <a:rPr lang="en-US" altLang="zh-TW" sz="9000" b="1">
                <a:solidFill>
                  <a:schemeClr val="tx1"/>
                </a:solidFill>
                <a:latin typeface="Bernard MT Condensed" panose="02050806060905020404" pitchFamily="18" charset="0"/>
              </a:rPr>
              <a:t>Servlet/JSP</a:t>
            </a:r>
            <a:endParaRPr lang="zh-TW" altLang="en-US" sz="9000" b="1">
              <a:solidFill>
                <a:schemeClr val="tx1"/>
              </a:solidFill>
              <a:latin typeface="Bernard MT Condensed" panose="02050806060905020404" pitchFamily="18" charset="0"/>
            </a:endParaRPr>
          </a:p>
        </p:txBody>
      </p:sp>
      <p:sp>
        <p:nvSpPr>
          <p:cNvPr id="5" name="文字方塊 4">
            <a:extLst>
              <a:ext uri="{FF2B5EF4-FFF2-40B4-BE49-F238E27FC236}">
                <a16:creationId xmlns:a16="http://schemas.microsoft.com/office/drawing/2014/main" id="{69BFD79C-2980-43FC-931E-318C703872C0}"/>
              </a:ext>
            </a:extLst>
          </p:cNvPr>
          <p:cNvSpPr txBox="1"/>
          <p:nvPr/>
        </p:nvSpPr>
        <p:spPr>
          <a:xfrm>
            <a:off x="8414535" y="4510354"/>
            <a:ext cx="1489753" cy="477054"/>
          </a:xfrm>
          <a:prstGeom prst="rect">
            <a:avLst/>
          </a:prstGeom>
          <a:noFill/>
        </p:spPr>
        <p:txBody>
          <a:bodyPr wrap="square" rtlCol="0">
            <a:spAutoFit/>
          </a:bodyPr>
          <a:lstStyle/>
          <a:p>
            <a:r>
              <a:rPr lang="zh-TW" altLang="en-US" sz="2500">
                <a:latin typeface="+mj-ea"/>
                <a:ea typeface="+mj-ea"/>
              </a:rPr>
              <a:t>洪子敬</a:t>
            </a:r>
          </a:p>
        </p:txBody>
      </p:sp>
      <p:sp>
        <p:nvSpPr>
          <p:cNvPr id="2" name="投影片編號版面配置區 1">
            <a:extLst>
              <a:ext uri="{FF2B5EF4-FFF2-40B4-BE49-F238E27FC236}">
                <a16:creationId xmlns:a16="http://schemas.microsoft.com/office/drawing/2014/main" id="{107A5DB8-70CB-45BF-8500-14FAA6F599EF}"/>
              </a:ext>
            </a:extLst>
          </p:cNvPr>
          <p:cNvSpPr>
            <a:spLocks noGrp="1"/>
          </p:cNvSpPr>
          <p:nvPr>
            <p:ph type="sldNum" sz="quarter" idx="12"/>
          </p:nvPr>
        </p:nvSpPr>
        <p:spPr/>
        <p:txBody>
          <a:bodyPr/>
          <a:lstStyle/>
          <a:p>
            <a:fld id="{B521127C-0C56-461F-B517-0D483F216F7D}" type="slidenum">
              <a:rPr lang="zh-TW" altLang="en-US" smtClean="0"/>
              <a:t>2</a:t>
            </a:fld>
            <a:endParaRPr lang="zh-TW" altLang="en-US"/>
          </a:p>
        </p:txBody>
      </p:sp>
    </p:spTree>
    <p:extLst>
      <p:ext uri="{BB962C8B-B14F-4D97-AF65-F5344CB8AC3E}">
        <p14:creationId xmlns:p14="http://schemas.microsoft.com/office/powerpoint/2010/main" val="3628042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6" name="Rectangle 29">
            <a:extLst>
              <a:ext uri="{FF2B5EF4-FFF2-40B4-BE49-F238E27FC236}">
                <a16:creationId xmlns:a16="http://schemas.microsoft.com/office/drawing/2014/main" id="{9A3D0CE2-91FF-49B3-A5D8-181E900D7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7" name="Rectangle 31">
            <a:extLst>
              <a:ext uri="{FF2B5EF4-FFF2-40B4-BE49-F238E27FC236}">
                <a16:creationId xmlns:a16="http://schemas.microsoft.com/office/drawing/2014/main" id="{58AEBD96-C315-4F53-9D9E-0E20E993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8" name="Rectangle 33">
            <a:extLst>
              <a:ext uri="{FF2B5EF4-FFF2-40B4-BE49-F238E27FC236}">
                <a16:creationId xmlns:a16="http://schemas.microsoft.com/office/drawing/2014/main" id="{78916AAA-66F6-4DFA-88ED-7E27CF6B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99" name="Group 35">
            <a:extLst>
              <a:ext uri="{FF2B5EF4-FFF2-40B4-BE49-F238E27FC236}">
                <a16:creationId xmlns:a16="http://schemas.microsoft.com/office/drawing/2014/main" id="{A137D43F-BAD6-47F1-AA65-AEEA38A2FF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37" name="Oval 36">
              <a:extLst>
                <a:ext uri="{FF2B5EF4-FFF2-40B4-BE49-F238E27FC236}">
                  <a16:creationId xmlns:a16="http://schemas.microsoft.com/office/drawing/2014/main" id="{D512C9B2-6B22-4211-A940-FCD7C2CD0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38" name="Oval 37">
              <a:extLst>
                <a:ext uri="{FF2B5EF4-FFF2-40B4-BE49-F238E27FC236}">
                  <a16:creationId xmlns:a16="http://schemas.microsoft.com/office/drawing/2014/main" id="{85F7DB84-CDE7-46F8-90DD-9D048A7D5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sp>
      </p:grpSp>
      <p:sp useBgFill="1">
        <p:nvSpPr>
          <p:cNvPr id="100" name="Rectangle 39">
            <a:extLst>
              <a:ext uri="{FF2B5EF4-FFF2-40B4-BE49-F238E27FC236}">
                <a16:creationId xmlns:a16="http://schemas.microsoft.com/office/drawing/2014/main" id="{68C84B8E-16E8-4E54-B4AC-84CE51595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文字方塊 3">
            <a:extLst>
              <a:ext uri="{FF2B5EF4-FFF2-40B4-BE49-F238E27FC236}">
                <a16:creationId xmlns:a16="http://schemas.microsoft.com/office/drawing/2014/main" id="{4C0C7DFB-F839-4192-B53B-1812E6CE4CEC}"/>
              </a:ext>
            </a:extLst>
          </p:cNvPr>
          <p:cNvSpPr txBox="1"/>
          <p:nvPr/>
        </p:nvSpPr>
        <p:spPr>
          <a:xfrm>
            <a:off x="1051560" y="1110054"/>
            <a:ext cx="6558608" cy="4580300"/>
          </a:xfrm>
          <a:prstGeom prst="rect">
            <a:avLst/>
          </a:prstGeom>
        </p:spPr>
        <p:txBody>
          <a:bodyPr vert="horz" lIns="91440" tIns="45720" rIns="91440" bIns="45720" rtlCol="0" anchor="ctr">
            <a:normAutofit/>
          </a:bodyPr>
          <a:lstStyle/>
          <a:p>
            <a:pPr algn="r" defTabSz="914400">
              <a:lnSpc>
                <a:spcPct val="80000"/>
              </a:lnSpc>
              <a:spcBef>
                <a:spcPct val="0"/>
              </a:spcBef>
              <a:spcAft>
                <a:spcPts val="600"/>
              </a:spcAft>
            </a:pPr>
            <a:r>
              <a:rPr lang="zh-TW" altLang="en-US" sz="8800" b="1" cap="all">
                <a:latin typeface="+mj-lt"/>
                <a:ea typeface="+mj-ea"/>
                <a:cs typeface="+mj-cs"/>
              </a:rPr>
              <a:t>第一章</a:t>
            </a:r>
            <a:endParaRPr lang="en-US" altLang="zh-TW" sz="8800" b="1" cap="all">
              <a:latin typeface="+mj-lt"/>
              <a:ea typeface="+mj-ea"/>
              <a:cs typeface="+mj-cs"/>
            </a:endParaRPr>
          </a:p>
          <a:p>
            <a:pPr algn="r" defTabSz="914400">
              <a:lnSpc>
                <a:spcPct val="80000"/>
              </a:lnSpc>
              <a:spcBef>
                <a:spcPct val="0"/>
              </a:spcBef>
              <a:spcAft>
                <a:spcPts val="600"/>
              </a:spcAft>
            </a:pPr>
            <a:r>
              <a:rPr lang="en-US" altLang="zh-TW" sz="8800" b="1" cap="all">
                <a:latin typeface="+mj-lt"/>
                <a:ea typeface="+mj-ea"/>
                <a:cs typeface="+mj-cs"/>
              </a:rPr>
              <a:t>Servlet</a:t>
            </a:r>
          </a:p>
        </p:txBody>
      </p:sp>
      <p:sp>
        <p:nvSpPr>
          <p:cNvPr id="101" name="Rectangle 41">
            <a:extLst>
              <a:ext uri="{FF2B5EF4-FFF2-40B4-BE49-F238E27FC236}">
                <a16:creationId xmlns:a16="http://schemas.microsoft.com/office/drawing/2014/main" id="{ECE9EEEA-5DB7-4DC7-AF9F-74D1C19B7E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928117"/>
            <a:ext cx="10351008" cy="80683"/>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43">
            <a:extLst>
              <a:ext uri="{FF2B5EF4-FFF2-40B4-BE49-F238E27FC236}">
                <a16:creationId xmlns:a16="http://schemas.microsoft.com/office/drawing/2014/main" id="{DF199147-B958-49C0-9BE2-65BDD892F2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85470" y="1110053"/>
            <a:ext cx="3386371" cy="4580301"/>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45">
            <a:extLst>
              <a:ext uri="{FF2B5EF4-FFF2-40B4-BE49-F238E27FC236}">
                <a16:creationId xmlns:a16="http://schemas.microsoft.com/office/drawing/2014/main" id="{EF70505D-EC2C-4D1A-86DE-2583778074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5780565"/>
            <a:ext cx="10351008" cy="80683"/>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4" name="Group 47">
            <a:extLst>
              <a:ext uri="{FF2B5EF4-FFF2-40B4-BE49-F238E27FC236}">
                <a16:creationId xmlns:a16="http://schemas.microsoft.com/office/drawing/2014/main" id="{2DF20BDF-18D7-4E94-9BA1-9CEB40470CB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6920" y="5257800"/>
            <a:ext cx="1080904" cy="1080902"/>
            <a:chOff x="9646920" y="5257800"/>
            <a:chExt cx="1080904" cy="1080902"/>
          </a:xfrm>
        </p:grpSpPr>
        <p:sp>
          <p:nvSpPr>
            <p:cNvPr id="49" name="Oval 48">
              <a:extLst>
                <a:ext uri="{FF2B5EF4-FFF2-40B4-BE49-F238E27FC236}">
                  <a16:creationId xmlns:a16="http://schemas.microsoft.com/office/drawing/2014/main" id="{98F42242-4089-4E5D-95C3-C113C73DA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46920" y="5257800"/>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50" name="Oval 49">
              <a:extLst>
                <a:ext uri="{FF2B5EF4-FFF2-40B4-BE49-F238E27FC236}">
                  <a16:creationId xmlns:a16="http://schemas.microsoft.com/office/drawing/2014/main" id="{796F87F1-ABB5-42FB-86BD-EED111CD3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55011" y="5365890"/>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5" name="投影片編號版面配置區 4">
            <a:extLst>
              <a:ext uri="{FF2B5EF4-FFF2-40B4-BE49-F238E27FC236}">
                <a16:creationId xmlns:a16="http://schemas.microsoft.com/office/drawing/2014/main" id="{5D23B375-A6D2-4583-8FE9-BFCCCFBD241B}"/>
              </a:ext>
            </a:extLst>
          </p:cNvPr>
          <p:cNvSpPr>
            <a:spLocks noGrp="1"/>
          </p:cNvSpPr>
          <p:nvPr>
            <p:ph type="sldNum" sz="quarter" idx="12"/>
          </p:nvPr>
        </p:nvSpPr>
        <p:spPr/>
        <p:txBody>
          <a:bodyPr/>
          <a:lstStyle/>
          <a:p>
            <a:fld id="{B521127C-0C56-461F-B517-0D483F216F7D}" type="slidenum">
              <a:rPr lang="zh-TW" altLang="en-US" smtClean="0"/>
              <a:t>3</a:t>
            </a:fld>
            <a:endParaRPr lang="zh-TW" altLang="en-US"/>
          </a:p>
        </p:txBody>
      </p:sp>
      <p:sp>
        <p:nvSpPr>
          <p:cNvPr id="17" name="投影片編號版面配置區 4">
            <a:extLst>
              <a:ext uri="{FF2B5EF4-FFF2-40B4-BE49-F238E27FC236}">
                <a16:creationId xmlns:a16="http://schemas.microsoft.com/office/drawing/2014/main" id="{5D23B375-A6D2-4583-8FE9-BFCCCFBD241B}"/>
              </a:ext>
            </a:extLst>
          </p:cNvPr>
          <p:cNvSpPr txBox="1">
            <a:spLocks/>
          </p:cNvSpPr>
          <p:nvPr/>
        </p:nvSpPr>
        <p:spPr>
          <a:xfrm>
            <a:off x="9592056" y="5477256"/>
            <a:ext cx="1193868" cy="640080"/>
          </a:xfrm>
          <a:prstGeom prst="rect">
            <a:avLst/>
          </a:prstGeom>
        </p:spPr>
        <p:txBody>
          <a:bodyPr vert="horz" lIns="91440" tIns="45720" rIns="91440" bIns="45720" rtlCol="0" anchor="ctr">
            <a:normAutofit/>
          </a:bodyPr>
          <a:lstStyle>
            <a:defPPr>
              <a:defRPr lang="en-US"/>
            </a:defPPr>
            <a:lvl1pPr marL="0" algn="ctr" defTabSz="457200" rtl="0" eaLnBrk="1" latinLnBrk="0" hangingPunct="1">
              <a:defRPr sz="1400" b="1" kern="1200">
                <a:solidFill>
                  <a:srgbClr val="FFFFFF"/>
                </a:solidFill>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600"/>
              </a:spcAft>
            </a:pPr>
            <a:fld id="{B521127C-0C56-461F-B517-0D483F216F7D}" type="slidenum">
              <a:rPr lang="en-US" altLang="zh-TW" sz="2800" smtClean="0"/>
              <a:pPr>
                <a:spcAft>
                  <a:spcPts val="600"/>
                </a:spcAft>
              </a:pPr>
              <a:t>3</a:t>
            </a:fld>
            <a:endParaRPr lang="en-US" altLang="zh-TW" sz="2800"/>
          </a:p>
        </p:txBody>
      </p:sp>
    </p:spTree>
    <p:extLst>
      <p:ext uri="{BB962C8B-B14F-4D97-AF65-F5344CB8AC3E}">
        <p14:creationId xmlns:p14="http://schemas.microsoft.com/office/powerpoint/2010/main" val="1496325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A3D0CE2-91FF-49B3-A5D8-181E900D7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58AEBD96-C315-4F53-9D9E-0E20E993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78916AAA-66F6-4DFA-88ED-7E27CF6B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6" name="Group 15">
            <a:extLst>
              <a:ext uri="{FF2B5EF4-FFF2-40B4-BE49-F238E27FC236}">
                <a16:creationId xmlns:a16="http://schemas.microsoft.com/office/drawing/2014/main" id="{A137D43F-BAD6-47F1-AA65-AEEA38A2FF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17" name="Oval 16">
              <a:extLst>
                <a:ext uri="{FF2B5EF4-FFF2-40B4-BE49-F238E27FC236}">
                  <a16:creationId xmlns:a16="http://schemas.microsoft.com/office/drawing/2014/main" id="{D512C9B2-6B22-4211-A940-FCD7C2CD0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8" name="Oval 17">
              <a:extLst>
                <a:ext uri="{FF2B5EF4-FFF2-40B4-BE49-F238E27FC236}">
                  <a16:creationId xmlns:a16="http://schemas.microsoft.com/office/drawing/2014/main" id="{85F7DB84-CDE7-46F8-90DD-9D048A7D5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sp>
      </p:grpSp>
      <p:sp useBgFill="1">
        <p:nvSpPr>
          <p:cNvPr id="20" name="Rectangle 19">
            <a:extLst>
              <a:ext uri="{FF2B5EF4-FFF2-40B4-BE49-F238E27FC236}">
                <a16:creationId xmlns:a16="http://schemas.microsoft.com/office/drawing/2014/main" id="{C3D25154-9EF7-4C33-9AAC-7B3BE089FE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文字方塊 3">
            <a:extLst>
              <a:ext uri="{FF2B5EF4-FFF2-40B4-BE49-F238E27FC236}">
                <a16:creationId xmlns:a16="http://schemas.microsoft.com/office/drawing/2014/main" id="{4C0C7DFB-F839-4192-B53B-1812E6CE4CEC}"/>
              </a:ext>
            </a:extLst>
          </p:cNvPr>
          <p:cNvSpPr txBox="1"/>
          <p:nvPr/>
        </p:nvSpPr>
        <p:spPr>
          <a:xfrm>
            <a:off x="1051560" y="643468"/>
            <a:ext cx="9966960" cy="359243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zh-TW" altLang="en-US" sz="9600" b="1" cap="all">
                <a:latin typeface="+mj-lt"/>
                <a:ea typeface="+mj-ea"/>
                <a:cs typeface="+mj-cs"/>
              </a:rPr>
              <a:t>第一節</a:t>
            </a:r>
            <a:endParaRPr lang="en-US" altLang="zh-TW" sz="9600" b="1" cap="all">
              <a:latin typeface="+mj-lt"/>
              <a:ea typeface="+mj-ea"/>
              <a:cs typeface="+mj-cs"/>
            </a:endParaRPr>
          </a:p>
          <a:p>
            <a:pPr defTabSz="914400">
              <a:lnSpc>
                <a:spcPct val="80000"/>
              </a:lnSpc>
              <a:spcBef>
                <a:spcPct val="0"/>
              </a:spcBef>
              <a:spcAft>
                <a:spcPts val="600"/>
              </a:spcAft>
            </a:pPr>
            <a:r>
              <a:rPr lang="en-US" altLang="zh-TW" sz="9600" b="1" cap="all">
                <a:latin typeface="+mj-lt"/>
                <a:ea typeface="+mj-ea"/>
                <a:cs typeface="+mj-cs"/>
              </a:rPr>
              <a:t>Servlet</a:t>
            </a:r>
            <a:r>
              <a:rPr lang="zh-TW" altLang="en-US" sz="9600" b="1" cap="all">
                <a:latin typeface="+mj-lt"/>
                <a:ea typeface="+mj-ea"/>
                <a:cs typeface="+mj-cs"/>
              </a:rPr>
              <a:t>簡介</a:t>
            </a:r>
            <a:endParaRPr lang="en-US" altLang="zh-TW" sz="9600" b="1" cap="all">
              <a:latin typeface="+mj-lt"/>
              <a:ea typeface="+mj-ea"/>
              <a:cs typeface="+mj-cs"/>
            </a:endParaRPr>
          </a:p>
        </p:txBody>
      </p:sp>
      <p:sp>
        <p:nvSpPr>
          <p:cNvPr id="22" name="Rectangle 21">
            <a:extLst>
              <a:ext uri="{FF2B5EF4-FFF2-40B4-BE49-F238E27FC236}">
                <a16:creationId xmlns:a16="http://schemas.microsoft.com/office/drawing/2014/main" id="{1604E8C0-C927-4C06-A96A-BF3323BA7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95831"/>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9DCECFD5-4C30-4892-9FF0-540E17955A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111496"/>
            <a:ext cx="1080904" cy="1080902"/>
            <a:chOff x="10245590" y="5111496"/>
            <a:chExt cx="1080904" cy="1080902"/>
          </a:xfrm>
        </p:grpSpPr>
        <p:sp>
          <p:nvSpPr>
            <p:cNvPr id="25" name="Oval 24">
              <a:extLst>
                <a:ext uri="{FF2B5EF4-FFF2-40B4-BE49-F238E27FC236}">
                  <a16:creationId xmlns:a16="http://schemas.microsoft.com/office/drawing/2014/main" id="{95C67F70-EAFE-425C-8422-591620A96D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5590" y="5111496"/>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26" name="Oval 25">
              <a:extLst>
                <a:ext uri="{FF2B5EF4-FFF2-40B4-BE49-F238E27FC236}">
                  <a16:creationId xmlns:a16="http://schemas.microsoft.com/office/drawing/2014/main" id="{D47FA16B-C217-4D91-84EA-5B0846BDDA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53681" y="5219586"/>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5" name="投影片編號版面配置區 4">
            <a:extLst>
              <a:ext uri="{FF2B5EF4-FFF2-40B4-BE49-F238E27FC236}">
                <a16:creationId xmlns:a16="http://schemas.microsoft.com/office/drawing/2014/main" id="{5D23B375-A6D2-4583-8FE9-BFCCCFBD241B}"/>
              </a:ext>
            </a:extLst>
          </p:cNvPr>
          <p:cNvSpPr>
            <a:spLocks noGrp="1"/>
          </p:cNvSpPr>
          <p:nvPr>
            <p:ph type="sldNum" sz="quarter" idx="12"/>
          </p:nvPr>
        </p:nvSpPr>
        <p:spPr>
          <a:xfrm>
            <a:off x="10189108" y="5342324"/>
            <a:ext cx="1193868" cy="640080"/>
          </a:xfrm>
        </p:spPr>
        <p:txBody>
          <a:bodyPr vert="horz" lIns="91440" tIns="45720" rIns="91440" bIns="45720" rtlCol="0" anchor="ctr">
            <a:normAutofit/>
          </a:bodyPr>
          <a:lstStyle/>
          <a:p>
            <a:pPr>
              <a:spcAft>
                <a:spcPts val="600"/>
              </a:spcAft>
            </a:pPr>
            <a:fld id="{B521127C-0C56-461F-B517-0D483F216F7D}" type="slidenum">
              <a:rPr lang="en-US" altLang="zh-TW" sz="2800" b="1" kern="1200">
                <a:solidFill>
                  <a:srgbClr val="FFFFFF"/>
                </a:solidFill>
                <a:latin typeface="+mj-lt"/>
                <a:ea typeface="+mn-ea"/>
                <a:cs typeface="+mn-cs"/>
              </a:rPr>
              <a:pPr>
                <a:spcAft>
                  <a:spcPts val="600"/>
                </a:spcAft>
              </a:pPr>
              <a:t>4</a:t>
            </a:fld>
            <a:endParaRPr lang="en-US" altLang="zh-TW" sz="2800" b="1" kern="1200">
              <a:solidFill>
                <a:srgbClr val="FFFFFF"/>
              </a:solidFill>
              <a:latin typeface="+mj-lt"/>
              <a:ea typeface="+mn-ea"/>
              <a:cs typeface="+mn-cs"/>
            </a:endParaRPr>
          </a:p>
        </p:txBody>
      </p:sp>
    </p:spTree>
    <p:extLst>
      <p:ext uri="{BB962C8B-B14F-4D97-AF65-F5344CB8AC3E}">
        <p14:creationId xmlns:p14="http://schemas.microsoft.com/office/powerpoint/2010/main" val="3270177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263467" y="-63061"/>
            <a:ext cx="3928533" cy="695960"/>
          </a:xfrm>
        </p:spPr>
        <p:txBody>
          <a:bodyPr/>
          <a:lstStyle/>
          <a:p>
            <a:pPr algn="ctr"/>
            <a:r>
              <a:rPr lang="zh-TW" altLang="en-US">
                <a:solidFill>
                  <a:schemeClr val="tx1"/>
                </a:solidFill>
              </a:rPr>
              <a:t>何謂</a:t>
            </a:r>
            <a:r>
              <a:rPr lang="en-US" altLang="zh-TW" err="1">
                <a:solidFill>
                  <a:schemeClr val="tx1"/>
                </a:solidFill>
              </a:rPr>
              <a:t>Sevlet</a:t>
            </a:r>
            <a:r>
              <a:rPr lang="en-US" altLang="zh-TW">
                <a:solidFill>
                  <a:schemeClr val="tx1"/>
                </a:solidFill>
              </a:rPr>
              <a:t>?</a:t>
            </a:r>
            <a:endParaRPr lang="zh-TW" altLang="en-US">
              <a:solidFill>
                <a:schemeClr val="tx1"/>
              </a:solidFill>
            </a:endParaRPr>
          </a:p>
        </p:txBody>
      </p:sp>
      <p:sp>
        <p:nvSpPr>
          <p:cNvPr id="3" name="內容版面配置區 2"/>
          <p:cNvSpPr>
            <a:spLocks noGrp="1"/>
          </p:cNvSpPr>
          <p:nvPr>
            <p:ph idx="1"/>
          </p:nvPr>
        </p:nvSpPr>
        <p:spPr>
          <a:xfrm>
            <a:off x="232067" y="212835"/>
            <a:ext cx="7317829" cy="5020056"/>
          </a:xfrm>
        </p:spPr>
        <p:txBody>
          <a:bodyPr/>
          <a:lstStyle/>
          <a:p>
            <a:r>
              <a:rPr lang="en-US" altLang="zh-TW">
                <a:latin typeface="Consolas" panose="020B0609020204030204" pitchFamily="49" charset="0"/>
                <a:ea typeface="+mj-ea"/>
              </a:rPr>
              <a:t>Server</a:t>
            </a:r>
            <a:r>
              <a:rPr lang="zh-TW" altLang="en-US">
                <a:latin typeface="Consolas" panose="020B0609020204030204" pitchFamily="49" charset="0"/>
                <a:ea typeface="+mj-ea"/>
              </a:rPr>
              <a:t>是「向</a:t>
            </a:r>
            <a:r>
              <a:rPr lang="en-US" altLang="zh-TW">
                <a:latin typeface="Consolas" panose="020B0609020204030204" pitchFamily="49" charset="0"/>
                <a:ea typeface="+mj-ea"/>
              </a:rPr>
              <a:t>Client(</a:t>
            </a:r>
            <a:r>
              <a:rPr lang="zh-TW" altLang="en-US">
                <a:latin typeface="Consolas" panose="020B0609020204030204" pitchFamily="49" charset="0"/>
                <a:ea typeface="+mj-ea"/>
              </a:rPr>
              <a:t>客戶端</a:t>
            </a:r>
            <a:r>
              <a:rPr lang="en-US" altLang="zh-TW">
                <a:latin typeface="Consolas" panose="020B0609020204030204" pitchFamily="49" charset="0"/>
                <a:ea typeface="+mj-ea"/>
              </a:rPr>
              <a:t>)</a:t>
            </a:r>
            <a:r>
              <a:rPr lang="zh-TW" altLang="en-US">
                <a:latin typeface="Consolas" panose="020B0609020204030204" pitchFamily="49" charset="0"/>
                <a:ea typeface="+mj-ea"/>
              </a:rPr>
              <a:t>提供特定服務的電腦」</a:t>
            </a:r>
            <a:endParaRPr lang="en-US" altLang="zh-TW">
              <a:latin typeface="Consolas" panose="020B0609020204030204" pitchFamily="49" charset="0"/>
              <a:ea typeface="+mj-ea"/>
            </a:endParaRPr>
          </a:p>
          <a:p>
            <a:r>
              <a:rPr lang="en-US" altLang="zh-TW" err="1">
                <a:latin typeface="Consolas" panose="020B0609020204030204" pitchFamily="49" charset="0"/>
                <a:ea typeface="+mj-ea"/>
              </a:rPr>
              <a:t>Sevlet</a:t>
            </a:r>
            <a:r>
              <a:rPr lang="zh-TW" altLang="en-US">
                <a:latin typeface="Consolas" panose="020B0609020204030204" pitchFamily="49" charset="0"/>
                <a:ea typeface="+mj-ea"/>
              </a:rPr>
              <a:t>是「在</a:t>
            </a:r>
            <a:r>
              <a:rPr lang="en-US" altLang="zh-TW">
                <a:solidFill>
                  <a:srgbClr val="FF0000"/>
                </a:solidFill>
                <a:latin typeface="Consolas" panose="020B0609020204030204" pitchFamily="49" charset="0"/>
                <a:ea typeface="+mj-ea"/>
              </a:rPr>
              <a:t>Server(</a:t>
            </a:r>
            <a:r>
              <a:rPr lang="zh-TW" altLang="en-US">
                <a:solidFill>
                  <a:srgbClr val="FF0000"/>
                </a:solidFill>
                <a:latin typeface="Consolas" panose="020B0609020204030204" pitchFamily="49" charset="0"/>
                <a:ea typeface="+mj-ea"/>
              </a:rPr>
              <a:t>伺服器</a:t>
            </a:r>
            <a:r>
              <a:rPr lang="en-US" altLang="zh-TW">
                <a:solidFill>
                  <a:srgbClr val="FF0000"/>
                </a:solidFill>
                <a:latin typeface="Consolas" panose="020B0609020204030204" pitchFamily="49" charset="0"/>
                <a:ea typeface="+mj-ea"/>
              </a:rPr>
              <a:t>)</a:t>
            </a:r>
            <a:r>
              <a:rPr lang="zh-TW" altLang="en-US">
                <a:solidFill>
                  <a:srgbClr val="FF0000"/>
                </a:solidFill>
                <a:latin typeface="Consolas" panose="020B0609020204030204" pitchFamily="49" charset="0"/>
                <a:ea typeface="+mj-ea"/>
              </a:rPr>
              <a:t>上運行的程式</a:t>
            </a:r>
            <a:r>
              <a:rPr lang="zh-TW" altLang="en-US">
                <a:latin typeface="Consolas" panose="020B0609020204030204" pitchFamily="49" charset="0"/>
                <a:ea typeface="+mj-ea"/>
              </a:rPr>
              <a:t>」</a:t>
            </a:r>
            <a:endParaRPr lang="en-US" altLang="zh-TW">
              <a:latin typeface="Consolas" panose="020B0609020204030204" pitchFamily="49" charset="0"/>
              <a:ea typeface="+mj-ea"/>
            </a:endParaRPr>
          </a:p>
          <a:p>
            <a:endParaRPr lang="en-US" altLang="zh-TW">
              <a:latin typeface="Consolas" panose="020B0609020204030204" pitchFamily="49" charset="0"/>
              <a:ea typeface="+mj-ea"/>
            </a:endParaRPr>
          </a:p>
          <a:p>
            <a:endParaRPr lang="en-US" altLang="zh-TW">
              <a:latin typeface="Consolas" panose="020B0609020204030204" pitchFamily="49" charset="0"/>
              <a:ea typeface="+mj-ea"/>
            </a:endParaRPr>
          </a:p>
          <a:p>
            <a:endParaRPr lang="en-US" altLang="zh-TW">
              <a:latin typeface="Consolas" panose="020B0609020204030204" pitchFamily="49" charset="0"/>
              <a:ea typeface="+mj-ea"/>
            </a:endParaRPr>
          </a:p>
          <a:p>
            <a:endParaRPr lang="zh-TW" altLang="en-US">
              <a:latin typeface="Consolas" panose="020B0609020204030204" pitchFamily="49" charset="0"/>
              <a:ea typeface="+mj-ea"/>
            </a:endParaRPr>
          </a:p>
        </p:txBody>
      </p:sp>
      <p:sp>
        <p:nvSpPr>
          <p:cNvPr id="5" name="文字版面配置區 4"/>
          <p:cNvSpPr>
            <a:spLocks noGrp="1"/>
          </p:cNvSpPr>
          <p:nvPr>
            <p:ph type="body" sz="half" idx="2"/>
          </p:nvPr>
        </p:nvSpPr>
        <p:spPr>
          <a:xfrm>
            <a:off x="8273977" y="580348"/>
            <a:ext cx="3928533" cy="5252894"/>
          </a:xfrm>
        </p:spPr>
        <p:txBody>
          <a:bodyPr>
            <a:noAutofit/>
          </a:bodyPr>
          <a:lstStyle/>
          <a:p>
            <a:pPr algn="just"/>
            <a:r>
              <a:rPr lang="en-US" altLang="zh-TW" sz="1800" b="1">
                <a:latin typeface="Consolas" panose="020B0609020204030204" pitchFamily="49" charset="0"/>
                <a:ea typeface="+mj-ea"/>
              </a:rPr>
              <a:t>Servlet(Server Applet)</a:t>
            </a:r>
            <a:r>
              <a:rPr lang="zh-TW" altLang="en-US" sz="1800" b="1">
                <a:latin typeface="Consolas" panose="020B0609020204030204" pitchFamily="49" charset="0"/>
                <a:ea typeface="+mj-ea"/>
              </a:rPr>
              <a:t>，全稱</a:t>
            </a:r>
            <a:r>
              <a:rPr lang="en-US" altLang="zh-TW" sz="1800" b="1">
                <a:latin typeface="Consolas" panose="020B0609020204030204" pitchFamily="49" charset="0"/>
                <a:ea typeface="+mj-ea"/>
              </a:rPr>
              <a:t>Java Servlet</a:t>
            </a:r>
            <a:r>
              <a:rPr lang="zh-TW" altLang="en-US" sz="1800" b="1">
                <a:latin typeface="Consolas" panose="020B0609020204030204" pitchFamily="49" charset="0"/>
                <a:ea typeface="+mj-ea"/>
              </a:rPr>
              <a:t>。是用</a:t>
            </a:r>
            <a:r>
              <a:rPr lang="en-US" altLang="zh-TW" sz="1800" b="1">
                <a:latin typeface="Consolas" panose="020B0609020204030204" pitchFamily="49" charset="0"/>
                <a:ea typeface="+mj-ea"/>
              </a:rPr>
              <a:t>Java</a:t>
            </a:r>
            <a:r>
              <a:rPr lang="zh-TW" altLang="en-US" sz="1800" b="1">
                <a:latin typeface="Consolas" panose="020B0609020204030204" pitchFamily="49" charset="0"/>
                <a:ea typeface="+mj-ea"/>
              </a:rPr>
              <a:t>編寫的伺服器端程式。其主要功能在於互動式地瀏覽和修改資料，生成動態</a:t>
            </a:r>
            <a:r>
              <a:rPr lang="en-US" altLang="zh-TW" sz="1800" b="1">
                <a:latin typeface="Consolas" panose="020B0609020204030204" pitchFamily="49" charset="0"/>
                <a:ea typeface="+mj-ea"/>
              </a:rPr>
              <a:t>Web</a:t>
            </a:r>
            <a:r>
              <a:rPr lang="zh-TW" altLang="en-US" sz="1800" b="1">
                <a:latin typeface="Consolas" panose="020B0609020204030204" pitchFamily="49" charset="0"/>
                <a:ea typeface="+mj-ea"/>
              </a:rPr>
              <a:t>內容。狹義的</a:t>
            </a:r>
            <a:r>
              <a:rPr lang="en-US" altLang="zh-TW" sz="1800" b="1">
                <a:latin typeface="Consolas" panose="020B0609020204030204" pitchFamily="49" charset="0"/>
                <a:ea typeface="+mj-ea"/>
              </a:rPr>
              <a:t>Servlet</a:t>
            </a:r>
            <a:r>
              <a:rPr lang="zh-TW" altLang="en-US" sz="1800" b="1">
                <a:latin typeface="Consolas" panose="020B0609020204030204" pitchFamily="49" charset="0"/>
                <a:ea typeface="+mj-ea"/>
              </a:rPr>
              <a:t>是指</a:t>
            </a:r>
            <a:r>
              <a:rPr lang="en-US" altLang="zh-TW" sz="1800" b="1">
                <a:latin typeface="Consolas" panose="020B0609020204030204" pitchFamily="49" charset="0"/>
                <a:ea typeface="+mj-ea"/>
              </a:rPr>
              <a:t>Java</a:t>
            </a:r>
            <a:r>
              <a:rPr lang="zh-TW" altLang="en-US" sz="1800" b="1">
                <a:latin typeface="Consolas" panose="020B0609020204030204" pitchFamily="49" charset="0"/>
                <a:ea typeface="+mj-ea"/>
              </a:rPr>
              <a:t>語言實現的一個介面，廣義的</a:t>
            </a:r>
            <a:r>
              <a:rPr lang="en-US" altLang="zh-TW" sz="1800" b="1">
                <a:latin typeface="Consolas" panose="020B0609020204030204" pitchFamily="49" charset="0"/>
                <a:ea typeface="+mj-ea"/>
              </a:rPr>
              <a:t>Servlet</a:t>
            </a:r>
            <a:r>
              <a:rPr lang="zh-TW" altLang="en-US" sz="1800" b="1">
                <a:latin typeface="Consolas" panose="020B0609020204030204" pitchFamily="49" charset="0"/>
                <a:ea typeface="+mj-ea"/>
              </a:rPr>
              <a:t>是指任何實現了這個</a:t>
            </a:r>
            <a:r>
              <a:rPr lang="en-US" altLang="zh-TW" sz="1800" b="1">
                <a:latin typeface="Consolas" panose="020B0609020204030204" pitchFamily="49" charset="0"/>
                <a:ea typeface="+mj-ea"/>
              </a:rPr>
              <a:t>Servlet</a:t>
            </a:r>
            <a:r>
              <a:rPr lang="zh-TW" altLang="en-US" sz="1800" b="1">
                <a:latin typeface="Consolas" panose="020B0609020204030204" pitchFamily="49" charset="0"/>
                <a:ea typeface="+mj-ea"/>
              </a:rPr>
              <a:t>介面的類別，一般情況下，人們將</a:t>
            </a:r>
            <a:r>
              <a:rPr lang="en-US" altLang="zh-TW" sz="1800" b="1">
                <a:latin typeface="Consolas" panose="020B0609020204030204" pitchFamily="49" charset="0"/>
                <a:ea typeface="+mj-ea"/>
              </a:rPr>
              <a:t>Servlet</a:t>
            </a:r>
            <a:r>
              <a:rPr lang="zh-TW" altLang="en-US" sz="1800" b="1">
                <a:latin typeface="Consolas" panose="020B0609020204030204" pitchFamily="49" charset="0"/>
                <a:ea typeface="+mj-ea"/>
              </a:rPr>
              <a:t>理解為後者。</a:t>
            </a:r>
          </a:p>
          <a:p>
            <a:pPr algn="just"/>
            <a:r>
              <a:rPr lang="en-US" altLang="zh-TW" sz="1800" b="1">
                <a:latin typeface="Consolas" panose="020B0609020204030204" pitchFamily="49" charset="0"/>
                <a:ea typeface="+mj-ea"/>
              </a:rPr>
              <a:t>Servlet</a:t>
            </a:r>
            <a:r>
              <a:rPr lang="zh-TW" altLang="en-US" sz="1800" b="1">
                <a:latin typeface="Consolas" panose="020B0609020204030204" pitchFamily="49" charset="0"/>
                <a:ea typeface="+mj-ea"/>
              </a:rPr>
              <a:t>執行於支援</a:t>
            </a:r>
            <a:r>
              <a:rPr lang="en-US" altLang="zh-TW" sz="1800" b="1">
                <a:latin typeface="Consolas" panose="020B0609020204030204" pitchFamily="49" charset="0"/>
                <a:ea typeface="+mj-ea"/>
              </a:rPr>
              <a:t>Java</a:t>
            </a:r>
            <a:r>
              <a:rPr lang="zh-TW" altLang="en-US" sz="1800" b="1">
                <a:latin typeface="Consolas" panose="020B0609020204030204" pitchFamily="49" charset="0"/>
                <a:ea typeface="+mj-ea"/>
              </a:rPr>
              <a:t>的應用伺服器中。從實現上講，</a:t>
            </a:r>
            <a:r>
              <a:rPr lang="en-US" altLang="zh-TW" sz="1800" b="1">
                <a:latin typeface="Consolas" panose="020B0609020204030204" pitchFamily="49" charset="0"/>
                <a:ea typeface="+mj-ea"/>
              </a:rPr>
              <a:t>Servlet</a:t>
            </a:r>
            <a:r>
              <a:rPr lang="zh-TW" altLang="en-US" sz="1800" b="1">
                <a:latin typeface="Consolas" panose="020B0609020204030204" pitchFamily="49" charset="0"/>
                <a:ea typeface="+mj-ea"/>
              </a:rPr>
              <a:t>可以回應任何類別型的請求，但絕大多數情況下</a:t>
            </a:r>
            <a:r>
              <a:rPr lang="en-US" altLang="zh-TW" sz="1800" b="1">
                <a:latin typeface="Consolas" panose="020B0609020204030204" pitchFamily="49" charset="0"/>
                <a:ea typeface="+mj-ea"/>
              </a:rPr>
              <a:t>Servlet</a:t>
            </a:r>
            <a:r>
              <a:rPr lang="zh-TW" altLang="en-US" sz="1800" b="1">
                <a:latin typeface="Consolas" panose="020B0609020204030204" pitchFamily="49" charset="0"/>
                <a:ea typeface="+mj-ea"/>
              </a:rPr>
              <a:t>只用來擴充基於</a:t>
            </a:r>
            <a:r>
              <a:rPr lang="en-US" altLang="zh-TW" sz="1800" b="1">
                <a:latin typeface="Consolas" panose="020B0609020204030204" pitchFamily="49" charset="0"/>
                <a:ea typeface="+mj-ea"/>
              </a:rPr>
              <a:t>HTTP</a:t>
            </a:r>
            <a:r>
              <a:rPr lang="zh-TW" altLang="en-US" sz="1800" b="1">
                <a:latin typeface="Consolas" panose="020B0609020204030204" pitchFamily="49" charset="0"/>
                <a:ea typeface="+mj-ea"/>
              </a:rPr>
              <a:t>協定的</a:t>
            </a:r>
            <a:r>
              <a:rPr lang="en-US" altLang="zh-TW" sz="1800" b="1">
                <a:latin typeface="Consolas" panose="020B0609020204030204" pitchFamily="49" charset="0"/>
                <a:ea typeface="+mj-ea"/>
              </a:rPr>
              <a:t>Web</a:t>
            </a:r>
            <a:r>
              <a:rPr lang="zh-TW" altLang="en-US" sz="1800" b="1">
                <a:latin typeface="Consolas" panose="020B0609020204030204" pitchFamily="49" charset="0"/>
                <a:ea typeface="+mj-ea"/>
              </a:rPr>
              <a:t>伺服器。</a:t>
            </a:r>
          </a:p>
          <a:p>
            <a:pPr algn="just"/>
            <a:r>
              <a:rPr lang="zh-TW" altLang="en-US" sz="1800" b="1">
                <a:latin typeface="Consolas" panose="020B0609020204030204" pitchFamily="49" charset="0"/>
                <a:ea typeface="+mj-ea"/>
              </a:rPr>
              <a:t>最早支援</a:t>
            </a:r>
            <a:r>
              <a:rPr lang="en-US" altLang="zh-TW" sz="1800" b="1">
                <a:latin typeface="Consolas" panose="020B0609020204030204" pitchFamily="49" charset="0"/>
                <a:ea typeface="+mj-ea"/>
              </a:rPr>
              <a:t>Servlet</a:t>
            </a:r>
            <a:r>
              <a:rPr lang="zh-TW" altLang="en-US" sz="1800" b="1">
                <a:latin typeface="Consolas" panose="020B0609020204030204" pitchFamily="49" charset="0"/>
                <a:ea typeface="+mj-ea"/>
              </a:rPr>
              <a:t>標準的是</a:t>
            </a:r>
            <a:r>
              <a:rPr lang="en-US" altLang="zh-TW" sz="1800" b="1" err="1">
                <a:latin typeface="Consolas" panose="020B0609020204030204" pitchFamily="49" charset="0"/>
                <a:ea typeface="+mj-ea"/>
              </a:rPr>
              <a:t>JavaSoft</a:t>
            </a:r>
            <a:r>
              <a:rPr lang="zh-TW" altLang="en-US" sz="1800" b="1">
                <a:latin typeface="Consolas" panose="020B0609020204030204" pitchFamily="49" charset="0"/>
                <a:ea typeface="+mj-ea"/>
              </a:rPr>
              <a:t>的</a:t>
            </a:r>
            <a:r>
              <a:rPr lang="en-US" altLang="zh-TW" sz="1800" b="1">
                <a:latin typeface="Consolas" panose="020B0609020204030204" pitchFamily="49" charset="0"/>
                <a:ea typeface="+mj-ea"/>
              </a:rPr>
              <a:t>Java Web Server</a:t>
            </a:r>
            <a:r>
              <a:rPr lang="zh-TW" altLang="en-US" sz="1800" b="1">
                <a:latin typeface="Consolas" panose="020B0609020204030204" pitchFamily="49" charset="0"/>
                <a:ea typeface="+mj-ea"/>
              </a:rPr>
              <a:t>。此後，一些其它的基於</a:t>
            </a:r>
            <a:r>
              <a:rPr lang="en-US" altLang="zh-TW" sz="1800" b="1">
                <a:latin typeface="Consolas" panose="020B0609020204030204" pitchFamily="49" charset="0"/>
                <a:ea typeface="+mj-ea"/>
              </a:rPr>
              <a:t>Java</a:t>
            </a:r>
            <a:r>
              <a:rPr lang="zh-TW" altLang="en-US" sz="1800" b="1">
                <a:latin typeface="Consolas" panose="020B0609020204030204" pitchFamily="49" charset="0"/>
                <a:ea typeface="+mj-ea"/>
              </a:rPr>
              <a:t>的</a:t>
            </a:r>
            <a:r>
              <a:rPr lang="en-US" altLang="zh-TW" sz="1800" b="1">
                <a:latin typeface="Consolas" panose="020B0609020204030204" pitchFamily="49" charset="0"/>
                <a:ea typeface="+mj-ea"/>
              </a:rPr>
              <a:t>Web</a:t>
            </a:r>
            <a:r>
              <a:rPr lang="zh-TW" altLang="en-US" sz="1800" b="1">
                <a:latin typeface="Consolas" panose="020B0609020204030204" pitchFamily="49" charset="0"/>
                <a:ea typeface="+mj-ea"/>
              </a:rPr>
              <a:t>伺服器開始支援標準的</a:t>
            </a:r>
            <a:r>
              <a:rPr lang="en-US" altLang="zh-TW" sz="1800" b="1">
                <a:latin typeface="Consolas" panose="020B0609020204030204" pitchFamily="49" charset="0"/>
                <a:ea typeface="+mj-ea"/>
              </a:rPr>
              <a:t>Servlet</a:t>
            </a:r>
            <a:r>
              <a:rPr lang="zh-TW" altLang="en-US" sz="1800" b="1">
                <a:latin typeface="Consolas" panose="020B0609020204030204" pitchFamily="49" charset="0"/>
                <a:ea typeface="+mj-ea"/>
              </a:rPr>
              <a:t>。</a:t>
            </a:r>
            <a:endParaRPr lang="en-US" altLang="zh-TW" sz="1800" b="1">
              <a:latin typeface="Consolas" panose="020B0609020204030204" pitchFamily="49" charset="0"/>
              <a:ea typeface="+mj-ea"/>
            </a:endParaRPr>
          </a:p>
          <a:p>
            <a:pPr algn="r"/>
            <a:r>
              <a:rPr lang="en-US" altLang="zh-TW" sz="1800" b="1">
                <a:latin typeface="Consolas" panose="020B0609020204030204" pitchFamily="49" charset="0"/>
                <a:ea typeface="+mj-ea"/>
              </a:rPr>
              <a:t>&lt;</a:t>
            </a:r>
            <a:r>
              <a:rPr lang="zh-TW" altLang="en-US" sz="1800" b="1">
                <a:latin typeface="Consolas" panose="020B0609020204030204" pitchFamily="49" charset="0"/>
                <a:ea typeface="+mj-ea"/>
              </a:rPr>
              <a:t>維基百科</a:t>
            </a:r>
            <a:r>
              <a:rPr lang="en-US" altLang="zh-TW" sz="1800" b="1">
                <a:latin typeface="Consolas" panose="020B0609020204030204" pitchFamily="49" charset="0"/>
                <a:ea typeface="+mj-ea"/>
              </a:rPr>
              <a:t>&gt;</a:t>
            </a:r>
            <a:endParaRPr lang="zh-TW" altLang="en-US" sz="1800" b="1">
              <a:latin typeface="Consolas" panose="020B0609020204030204" pitchFamily="49" charset="0"/>
              <a:ea typeface="+mj-ea"/>
            </a:endParaRPr>
          </a:p>
        </p:txBody>
      </p:sp>
      <p:sp>
        <p:nvSpPr>
          <p:cNvPr id="14" name="投影片編號版面配置區 13">
            <a:extLst>
              <a:ext uri="{FF2B5EF4-FFF2-40B4-BE49-F238E27FC236}">
                <a16:creationId xmlns:a16="http://schemas.microsoft.com/office/drawing/2014/main" id="{2A4D7204-9592-4039-BBCA-626870CA8B1D}"/>
              </a:ext>
            </a:extLst>
          </p:cNvPr>
          <p:cNvSpPr>
            <a:spLocks noGrp="1"/>
          </p:cNvSpPr>
          <p:nvPr>
            <p:ph type="sldNum" sz="quarter" idx="12"/>
          </p:nvPr>
        </p:nvSpPr>
        <p:spPr/>
        <p:txBody>
          <a:bodyPr/>
          <a:lstStyle/>
          <a:p>
            <a:fld id="{B521127C-0C56-461F-B517-0D483F216F7D}" type="slidenum">
              <a:rPr lang="zh-TW" altLang="en-US" smtClean="0"/>
              <a:t>5</a:t>
            </a:fld>
            <a:endParaRPr lang="zh-TW" altLang="en-US"/>
          </a:p>
        </p:txBody>
      </p:sp>
      <p:pic>
        <p:nvPicPr>
          <p:cNvPr id="1028" name="Picture 4" descr="Server Memory and Hardware Compatibility | Crucial.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137" y="4806230"/>
            <a:ext cx="2385549" cy="158788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ulti-node Server Boosts Secondary Storage Applications - 研華科技Advantech"/>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5570266" y="4790464"/>
            <a:ext cx="2159216" cy="161941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owerEdge T550 Tower Server | Dell USA"/>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3452656" y="4570498"/>
            <a:ext cx="2031886" cy="2059344"/>
          </a:xfrm>
          <a:prstGeom prst="rect">
            <a:avLst/>
          </a:prstGeom>
          <a:noFill/>
          <a:extLst>
            <a:ext uri="{909E8E84-426E-40DD-AFC4-6F175D3DCCD1}">
              <a14:hiddenFill xmlns:a14="http://schemas.microsoft.com/office/drawing/2010/main">
                <a:solidFill>
                  <a:srgbClr val="FFFFFF"/>
                </a:solidFill>
              </a14:hiddenFill>
            </a:ext>
          </a:extLst>
        </p:spPr>
      </p:pic>
      <p:sp>
        <p:nvSpPr>
          <p:cNvPr id="7" name="文字方塊 6"/>
          <p:cNvSpPr txBox="1"/>
          <p:nvPr/>
        </p:nvSpPr>
        <p:spPr>
          <a:xfrm>
            <a:off x="232067" y="3213542"/>
            <a:ext cx="8031400" cy="1384995"/>
          </a:xfrm>
          <a:prstGeom prst="rect">
            <a:avLst/>
          </a:prstGeom>
          <a:noFill/>
        </p:spPr>
        <p:txBody>
          <a:bodyPr wrap="square" rtlCol="0">
            <a:spAutoFit/>
          </a:bodyPr>
          <a:lstStyle/>
          <a:p>
            <a:r>
              <a:rPr lang="zh-TW" altLang="en-US" sz="1200">
                <a:latin typeface="Consolas" panose="020B0609020204030204" pitchFamily="49" charset="0"/>
                <a:ea typeface="+mj-ea"/>
              </a:rPr>
              <a:t>華碩 </a:t>
            </a:r>
            <a:r>
              <a:rPr lang="en-US" altLang="zh-TW" sz="1200">
                <a:latin typeface="Consolas" panose="020B0609020204030204" pitchFamily="49" charset="0"/>
                <a:ea typeface="+mj-ea"/>
              </a:rPr>
              <a:t>ASUS RS700-E9-RS4 1U</a:t>
            </a:r>
            <a:r>
              <a:rPr lang="zh-TW" altLang="en-US" sz="1200">
                <a:latin typeface="Consolas" panose="020B0609020204030204" pitchFamily="49" charset="0"/>
                <a:ea typeface="+mj-ea"/>
              </a:rPr>
              <a:t>機架</a:t>
            </a:r>
            <a:r>
              <a:rPr lang="en-US" altLang="zh-TW" sz="1200">
                <a:latin typeface="Consolas" panose="020B0609020204030204" pitchFamily="49" charset="0"/>
                <a:ea typeface="+mj-ea"/>
              </a:rPr>
              <a:t>,</a:t>
            </a:r>
            <a:r>
              <a:rPr lang="zh-TW" altLang="en-US" sz="1200">
                <a:latin typeface="Consolas" panose="020B0609020204030204" pitchFamily="49" charset="0"/>
                <a:ea typeface="+mj-ea"/>
              </a:rPr>
              <a:t>熱抽</a:t>
            </a:r>
            <a:endParaRPr lang="en-US" altLang="zh-TW" sz="1200">
              <a:latin typeface="Consolas" panose="020B0609020204030204" pitchFamily="49" charset="0"/>
              <a:ea typeface="+mj-ea"/>
            </a:endParaRPr>
          </a:p>
          <a:p>
            <a:r>
              <a:rPr lang="zh-TW" altLang="en-US" sz="1200">
                <a:latin typeface="Consolas" panose="020B0609020204030204" pitchFamily="49" charset="0"/>
                <a:ea typeface="+mj-ea"/>
              </a:rPr>
              <a:t>支援 </a:t>
            </a:r>
            <a:r>
              <a:rPr lang="en-US" altLang="zh-TW" sz="1200">
                <a:latin typeface="Consolas" panose="020B0609020204030204" pitchFamily="49" charset="0"/>
                <a:ea typeface="+mj-ea"/>
              </a:rPr>
              <a:t>2 x Socket P (LGA 3647) Intel Xeon Scalable Processors Family (145W/165W)</a:t>
            </a:r>
          </a:p>
          <a:p>
            <a:r>
              <a:rPr lang="zh-TW" altLang="en-US" sz="1200">
                <a:latin typeface="Consolas" panose="020B0609020204030204" pitchFamily="49" charset="0"/>
                <a:ea typeface="+mj-ea"/>
              </a:rPr>
              <a:t>支援</a:t>
            </a:r>
            <a:r>
              <a:rPr lang="en-US" altLang="zh-TW" sz="1200">
                <a:latin typeface="Consolas" panose="020B0609020204030204" pitchFamily="49" charset="0"/>
                <a:ea typeface="+mj-ea"/>
              </a:rPr>
              <a:t>DDR4 2666/2400 RDIMM</a:t>
            </a:r>
            <a:r>
              <a:rPr lang="zh-TW" altLang="en-US" sz="1200">
                <a:latin typeface="Consolas" panose="020B0609020204030204" pitchFamily="49" charset="0"/>
                <a:ea typeface="+mj-ea"/>
              </a:rPr>
              <a:t>插槽</a:t>
            </a:r>
            <a:r>
              <a:rPr lang="en-US" altLang="zh-TW" sz="1200">
                <a:latin typeface="Consolas" panose="020B0609020204030204" pitchFamily="49" charset="0"/>
                <a:ea typeface="+mj-ea"/>
              </a:rPr>
              <a:t>x24, (</a:t>
            </a:r>
            <a:r>
              <a:rPr lang="zh-TW" altLang="en-US" sz="1200">
                <a:latin typeface="Consolas" panose="020B0609020204030204" pitchFamily="49" charset="0"/>
                <a:ea typeface="+mj-ea"/>
              </a:rPr>
              <a:t>每顆</a:t>
            </a:r>
            <a:r>
              <a:rPr lang="en-US" altLang="zh-TW" sz="1200">
                <a:latin typeface="Consolas" panose="020B0609020204030204" pitchFamily="49" charset="0"/>
                <a:ea typeface="+mj-ea"/>
              </a:rPr>
              <a:t>CPU</a:t>
            </a:r>
            <a:r>
              <a:rPr lang="zh-TW" altLang="en-US" sz="1200">
                <a:latin typeface="Consolas" panose="020B0609020204030204" pitchFamily="49" charset="0"/>
                <a:ea typeface="+mj-ea"/>
              </a:rPr>
              <a:t>支援</a:t>
            </a:r>
            <a:r>
              <a:rPr lang="en-US" altLang="zh-TW" sz="1200">
                <a:latin typeface="Consolas" panose="020B0609020204030204" pitchFamily="49" charset="0"/>
                <a:ea typeface="+mj-ea"/>
              </a:rPr>
              <a:t>6</a:t>
            </a:r>
            <a:r>
              <a:rPr lang="zh-TW" altLang="en-US" sz="1200">
                <a:latin typeface="Consolas" panose="020B0609020204030204" pitchFamily="49" charset="0"/>
                <a:ea typeface="+mj-ea"/>
              </a:rPr>
              <a:t>通道</a:t>
            </a:r>
            <a:r>
              <a:rPr lang="en-US" altLang="zh-TW" sz="1200">
                <a:latin typeface="Consolas" panose="020B0609020204030204" pitchFamily="49" charset="0"/>
                <a:ea typeface="+mj-ea"/>
              </a:rPr>
              <a:t>,12</a:t>
            </a:r>
            <a:r>
              <a:rPr lang="zh-TW" altLang="en-US" sz="1200">
                <a:latin typeface="Consolas" panose="020B0609020204030204" pitchFamily="49" charset="0"/>
                <a:ea typeface="+mj-ea"/>
              </a:rPr>
              <a:t>個插槽</a:t>
            </a:r>
            <a:r>
              <a:rPr lang="en-US" altLang="zh-TW" sz="1200">
                <a:latin typeface="Consolas" panose="020B0609020204030204" pitchFamily="49" charset="0"/>
                <a:ea typeface="+mj-ea"/>
              </a:rPr>
              <a:t>),</a:t>
            </a:r>
            <a:r>
              <a:rPr lang="zh-TW" altLang="en-US" sz="1200">
                <a:latin typeface="Consolas" panose="020B0609020204030204" pitchFamily="49" charset="0"/>
                <a:ea typeface="+mj-ea"/>
              </a:rPr>
              <a:t>最大至 </a:t>
            </a:r>
            <a:r>
              <a:rPr lang="en-US" altLang="zh-TW" sz="1200">
                <a:latin typeface="Consolas" panose="020B0609020204030204" pitchFamily="49" charset="0"/>
                <a:ea typeface="+mj-ea"/>
              </a:rPr>
              <a:t>3072GB LR-DIMM</a:t>
            </a:r>
          </a:p>
          <a:p>
            <a:r>
              <a:rPr lang="en-US" altLang="zh-TW" sz="1200">
                <a:latin typeface="Consolas" panose="020B0609020204030204" pitchFamily="49" charset="0"/>
                <a:ea typeface="+mj-ea"/>
              </a:rPr>
              <a:t>DVDRW </a:t>
            </a:r>
            <a:r>
              <a:rPr lang="zh-TW" altLang="en-US" sz="1200">
                <a:latin typeface="Consolas" panose="020B0609020204030204" pitchFamily="49" charset="0"/>
                <a:ea typeface="+mj-ea"/>
              </a:rPr>
              <a:t>燒錄機</a:t>
            </a:r>
          </a:p>
          <a:p>
            <a:r>
              <a:rPr lang="zh-TW" altLang="en-US" sz="1200">
                <a:latin typeface="Consolas" panose="020B0609020204030204" pitchFamily="49" charset="0"/>
                <a:ea typeface="+mj-ea"/>
              </a:rPr>
              <a:t>支援</a:t>
            </a:r>
            <a:r>
              <a:rPr lang="en-US" altLang="zh-TW" sz="1200">
                <a:latin typeface="Consolas" panose="020B0609020204030204" pitchFamily="49" charset="0"/>
                <a:ea typeface="+mj-ea"/>
              </a:rPr>
              <a:t>4</a:t>
            </a:r>
            <a:r>
              <a:rPr lang="zh-TW" altLang="en-US" sz="1200">
                <a:latin typeface="Consolas" panose="020B0609020204030204" pitchFamily="49" charset="0"/>
                <a:ea typeface="+mj-ea"/>
              </a:rPr>
              <a:t>個</a:t>
            </a:r>
            <a:r>
              <a:rPr lang="en-US" altLang="zh-TW" sz="1200">
                <a:latin typeface="Consolas" panose="020B0609020204030204" pitchFamily="49" charset="0"/>
                <a:ea typeface="+mj-ea"/>
              </a:rPr>
              <a:t>3.5"</a:t>
            </a:r>
            <a:r>
              <a:rPr lang="zh-TW" altLang="en-US" sz="1200">
                <a:latin typeface="Consolas" panose="020B0609020204030204" pitchFamily="49" charset="0"/>
                <a:ea typeface="+mj-ea"/>
              </a:rPr>
              <a:t>熱抽硬碟槽</a:t>
            </a:r>
            <a:r>
              <a:rPr lang="en-US" altLang="zh-TW" sz="1200">
                <a:latin typeface="Consolas" panose="020B0609020204030204" pitchFamily="49" charset="0"/>
                <a:ea typeface="+mj-ea"/>
              </a:rPr>
              <a:t>(</a:t>
            </a:r>
            <a:r>
              <a:rPr lang="zh-TW" altLang="en-US" sz="1200">
                <a:latin typeface="Consolas" panose="020B0609020204030204" pitchFamily="49" charset="0"/>
                <a:ea typeface="+mj-ea"/>
              </a:rPr>
              <a:t>硬碟*選購</a:t>
            </a:r>
            <a:r>
              <a:rPr lang="en-US" altLang="zh-TW" sz="1200">
                <a:latin typeface="Consolas" panose="020B0609020204030204" pitchFamily="49" charset="0"/>
                <a:ea typeface="+mj-ea"/>
              </a:rPr>
              <a:t>), 2 x M.2</a:t>
            </a:r>
          </a:p>
          <a:p>
            <a:r>
              <a:rPr lang="en-US" altLang="zh-TW" sz="1200">
                <a:latin typeface="Consolas" panose="020B0609020204030204" pitchFamily="49" charset="0"/>
                <a:ea typeface="+mj-ea"/>
              </a:rPr>
              <a:t>SATA </a:t>
            </a:r>
            <a:r>
              <a:rPr lang="zh-TW" altLang="en-US" sz="1200">
                <a:latin typeface="Consolas" panose="020B0609020204030204" pitchFamily="49" charset="0"/>
                <a:ea typeface="+mj-ea"/>
              </a:rPr>
              <a:t>控制器</a:t>
            </a:r>
            <a:r>
              <a:rPr lang="en-US" altLang="zh-TW" sz="1200">
                <a:latin typeface="Consolas" panose="020B0609020204030204" pitchFamily="49" charset="0"/>
                <a:ea typeface="+mj-ea"/>
              </a:rPr>
              <a:t>: Intel Lewisburg PCH, 9 x SATA3 6Gb/s + 2 x M.2</a:t>
            </a:r>
            <a:r>
              <a:rPr lang="zh-TW" altLang="en-US" sz="1200">
                <a:latin typeface="Consolas" panose="020B0609020204030204" pitchFamily="49" charset="0"/>
                <a:ea typeface="+mj-ea"/>
              </a:rPr>
              <a:t>連接埠 </a:t>
            </a:r>
            <a:r>
              <a:rPr lang="en-US" altLang="zh-TW" sz="1200">
                <a:latin typeface="Consolas" panose="020B0609020204030204" pitchFamily="49" charset="0"/>
                <a:ea typeface="+mj-ea"/>
              </a:rPr>
              <a:t>(</a:t>
            </a:r>
            <a:r>
              <a:rPr lang="zh-TW" altLang="en-US" sz="1200">
                <a:latin typeface="Consolas" panose="020B0609020204030204" pitchFamily="49" charset="0"/>
                <a:ea typeface="+mj-ea"/>
              </a:rPr>
              <a:t>支援軟體</a:t>
            </a:r>
            <a:r>
              <a:rPr lang="en-US" altLang="zh-TW" sz="1200">
                <a:latin typeface="Consolas" panose="020B0609020204030204" pitchFamily="49" charset="0"/>
                <a:ea typeface="+mj-ea"/>
              </a:rPr>
              <a:t>RAID 0,1,5,10) (SAS Raid</a:t>
            </a:r>
            <a:r>
              <a:rPr lang="zh-TW" altLang="en-US" sz="1200">
                <a:latin typeface="Consolas" panose="020B0609020204030204" pitchFamily="49" charset="0"/>
                <a:ea typeface="+mj-ea"/>
              </a:rPr>
              <a:t>選購</a:t>
            </a:r>
            <a:r>
              <a:rPr lang="en-US" altLang="zh-TW" sz="1200">
                <a:latin typeface="Consolas" panose="020B0609020204030204" pitchFamily="49" charset="0"/>
                <a:ea typeface="+mj-ea"/>
              </a:rPr>
              <a:t>)</a:t>
            </a:r>
          </a:p>
        </p:txBody>
      </p:sp>
      <p:pic>
        <p:nvPicPr>
          <p:cNvPr id="1034" name="Picture 10" descr="RS700-E9-RS4 1U機架,熱抽"/>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47968" y="1067271"/>
            <a:ext cx="2486025" cy="2181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0584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字方塊 7">
            <a:extLst>
              <a:ext uri="{FF2B5EF4-FFF2-40B4-BE49-F238E27FC236}">
                <a16:creationId xmlns:a16="http://schemas.microsoft.com/office/drawing/2014/main" id="{01515501-017F-48D3-B273-6A87D255DEEC}"/>
              </a:ext>
            </a:extLst>
          </p:cNvPr>
          <p:cNvSpPr txBox="1"/>
          <p:nvPr/>
        </p:nvSpPr>
        <p:spPr>
          <a:xfrm>
            <a:off x="104456" y="190367"/>
            <a:ext cx="2586192" cy="553998"/>
          </a:xfrm>
          <a:prstGeom prst="rect">
            <a:avLst/>
          </a:prstGeom>
          <a:noFill/>
        </p:spPr>
        <p:txBody>
          <a:bodyPr wrap="square" rtlCol="0">
            <a:spAutoFit/>
          </a:bodyPr>
          <a:lstStyle/>
          <a:p>
            <a:r>
              <a:rPr lang="en-US" altLang="zh-TW" sz="3000">
                <a:latin typeface="Consolas" panose="020B0609020204030204" pitchFamily="49" charset="0"/>
                <a:cs typeface="Arial" panose="020B0604020202020204" pitchFamily="34" charset="0"/>
              </a:rPr>
              <a:t>OSI 7 Layer</a:t>
            </a:r>
            <a:endParaRPr lang="zh-TW" altLang="en-US" sz="3000">
              <a:latin typeface="Consolas" panose="020B0609020204030204" pitchFamily="49" charset="0"/>
              <a:cs typeface="Arial" panose="020B0604020202020204" pitchFamily="34" charset="0"/>
            </a:endParaRPr>
          </a:p>
        </p:txBody>
      </p:sp>
      <p:pic>
        <p:nvPicPr>
          <p:cNvPr id="10" name="圖片 9">
            <a:extLst>
              <a:ext uri="{FF2B5EF4-FFF2-40B4-BE49-F238E27FC236}">
                <a16:creationId xmlns:a16="http://schemas.microsoft.com/office/drawing/2014/main" id="{9EB2D7C6-8CAA-4A8B-8A0E-5A04AB80DC16}"/>
              </a:ext>
            </a:extLst>
          </p:cNvPr>
          <p:cNvPicPr>
            <a:picLocks noChangeAspect="1"/>
          </p:cNvPicPr>
          <p:nvPr/>
        </p:nvPicPr>
        <p:blipFill>
          <a:blip r:embed="rId2"/>
          <a:stretch>
            <a:fillRect/>
          </a:stretch>
        </p:blipFill>
        <p:spPr>
          <a:xfrm>
            <a:off x="114220" y="828672"/>
            <a:ext cx="1989103" cy="5809237"/>
          </a:xfrm>
          <a:prstGeom prst="rect">
            <a:avLst/>
          </a:prstGeom>
        </p:spPr>
      </p:pic>
      <p:sp>
        <p:nvSpPr>
          <p:cNvPr id="13" name="文字方塊 12">
            <a:extLst>
              <a:ext uri="{FF2B5EF4-FFF2-40B4-BE49-F238E27FC236}">
                <a16:creationId xmlns:a16="http://schemas.microsoft.com/office/drawing/2014/main" id="{3D81413A-5AFC-4B29-B6D4-AAD2742526BE}"/>
              </a:ext>
            </a:extLst>
          </p:cNvPr>
          <p:cNvSpPr txBox="1"/>
          <p:nvPr/>
        </p:nvSpPr>
        <p:spPr>
          <a:xfrm>
            <a:off x="3137850" y="4530904"/>
            <a:ext cx="3223959"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TW">
                <a:latin typeface="Consolas" panose="020B0609020204030204" pitchFamily="49" charset="0"/>
                <a:cs typeface="Times New Roman" panose="02020603050405020304" pitchFamily="18" charset="0"/>
              </a:rPr>
              <a:t>IP ( Internet Protocol )</a:t>
            </a:r>
            <a:endParaRPr lang="zh-TW" altLang="en-US">
              <a:latin typeface="Consolas" panose="020B0609020204030204" pitchFamily="49" charset="0"/>
              <a:cs typeface="Times New Roman" panose="02020603050405020304" pitchFamily="18" charset="0"/>
            </a:endParaRPr>
          </a:p>
        </p:txBody>
      </p:sp>
      <p:cxnSp>
        <p:nvCxnSpPr>
          <p:cNvPr id="15" name="直線接點 14">
            <a:extLst>
              <a:ext uri="{FF2B5EF4-FFF2-40B4-BE49-F238E27FC236}">
                <a16:creationId xmlns:a16="http://schemas.microsoft.com/office/drawing/2014/main" id="{7F0645B8-6E01-4913-8AE5-047769AAF760}"/>
              </a:ext>
            </a:extLst>
          </p:cNvPr>
          <p:cNvCxnSpPr>
            <a:cxnSpLocks/>
            <a:endCxn id="13" idx="1"/>
          </p:cNvCxnSpPr>
          <p:nvPr/>
        </p:nvCxnSpPr>
        <p:spPr>
          <a:xfrm>
            <a:off x="2363056" y="4715570"/>
            <a:ext cx="774794" cy="0"/>
          </a:xfrm>
          <a:prstGeom prst="line">
            <a:avLst/>
          </a:prstGeom>
        </p:spPr>
        <p:style>
          <a:lnRef idx="1">
            <a:schemeClr val="dk1"/>
          </a:lnRef>
          <a:fillRef idx="0">
            <a:schemeClr val="dk1"/>
          </a:fillRef>
          <a:effectRef idx="0">
            <a:schemeClr val="dk1"/>
          </a:effectRef>
          <a:fontRef idx="minor">
            <a:schemeClr val="tx1"/>
          </a:fontRef>
        </p:style>
      </p:cxnSp>
      <p:sp>
        <p:nvSpPr>
          <p:cNvPr id="19" name="文字方塊 18">
            <a:extLst>
              <a:ext uri="{FF2B5EF4-FFF2-40B4-BE49-F238E27FC236}">
                <a16:creationId xmlns:a16="http://schemas.microsoft.com/office/drawing/2014/main" id="{2CF217F1-C03B-495C-ADA1-2EBE3534244B}"/>
              </a:ext>
            </a:extLst>
          </p:cNvPr>
          <p:cNvSpPr txBox="1"/>
          <p:nvPr/>
        </p:nvSpPr>
        <p:spPr>
          <a:xfrm>
            <a:off x="3137850" y="3727807"/>
            <a:ext cx="4974439" cy="646331"/>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TW">
                <a:solidFill>
                  <a:srgbClr val="FF0000"/>
                </a:solidFill>
                <a:latin typeface="Consolas" panose="020B0609020204030204" pitchFamily="49" charset="0"/>
                <a:cs typeface="Times New Roman" panose="02020603050405020304" pitchFamily="18" charset="0"/>
              </a:rPr>
              <a:t>TCP</a:t>
            </a:r>
            <a:r>
              <a:rPr lang="en-US" altLang="zh-TW">
                <a:solidFill>
                  <a:schemeClr val="tx1"/>
                </a:solidFill>
                <a:latin typeface="Consolas" panose="020B0609020204030204" pitchFamily="49" charset="0"/>
                <a:cs typeface="Times New Roman" panose="02020603050405020304" pitchFamily="18" charset="0"/>
              </a:rPr>
              <a:t> (</a:t>
            </a:r>
            <a:r>
              <a:rPr lang="en-US" altLang="zh-TW" i="0">
                <a:solidFill>
                  <a:schemeClr val="tx1"/>
                </a:solidFill>
                <a:effectLst/>
                <a:latin typeface="Consolas" panose="020B0609020204030204" pitchFamily="49" charset="0"/>
                <a:cs typeface="Times New Roman" panose="02020603050405020304" pitchFamily="18" charset="0"/>
              </a:rPr>
              <a:t>Transmission Control Protocol</a:t>
            </a:r>
            <a:r>
              <a:rPr lang="en-US" altLang="zh-TW">
                <a:solidFill>
                  <a:schemeClr val="tx1"/>
                </a:solidFill>
                <a:latin typeface="Consolas" panose="020B0609020204030204" pitchFamily="49" charset="0"/>
                <a:cs typeface="Times New Roman" panose="02020603050405020304" pitchFamily="18" charset="0"/>
              </a:rPr>
              <a:t>)</a:t>
            </a:r>
            <a:r>
              <a:rPr lang="zh-TW" altLang="en-US">
                <a:solidFill>
                  <a:schemeClr val="tx1"/>
                </a:solidFill>
                <a:latin typeface="Consolas" panose="020B0609020204030204" pitchFamily="49" charset="0"/>
                <a:cs typeface="Times New Roman" panose="02020603050405020304" pitchFamily="18" charset="0"/>
              </a:rPr>
              <a:t>、</a:t>
            </a:r>
            <a:endParaRPr lang="en-US" altLang="zh-TW">
              <a:solidFill>
                <a:schemeClr val="tx1"/>
              </a:solidFill>
              <a:latin typeface="Consolas" panose="020B0609020204030204" pitchFamily="49" charset="0"/>
              <a:cs typeface="Times New Roman" panose="02020603050405020304" pitchFamily="18" charset="0"/>
            </a:endParaRPr>
          </a:p>
          <a:p>
            <a:r>
              <a:rPr lang="en-US" altLang="zh-TW">
                <a:solidFill>
                  <a:srgbClr val="FF0000"/>
                </a:solidFill>
                <a:latin typeface="Consolas" panose="020B0609020204030204" pitchFamily="49" charset="0"/>
                <a:cs typeface="Times New Roman" panose="02020603050405020304" pitchFamily="18" charset="0"/>
              </a:rPr>
              <a:t>UDP</a:t>
            </a:r>
            <a:r>
              <a:rPr lang="en-US" altLang="zh-TW">
                <a:solidFill>
                  <a:schemeClr val="tx1"/>
                </a:solidFill>
                <a:latin typeface="Consolas" panose="020B0609020204030204" pitchFamily="49" charset="0"/>
                <a:cs typeface="Times New Roman" panose="02020603050405020304" pitchFamily="18" charset="0"/>
              </a:rPr>
              <a:t> (</a:t>
            </a:r>
            <a:r>
              <a:rPr lang="en-US" altLang="zh-TW" i="0">
                <a:solidFill>
                  <a:schemeClr val="tx1"/>
                </a:solidFill>
                <a:effectLst/>
                <a:latin typeface="Consolas" panose="020B0609020204030204" pitchFamily="49" charset="0"/>
              </a:rPr>
              <a:t>User Datagram Protocol</a:t>
            </a:r>
            <a:r>
              <a:rPr lang="en-US" altLang="zh-TW">
                <a:solidFill>
                  <a:schemeClr val="tx1"/>
                </a:solidFill>
                <a:latin typeface="Consolas" panose="020B0609020204030204" pitchFamily="49" charset="0"/>
                <a:cs typeface="Times New Roman" panose="02020603050405020304" pitchFamily="18" charset="0"/>
              </a:rPr>
              <a:t>)</a:t>
            </a:r>
            <a:endParaRPr lang="zh-TW" altLang="en-US">
              <a:solidFill>
                <a:schemeClr val="tx1"/>
              </a:solidFill>
              <a:latin typeface="Consolas" panose="020B0609020204030204" pitchFamily="49" charset="0"/>
              <a:cs typeface="Times New Roman" panose="02020603050405020304" pitchFamily="18" charset="0"/>
            </a:endParaRPr>
          </a:p>
        </p:txBody>
      </p:sp>
      <p:cxnSp>
        <p:nvCxnSpPr>
          <p:cNvPr id="20" name="直線接點 19">
            <a:extLst>
              <a:ext uri="{FF2B5EF4-FFF2-40B4-BE49-F238E27FC236}">
                <a16:creationId xmlns:a16="http://schemas.microsoft.com/office/drawing/2014/main" id="{A4C77B42-53B8-43E2-BF88-B9C9F6330F67}"/>
              </a:ext>
            </a:extLst>
          </p:cNvPr>
          <p:cNvCxnSpPr>
            <a:cxnSpLocks/>
            <a:endCxn id="19" idx="1"/>
          </p:cNvCxnSpPr>
          <p:nvPr/>
        </p:nvCxnSpPr>
        <p:spPr>
          <a:xfrm>
            <a:off x="2363056" y="3912473"/>
            <a:ext cx="774794" cy="138500"/>
          </a:xfrm>
          <a:prstGeom prst="line">
            <a:avLst/>
          </a:prstGeom>
        </p:spPr>
        <p:style>
          <a:lnRef idx="1">
            <a:schemeClr val="dk1"/>
          </a:lnRef>
          <a:fillRef idx="0">
            <a:schemeClr val="dk1"/>
          </a:fillRef>
          <a:effectRef idx="0">
            <a:schemeClr val="dk1"/>
          </a:effectRef>
          <a:fontRef idx="minor">
            <a:schemeClr val="tx1"/>
          </a:fontRef>
        </p:style>
      </p:cxnSp>
      <p:sp>
        <p:nvSpPr>
          <p:cNvPr id="21" name="文字方塊 20">
            <a:extLst>
              <a:ext uri="{FF2B5EF4-FFF2-40B4-BE49-F238E27FC236}">
                <a16:creationId xmlns:a16="http://schemas.microsoft.com/office/drawing/2014/main" id="{8CC332DA-97F6-48A1-801D-DF2F18ABED06}"/>
              </a:ext>
            </a:extLst>
          </p:cNvPr>
          <p:cNvSpPr txBox="1"/>
          <p:nvPr/>
        </p:nvSpPr>
        <p:spPr>
          <a:xfrm>
            <a:off x="3115587" y="202553"/>
            <a:ext cx="4870244" cy="1200329"/>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TW">
                <a:solidFill>
                  <a:srgbClr val="FF0000"/>
                </a:solidFill>
                <a:latin typeface="Consolas" panose="020B0609020204030204" pitchFamily="49" charset="0"/>
                <a:cs typeface="Times New Roman" panose="02020603050405020304" pitchFamily="18" charset="0"/>
              </a:rPr>
              <a:t>HTTP</a:t>
            </a:r>
            <a:r>
              <a:rPr lang="en-US" altLang="zh-TW">
                <a:latin typeface="Consolas" panose="020B0609020204030204" pitchFamily="49" charset="0"/>
                <a:cs typeface="Times New Roman" panose="02020603050405020304" pitchFamily="18" charset="0"/>
              </a:rPr>
              <a:t> (</a:t>
            </a:r>
            <a:r>
              <a:rPr lang="en-US" altLang="zh-TW" i="0" err="1">
                <a:solidFill>
                  <a:srgbClr val="000000"/>
                </a:solidFill>
                <a:effectLst/>
                <a:latin typeface="Consolas" panose="020B0609020204030204" pitchFamily="49" charset="0"/>
                <a:cs typeface="Times New Roman" panose="02020603050405020304" pitchFamily="18" charset="0"/>
              </a:rPr>
              <a:t>HyperText</a:t>
            </a:r>
            <a:r>
              <a:rPr lang="en-US" altLang="zh-TW" i="0">
                <a:solidFill>
                  <a:srgbClr val="000000"/>
                </a:solidFill>
                <a:effectLst/>
                <a:latin typeface="Consolas" panose="020B0609020204030204" pitchFamily="49" charset="0"/>
                <a:cs typeface="Times New Roman" panose="02020603050405020304" pitchFamily="18" charset="0"/>
              </a:rPr>
              <a:t> Transfer Protocol</a:t>
            </a:r>
            <a:r>
              <a:rPr lang="en-US" altLang="zh-TW">
                <a:latin typeface="Consolas" panose="020B0609020204030204" pitchFamily="49" charset="0"/>
                <a:cs typeface="Times New Roman" panose="02020603050405020304" pitchFamily="18" charset="0"/>
              </a:rPr>
              <a:t>)</a:t>
            </a:r>
            <a:r>
              <a:rPr lang="zh-TW" altLang="en-US">
                <a:latin typeface="Consolas" panose="020B0609020204030204" pitchFamily="49" charset="0"/>
                <a:cs typeface="Times New Roman" panose="02020603050405020304" pitchFamily="18" charset="0"/>
              </a:rPr>
              <a:t>、</a:t>
            </a:r>
            <a:endParaRPr lang="en-US" altLang="zh-TW">
              <a:latin typeface="Consolas" panose="020B0609020204030204" pitchFamily="49" charset="0"/>
              <a:cs typeface="Times New Roman" panose="02020603050405020304" pitchFamily="18" charset="0"/>
            </a:endParaRPr>
          </a:p>
          <a:p>
            <a:r>
              <a:rPr lang="en-US" altLang="zh-TW">
                <a:solidFill>
                  <a:schemeClr val="tx1"/>
                </a:solidFill>
                <a:latin typeface="Consolas" panose="020B0609020204030204" pitchFamily="49" charset="0"/>
                <a:cs typeface="Times New Roman" panose="02020603050405020304" pitchFamily="18" charset="0"/>
              </a:rPr>
              <a:t>FTP (</a:t>
            </a:r>
            <a:r>
              <a:rPr lang="en-US" altLang="zh-TW" i="0">
                <a:solidFill>
                  <a:schemeClr val="tx1"/>
                </a:solidFill>
                <a:effectLst/>
                <a:latin typeface="Consolas" panose="020B0609020204030204" pitchFamily="49" charset="0"/>
                <a:ea typeface="微軟正黑體" panose="020B0604030504040204" pitchFamily="34" charset="-120"/>
                <a:cs typeface="Times New Roman" panose="02020603050405020304" pitchFamily="18" charset="0"/>
              </a:rPr>
              <a:t>File Transfer Protocol</a:t>
            </a:r>
            <a:r>
              <a:rPr lang="en-US" altLang="zh-TW">
                <a:solidFill>
                  <a:schemeClr val="tx1"/>
                </a:solidFill>
                <a:latin typeface="Consolas" panose="020B0609020204030204" pitchFamily="49" charset="0"/>
                <a:cs typeface="Times New Roman" panose="02020603050405020304" pitchFamily="18" charset="0"/>
              </a:rPr>
              <a:t>)</a:t>
            </a:r>
            <a:r>
              <a:rPr lang="zh-TW" altLang="en-US">
                <a:solidFill>
                  <a:schemeClr val="tx1"/>
                </a:solidFill>
                <a:latin typeface="Consolas" panose="020B0609020204030204" pitchFamily="49" charset="0"/>
                <a:cs typeface="Times New Roman" panose="02020603050405020304" pitchFamily="18" charset="0"/>
              </a:rPr>
              <a:t>、</a:t>
            </a:r>
            <a:endParaRPr lang="en-US" altLang="zh-TW">
              <a:solidFill>
                <a:schemeClr val="tx1"/>
              </a:solidFill>
              <a:latin typeface="Consolas" panose="020B0609020204030204" pitchFamily="49" charset="0"/>
              <a:cs typeface="Times New Roman" panose="02020603050405020304" pitchFamily="18" charset="0"/>
            </a:endParaRPr>
          </a:p>
          <a:p>
            <a:r>
              <a:rPr lang="en-US" altLang="zh-TW" i="0">
                <a:solidFill>
                  <a:schemeClr val="tx1"/>
                </a:solidFill>
                <a:effectLst/>
                <a:latin typeface="Consolas" panose="020B0609020204030204" pitchFamily="49" charset="0"/>
                <a:cs typeface="Times New Roman" panose="02020603050405020304" pitchFamily="18" charset="0"/>
              </a:rPr>
              <a:t>DNS(Domain Name System)</a:t>
            </a:r>
            <a:r>
              <a:rPr lang="zh-TW" altLang="en-US" i="0">
                <a:solidFill>
                  <a:schemeClr val="tx1"/>
                </a:solidFill>
                <a:effectLst/>
                <a:latin typeface="Consolas" panose="020B0609020204030204" pitchFamily="49" charset="0"/>
                <a:cs typeface="Times New Roman" panose="02020603050405020304" pitchFamily="18" charset="0"/>
              </a:rPr>
              <a:t>、</a:t>
            </a:r>
            <a:endParaRPr lang="en-US" altLang="zh-TW" i="0">
              <a:solidFill>
                <a:schemeClr val="tx1"/>
              </a:solidFill>
              <a:effectLst/>
              <a:latin typeface="Consolas" panose="020B0609020204030204" pitchFamily="49" charset="0"/>
              <a:cs typeface="Times New Roman" panose="02020603050405020304" pitchFamily="18" charset="0"/>
            </a:endParaRPr>
          </a:p>
          <a:p>
            <a:r>
              <a:rPr lang="en-US" altLang="zh-TW" i="0">
                <a:solidFill>
                  <a:schemeClr val="tx1"/>
                </a:solidFill>
                <a:effectLst/>
                <a:latin typeface="Consolas" panose="020B0609020204030204" pitchFamily="49" charset="0"/>
                <a:cs typeface="Times New Roman" panose="02020603050405020304" pitchFamily="18" charset="0"/>
              </a:rPr>
              <a:t>SMTP</a:t>
            </a:r>
            <a:r>
              <a:rPr lang="zh-TW" altLang="en-US" i="0">
                <a:solidFill>
                  <a:schemeClr val="tx1"/>
                </a:solidFill>
                <a:effectLst/>
                <a:latin typeface="Consolas" panose="020B0609020204030204" pitchFamily="49" charset="0"/>
                <a:cs typeface="Times New Roman" panose="02020603050405020304" pitchFamily="18" charset="0"/>
              </a:rPr>
              <a:t> </a:t>
            </a:r>
            <a:r>
              <a:rPr lang="en-US" altLang="zh-TW" i="0">
                <a:solidFill>
                  <a:schemeClr val="tx1"/>
                </a:solidFill>
                <a:effectLst/>
                <a:latin typeface="Consolas" panose="020B0609020204030204" pitchFamily="49" charset="0"/>
                <a:cs typeface="Times New Roman" panose="02020603050405020304" pitchFamily="18" charset="0"/>
              </a:rPr>
              <a:t>(Simple Mail Transfer Protocol)</a:t>
            </a:r>
            <a:endParaRPr lang="zh-TW" altLang="en-US">
              <a:solidFill>
                <a:schemeClr val="tx1"/>
              </a:solidFill>
              <a:latin typeface="Consolas" panose="020B0609020204030204" pitchFamily="49" charset="0"/>
              <a:cs typeface="Times New Roman" panose="02020603050405020304" pitchFamily="18" charset="0"/>
            </a:endParaRPr>
          </a:p>
        </p:txBody>
      </p:sp>
      <p:cxnSp>
        <p:nvCxnSpPr>
          <p:cNvPr id="22" name="直線接點 21">
            <a:extLst>
              <a:ext uri="{FF2B5EF4-FFF2-40B4-BE49-F238E27FC236}">
                <a16:creationId xmlns:a16="http://schemas.microsoft.com/office/drawing/2014/main" id="{4163B5F1-9F4C-43EC-BB67-3845371984D3}"/>
              </a:ext>
            </a:extLst>
          </p:cNvPr>
          <p:cNvCxnSpPr>
            <a:cxnSpLocks/>
            <a:endCxn id="21" idx="1"/>
          </p:cNvCxnSpPr>
          <p:nvPr/>
        </p:nvCxnSpPr>
        <p:spPr>
          <a:xfrm flipV="1">
            <a:off x="2340793" y="802718"/>
            <a:ext cx="774794" cy="721475"/>
          </a:xfrm>
          <a:prstGeom prst="line">
            <a:avLst/>
          </a:prstGeom>
        </p:spPr>
        <p:style>
          <a:lnRef idx="1">
            <a:schemeClr val="dk1"/>
          </a:lnRef>
          <a:fillRef idx="0">
            <a:schemeClr val="dk1"/>
          </a:fillRef>
          <a:effectRef idx="0">
            <a:schemeClr val="dk1"/>
          </a:effectRef>
          <a:fontRef idx="minor">
            <a:schemeClr val="tx1"/>
          </a:fontRef>
        </p:style>
      </p:cxnSp>
      <p:cxnSp>
        <p:nvCxnSpPr>
          <p:cNvPr id="28" name="直線接點 27">
            <a:extLst>
              <a:ext uri="{FF2B5EF4-FFF2-40B4-BE49-F238E27FC236}">
                <a16:creationId xmlns:a16="http://schemas.microsoft.com/office/drawing/2014/main" id="{CEB318A5-12BE-443C-A3EF-FE1307092886}"/>
              </a:ext>
            </a:extLst>
          </p:cNvPr>
          <p:cNvCxnSpPr>
            <a:cxnSpLocks/>
            <a:stCxn id="13" idx="3"/>
            <a:endCxn id="29" idx="1"/>
          </p:cNvCxnSpPr>
          <p:nvPr/>
        </p:nvCxnSpPr>
        <p:spPr>
          <a:xfrm>
            <a:off x="6361809" y="4715570"/>
            <a:ext cx="774794" cy="0"/>
          </a:xfrm>
          <a:prstGeom prst="line">
            <a:avLst/>
          </a:prstGeom>
        </p:spPr>
        <p:style>
          <a:lnRef idx="1">
            <a:schemeClr val="dk1"/>
          </a:lnRef>
          <a:fillRef idx="0">
            <a:schemeClr val="dk1"/>
          </a:fillRef>
          <a:effectRef idx="0">
            <a:schemeClr val="dk1"/>
          </a:effectRef>
          <a:fontRef idx="minor">
            <a:schemeClr val="tx1"/>
          </a:fontRef>
        </p:style>
      </p:cxnSp>
      <p:sp>
        <p:nvSpPr>
          <p:cNvPr id="29" name="文字方塊 28">
            <a:extLst>
              <a:ext uri="{FF2B5EF4-FFF2-40B4-BE49-F238E27FC236}">
                <a16:creationId xmlns:a16="http://schemas.microsoft.com/office/drawing/2014/main" id="{7F9EF196-84C2-4036-9A7C-D5F47B4DE8B5}"/>
              </a:ext>
            </a:extLst>
          </p:cNvPr>
          <p:cNvSpPr txBox="1"/>
          <p:nvPr/>
        </p:nvSpPr>
        <p:spPr>
          <a:xfrm>
            <a:off x="7136603" y="4530904"/>
            <a:ext cx="620683"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TW">
                <a:latin typeface="Times New Roman" panose="02020603050405020304" pitchFamily="18" charset="0"/>
                <a:cs typeface="Times New Roman" panose="02020603050405020304" pitchFamily="18" charset="0"/>
              </a:rPr>
              <a:t>IPv6</a:t>
            </a:r>
            <a:endParaRPr lang="zh-TW" altLang="en-US">
              <a:latin typeface="Times New Roman" panose="02020603050405020304" pitchFamily="18" charset="0"/>
              <a:cs typeface="Times New Roman" panose="02020603050405020304" pitchFamily="18" charset="0"/>
            </a:endParaRPr>
          </a:p>
        </p:txBody>
      </p:sp>
      <p:sp>
        <p:nvSpPr>
          <p:cNvPr id="30" name="文字方塊 29">
            <a:extLst>
              <a:ext uri="{FF2B5EF4-FFF2-40B4-BE49-F238E27FC236}">
                <a16:creationId xmlns:a16="http://schemas.microsoft.com/office/drawing/2014/main" id="{569E8F1E-32DE-4575-8C2E-555351BCDF0A}"/>
              </a:ext>
            </a:extLst>
          </p:cNvPr>
          <p:cNvSpPr txBox="1"/>
          <p:nvPr/>
        </p:nvSpPr>
        <p:spPr>
          <a:xfrm>
            <a:off x="7136603" y="4900236"/>
            <a:ext cx="620683"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TW">
                <a:latin typeface="Times New Roman" panose="02020603050405020304" pitchFamily="18" charset="0"/>
                <a:cs typeface="Times New Roman" panose="02020603050405020304" pitchFamily="18" charset="0"/>
              </a:rPr>
              <a:t>IPv4</a:t>
            </a:r>
            <a:endParaRPr lang="zh-TW" altLang="en-US">
              <a:latin typeface="Times New Roman" panose="02020603050405020304" pitchFamily="18" charset="0"/>
              <a:cs typeface="Times New Roman" panose="02020603050405020304" pitchFamily="18" charset="0"/>
            </a:endParaRPr>
          </a:p>
        </p:txBody>
      </p:sp>
      <p:graphicFrame>
        <p:nvGraphicFramePr>
          <p:cNvPr id="39" name="表格 39">
            <a:extLst>
              <a:ext uri="{FF2B5EF4-FFF2-40B4-BE49-F238E27FC236}">
                <a16:creationId xmlns:a16="http://schemas.microsoft.com/office/drawing/2014/main" id="{DC90997C-1C67-4CD9-87B9-0D635F995687}"/>
              </a:ext>
            </a:extLst>
          </p:cNvPr>
          <p:cNvGraphicFramePr>
            <a:graphicFrameLocks noGrp="1"/>
          </p:cNvGraphicFramePr>
          <p:nvPr>
            <p:extLst>
              <p:ext uri="{D42A27DB-BD31-4B8C-83A1-F6EECF244321}">
                <p14:modId xmlns:p14="http://schemas.microsoft.com/office/powerpoint/2010/main" val="1482459453"/>
              </p:ext>
            </p:extLst>
          </p:nvPr>
        </p:nvGraphicFramePr>
        <p:xfrm>
          <a:off x="2276778" y="5380168"/>
          <a:ext cx="5963332" cy="1158240"/>
        </p:xfrm>
        <a:graphic>
          <a:graphicData uri="http://schemas.openxmlformats.org/drawingml/2006/table">
            <a:tbl>
              <a:tblPr firstRow="1" bandRow="1">
                <a:tableStyleId>{3B4B98B0-60AC-42C2-AFA5-B58CD77FA1E5}</a:tableStyleId>
              </a:tblPr>
              <a:tblGrid>
                <a:gridCol w="821338">
                  <a:extLst>
                    <a:ext uri="{9D8B030D-6E8A-4147-A177-3AD203B41FA5}">
                      <a16:colId xmlns:a16="http://schemas.microsoft.com/office/drawing/2014/main" val="3606931482"/>
                    </a:ext>
                  </a:extLst>
                </a:gridCol>
                <a:gridCol w="2478745">
                  <a:extLst>
                    <a:ext uri="{9D8B030D-6E8A-4147-A177-3AD203B41FA5}">
                      <a16:colId xmlns:a16="http://schemas.microsoft.com/office/drawing/2014/main" val="1531079191"/>
                    </a:ext>
                  </a:extLst>
                </a:gridCol>
                <a:gridCol w="2663249">
                  <a:extLst>
                    <a:ext uri="{9D8B030D-6E8A-4147-A177-3AD203B41FA5}">
                      <a16:colId xmlns:a16="http://schemas.microsoft.com/office/drawing/2014/main" val="3522559407"/>
                    </a:ext>
                  </a:extLst>
                </a:gridCol>
              </a:tblGrid>
              <a:tr h="203106">
                <a:tc>
                  <a:txBody>
                    <a:bodyPr/>
                    <a:lstStyle/>
                    <a:p>
                      <a:pPr algn="ctr"/>
                      <a:r>
                        <a:rPr lang="zh-TW" altLang="en-US" sz="1300">
                          <a:latin typeface="+mj-ea"/>
                          <a:ea typeface="+mj-ea"/>
                        </a:rPr>
                        <a:t>等級</a:t>
                      </a:r>
                      <a:endParaRPr lang="zh-TW" altLang="en-US" sz="1300">
                        <a:latin typeface="+mj-ea"/>
                        <a:ea typeface="+mj-ea"/>
                        <a:cs typeface="Times New Roman" panose="02020603050405020304" pitchFamily="18" charset="0"/>
                      </a:endParaRPr>
                    </a:p>
                  </a:txBody>
                  <a:tcPr anchor="ctr"/>
                </a:tc>
                <a:tc>
                  <a:txBody>
                    <a:bodyPr/>
                    <a:lstStyle/>
                    <a:p>
                      <a:pPr algn="ctr"/>
                      <a:r>
                        <a:rPr lang="zh-TW" altLang="en-US" sz="1300">
                          <a:latin typeface="+mj-ea"/>
                          <a:ea typeface="+mj-ea"/>
                        </a:rPr>
                        <a:t>範圍</a:t>
                      </a:r>
                      <a:endParaRPr lang="zh-TW" altLang="en-US" sz="1300">
                        <a:latin typeface="+mj-ea"/>
                        <a:ea typeface="+mj-ea"/>
                        <a:cs typeface="Times New Roman" panose="02020603050405020304" pitchFamily="18" charset="0"/>
                      </a:endParaRPr>
                    </a:p>
                  </a:txBody>
                  <a:tcPr anchor="ctr"/>
                </a:tc>
                <a:tc>
                  <a:txBody>
                    <a:bodyPr/>
                    <a:lstStyle/>
                    <a:p>
                      <a:pPr algn="ctr"/>
                      <a:r>
                        <a:rPr lang="zh-TW" altLang="en-US" sz="1300">
                          <a:latin typeface="+mj-ea"/>
                          <a:ea typeface="+mj-ea"/>
                        </a:rPr>
                        <a:t>私有網段</a:t>
                      </a:r>
                      <a:endParaRPr lang="zh-TW" altLang="en-US" sz="1300">
                        <a:latin typeface="+mj-ea"/>
                        <a:ea typeface="+mj-ea"/>
                        <a:cs typeface="Times New Roman" panose="02020603050405020304" pitchFamily="18" charset="0"/>
                      </a:endParaRPr>
                    </a:p>
                  </a:txBody>
                  <a:tcPr anchor="ctr"/>
                </a:tc>
                <a:extLst>
                  <a:ext uri="{0D108BD9-81ED-4DB2-BD59-A6C34878D82A}">
                    <a16:rowId xmlns:a16="http://schemas.microsoft.com/office/drawing/2014/main" val="3922697416"/>
                  </a:ext>
                </a:extLst>
              </a:tr>
              <a:tr h="205892">
                <a:tc>
                  <a:txBody>
                    <a:bodyPr/>
                    <a:lstStyle/>
                    <a:p>
                      <a:pPr algn="ctr"/>
                      <a:r>
                        <a:rPr lang="en-US" altLang="zh-TW" sz="1300">
                          <a:latin typeface="+mj-ea"/>
                          <a:ea typeface="+mj-ea"/>
                        </a:rPr>
                        <a:t>A</a:t>
                      </a:r>
                      <a:endParaRPr lang="zh-TW" altLang="en-US" sz="1300">
                        <a:latin typeface="+mj-ea"/>
                        <a:ea typeface="+mj-ea"/>
                        <a:cs typeface="Times New Roman" panose="02020603050405020304" pitchFamily="18" charset="0"/>
                      </a:endParaRPr>
                    </a:p>
                  </a:txBody>
                  <a:tcPr anchor="ctr"/>
                </a:tc>
                <a:tc>
                  <a:txBody>
                    <a:bodyPr/>
                    <a:lstStyle/>
                    <a:p>
                      <a:pPr algn="ctr"/>
                      <a:r>
                        <a:rPr lang="en-US" altLang="zh-TW" sz="1300">
                          <a:latin typeface="+mj-ea"/>
                          <a:ea typeface="+mj-ea"/>
                        </a:rPr>
                        <a:t>0.0.0.0~126.0.0.0</a:t>
                      </a:r>
                      <a:r>
                        <a:rPr lang="zh-TW" altLang="en-US" sz="1300">
                          <a:latin typeface="+mj-ea"/>
                          <a:ea typeface="+mj-ea"/>
                        </a:rPr>
                        <a:t> </a:t>
                      </a:r>
                      <a:r>
                        <a:rPr lang="en-US" altLang="zh-TW" sz="1300">
                          <a:latin typeface="+mj-ea"/>
                          <a:ea typeface="+mj-ea"/>
                        </a:rPr>
                        <a:t>/8</a:t>
                      </a:r>
                      <a:endParaRPr lang="zh-TW" altLang="en-US" sz="1300">
                        <a:latin typeface="+mj-ea"/>
                        <a:ea typeface="+mj-ea"/>
                        <a:cs typeface="Times New Roman" panose="02020603050405020304" pitchFamily="18" charset="0"/>
                      </a:endParaRPr>
                    </a:p>
                  </a:txBody>
                  <a:tcPr anchor="ctr"/>
                </a:tc>
                <a:tc>
                  <a:txBody>
                    <a:bodyPr/>
                    <a:lstStyle/>
                    <a:p>
                      <a:pPr algn="ctr"/>
                      <a:r>
                        <a:rPr lang="en-US" altLang="zh-TW" sz="1300">
                          <a:latin typeface="+mj-ea"/>
                          <a:ea typeface="+mj-ea"/>
                        </a:rPr>
                        <a:t>10.0.0.0~10.255.255.255</a:t>
                      </a:r>
                      <a:endParaRPr lang="zh-TW" altLang="en-US" sz="1300">
                        <a:latin typeface="+mj-ea"/>
                        <a:ea typeface="+mj-ea"/>
                        <a:cs typeface="Times New Roman" panose="02020603050405020304" pitchFamily="18" charset="0"/>
                      </a:endParaRPr>
                    </a:p>
                  </a:txBody>
                  <a:tcPr anchor="ctr"/>
                </a:tc>
                <a:extLst>
                  <a:ext uri="{0D108BD9-81ED-4DB2-BD59-A6C34878D82A}">
                    <a16:rowId xmlns:a16="http://schemas.microsoft.com/office/drawing/2014/main" val="802702926"/>
                  </a:ext>
                </a:extLst>
              </a:tr>
              <a:tr h="203106">
                <a:tc>
                  <a:txBody>
                    <a:bodyPr/>
                    <a:lstStyle/>
                    <a:p>
                      <a:pPr algn="ctr"/>
                      <a:r>
                        <a:rPr lang="en-US" altLang="zh-TW" sz="1300">
                          <a:latin typeface="+mj-ea"/>
                          <a:ea typeface="+mj-ea"/>
                        </a:rPr>
                        <a:t>B</a:t>
                      </a:r>
                      <a:endParaRPr lang="zh-TW" altLang="en-US" sz="1300">
                        <a:latin typeface="+mj-ea"/>
                        <a:ea typeface="+mj-ea"/>
                        <a:cs typeface="Times New Roman" panose="02020603050405020304" pitchFamily="18" charset="0"/>
                      </a:endParaRPr>
                    </a:p>
                  </a:txBody>
                  <a:tcPr anchor="ctr"/>
                </a:tc>
                <a:tc>
                  <a:txBody>
                    <a:bodyPr/>
                    <a:lstStyle/>
                    <a:p>
                      <a:pPr algn="ctr"/>
                      <a:r>
                        <a:rPr lang="en-US" altLang="zh-TW" sz="1300">
                          <a:latin typeface="+mj-ea"/>
                          <a:ea typeface="+mj-ea"/>
                        </a:rPr>
                        <a:t>128.0.0.0~191.255.0.0 /16</a:t>
                      </a:r>
                      <a:endParaRPr lang="zh-TW" altLang="en-US" sz="1300">
                        <a:latin typeface="+mj-ea"/>
                        <a:ea typeface="+mj-ea"/>
                        <a:cs typeface="Times New Roman" panose="02020603050405020304" pitchFamily="18" charset="0"/>
                      </a:endParaRPr>
                    </a:p>
                  </a:txBody>
                  <a:tcPr anchor="ctr"/>
                </a:tc>
                <a:tc>
                  <a:txBody>
                    <a:bodyPr/>
                    <a:lstStyle/>
                    <a:p>
                      <a:pPr algn="ctr"/>
                      <a:r>
                        <a:rPr lang="en-US" altLang="zh-TW" sz="1300">
                          <a:latin typeface="+mj-ea"/>
                          <a:ea typeface="+mj-ea"/>
                        </a:rPr>
                        <a:t>172.16.0.0~172.31.255.255</a:t>
                      </a:r>
                      <a:endParaRPr lang="zh-TW" altLang="en-US" sz="1300">
                        <a:latin typeface="+mj-ea"/>
                        <a:ea typeface="+mj-ea"/>
                        <a:cs typeface="Times New Roman" panose="02020603050405020304" pitchFamily="18" charset="0"/>
                      </a:endParaRPr>
                    </a:p>
                  </a:txBody>
                  <a:tcPr anchor="ctr"/>
                </a:tc>
                <a:extLst>
                  <a:ext uri="{0D108BD9-81ED-4DB2-BD59-A6C34878D82A}">
                    <a16:rowId xmlns:a16="http://schemas.microsoft.com/office/drawing/2014/main" val="2130159454"/>
                  </a:ext>
                </a:extLst>
              </a:tr>
              <a:tr h="203106">
                <a:tc>
                  <a:txBody>
                    <a:bodyPr/>
                    <a:lstStyle/>
                    <a:p>
                      <a:pPr algn="ctr"/>
                      <a:r>
                        <a:rPr lang="en-US" altLang="zh-TW" sz="1300">
                          <a:latin typeface="+mj-ea"/>
                          <a:ea typeface="+mj-ea"/>
                        </a:rPr>
                        <a:t>C</a:t>
                      </a:r>
                      <a:endParaRPr lang="zh-TW" altLang="en-US" sz="1300">
                        <a:latin typeface="+mj-ea"/>
                        <a:ea typeface="+mj-ea"/>
                        <a:cs typeface="Times New Roman" panose="02020603050405020304" pitchFamily="18" charset="0"/>
                      </a:endParaRPr>
                    </a:p>
                  </a:txBody>
                  <a:tcPr anchor="ctr"/>
                </a:tc>
                <a:tc>
                  <a:txBody>
                    <a:bodyPr/>
                    <a:lstStyle/>
                    <a:p>
                      <a:pPr algn="ctr"/>
                      <a:r>
                        <a:rPr lang="en-US" altLang="zh-TW" sz="1300">
                          <a:latin typeface="+mj-ea"/>
                          <a:ea typeface="+mj-ea"/>
                        </a:rPr>
                        <a:t>192.0.0.0~223.255.255.0 /24</a:t>
                      </a:r>
                      <a:endParaRPr lang="zh-TW" altLang="en-US" sz="1300">
                        <a:latin typeface="+mj-ea"/>
                        <a:ea typeface="+mj-ea"/>
                        <a:cs typeface="Times New Roman" panose="02020603050405020304" pitchFamily="18" charset="0"/>
                      </a:endParaRPr>
                    </a:p>
                  </a:txBody>
                  <a:tcPr anchor="ctr"/>
                </a:tc>
                <a:tc>
                  <a:txBody>
                    <a:bodyPr/>
                    <a:lstStyle/>
                    <a:p>
                      <a:pPr algn="ctr"/>
                      <a:r>
                        <a:rPr lang="en-US" altLang="zh-TW" sz="1300">
                          <a:latin typeface="+mj-ea"/>
                          <a:ea typeface="+mj-ea"/>
                        </a:rPr>
                        <a:t>192.168.0.0~192.168.255.255</a:t>
                      </a:r>
                      <a:endParaRPr lang="zh-TW" altLang="en-US" sz="1300">
                        <a:latin typeface="+mj-ea"/>
                        <a:ea typeface="+mj-ea"/>
                        <a:cs typeface="Times New Roman" panose="02020603050405020304" pitchFamily="18" charset="0"/>
                      </a:endParaRPr>
                    </a:p>
                  </a:txBody>
                  <a:tcPr anchor="ctr"/>
                </a:tc>
                <a:extLst>
                  <a:ext uri="{0D108BD9-81ED-4DB2-BD59-A6C34878D82A}">
                    <a16:rowId xmlns:a16="http://schemas.microsoft.com/office/drawing/2014/main" val="2225990566"/>
                  </a:ext>
                </a:extLst>
              </a:tr>
            </a:tbl>
          </a:graphicData>
        </a:graphic>
      </p:graphicFrame>
      <p:cxnSp>
        <p:nvCxnSpPr>
          <p:cNvPr id="44" name="接點: 肘形 43">
            <a:extLst>
              <a:ext uri="{FF2B5EF4-FFF2-40B4-BE49-F238E27FC236}">
                <a16:creationId xmlns:a16="http://schemas.microsoft.com/office/drawing/2014/main" id="{41FC37EB-FD7F-4C4A-BA2D-C36150F675BF}"/>
              </a:ext>
            </a:extLst>
          </p:cNvPr>
          <p:cNvCxnSpPr>
            <a:cxnSpLocks/>
            <a:stCxn id="30" idx="1"/>
          </p:cNvCxnSpPr>
          <p:nvPr/>
        </p:nvCxnSpPr>
        <p:spPr>
          <a:xfrm rot="10800000" flipV="1">
            <a:off x="6533481" y="5084902"/>
            <a:ext cx="603122" cy="295266"/>
          </a:xfrm>
          <a:prstGeom prst="bentConnector3">
            <a:avLst>
              <a:gd name="adj1" fmla="val 100537"/>
            </a:avLst>
          </a:prstGeom>
        </p:spPr>
        <p:style>
          <a:lnRef idx="1">
            <a:schemeClr val="dk1"/>
          </a:lnRef>
          <a:fillRef idx="0">
            <a:schemeClr val="dk1"/>
          </a:fillRef>
          <a:effectRef idx="0">
            <a:schemeClr val="dk1"/>
          </a:effectRef>
          <a:fontRef idx="minor">
            <a:schemeClr val="tx1"/>
          </a:fontRef>
        </p:style>
      </p:cxnSp>
      <p:sp>
        <p:nvSpPr>
          <p:cNvPr id="56" name="文字方塊 55">
            <a:extLst>
              <a:ext uri="{FF2B5EF4-FFF2-40B4-BE49-F238E27FC236}">
                <a16:creationId xmlns:a16="http://schemas.microsoft.com/office/drawing/2014/main" id="{D738ADE2-0EB1-40D8-AD24-F03AD045700F}"/>
              </a:ext>
            </a:extLst>
          </p:cNvPr>
          <p:cNvSpPr txBox="1"/>
          <p:nvPr/>
        </p:nvSpPr>
        <p:spPr>
          <a:xfrm>
            <a:off x="3137850" y="2675467"/>
            <a:ext cx="184731" cy="369332"/>
          </a:xfrm>
          <a:prstGeom prst="rect">
            <a:avLst/>
          </a:prstGeom>
          <a:noFill/>
        </p:spPr>
        <p:txBody>
          <a:bodyPr wrap="none" rtlCol="0">
            <a:spAutoFit/>
          </a:bodyPr>
          <a:lstStyle/>
          <a:p>
            <a:endParaRPr lang="zh-TW" altLang="en-US"/>
          </a:p>
        </p:txBody>
      </p:sp>
      <p:graphicFrame>
        <p:nvGraphicFramePr>
          <p:cNvPr id="58" name="表格 58">
            <a:extLst>
              <a:ext uri="{FF2B5EF4-FFF2-40B4-BE49-F238E27FC236}">
                <a16:creationId xmlns:a16="http://schemas.microsoft.com/office/drawing/2014/main" id="{5ACE3A32-1BE4-49A3-8557-EBCE371FCE38}"/>
              </a:ext>
            </a:extLst>
          </p:cNvPr>
          <p:cNvGraphicFramePr>
            <a:graphicFrameLocks noGrp="1"/>
          </p:cNvGraphicFramePr>
          <p:nvPr>
            <p:extLst>
              <p:ext uri="{D42A27DB-BD31-4B8C-83A1-F6EECF244321}">
                <p14:modId xmlns:p14="http://schemas.microsoft.com/office/powerpoint/2010/main" val="568330609"/>
              </p:ext>
            </p:extLst>
          </p:nvPr>
        </p:nvGraphicFramePr>
        <p:xfrm>
          <a:off x="3081142" y="1732307"/>
          <a:ext cx="4571784" cy="1600200"/>
        </p:xfrm>
        <a:graphic>
          <a:graphicData uri="http://schemas.openxmlformats.org/drawingml/2006/table">
            <a:tbl>
              <a:tblPr firstRow="1" bandRow="1">
                <a:tableStyleId>{BC89EF96-8CEA-46FF-86C4-4CE0E7609802}</a:tableStyleId>
              </a:tblPr>
              <a:tblGrid>
                <a:gridCol w="1523928">
                  <a:extLst>
                    <a:ext uri="{9D8B030D-6E8A-4147-A177-3AD203B41FA5}">
                      <a16:colId xmlns:a16="http://schemas.microsoft.com/office/drawing/2014/main" val="3273614898"/>
                    </a:ext>
                  </a:extLst>
                </a:gridCol>
                <a:gridCol w="1523928">
                  <a:extLst>
                    <a:ext uri="{9D8B030D-6E8A-4147-A177-3AD203B41FA5}">
                      <a16:colId xmlns:a16="http://schemas.microsoft.com/office/drawing/2014/main" val="440293470"/>
                    </a:ext>
                  </a:extLst>
                </a:gridCol>
                <a:gridCol w="1523928">
                  <a:extLst>
                    <a:ext uri="{9D8B030D-6E8A-4147-A177-3AD203B41FA5}">
                      <a16:colId xmlns:a16="http://schemas.microsoft.com/office/drawing/2014/main" val="3663126288"/>
                    </a:ext>
                  </a:extLst>
                </a:gridCol>
              </a:tblGrid>
              <a:tr h="282539">
                <a:tc>
                  <a:txBody>
                    <a:bodyPr/>
                    <a:lstStyle/>
                    <a:p>
                      <a:pPr algn="ctr"/>
                      <a:endParaRPr lang="zh-TW" altLang="en-US" sz="1500">
                        <a:latin typeface="+mj-ea"/>
                        <a:ea typeface="+mj-ea"/>
                      </a:endParaRPr>
                    </a:p>
                  </a:txBody>
                  <a:tcPr/>
                </a:tc>
                <a:tc>
                  <a:txBody>
                    <a:bodyPr/>
                    <a:lstStyle/>
                    <a:p>
                      <a:pPr algn="ctr"/>
                      <a:r>
                        <a:rPr lang="en-US" altLang="zh-TW" sz="1500">
                          <a:latin typeface="+mj-ea"/>
                          <a:ea typeface="+mj-ea"/>
                        </a:rPr>
                        <a:t>TCP</a:t>
                      </a:r>
                      <a:endParaRPr lang="zh-TW" altLang="en-US" sz="1500">
                        <a:latin typeface="+mj-ea"/>
                        <a:ea typeface="+mj-ea"/>
                      </a:endParaRPr>
                    </a:p>
                  </a:txBody>
                  <a:tcPr/>
                </a:tc>
                <a:tc>
                  <a:txBody>
                    <a:bodyPr/>
                    <a:lstStyle/>
                    <a:p>
                      <a:pPr algn="ctr"/>
                      <a:r>
                        <a:rPr lang="en-US" altLang="zh-TW" sz="1500">
                          <a:latin typeface="+mj-ea"/>
                          <a:ea typeface="+mj-ea"/>
                        </a:rPr>
                        <a:t>UDP</a:t>
                      </a:r>
                      <a:endParaRPr lang="zh-TW" altLang="en-US" sz="1500">
                        <a:latin typeface="+mj-ea"/>
                        <a:ea typeface="+mj-ea"/>
                      </a:endParaRPr>
                    </a:p>
                  </a:txBody>
                  <a:tcPr/>
                </a:tc>
                <a:extLst>
                  <a:ext uri="{0D108BD9-81ED-4DB2-BD59-A6C34878D82A}">
                    <a16:rowId xmlns:a16="http://schemas.microsoft.com/office/drawing/2014/main" val="3089841935"/>
                  </a:ext>
                </a:extLst>
              </a:tr>
              <a:tr h="282539">
                <a:tc>
                  <a:txBody>
                    <a:bodyPr/>
                    <a:lstStyle/>
                    <a:p>
                      <a:pPr algn="ctr"/>
                      <a:r>
                        <a:rPr lang="zh-TW" altLang="en-US" sz="1500">
                          <a:latin typeface="+mj-ea"/>
                          <a:ea typeface="+mj-ea"/>
                        </a:rPr>
                        <a:t>特性</a:t>
                      </a:r>
                    </a:p>
                  </a:txBody>
                  <a:tcPr/>
                </a:tc>
                <a:tc>
                  <a:txBody>
                    <a:bodyPr/>
                    <a:lstStyle/>
                    <a:p>
                      <a:pPr algn="ctr"/>
                      <a:r>
                        <a:rPr lang="zh-TW" altLang="en-US" sz="1500">
                          <a:latin typeface="+mj-ea"/>
                          <a:ea typeface="+mj-ea"/>
                        </a:rPr>
                        <a:t>可靠連線</a:t>
                      </a:r>
                    </a:p>
                  </a:txBody>
                  <a:tcPr/>
                </a:tc>
                <a:tc>
                  <a:txBody>
                    <a:bodyPr/>
                    <a:lstStyle/>
                    <a:p>
                      <a:pPr algn="ctr"/>
                      <a:r>
                        <a:rPr lang="zh-TW" altLang="en-US" sz="1500">
                          <a:latin typeface="+mj-ea"/>
                          <a:ea typeface="+mj-ea"/>
                        </a:rPr>
                        <a:t>非可靠連線</a:t>
                      </a:r>
                    </a:p>
                  </a:txBody>
                  <a:tcPr/>
                </a:tc>
                <a:extLst>
                  <a:ext uri="{0D108BD9-81ED-4DB2-BD59-A6C34878D82A}">
                    <a16:rowId xmlns:a16="http://schemas.microsoft.com/office/drawing/2014/main" val="2747228684"/>
                  </a:ext>
                </a:extLst>
              </a:tr>
              <a:tr h="282539">
                <a:tc>
                  <a:txBody>
                    <a:bodyPr/>
                    <a:lstStyle/>
                    <a:p>
                      <a:pPr algn="ctr"/>
                      <a:r>
                        <a:rPr lang="zh-TW" altLang="en-US" sz="1500">
                          <a:latin typeface="+mj-ea"/>
                          <a:ea typeface="+mj-ea"/>
                        </a:rPr>
                        <a:t>速度</a:t>
                      </a:r>
                    </a:p>
                  </a:txBody>
                  <a:tcPr/>
                </a:tc>
                <a:tc>
                  <a:txBody>
                    <a:bodyPr/>
                    <a:lstStyle/>
                    <a:p>
                      <a:pPr algn="ctr"/>
                      <a:r>
                        <a:rPr lang="zh-TW" altLang="en-US" sz="1500">
                          <a:latin typeface="+mj-ea"/>
                          <a:ea typeface="+mj-ea"/>
                        </a:rPr>
                        <a:t>慢</a:t>
                      </a:r>
                    </a:p>
                  </a:txBody>
                  <a:tcPr/>
                </a:tc>
                <a:tc>
                  <a:txBody>
                    <a:bodyPr/>
                    <a:lstStyle/>
                    <a:p>
                      <a:pPr algn="ctr"/>
                      <a:r>
                        <a:rPr lang="zh-TW" altLang="en-US" sz="1500">
                          <a:latin typeface="+mj-ea"/>
                          <a:ea typeface="+mj-ea"/>
                        </a:rPr>
                        <a:t>快</a:t>
                      </a:r>
                    </a:p>
                  </a:txBody>
                  <a:tcPr/>
                </a:tc>
                <a:extLst>
                  <a:ext uri="{0D108BD9-81ED-4DB2-BD59-A6C34878D82A}">
                    <a16:rowId xmlns:a16="http://schemas.microsoft.com/office/drawing/2014/main" val="1284894011"/>
                  </a:ext>
                </a:extLst>
              </a:tr>
              <a:tr h="282539">
                <a:tc>
                  <a:txBody>
                    <a:bodyPr/>
                    <a:lstStyle/>
                    <a:p>
                      <a:pPr algn="ctr"/>
                      <a:r>
                        <a:rPr lang="zh-TW" altLang="en-US" sz="1500">
                          <a:latin typeface="+mj-ea"/>
                          <a:ea typeface="+mj-ea"/>
                        </a:rPr>
                        <a:t>穩定性</a:t>
                      </a:r>
                    </a:p>
                  </a:txBody>
                  <a:tcPr/>
                </a:tc>
                <a:tc>
                  <a:txBody>
                    <a:bodyPr/>
                    <a:lstStyle/>
                    <a:p>
                      <a:pPr algn="ctr"/>
                      <a:r>
                        <a:rPr lang="zh-TW" altLang="en-US" sz="1500">
                          <a:latin typeface="+mj-ea"/>
                          <a:ea typeface="+mj-ea"/>
                        </a:rPr>
                        <a:t>高</a:t>
                      </a:r>
                    </a:p>
                  </a:txBody>
                  <a:tcPr/>
                </a:tc>
                <a:tc>
                  <a:txBody>
                    <a:bodyPr/>
                    <a:lstStyle/>
                    <a:p>
                      <a:pPr algn="ctr"/>
                      <a:r>
                        <a:rPr lang="zh-TW" altLang="en-US" sz="1500">
                          <a:latin typeface="+mj-ea"/>
                          <a:ea typeface="+mj-ea"/>
                        </a:rPr>
                        <a:t>低</a:t>
                      </a:r>
                    </a:p>
                  </a:txBody>
                  <a:tcPr/>
                </a:tc>
                <a:extLst>
                  <a:ext uri="{0D108BD9-81ED-4DB2-BD59-A6C34878D82A}">
                    <a16:rowId xmlns:a16="http://schemas.microsoft.com/office/drawing/2014/main" val="588544074"/>
                  </a:ext>
                </a:extLst>
              </a:tr>
              <a:tr h="282539">
                <a:tc>
                  <a:txBody>
                    <a:bodyPr/>
                    <a:lstStyle/>
                    <a:p>
                      <a:pPr algn="ctr"/>
                      <a:r>
                        <a:rPr lang="zh-TW" altLang="en-US" sz="1500">
                          <a:latin typeface="+mj-ea"/>
                          <a:ea typeface="+mj-ea"/>
                        </a:rPr>
                        <a:t>範例</a:t>
                      </a:r>
                    </a:p>
                  </a:txBody>
                  <a:tcPr/>
                </a:tc>
                <a:tc>
                  <a:txBody>
                    <a:bodyPr/>
                    <a:lstStyle/>
                    <a:p>
                      <a:pPr algn="ctr"/>
                      <a:r>
                        <a:rPr lang="zh-TW" altLang="en-US" sz="1500">
                          <a:latin typeface="+mj-ea"/>
                          <a:ea typeface="+mj-ea"/>
                        </a:rPr>
                        <a:t>檔案傳送</a:t>
                      </a:r>
                    </a:p>
                  </a:txBody>
                  <a:tcPr/>
                </a:tc>
                <a:tc>
                  <a:txBody>
                    <a:bodyPr/>
                    <a:lstStyle/>
                    <a:p>
                      <a:pPr algn="ctr"/>
                      <a:r>
                        <a:rPr lang="zh-TW" altLang="en-US" sz="1500">
                          <a:latin typeface="+mj-ea"/>
                          <a:ea typeface="+mj-ea"/>
                        </a:rPr>
                        <a:t>影片串流</a:t>
                      </a:r>
                    </a:p>
                  </a:txBody>
                  <a:tcPr/>
                </a:tc>
                <a:extLst>
                  <a:ext uri="{0D108BD9-81ED-4DB2-BD59-A6C34878D82A}">
                    <a16:rowId xmlns:a16="http://schemas.microsoft.com/office/drawing/2014/main" val="2949392851"/>
                  </a:ext>
                </a:extLst>
              </a:tr>
            </a:tbl>
          </a:graphicData>
        </a:graphic>
      </p:graphicFrame>
      <p:sp>
        <p:nvSpPr>
          <p:cNvPr id="60" name="投影片編號版面配置區 59">
            <a:extLst>
              <a:ext uri="{FF2B5EF4-FFF2-40B4-BE49-F238E27FC236}">
                <a16:creationId xmlns:a16="http://schemas.microsoft.com/office/drawing/2014/main" id="{1216E94B-2497-4542-9730-3DD241BD3831}"/>
              </a:ext>
            </a:extLst>
          </p:cNvPr>
          <p:cNvSpPr>
            <a:spLocks noGrp="1"/>
          </p:cNvSpPr>
          <p:nvPr>
            <p:ph type="sldNum" sz="quarter" idx="12"/>
          </p:nvPr>
        </p:nvSpPr>
        <p:spPr/>
        <p:txBody>
          <a:bodyPr/>
          <a:lstStyle/>
          <a:p>
            <a:fld id="{B521127C-0C56-461F-B517-0D483F216F7D}" type="slidenum">
              <a:rPr lang="zh-TW" altLang="en-US" smtClean="0"/>
              <a:t>6</a:t>
            </a:fld>
            <a:endParaRPr lang="zh-TW" altLang="en-US"/>
          </a:p>
        </p:txBody>
      </p:sp>
      <p:cxnSp>
        <p:nvCxnSpPr>
          <p:cNvPr id="63" name="接點: 肘形 62">
            <a:extLst>
              <a:ext uri="{FF2B5EF4-FFF2-40B4-BE49-F238E27FC236}">
                <a16:creationId xmlns:a16="http://schemas.microsoft.com/office/drawing/2014/main" id="{B816AB5C-4EEC-4CD7-A48F-8C9A81E86D11}"/>
              </a:ext>
            </a:extLst>
          </p:cNvPr>
          <p:cNvCxnSpPr>
            <a:stCxn id="19" idx="0"/>
            <a:endCxn id="58" idx="2"/>
          </p:cNvCxnSpPr>
          <p:nvPr/>
        </p:nvCxnSpPr>
        <p:spPr>
          <a:xfrm rot="16200000" flipV="1">
            <a:off x="5298402" y="3401139"/>
            <a:ext cx="395300" cy="258036"/>
          </a:xfrm>
          <a:prstGeom prst="bentConnector3">
            <a:avLst>
              <a:gd name="adj1" fmla="val 50000"/>
            </a:avLst>
          </a:prstGeom>
        </p:spPr>
        <p:style>
          <a:lnRef idx="1">
            <a:schemeClr val="dk1"/>
          </a:lnRef>
          <a:fillRef idx="0">
            <a:schemeClr val="dk1"/>
          </a:fillRef>
          <a:effectRef idx="0">
            <a:schemeClr val="dk1"/>
          </a:effectRef>
          <a:fontRef idx="minor">
            <a:schemeClr val="tx1"/>
          </a:fontRef>
        </p:style>
      </p:cxnSp>
      <p:sp>
        <p:nvSpPr>
          <p:cNvPr id="23" name="標題 1"/>
          <p:cNvSpPr txBox="1">
            <a:spLocks/>
          </p:cNvSpPr>
          <p:nvPr/>
        </p:nvSpPr>
        <p:spPr>
          <a:xfrm>
            <a:off x="8337198" y="-88228"/>
            <a:ext cx="3854801" cy="6959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cap="all" baseline="0">
                <a:blipFill>
                  <a:blip r:embed="rId3">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altLang="zh-TW" sz="3500">
                <a:solidFill>
                  <a:schemeClr val="tx1"/>
                </a:solidFill>
              </a:rPr>
              <a:t>OSI</a:t>
            </a:r>
            <a:r>
              <a:rPr lang="zh-TW" altLang="en-US" sz="3500">
                <a:solidFill>
                  <a:schemeClr val="tx1"/>
                </a:solidFill>
              </a:rPr>
              <a:t>模型</a:t>
            </a:r>
          </a:p>
        </p:txBody>
      </p:sp>
      <p:sp>
        <p:nvSpPr>
          <p:cNvPr id="24" name="文字版面配置區 4"/>
          <p:cNvSpPr>
            <a:spLocks noGrp="1"/>
          </p:cNvSpPr>
          <p:nvPr>
            <p:ph type="body" sz="half" idx="2"/>
          </p:nvPr>
        </p:nvSpPr>
        <p:spPr>
          <a:xfrm>
            <a:off x="8337197" y="598568"/>
            <a:ext cx="3832685" cy="5674216"/>
          </a:xfrm>
        </p:spPr>
        <p:txBody>
          <a:bodyPr>
            <a:noAutofit/>
          </a:bodyPr>
          <a:lstStyle/>
          <a:p>
            <a:pPr algn="just"/>
            <a:r>
              <a:rPr lang="zh-TW" altLang="en-US" sz="1700" b="1">
                <a:latin typeface="Consolas" panose="020B0609020204030204" pitchFamily="49" charset="0"/>
                <a:ea typeface="+mj-ea"/>
              </a:rPr>
              <a:t>開放式系統互聯模型（英語</a:t>
            </a:r>
            <a:r>
              <a:rPr lang="en-US" altLang="zh-TW" sz="1700" b="1">
                <a:latin typeface="Consolas" panose="020B0609020204030204" pitchFamily="49" charset="0"/>
                <a:ea typeface="+mj-ea"/>
              </a:rPr>
              <a:t>:Open System Interconnection Model</a:t>
            </a:r>
            <a:r>
              <a:rPr lang="zh-TW" altLang="en-US" sz="1700" b="1">
                <a:latin typeface="Consolas" panose="020B0609020204030204" pitchFamily="49" charset="0"/>
                <a:ea typeface="+mj-ea"/>
              </a:rPr>
              <a:t>，縮寫</a:t>
            </a:r>
            <a:r>
              <a:rPr lang="en-US" altLang="zh-TW" sz="1700" b="1">
                <a:latin typeface="Consolas" panose="020B0609020204030204" pitchFamily="49" charset="0"/>
                <a:ea typeface="+mj-ea"/>
              </a:rPr>
              <a:t>:OSI</a:t>
            </a:r>
            <a:r>
              <a:rPr lang="zh-TW" altLang="en-US" sz="1700" b="1">
                <a:latin typeface="Consolas" panose="020B0609020204030204" pitchFamily="49" charset="0"/>
                <a:ea typeface="+mj-ea"/>
              </a:rPr>
              <a:t>；簡稱為</a:t>
            </a:r>
            <a:r>
              <a:rPr lang="en-US" altLang="zh-TW" sz="1700" b="1">
                <a:latin typeface="Consolas" panose="020B0609020204030204" pitchFamily="49" charset="0"/>
                <a:ea typeface="+mj-ea"/>
              </a:rPr>
              <a:t>OSI</a:t>
            </a:r>
            <a:r>
              <a:rPr lang="zh-TW" altLang="en-US" sz="1700" b="1">
                <a:latin typeface="Consolas" panose="020B0609020204030204" pitchFamily="49" charset="0"/>
                <a:ea typeface="+mj-ea"/>
              </a:rPr>
              <a:t>模型）是一種概念模型，由國際標準化組織提出，一個試圖使各種電腦在世界範圍內互連為網路的標準框架。定義於</a:t>
            </a:r>
            <a:r>
              <a:rPr lang="en-US" altLang="zh-TW" sz="1700" b="1">
                <a:latin typeface="Consolas" panose="020B0609020204030204" pitchFamily="49" charset="0"/>
                <a:ea typeface="+mj-ea"/>
              </a:rPr>
              <a:t>ISO/IEC 7498-1</a:t>
            </a:r>
            <a:r>
              <a:rPr lang="zh-TW" altLang="en-US" sz="1700" b="1">
                <a:latin typeface="Consolas" panose="020B0609020204030204" pitchFamily="49" charset="0"/>
                <a:ea typeface="+mj-ea"/>
              </a:rPr>
              <a:t>。</a:t>
            </a:r>
          </a:p>
          <a:p>
            <a:pPr algn="just"/>
            <a:r>
              <a:rPr lang="zh-TW" altLang="en-US" sz="1700" b="1">
                <a:latin typeface="Consolas" panose="020B0609020204030204" pitchFamily="49" charset="0"/>
                <a:ea typeface="+mj-ea"/>
              </a:rPr>
              <a:t>該模型將通訊系統中的資料流劃分為七個層，從分散式應用程式資料的最高層表示到跨通訊媒介傳輸資料的物理實現。每個中間層為其上一層提供功能，其自身功能則由其下一層提供。功能的類別通過標準的通訊協定在軟體中實現。</a:t>
            </a:r>
          </a:p>
          <a:p>
            <a:pPr algn="just"/>
            <a:r>
              <a:rPr lang="zh-TW" altLang="en-US" sz="1700" b="1">
                <a:latin typeface="Consolas" panose="020B0609020204030204" pitchFamily="49" charset="0"/>
                <a:ea typeface="+mj-ea"/>
              </a:rPr>
              <a:t>開放式系統互聯模型的開發始於上世紀</a:t>
            </a:r>
            <a:r>
              <a:rPr lang="en-US" altLang="zh-TW" sz="1700" b="1">
                <a:latin typeface="Consolas" panose="020B0609020204030204" pitchFamily="49" charset="0"/>
                <a:ea typeface="+mj-ea"/>
              </a:rPr>
              <a:t>70</a:t>
            </a:r>
            <a:r>
              <a:rPr lang="zh-TW" altLang="en-US" sz="1700" b="1">
                <a:latin typeface="Consolas" panose="020B0609020204030204" pitchFamily="49" charset="0"/>
                <a:ea typeface="+mj-ea"/>
              </a:rPr>
              <a:t>年代後期，用以支援各種電腦聯網方法的出現。在上世紀</a:t>
            </a:r>
            <a:r>
              <a:rPr lang="en-US" altLang="zh-TW" sz="1700" b="1">
                <a:latin typeface="Consolas" panose="020B0609020204030204" pitchFamily="49" charset="0"/>
                <a:ea typeface="+mj-ea"/>
              </a:rPr>
              <a:t>80</a:t>
            </a:r>
            <a:r>
              <a:rPr lang="zh-TW" altLang="en-US" sz="1700" b="1">
                <a:latin typeface="Consolas" panose="020B0609020204030204" pitchFamily="49" charset="0"/>
                <a:ea typeface="+mj-ea"/>
              </a:rPr>
              <a:t>年代，該模型成為國際標準化組織（</a:t>
            </a:r>
            <a:r>
              <a:rPr lang="en-US" altLang="zh-TW" sz="1700" b="1">
                <a:latin typeface="Consolas" panose="020B0609020204030204" pitchFamily="49" charset="0"/>
                <a:ea typeface="+mj-ea"/>
              </a:rPr>
              <a:t>ISO</a:t>
            </a:r>
            <a:r>
              <a:rPr lang="zh-TW" altLang="en-US" sz="1700" b="1">
                <a:latin typeface="Consolas" panose="020B0609020204030204" pitchFamily="49" charset="0"/>
                <a:ea typeface="+mj-ea"/>
              </a:rPr>
              <a:t>）開放系統互連小組的工作產品。</a:t>
            </a:r>
            <a:endParaRPr lang="en-US" altLang="zh-TW" sz="1700" b="1">
              <a:latin typeface="Consolas" panose="020B0609020204030204" pitchFamily="49" charset="0"/>
              <a:ea typeface="+mj-ea"/>
            </a:endParaRPr>
          </a:p>
          <a:p>
            <a:pPr algn="r"/>
            <a:r>
              <a:rPr lang="en-US" altLang="zh-TW" sz="1700" b="1">
                <a:latin typeface="Consolas" panose="020B0609020204030204" pitchFamily="49" charset="0"/>
                <a:ea typeface="+mj-ea"/>
              </a:rPr>
              <a:t>		&lt;</a:t>
            </a:r>
            <a:r>
              <a:rPr lang="zh-TW" altLang="en-US" sz="1700" b="1">
                <a:latin typeface="Consolas" panose="020B0609020204030204" pitchFamily="49" charset="0"/>
                <a:ea typeface="+mj-ea"/>
              </a:rPr>
              <a:t>維基百科</a:t>
            </a:r>
            <a:r>
              <a:rPr lang="en-US" altLang="zh-TW" sz="1700" b="1">
                <a:latin typeface="Consolas" panose="020B0609020204030204" pitchFamily="49" charset="0"/>
                <a:ea typeface="+mj-ea"/>
              </a:rPr>
              <a:t>&gt;</a:t>
            </a:r>
            <a:endParaRPr lang="zh-TW" altLang="en-US" sz="1700" b="1">
              <a:latin typeface="Consolas" panose="020B0609020204030204" pitchFamily="49" charset="0"/>
              <a:ea typeface="+mj-ea"/>
            </a:endParaRPr>
          </a:p>
        </p:txBody>
      </p:sp>
    </p:spTree>
    <p:extLst>
      <p:ext uri="{BB962C8B-B14F-4D97-AF65-F5344CB8AC3E}">
        <p14:creationId xmlns:p14="http://schemas.microsoft.com/office/powerpoint/2010/main" val="37174069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圖片 9">
            <a:extLst>
              <a:ext uri="{FF2B5EF4-FFF2-40B4-BE49-F238E27FC236}">
                <a16:creationId xmlns:a16="http://schemas.microsoft.com/office/drawing/2014/main" id="{9EB2D7C6-8CAA-4A8B-8A0E-5A04AB80DC16}"/>
              </a:ext>
            </a:extLst>
          </p:cNvPr>
          <p:cNvPicPr>
            <a:picLocks noChangeAspect="1"/>
          </p:cNvPicPr>
          <p:nvPr/>
        </p:nvPicPr>
        <p:blipFill>
          <a:blip r:embed="rId2"/>
          <a:stretch>
            <a:fillRect/>
          </a:stretch>
        </p:blipFill>
        <p:spPr>
          <a:xfrm>
            <a:off x="208913" y="828672"/>
            <a:ext cx="2027424" cy="5921154"/>
          </a:xfrm>
          <a:prstGeom prst="rect">
            <a:avLst/>
          </a:prstGeom>
        </p:spPr>
      </p:pic>
      <p:cxnSp>
        <p:nvCxnSpPr>
          <p:cNvPr id="22" name="直線接點 21">
            <a:extLst>
              <a:ext uri="{FF2B5EF4-FFF2-40B4-BE49-F238E27FC236}">
                <a16:creationId xmlns:a16="http://schemas.microsoft.com/office/drawing/2014/main" id="{4163B5F1-9F4C-43EC-BB67-3845371984D3}"/>
              </a:ext>
            </a:extLst>
          </p:cNvPr>
          <p:cNvCxnSpPr>
            <a:cxnSpLocks/>
          </p:cNvCxnSpPr>
          <p:nvPr/>
        </p:nvCxnSpPr>
        <p:spPr>
          <a:xfrm flipV="1">
            <a:off x="2294647" y="1263721"/>
            <a:ext cx="345811" cy="307994"/>
          </a:xfrm>
          <a:prstGeom prst="line">
            <a:avLst/>
          </a:prstGeom>
        </p:spPr>
        <p:style>
          <a:lnRef idx="1">
            <a:schemeClr val="dk1"/>
          </a:lnRef>
          <a:fillRef idx="0">
            <a:schemeClr val="dk1"/>
          </a:fillRef>
          <a:effectRef idx="0">
            <a:schemeClr val="dk1"/>
          </a:effectRef>
          <a:fontRef idx="minor">
            <a:schemeClr val="tx1"/>
          </a:fontRef>
        </p:style>
      </p:cxnSp>
      <p:sp>
        <p:nvSpPr>
          <p:cNvPr id="56" name="文字方塊 55">
            <a:extLst>
              <a:ext uri="{FF2B5EF4-FFF2-40B4-BE49-F238E27FC236}">
                <a16:creationId xmlns:a16="http://schemas.microsoft.com/office/drawing/2014/main" id="{D738ADE2-0EB1-40D8-AD24-F03AD045700F}"/>
              </a:ext>
            </a:extLst>
          </p:cNvPr>
          <p:cNvSpPr txBox="1"/>
          <p:nvPr/>
        </p:nvSpPr>
        <p:spPr>
          <a:xfrm>
            <a:off x="3137850" y="2675467"/>
            <a:ext cx="184731" cy="369332"/>
          </a:xfrm>
          <a:prstGeom prst="rect">
            <a:avLst/>
          </a:prstGeom>
          <a:noFill/>
        </p:spPr>
        <p:txBody>
          <a:bodyPr wrap="none" rtlCol="0">
            <a:spAutoFit/>
          </a:bodyPr>
          <a:lstStyle/>
          <a:p>
            <a:endParaRPr lang="zh-TW" altLang="en-US"/>
          </a:p>
        </p:txBody>
      </p:sp>
      <p:sp>
        <p:nvSpPr>
          <p:cNvPr id="6" name="文字版面配置區 5"/>
          <p:cNvSpPr>
            <a:spLocks noGrp="1"/>
          </p:cNvSpPr>
          <p:nvPr>
            <p:ph type="body" sz="half" idx="2"/>
          </p:nvPr>
        </p:nvSpPr>
        <p:spPr>
          <a:xfrm>
            <a:off x="8303491" y="562551"/>
            <a:ext cx="3888510" cy="5817228"/>
          </a:xfrm>
        </p:spPr>
        <p:txBody>
          <a:bodyPr>
            <a:noAutofit/>
          </a:bodyPr>
          <a:lstStyle/>
          <a:p>
            <a:pPr algn="just"/>
            <a:r>
              <a:rPr lang="zh-TW" altLang="en-US" sz="1450" b="1">
                <a:latin typeface="Consolas" panose="020B0609020204030204" pitchFamily="49" charset="0"/>
                <a:ea typeface="+mj-ea"/>
              </a:rPr>
              <a:t>超文本傳輸協定（英語</a:t>
            </a:r>
            <a:r>
              <a:rPr lang="en-US" altLang="zh-TW" sz="1450" b="1">
                <a:latin typeface="Consolas" panose="020B0609020204030204" pitchFamily="49" charset="0"/>
                <a:ea typeface="+mj-ea"/>
              </a:rPr>
              <a:t>:HyperText Transfer Protocol</a:t>
            </a:r>
            <a:r>
              <a:rPr lang="zh-TW" altLang="en-US" sz="1450" b="1">
                <a:latin typeface="Consolas" panose="020B0609020204030204" pitchFamily="49" charset="0"/>
                <a:ea typeface="+mj-ea"/>
              </a:rPr>
              <a:t>，縮寫</a:t>
            </a:r>
            <a:r>
              <a:rPr lang="en-US" altLang="zh-TW" sz="1450" b="1">
                <a:latin typeface="Consolas" panose="020B0609020204030204" pitchFamily="49" charset="0"/>
                <a:ea typeface="+mj-ea"/>
              </a:rPr>
              <a:t>:HTTP</a:t>
            </a:r>
            <a:r>
              <a:rPr lang="zh-TW" altLang="en-US" sz="1450" b="1">
                <a:latin typeface="Consolas" panose="020B0609020204030204" pitchFamily="49" charset="0"/>
                <a:ea typeface="+mj-ea"/>
              </a:rPr>
              <a:t>）是一種用於分佈式、協作式和超媒體訊息系統的應用層協定。</a:t>
            </a:r>
            <a:r>
              <a:rPr lang="en-US" altLang="zh-TW" sz="1450" b="1">
                <a:latin typeface="Consolas" panose="020B0609020204030204" pitchFamily="49" charset="0"/>
                <a:ea typeface="+mj-ea"/>
              </a:rPr>
              <a:t>HTTP</a:t>
            </a:r>
            <a:r>
              <a:rPr lang="zh-TW" altLang="en-US" sz="1450" b="1">
                <a:latin typeface="Consolas" panose="020B0609020204030204" pitchFamily="49" charset="0"/>
                <a:ea typeface="+mj-ea"/>
              </a:rPr>
              <a:t>是全球資訊網的數據通信的基礎。</a:t>
            </a:r>
          </a:p>
          <a:p>
            <a:pPr algn="just"/>
            <a:r>
              <a:rPr lang="zh-TW" altLang="en-US" sz="1450" b="1">
                <a:latin typeface="Consolas" panose="020B0609020204030204" pitchFamily="49" charset="0"/>
                <a:ea typeface="+mj-ea"/>
              </a:rPr>
              <a:t>設計</a:t>
            </a:r>
            <a:r>
              <a:rPr lang="en-US" altLang="zh-TW" sz="1450" b="1">
                <a:latin typeface="Consolas" panose="020B0609020204030204" pitchFamily="49" charset="0"/>
                <a:ea typeface="+mj-ea"/>
              </a:rPr>
              <a:t>HTTP</a:t>
            </a:r>
            <a:r>
              <a:rPr lang="zh-TW" altLang="en-US" sz="1450" b="1">
                <a:latin typeface="Consolas" panose="020B0609020204030204" pitchFamily="49" charset="0"/>
                <a:ea typeface="+mj-ea"/>
              </a:rPr>
              <a:t>最初的目的是為了提供一種發布和接收</a:t>
            </a:r>
            <a:r>
              <a:rPr lang="en-US" altLang="zh-TW" sz="1450" b="1">
                <a:latin typeface="Consolas" panose="020B0609020204030204" pitchFamily="49" charset="0"/>
                <a:ea typeface="+mj-ea"/>
              </a:rPr>
              <a:t>HTML</a:t>
            </a:r>
            <a:r>
              <a:rPr lang="zh-TW" altLang="en-US" sz="1450" b="1">
                <a:latin typeface="Consolas" panose="020B0609020204030204" pitchFamily="49" charset="0"/>
                <a:ea typeface="+mj-ea"/>
              </a:rPr>
              <a:t>頁面的方法。透過</a:t>
            </a:r>
            <a:r>
              <a:rPr lang="en-US" altLang="zh-TW" sz="1450" b="1">
                <a:latin typeface="Consolas" panose="020B0609020204030204" pitchFamily="49" charset="0"/>
                <a:ea typeface="+mj-ea"/>
              </a:rPr>
              <a:t>HTTP</a:t>
            </a:r>
            <a:r>
              <a:rPr lang="zh-TW" altLang="en-US" sz="1450" b="1">
                <a:latin typeface="Consolas" panose="020B0609020204030204" pitchFamily="49" charset="0"/>
                <a:ea typeface="+mj-ea"/>
              </a:rPr>
              <a:t>或者</a:t>
            </a:r>
            <a:r>
              <a:rPr lang="en-US" altLang="zh-TW" sz="1450" b="1">
                <a:latin typeface="Consolas" panose="020B0609020204030204" pitchFamily="49" charset="0"/>
                <a:ea typeface="+mj-ea"/>
              </a:rPr>
              <a:t>HTTPS</a:t>
            </a:r>
            <a:r>
              <a:rPr lang="zh-TW" altLang="en-US" sz="1450" b="1">
                <a:latin typeface="Consolas" panose="020B0609020204030204" pitchFamily="49" charset="0"/>
                <a:ea typeface="+mj-ea"/>
              </a:rPr>
              <a:t>協定請求的資源由統一資源識別碼（</a:t>
            </a:r>
            <a:r>
              <a:rPr lang="en-US" altLang="zh-TW" sz="1450" b="1">
                <a:latin typeface="Consolas" panose="020B0609020204030204" pitchFamily="49" charset="0"/>
                <a:ea typeface="+mj-ea"/>
              </a:rPr>
              <a:t>Uniform Resource Identifiers</a:t>
            </a:r>
            <a:r>
              <a:rPr lang="zh-TW" altLang="en-US" sz="1450" b="1">
                <a:latin typeface="Consolas" panose="020B0609020204030204" pitchFamily="49" charset="0"/>
                <a:ea typeface="+mj-ea"/>
              </a:rPr>
              <a:t>，</a:t>
            </a:r>
            <a:r>
              <a:rPr lang="en-US" altLang="zh-TW" sz="1450" b="1">
                <a:latin typeface="Consolas" panose="020B0609020204030204" pitchFamily="49" charset="0"/>
                <a:ea typeface="+mj-ea"/>
              </a:rPr>
              <a:t>URI</a:t>
            </a:r>
            <a:r>
              <a:rPr lang="zh-TW" altLang="en-US" sz="1450" b="1">
                <a:latin typeface="Consolas" panose="020B0609020204030204" pitchFamily="49" charset="0"/>
                <a:ea typeface="+mj-ea"/>
              </a:rPr>
              <a:t>）來標識。</a:t>
            </a:r>
            <a:endParaRPr lang="en-US" altLang="zh-TW" sz="1450" b="1">
              <a:latin typeface="Consolas" panose="020B0609020204030204" pitchFamily="49" charset="0"/>
              <a:ea typeface="+mj-ea"/>
            </a:endParaRPr>
          </a:p>
          <a:p>
            <a:pPr algn="just"/>
            <a:r>
              <a:rPr lang="en-US" altLang="zh-TW" sz="1450" b="1">
                <a:latin typeface="Consolas" panose="020B0609020204030204" pitchFamily="49" charset="0"/>
                <a:ea typeface="+mj-ea"/>
              </a:rPr>
              <a:t>HTTP</a:t>
            </a:r>
            <a:r>
              <a:rPr lang="zh-TW" altLang="en-US" sz="1450" b="1">
                <a:latin typeface="Consolas" panose="020B0609020204030204" pitchFamily="49" charset="0"/>
                <a:ea typeface="+mj-ea"/>
              </a:rPr>
              <a:t>的發展是由提姆</a:t>
            </a:r>
            <a:r>
              <a:rPr lang="en-US" altLang="zh-TW" sz="1450" b="1">
                <a:latin typeface="Consolas" panose="020B0609020204030204" pitchFamily="49" charset="0"/>
                <a:ea typeface="+mj-ea"/>
              </a:rPr>
              <a:t>·</a:t>
            </a:r>
            <a:r>
              <a:rPr lang="zh-TW" altLang="en-US" sz="1450" b="1">
                <a:latin typeface="Consolas" panose="020B0609020204030204" pitchFamily="49" charset="0"/>
                <a:ea typeface="+mj-ea"/>
              </a:rPr>
              <a:t>柏內茲</a:t>
            </a:r>
            <a:r>
              <a:rPr lang="en-US" altLang="zh-TW" sz="1450" b="1">
                <a:latin typeface="Consolas" panose="020B0609020204030204" pitchFamily="49" charset="0"/>
                <a:ea typeface="+mj-ea"/>
              </a:rPr>
              <a:t>-</a:t>
            </a:r>
            <a:r>
              <a:rPr lang="zh-TW" altLang="en-US" sz="1450" b="1">
                <a:latin typeface="Consolas" panose="020B0609020204030204" pitchFamily="49" charset="0"/>
                <a:ea typeface="+mj-ea"/>
              </a:rPr>
              <a:t>李於</a:t>
            </a:r>
            <a:r>
              <a:rPr lang="en-US" altLang="zh-TW" sz="1450" b="1">
                <a:latin typeface="Consolas" panose="020B0609020204030204" pitchFamily="49" charset="0"/>
                <a:ea typeface="+mj-ea"/>
              </a:rPr>
              <a:t>1989</a:t>
            </a:r>
            <a:r>
              <a:rPr lang="zh-TW" altLang="en-US" sz="1450" b="1">
                <a:latin typeface="Consolas" panose="020B0609020204030204" pitchFamily="49" charset="0"/>
                <a:ea typeface="+mj-ea"/>
              </a:rPr>
              <a:t>年在歐洲核子研究組織（</a:t>
            </a:r>
            <a:r>
              <a:rPr lang="en-US" altLang="zh-TW" sz="1450" b="1">
                <a:latin typeface="Consolas" panose="020B0609020204030204" pitchFamily="49" charset="0"/>
                <a:ea typeface="+mj-ea"/>
              </a:rPr>
              <a:t>CERN</a:t>
            </a:r>
            <a:r>
              <a:rPr lang="zh-TW" altLang="en-US" sz="1450" b="1">
                <a:latin typeface="Consolas" panose="020B0609020204030204" pitchFamily="49" charset="0"/>
                <a:ea typeface="+mj-ea"/>
              </a:rPr>
              <a:t>）所發起。</a:t>
            </a:r>
            <a:r>
              <a:rPr lang="en-US" altLang="zh-TW" sz="1450" b="1">
                <a:latin typeface="Consolas" panose="020B0609020204030204" pitchFamily="49" charset="0"/>
                <a:ea typeface="+mj-ea"/>
              </a:rPr>
              <a:t>HTTP</a:t>
            </a:r>
            <a:r>
              <a:rPr lang="zh-TW" altLang="en-US" sz="1450" b="1">
                <a:latin typeface="Consolas" panose="020B0609020204030204" pitchFamily="49" charset="0"/>
                <a:ea typeface="+mj-ea"/>
              </a:rPr>
              <a:t>的標準制定由全球資訊網協會和網際網路工程任務組進行協調，最終發布了一系列的</a:t>
            </a:r>
            <a:r>
              <a:rPr lang="en-US" altLang="zh-TW" sz="1450" b="1">
                <a:latin typeface="Consolas" panose="020B0609020204030204" pitchFamily="49" charset="0"/>
                <a:ea typeface="+mj-ea"/>
              </a:rPr>
              <a:t>RFC</a:t>
            </a:r>
            <a:r>
              <a:rPr lang="zh-TW" altLang="en-US" sz="1450" b="1">
                <a:latin typeface="Consolas" panose="020B0609020204030204" pitchFamily="49" charset="0"/>
                <a:ea typeface="+mj-ea"/>
              </a:rPr>
              <a:t>，其中最著名的是</a:t>
            </a:r>
            <a:r>
              <a:rPr lang="en-US" altLang="zh-TW" sz="1450" b="1">
                <a:latin typeface="Consolas" panose="020B0609020204030204" pitchFamily="49" charset="0"/>
                <a:ea typeface="+mj-ea"/>
              </a:rPr>
              <a:t>1999</a:t>
            </a:r>
            <a:r>
              <a:rPr lang="zh-TW" altLang="en-US" sz="1450" b="1">
                <a:latin typeface="Consolas" panose="020B0609020204030204" pitchFamily="49" charset="0"/>
                <a:ea typeface="+mj-ea"/>
              </a:rPr>
              <a:t>年</a:t>
            </a:r>
            <a:r>
              <a:rPr lang="en-US" altLang="zh-TW" sz="1450" b="1">
                <a:latin typeface="Consolas" panose="020B0609020204030204" pitchFamily="49" charset="0"/>
                <a:ea typeface="+mj-ea"/>
              </a:rPr>
              <a:t>6</a:t>
            </a:r>
            <a:r>
              <a:rPr lang="zh-TW" altLang="en-US" sz="1450" b="1">
                <a:latin typeface="Consolas" panose="020B0609020204030204" pitchFamily="49" charset="0"/>
                <a:ea typeface="+mj-ea"/>
              </a:rPr>
              <a:t>月公佈的 </a:t>
            </a:r>
            <a:r>
              <a:rPr lang="en-US" altLang="zh-TW" sz="1450" b="1">
                <a:latin typeface="Consolas" panose="020B0609020204030204" pitchFamily="49" charset="0"/>
                <a:ea typeface="+mj-ea"/>
              </a:rPr>
              <a:t>RFC 2616</a:t>
            </a:r>
            <a:r>
              <a:rPr lang="zh-TW" altLang="en-US" sz="1450" b="1">
                <a:latin typeface="Consolas" panose="020B0609020204030204" pitchFamily="49" charset="0"/>
                <a:ea typeface="+mj-ea"/>
              </a:rPr>
              <a:t>，定義了</a:t>
            </a:r>
            <a:r>
              <a:rPr lang="en-US" altLang="zh-TW" sz="1450" b="1">
                <a:latin typeface="Consolas" panose="020B0609020204030204" pitchFamily="49" charset="0"/>
                <a:ea typeface="+mj-ea"/>
              </a:rPr>
              <a:t>HTTP</a:t>
            </a:r>
            <a:r>
              <a:rPr lang="zh-TW" altLang="en-US" sz="1450" b="1">
                <a:latin typeface="Consolas" panose="020B0609020204030204" pitchFamily="49" charset="0"/>
                <a:ea typeface="+mj-ea"/>
              </a:rPr>
              <a:t>協定中現今廣泛使用的一個版本</a:t>
            </a:r>
            <a:r>
              <a:rPr lang="en-US" altLang="zh-TW" sz="1450" b="1">
                <a:latin typeface="Consolas" panose="020B0609020204030204" pitchFamily="49" charset="0"/>
                <a:ea typeface="+mj-ea"/>
              </a:rPr>
              <a:t>——HTTP 1.1</a:t>
            </a:r>
            <a:r>
              <a:rPr lang="zh-TW" altLang="en-US" sz="1450" b="1">
                <a:latin typeface="Consolas" panose="020B0609020204030204" pitchFamily="49" charset="0"/>
                <a:ea typeface="+mj-ea"/>
              </a:rPr>
              <a:t>。</a:t>
            </a:r>
          </a:p>
          <a:p>
            <a:pPr algn="just"/>
            <a:r>
              <a:rPr lang="en-US" altLang="zh-TW" sz="1450" b="1">
                <a:latin typeface="Consolas" panose="020B0609020204030204" pitchFamily="49" charset="0"/>
                <a:ea typeface="+mj-ea"/>
              </a:rPr>
              <a:t>2014</a:t>
            </a:r>
            <a:r>
              <a:rPr lang="zh-TW" altLang="en-US" sz="1450" b="1">
                <a:latin typeface="Consolas" panose="020B0609020204030204" pitchFamily="49" charset="0"/>
                <a:ea typeface="+mj-ea"/>
              </a:rPr>
              <a:t>年</a:t>
            </a:r>
            <a:r>
              <a:rPr lang="en-US" altLang="zh-TW" sz="1450" b="1">
                <a:latin typeface="Consolas" panose="020B0609020204030204" pitchFamily="49" charset="0"/>
                <a:ea typeface="+mj-ea"/>
              </a:rPr>
              <a:t>12</a:t>
            </a:r>
            <a:r>
              <a:rPr lang="zh-TW" altLang="en-US" sz="1450" b="1">
                <a:latin typeface="Consolas" panose="020B0609020204030204" pitchFamily="49" charset="0"/>
                <a:ea typeface="+mj-ea"/>
              </a:rPr>
              <a:t>月，網際網路工程任務組（</a:t>
            </a:r>
            <a:r>
              <a:rPr lang="en-US" altLang="zh-TW" sz="1450" b="1">
                <a:latin typeface="Consolas" panose="020B0609020204030204" pitchFamily="49" charset="0"/>
                <a:ea typeface="+mj-ea"/>
              </a:rPr>
              <a:t>IETF</a:t>
            </a:r>
            <a:r>
              <a:rPr lang="zh-TW" altLang="en-US" sz="1450" b="1">
                <a:latin typeface="Consolas" panose="020B0609020204030204" pitchFamily="49" charset="0"/>
                <a:ea typeface="+mj-ea"/>
              </a:rPr>
              <a:t>）的</a:t>
            </a:r>
            <a:r>
              <a:rPr lang="en-US" altLang="zh-TW" sz="1450" b="1">
                <a:latin typeface="Consolas" panose="020B0609020204030204" pitchFamily="49" charset="0"/>
                <a:ea typeface="+mj-ea"/>
              </a:rPr>
              <a:t>Hypertext Transfer Protocol Bis</a:t>
            </a:r>
            <a:r>
              <a:rPr lang="zh-TW" altLang="en-US" sz="1450" b="1">
                <a:latin typeface="Consolas" panose="020B0609020204030204" pitchFamily="49" charset="0"/>
                <a:ea typeface="+mj-ea"/>
              </a:rPr>
              <a:t>（</a:t>
            </a:r>
            <a:r>
              <a:rPr lang="en-US" altLang="zh-TW" sz="1450" b="1">
                <a:latin typeface="Consolas" panose="020B0609020204030204" pitchFamily="49" charset="0"/>
                <a:ea typeface="+mj-ea"/>
              </a:rPr>
              <a:t>httpbis</a:t>
            </a:r>
            <a:r>
              <a:rPr lang="zh-TW" altLang="en-US" sz="1450" b="1">
                <a:latin typeface="Consolas" panose="020B0609020204030204" pitchFamily="49" charset="0"/>
                <a:ea typeface="+mj-ea"/>
              </a:rPr>
              <a:t>）工作小組將</a:t>
            </a:r>
            <a:r>
              <a:rPr lang="en-US" altLang="zh-TW" sz="1450" b="1">
                <a:latin typeface="Consolas" panose="020B0609020204030204" pitchFamily="49" charset="0"/>
                <a:ea typeface="+mj-ea"/>
              </a:rPr>
              <a:t>HTTP/2</a:t>
            </a:r>
            <a:r>
              <a:rPr lang="zh-TW" altLang="en-US" sz="1450" b="1">
                <a:latin typeface="Consolas" panose="020B0609020204030204" pitchFamily="49" charset="0"/>
                <a:ea typeface="+mj-ea"/>
              </a:rPr>
              <a:t>標準提議遞交至</a:t>
            </a:r>
            <a:r>
              <a:rPr lang="en-US" altLang="zh-TW" sz="1450" b="1">
                <a:latin typeface="Consolas" panose="020B0609020204030204" pitchFamily="49" charset="0"/>
                <a:ea typeface="+mj-ea"/>
              </a:rPr>
              <a:t>IESG</a:t>
            </a:r>
            <a:r>
              <a:rPr lang="zh-TW" altLang="en-US" sz="1450" b="1">
                <a:latin typeface="Consolas" panose="020B0609020204030204" pitchFamily="49" charset="0"/>
                <a:ea typeface="+mj-ea"/>
              </a:rPr>
              <a:t>進行討論，於</a:t>
            </a:r>
            <a:r>
              <a:rPr lang="en-US" altLang="zh-TW" sz="1450" b="1">
                <a:latin typeface="Consolas" panose="020B0609020204030204" pitchFamily="49" charset="0"/>
                <a:ea typeface="+mj-ea"/>
              </a:rPr>
              <a:t>2015</a:t>
            </a:r>
            <a:r>
              <a:rPr lang="zh-TW" altLang="en-US" sz="1450" b="1">
                <a:latin typeface="Consolas" panose="020B0609020204030204" pitchFamily="49" charset="0"/>
                <a:ea typeface="+mj-ea"/>
              </a:rPr>
              <a:t>年</a:t>
            </a:r>
            <a:r>
              <a:rPr lang="en-US" altLang="zh-TW" sz="1450" b="1">
                <a:latin typeface="Consolas" panose="020B0609020204030204" pitchFamily="49" charset="0"/>
                <a:ea typeface="+mj-ea"/>
              </a:rPr>
              <a:t>2</a:t>
            </a:r>
            <a:r>
              <a:rPr lang="zh-TW" altLang="en-US" sz="1450" b="1">
                <a:latin typeface="Consolas" panose="020B0609020204030204" pitchFamily="49" charset="0"/>
                <a:ea typeface="+mj-ea"/>
              </a:rPr>
              <a:t>月</a:t>
            </a:r>
            <a:r>
              <a:rPr lang="en-US" altLang="zh-TW" sz="1450" b="1">
                <a:latin typeface="Consolas" panose="020B0609020204030204" pitchFamily="49" charset="0"/>
                <a:ea typeface="+mj-ea"/>
              </a:rPr>
              <a:t>17</a:t>
            </a:r>
            <a:r>
              <a:rPr lang="zh-TW" altLang="en-US" sz="1450" b="1">
                <a:latin typeface="Consolas" panose="020B0609020204030204" pitchFamily="49" charset="0"/>
                <a:ea typeface="+mj-ea"/>
              </a:rPr>
              <a:t>日被批准。</a:t>
            </a:r>
            <a:r>
              <a:rPr lang="en-US" altLang="zh-TW" sz="1450" b="1">
                <a:latin typeface="Consolas" panose="020B0609020204030204" pitchFamily="49" charset="0"/>
                <a:ea typeface="+mj-ea"/>
              </a:rPr>
              <a:t>HTTP/2</a:t>
            </a:r>
            <a:r>
              <a:rPr lang="zh-TW" altLang="en-US" sz="1450" b="1">
                <a:latin typeface="Consolas" panose="020B0609020204030204" pitchFamily="49" charset="0"/>
                <a:ea typeface="+mj-ea"/>
              </a:rPr>
              <a:t>標準於</a:t>
            </a:r>
            <a:r>
              <a:rPr lang="en-US" altLang="zh-TW" sz="1450" b="1">
                <a:latin typeface="Consolas" panose="020B0609020204030204" pitchFamily="49" charset="0"/>
                <a:ea typeface="+mj-ea"/>
              </a:rPr>
              <a:t>2015</a:t>
            </a:r>
            <a:r>
              <a:rPr lang="zh-TW" altLang="en-US" sz="1450" b="1">
                <a:latin typeface="Consolas" panose="020B0609020204030204" pitchFamily="49" charset="0"/>
                <a:ea typeface="+mj-ea"/>
              </a:rPr>
              <a:t>年</a:t>
            </a:r>
            <a:r>
              <a:rPr lang="en-US" altLang="zh-TW" sz="1450" b="1">
                <a:latin typeface="Consolas" panose="020B0609020204030204" pitchFamily="49" charset="0"/>
                <a:ea typeface="+mj-ea"/>
              </a:rPr>
              <a:t>5</a:t>
            </a:r>
            <a:r>
              <a:rPr lang="zh-TW" altLang="en-US" sz="1450" b="1">
                <a:latin typeface="Consolas" panose="020B0609020204030204" pitchFamily="49" charset="0"/>
                <a:ea typeface="+mj-ea"/>
              </a:rPr>
              <a:t>月以</a:t>
            </a:r>
            <a:r>
              <a:rPr lang="en-US" altLang="zh-TW" sz="1450" b="1">
                <a:latin typeface="Consolas" panose="020B0609020204030204" pitchFamily="49" charset="0"/>
                <a:ea typeface="+mj-ea"/>
              </a:rPr>
              <a:t>RFC 7540</a:t>
            </a:r>
            <a:r>
              <a:rPr lang="zh-TW" altLang="en-US" sz="1450" b="1">
                <a:latin typeface="Consolas" panose="020B0609020204030204" pitchFamily="49" charset="0"/>
                <a:ea typeface="+mj-ea"/>
              </a:rPr>
              <a:t>正式發表，取代</a:t>
            </a:r>
            <a:r>
              <a:rPr lang="en-US" altLang="zh-TW" sz="1450" b="1">
                <a:latin typeface="Consolas" panose="020B0609020204030204" pitchFamily="49" charset="0"/>
                <a:ea typeface="+mj-ea"/>
              </a:rPr>
              <a:t>HTTP 1.1</a:t>
            </a:r>
            <a:r>
              <a:rPr lang="zh-TW" altLang="en-US" sz="1450" b="1">
                <a:latin typeface="Consolas" panose="020B0609020204030204" pitchFamily="49" charset="0"/>
                <a:ea typeface="+mj-ea"/>
              </a:rPr>
              <a:t>成為</a:t>
            </a:r>
            <a:r>
              <a:rPr lang="en-US" altLang="zh-TW" sz="1450" b="1">
                <a:latin typeface="Consolas" panose="020B0609020204030204" pitchFamily="49" charset="0"/>
                <a:ea typeface="+mj-ea"/>
              </a:rPr>
              <a:t>HTTP</a:t>
            </a:r>
            <a:r>
              <a:rPr lang="zh-TW" altLang="en-US" sz="1450" b="1">
                <a:latin typeface="Consolas" panose="020B0609020204030204" pitchFamily="49" charset="0"/>
                <a:ea typeface="+mj-ea"/>
              </a:rPr>
              <a:t>的實作標準。</a:t>
            </a:r>
            <a:endParaRPr lang="en-US" altLang="zh-TW" sz="1450" b="1">
              <a:latin typeface="Consolas" panose="020B0609020204030204" pitchFamily="49" charset="0"/>
              <a:ea typeface="+mj-ea"/>
            </a:endParaRPr>
          </a:p>
          <a:p>
            <a:pPr algn="r"/>
            <a:r>
              <a:rPr lang="en-US" altLang="zh-TW" sz="1450" b="1">
                <a:latin typeface="Consolas" panose="020B0609020204030204" pitchFamily="49" charset="0"/>
                <a:ea typeface="+mj-ea"/>
              </a:rPr>
              <a:t>&lt;</a:t>
            </a:r>
            <a:r>
              <a:rPr lang="zh-TW" altLang="en-US" sz="1450" b="1">
                <a:latin typeface="Consolas" panose="020B0609020204030204" pitchFamily="49" charset="0"/>
                <a:ea typeface="+mj-ea"/>
              </a:rPr>
              <a:t>維基百科</a:t>
            </a:r>
            <a:r>
              <a:rPr lang="en-US" altLang="zh-TW" sz="1450" b="1">
                <a:latin typeface="Consolas" panose="020B0609020204030204" pitchFamily="49" charset="0"/>
                <a:ea typeface="+mj-ea"/>
              </a:rPr>
              <a:t>&gt;</a:t>
            </a:r>
            <a:endParaRPr lang="zh-TW" altLang="en-US" sz="1450" b="1">
              <a:latin typeface="Consolas" panose="020B0609020204030204" pitchFamily="49" charset="0"/>
              <a:ea typeface="+mj-ea"/>
            </a:endParaRPr>
          </a:p>
        </p:txBody>
      </p:sp>
      <p:sp>
        <p:nvSpPr>
          <p:cNvPr id="3" name="投影片編號版面配置區 2">
            <a:extLst>
              <a:ext uri="{FF2B5EF4-FFF2-40B4-BE49-F238E27FC236}">
                <a16:creationId xmlns:a16="http://schemas.microsoft.com/office/drawing/2014/main" id="{1C2AB285-46DF-4C8C-BF73-D3B379C53F92}"/>
              </a:ext>
            </a:extLst>
          </p:cNvPr>
          <p:cNvSpPr>
            <a:spLocks noGrp="1"/>
          </p:cNvSpPr>
          <p:nvPr>
            <p:ph type="sldNum" sz="quarter" idx="12"/>
          </p:nvPr>
        </p:nvSpPr>
        <p:spPr/>
        <p:txBody>
          <a:bodyPr/>
          <a:lstStyle/>
          <a:p>
            <a:fld id="{B521127C-0C56-461F-B517-0D483F216F7D}" type="slidenum">
              <a:rPr lang="zh-TW" altLang="en-US" smtClean="0"/>
              <a:t>7</a:t>
            </a:fld>
            <a:endParaRPr lang="zh-TW" altLang="en-US"/>
          </a:p>
        </p:txBody>
      </p:sp>
      <p:sp>
        <p:nvSpPr>
          <p:cNvPr id="7" name="文字方塊 6">
            <a:extLst>
              <a:ext uri="{FF2B5EF4-FFF2-40B4-BE49-F238E27FC236}">
                <a16:creationId xmlns:a16="http://schemas.microsoft.com/office/drawing/2014/main" id="{6ED4F3DF-F911-4DA6-8519-C6EE70C11E8B}"/>
              </a:ext>
            </a:extLst>
          </p:cNvPr>
          <p:cNvSpPr txBox="1"/>
          <p:nvPr/>
        </p:nvSpPr>
        <p:spPr>
          <a:xfrm>
            <a:off x="2698768" y="450169"/>
            <a:ext cx="5416534" cy="144655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altLang="zh-TW" sz="1600">
                <a:latin typeface="Consolas" panose="020B0609020204030204" pitchFamily="49" charset="0"/>
                <a:ea typeface="+mj-ea"/>
              </a:rPr>
              <a:t>【HTTP】</a:t>
            </a:r>
            <a:r>
              <a:rPr lang="zh-TW" altLang="en-US" sz="1600">
                <a:latin typeface="Consolas" panose="020B0609020204030204" pitchFamily="49" charset="0"/>
                <a:ea typeface="+mj-ea"/>
                <a:cs typeface="Times New Roman" panose="02020603050405020304" pitchFamily="18" charset="0"/>
              </a:rPr>
              <a:t>超文本傳輸協定</a:t>
            </a:r>
            <a:endParaRPr lang="en-US" altLang="zh-TW" sz="1600">
              <a:latin typeface="Consolas" panose="020B0609020204030204" pitchFamily="49" charset="0"/>
              <a:ea typeface="+mj-ea"/>
              <a:cs typeface="Times New Roman" panose="02020603050405020304" pitchFamily="18" charset="0"/>
            </a:endParaRPr>
          </a:p>
          <a:p>
            <a:endParaRPr lang="en-US" altLang="zh-TW" sz="1600">
              <a:latin typeface="Consolas" panose="020B0609020204030204" pitchFamily="49" charset="0"/>
              <a:ea typeface="+mj-ea"/>
              <a:cs typeface="Times New Roman" panose="02020603050405020304" pitchFamily="18" charset="0"/>
            </a:endParaRPr>
          </a:p>
          <a:p>
            <a:pPr marL="342900" indent="-342900">
              <a:buAutoNum type="arabicPeriod"/>
            </a:pPr>
            <a:r>
              <a:rPr lang="zh-TW" altLang="en-US" sz="1400">
                <a:latin typeface="Consolas" panose="020B0609020204030204" pitchFamily="49" charset="0"/>
                <a:ea typeface="+mj-ea"/>
              </a:rPr>
              <a:t>是一種</a:t>
            </a:r>
            <a:r>
              <a:rPr lang="zh-TW" altLang="en-US" sz="1400">
                <a:solidFill>
                  <a:srgbClr val="FF0000"/>
                </a:solidFill>
                <a:latin typeface="Consolas" panose="020B0609020204030204" pitchFamily="49" charset="0"/>
                <a:ea typeface="+mj-ea"/>
              </a:rPr>
              <a:t>伺服器</a:t>
            </a:r>
            <a:r>
              <a:rPr lang="en-US" altLang="zh-TW" sz="1400">
                <a:solidFill>
                  <a:srgbClr val="FF0000"/>
                </a:solidFill>
                <a:latin typeface="Consolas" panose="020B0609020204030204" pitchFamily="49" charset="0"/>
                <a:ea typeface="+mj-ea"/>
              </a:rPr>
              <a:t>(Server)</a:t>
            </a:r>
            <a:r>
              <a:rPr lang="zh-TW" altLang="en-US" sz="1400">
                <a:solidFill>
                  <a:srgbClr val="FF0000"/>
                </a:solidFill>
                <a:latin typeface="Consolas" panose="020B0609020204030204" pitchFamily="49" charset="0"/>
                <a:ea typeface="+mj-ea"/>
              </a:rPr>
              <a:t>與客戶端</a:t>
            </a:r>
            <a:r>
              <a:rPr lang="en-US" altLang="zh-TW" sz="1400">
                <a:solidFill>
                  <a:srgbClr val="FF0000"/>
                </a:solidFill>
                <a:latin typeface="Consolas" panose="020B0609020204030204" pitchFamily="49" charset="0"/>
                <a:ea typeface="+mj-ea"/>
              </a:rPr>
              <a:t>(Client)</a:t>
            </a:r>
            <a:r>
              <a:rPr lang="zh-TW" altLang="en-US" sz="1400">
                <a:latin typeface="Consolas" panose="020B0609020204030204" pitchFamily="49" charset="0"/>
                <a:ea typeface="+mj-ea"/>
              </a:rPr>
              <a:t>溝通的通訊協定</a:t>
            </a:r>
            <a:endParaRPr lang="en-US" altLang="zh-TW" sz="1400">
              <a:latin typeface="Consolas" panose="020B0609020204030204" pitchFamily="49" charset="0"/>
              <a:ea typeface="+mj-ea"/>
            </a:endParaRPr>
          </a:p>
          <a:p>
            <a:pPr marL="342900" indent="-342900">
              <a:buAutoNum type="arabicPeriod"/>
            </a:pPr>
            <a:r>
              <a:rPr lang="zh-TW" altLang="en-US" sz="1400">
                <a:latin typeface="Consolas" panose="020B0609020204030204" pitchFamily="49" charset="0"/>
                <a:ea typeface="+mj-ea"/>
              </a:rPr>
              <a:t>現行版本為</a:t>
            </a:r>
            <a:r>
              <a:rPr lang="en-US" altLang="zh-TW" sz="1400">
                <a:latin typeface="Consolas" panose="020B0609020204030204" pitchFamily="49" charset="0"/>
                <a:ea typeface="+mj-ea"/>
              </a:rPr>
              <a:t>HTTP1.1</a:t>
            </a:r>
            <a:r>
              <a:rPr lang="zh-TW" altLang="en-US" sz="1400">
                <a:latin typeface="Consolas" panose="020B0609020204030204" pitchFamily="49" charset="0"/>
                <a:ea typeface="+mj-ea"/>
              </a:rPr>
              <a:t>、</a:t>
            </a:r>
            <a:r>
              <a:rPr lang="en-US" altLang="zh-TW" sz="1400">
                <a:latin typeface="Consolas" panose="020B0609020204030204" pitchFamily="49" charset="0"/>
                <a:ea typeface="+mj-ea"/>
              </a:rPr>
              <a:t>HTTP2.0</a:t>
            </a:r>
          </a:p>
          <a:p>
            <a:pPr marL="342900" indent="-342900">
              <a:buAutoNum type="arabicPeriod"/>
            </a:pPr>
            <a:r>
              <a:rPr lang="zh-TW" altLang="en-US" sz="1400">
                <a:latin typeface="Consolas" panose="020B0609020204030204" pitchFamily="49" charset="0"/>
                <a:ea typeface="+mj-ea"/>
              </a:rPr>
              <a:t>明文傳輸</a:t>
            </a:r>
            <a:endParaRPr lang="en-US" altLang="zh-TW" sz="1400">
              <a:latin typeface="Consolas" panose="020B0609020204030204" pitchFamily="49" charset="0"/>
              <a:ea typeface="+mj-ea"/>
            </a:endParaRPr>
          </a:p>
          <a:p>
            <a:pPr marL="342900" indent="-342900">
              <a:buAutoNum type="arabicPeriod"/>
            </a:pPr>
            <a:r>
              <a:rPr lang="zh-TW" altLang="en-US" sz="1400">
                <a:latin typeface="Consolas" panose="020B0609020204030204" pitchFamily="49" charset="0"/>
                <a:ea typeface="+mj-ea"/>
              </a:rPr>
              <a:t>兩大基本特性</a:t>
            </a:r>
            <a:r>
              <a:rPr lang="en-US" altLang="zh-TW" sz="1400">
                <a:latin typeface="Consolas" panose="020B0609020204030204" pitchFamily="49" charset="0"/>
                <a:ea typeface="+mj-ea"/>
              </a:rPr>
              <a:t>:</a:t>
            </a:r>
            <a:r>
              <a:rPr lang="zh-TW" altLang="en-US" sz="1400">
                <a:solidFill>
                  <a:srgbClr val="FF0000"/>
                </a:solidFill>
                <a:latin typeface="Consolas" panose="020B0609020204030204" pitchFamily="49" charset="0"/>
                <a:ea typeface="+mj-ea"/>
              </a:rPr>
              <a:t>基於請求與回應的模型、無狀態協定</a:t>
            </a:r>
            <a:endParaRPr lang="en-US" altLang="zh-TW" sz="1400">
              <a:solidFill>
                <a:srgbClr val="FF0000"/>
              </a:solidFill>
              <a:latin typeface="Consolas" panose="020B0609020204030204" pitchFamily="49" charset="0"/>
              <a:ea typeface="+mj-ea"/>
            </a:endParaRPr>
          </a:p>
        </p:txBody>
      </p:sp>
      <p:grpSp>
        <p:nvGrpSpPr>
          <p:cNvPr id="9" name="群組 8">
            <a:extLst>
              <a:ext uri="{FF2B5EF4-FFF2-40B4-BE49-F238E27FC236}">
                <a16:creationId xmlns:a16="http://schemas.microsoft.com/office/drawing/2014/main" id="{1B7241CF-AD69-4007-B6A6-6816C88058CD}"/>
              </a:ext>
            </a:extLst>
          </p:cNvPr>
          <p:cNvGrpSpPr/>
          <p:nvPr/>
        </p:nvGrpSpPr>
        <p:grpSpPr>
          <a:xfrm>
            <a:off x="625914" y="2017921"/>
            <a:ext cx="1446642" cy="4634448"/>
            <a:chOff x="625914" y="2017921"/>
            <a:chExt cx="1446642" cy="4634448"/>
          </a:xfrm>
        </p:grpSpPr>
        <p:sp>
          <p:nvSpPr>
            <p:cNvPr id="2" name="矩形 1">
              <a:extLst>
                <a:ext uri="{FF2B5EF4-FFF2-40B4-BE49-F238E27FC236}">
                  <a16:creationId xmlns:a16="http://schemas.microsoft.com/office/drawing/2014/main" id="{509B2F18-9ED9-433F-8251-442B6B30D311}"/>
                </a:ext>
              </a:extLst>
            </p:cNvPr>
            <p:cNvSpPr/>
            <p:nvPr/>
          </p:nvSpPr>
          <p:spPr>
            <a:xfrm>
              <a:off x="658750" y="2017921"/>
              <a:ext cx="1413806" cy="65754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13C44BBF-288B-4F04-926D-3C708899DC02}"/>
                </a:ext>
              </a:extLst>
            </p:cNvPr>
            <p:cNvSpPr/>
            <p:nvPr/>
          </p:nvSpPr>
          <p:spPr>
            <a:xfrm>
              <a:off x="658750" y="2771454"/>
              <a:ext cx="1413806" cy="65754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01AA0681-063B-4588-8814-3EAC375DA28F}"/>
                </a:ext>
              </a:extLst>
            </p:cNvPr>
            <p:cNvSpPr/>
            <p:nvPr/>
          </p:nvSpPr>
          <p:spPr>
            <a:xfrm>
              <a:off x="658750" y="3535943"/>
              <a:ext cx="1413806" cy="65754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
          <p:nvSpPr>
            <p:cNvPr id="13" name="矩形 12">
              <a:extLst>
                <a:ext uri="{FF2B5EF4-FFF2-40B4-BE49-F238E27FC236}">
                  <a16:creationId xmlns:a16="http://schemas.microsoft.com/office/drawing/2014/main" id="{FEFFC558-4B2D-48A3-BC8B-BDF9F95649C3}"/>
                </a:ext>
              </a:extLst>
            </p:cNvPr>
            <p:cNvSpPr/>
            <p:nvPr/>
          </p:nvSpPr>
          <p:spPr>
            <a:xfrm>
              <a:off x="625914" y="4378395"/>
              <a:ext cx="1413806" cy="65754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7DB4C3E1-39ED-46D0-8D97-5CDA7C0016D5}"/>
                </a:ext>
              </a:extLst>
            </p:cNvPr>
            <p:cNvSpPr/>
            <p:nvPr/>
          </p:nvSpPr>
          <p:spPr>
            <a:xfrm>
              <a:off x="658750" y="5160893"/>
              <a:ext cx="1413806" cy="65754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4644631B-D838-4C77-87B3-E70E42C68C73}"/>
                </a:ext>
              </a:extLst>
            </p:cNvPr>
            <p:cNvSpPr/>
            <p:nvPr/>
          </p:nvSpPr>
          <p:spPr>
            <a:xfrm>
              <a:off x="658750" y="5994823"/>
              <a:ext cx="1413806" cy="65754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grpSp>
      <p:sp>
        <p:nvSpPr>
          <p:cNvPr id="20" name="文字方塊 19">
            <a:extLst>
              <a:ext uri="{FF2B5EF4-FFF2-40B4-BE49-F238E27FC236}">
                <a16:creationId xmlns:a16="http://schemas.microsoft.com/office/drawing/2014/main" id="{286301EB-3686-478A-947C-EB08AC008626}"/>
              </a:ext>
            </a:extLst>
          </p:cNvPr>
          <p:cNvSpPr txBox="1"/>
          <p:nvPr/>
        </p:nvSpPr>
        <p:spPr>
          <a:xfrm>
            <a:off x="2728985" y="3005573"/>
            <a:ext cx="4974142" cy="1990288"/>
          </a:xfrm>
          <a:prstGeom prst="rect">
            <a:avLst/>
          </a:prstGeom>
          <a:noFill/>
        </p:spPr>
        <p:txBody>
          <a:bodyPr wrap="square">
            <a:spAutoFit/>
          </a:bodyPr>
          <a:lstStyle/>
          <a:p>
            <a:r>
              <a:rPr lang="zh-TW" altLang="en-US">
                <a:latin typeface="+mj-ea"/>
                <a:ea typeface="+mj-ea"/>
              </a:rPr>
              <a:t>兩大基本特性</a:t>
            </a:r>
            <a:r>
              <a:rPr lang="en-US" altLang="zh-TW">
                <a:latin typeface="+mj-ea"/>
                <a:ea typeface="+mj-ea"/>
              </a:rPr>
              <a:t>:</a:t>
            </a:r>
          </a:p>
          <a:p>
            <a:pPr marL="342900" lvl="1" indent="-342900">
              <a:spcBef>
                <a:spcPts val="1000"/>
              </a:spcBef>
              <a:buClr>
                <a:schemeClr val="accent1"/>
              </a:buClr>
              <a:buSzPct val="80000"/>
              <a:buFont typeface="Wingdings 3" charset="2"/>
              <a:buChar char=""/>
            </a:pPr>
            <a:r>
              <a:rPr lang="zh-TW" altLang="en-US">
                <a:latin typeface="+mj-ea"/>
                <a:ea typeface="+mj-ea"/>
              </a:rPr>
              <a:t>基於請求</a:t>
            </a:r>
            <a:r>
              <a:rPr lang="en-US" altLang="zh-TW">
                <a:latin typeface="+mj-ea"/>
                <a:ea typeface="+mj-ea"/>
              </a:rPr>
              <a:t>(Request)/</a:t>
            </a:r>
            <a:r>
              <a:rPr lang="zh-TW" altLang="en-US">
                <a:latin typeface="+mj-ea"/>
                <a:ea typeface="+mj-ea"/>
              </a:rPr>
              <a:t>回應</a:t>
            </a:r>
            <a:r>
              <a:rPr lang="en-US" altLang="zh-TW">
                <a:latin typeface="+mj-ea"/>
                <a:ea typeface="+mj-ea"/>
              </a:rPr>
              <a:t>(Response)</a:t>
            </a:r>
            <a:r>
              <a:rPr lang="zh-TW" altLang="en-US">
                <a:latin typeface="+mj-ea"/>
                <a:ea typeface="+mj-ea"/>
              </a:rPr>
              <a:t>模型</a:t>
            </a:r>
            <a:endParaRPr lang="en-US" altLang="zh-TW">
              <a:latin typeface="+mj-ea"/>
              <a:ea typeface="+mj-ea"/>
            </a:endParaRPr>
          </a:p>
          <a:p>
            <a:pPr marL="457200" lvl="2">
              <a:spcBef>
                <a:spcPts val="1000"/>
              </a:spcBef>
              <a:buClr>
                <a:schemeClr val="accent1"/>
              </a:buClr>
              <a:buSzPct val="80000"/>
            </a:pPr>
            <a:r>
              <a:rPr lang="zh-TW" altLang="en-US">
                <a:latin typeface="+mj-ea"/>
                <a:ea typeface="+mj-ea"/>
              </a:rPr>
              <a:t>沒有請求，就沒有回應。</a:t>
            </a:r>
            <a:endParaRPr lang="en-US" altLang="zh-TW">
              <a:latin typeface="+mj-ea"/>
              <a:ea typeface="+mj-ea"/>
            </a:endParaRPr>
          </a:p>
          <a:p>
            <a:pPr marL="342900" lvl="1" indent="-342900">
              <a:spcBef>
                <a:spcPts val="1000"/>
              </a:spcBef>
              <a:buClr>
                <a:schemeClr val="accent1"/>
              </a:buClr>
              <a:buSzPct val="80000"/>
              <a:buFont typeface="Wingdings 3" charset="2"/>
              <a:buChar char=""/>
            </a:pPr>
            <a:r>
              <a:rPr lang="zh-TW" altLang="en-US">
                <a:latin typeface="+mj-ea"/>
                <a:ea typeface="+mj-ea"/>
              </a:rPr>
              <a:t>無狀態</a:t>
            </a:r>
            <a:r>
              <a:rPr lang="en-US" altLang="zh-TW">
                <a:latin typeface="+mj-ea"/>
                <a:ea typeface="+mj-ea"/>
              </a:rPr>
              <a:t>(Stateless)</a:t>
            </a:r>
            <a:r>
              <a:rPr lang="zh-TW" altLang="en-US">
                <a:latin typeface="+mj-ea"/>
                <a:ea typeface="+mj-ea"/>
              </a:rPr>
              <a:t>協定</a:t>
            </a:r>
            <a:endParaRPr lang="en-US" altLang="zh-TW">
              <a:latin typeface="+mj-ea"/>
              <a:ea typeface="+mj-ea"/>
            </a:endParaRPr>
          </a:p>
          <a:p>
            <a:pPr marL="457200" lvl="2">
              <a:spcBef>
                <a:spcPts val="1000"/>
              </a:spcBef>
              <a:buClr>
                <a:schemeClr val="accent1"/>
              </a:buClr>
              <a:buSzPct val="80000"/>
            </a:pPr>
            <a:r>
              <a:rPr lang="zh-TW" altLang="en-US">
                <a:latin typeface="+mj-ea"/>
                <a:ea typeface="+mj-ea"/>
              </a:rPr>
              <a:t>回應結束後，不會記得使用者的狀態。</a:t>
            </a:r>
            <a:endParaRPr lang="en-US" altLang="zh-TW">
              <a:latin typeface="+mj-ea"/>
              <a:ea typeface="+mj-ea"/>
            </a:endParaRPr>
          </a:p>
        </p:txBody>
      </p:sp>
      <p:sp>
        <p:nvSpPr>
          <p:cNvPr id="21" name="文字方塊 20">
            <a:extLst>
              <a:ext uri="{FF2B5EF4-FFF2-40B4-BE49-F238E27FC236}">
                <a16:creationId xmlns:a16="http://schemas.microsoft.com/office/drawing/2014/main" id="{77BF2D46-3697-42AB-B815-B7A2EAE5C294}"/>
              </a:ext>
            </a:extLst>
          </p:cNvPr>
          <p:cNvSpPr txBox="1"/>
          <p:nvPr/>
        </p:nvSpPr>
        <p:spPr>
          <a:xfrm>
            <a:off x="2424525" y="5325967"/>
            <a:ext cx="5537220" cy="1200329"/>
          </a:xfrm>
          <a:prstGeom prst="rect">
            <a:avLst/>
          </a:prstGeom>
          <a:noFill/>
        </p:spPr>
        <p:txBody>
          <a:bodyPr wrap="square">
            <a:spAutoFit/>
          </a:bodyPr>
          <a:lstStyle/>
          <a:p>
            <a:pPr algn="just"/>
            <a:r>
              <a:rPr lang="zh-TW" altLang="en-US">
                <a:latin typeface="+mj-ea"/>
                <a:ea typeface="+mj-ea"/>
              </a:rPr>
              <a:t>通訊協定</a:t>
            </a:r>
            <a:r>
              <a:rPr lang="en-US" altLang="zh-TW">
                <a:latin typeface="+mj-ea"/>
                <a:ea typeface="+mj-ea"/>
              </a:rPr>
              <a:t>:</a:t>
            </a:r>
          </a:p>
          <a:p>
            <a:pPr algn="just"/>
            <a:r>
              <a:rPr lang="zh-TW" altLang="en-US">
                <a:latin typeface="+mj-ea"/>
                <a:ea typeface="+mj-ea"/>
              </a:rPr>
              <a:t>通訊協定是為兩台電腦</a:t>
            </a:r>
            <a:r>
              <a:rPr lang="en-US" altLang="zh-TW">
                <a:latin typeface="+mj-ea"/>
                <a:ea typeface="+mj-ea"/>
              </a:rPr>
              <a:t>(</a:t>
            </a:r>
            <a:r>
              <a:rPr lang="zh-TW" altLang="en-US">
                <a:latin typeface="+mj-ea"/>
                <a:ea typeface="+mj-ea"/>
              </a:rPr>
              <a:t>裝置</a:t>
            </a:r>
            <a:r>
              <a:rPr lang="en-US" altLang="zh-TW">
                <a:latin typeface="+mj-ea"/>
                <a:ea typeface="+mj-ea"/>
              </a:rPr>
              <a:t>)</a:t>
            </a:r>
            <a:r>
              <a:rPr lang="zh-TW" altLang="en-US">
                <a:latin typeface="+mj-ea"/>
                <a:ea typeface="+mj-ea"/>
              </a:rPr>
              <a:t>之間的對話方式；</a:t>
            </a:r>
            <a:endParaRPr lang="en-US" altLang="zh-TW">
              <a:latin typeface="+mj-ea"/>
              <a:ea typeface="+mj-ea"/>
            </a:endParaRPr>
          </a:p>
          <a:p>
            <a:pPr algn="just"/>
            <a:r>
              <a:rPr lang="zh-TW" altLang="en-US">
                <a:latin typeface="+mj-ea"/>
                <a:ea typeface="+mj-ea"/>
              </a:rPr>
              <a:t>根據不同的連線方式與使用的網路服務而定，會有不同的通訊協定。</a:t>
            </a:r>
          </a:p>
        </p:txBody>
      </p:sp>
      <p:sp>
        <p:nvSpPr>
          <p:cNvPr id="24" name="標題 1"/>
          <p:cNvSpPr txBox="1">
            <a:spLocks/>
          </p:cNvSpPr>
          <p:nvPr/>
        </p:nvSpPr>
        <p:spPr>
          <a:xfrm>
            <a:off x="8303491" y="-103113"/>
            <a:ext cx="3888509" cy="6959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cap="all" baseline="0">
                <a:blipFill>
                  <a:blip r:embed="rId3">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zh-TW" altLang="zh-TW" sz="2800">
                <a:solidFill>
                  <a:schemeClr val="tx1"/>
                </a:solidFill>
              </a:rPr>
              <a:t>超文本傳輸協定</a:t>
            </a:r>
            <a:r>
              <a:rPr lang="en-US" altLang="zh-TW" sz="2800">
                <a:solidFill>
                  <a:schemeClr val="tx1"/>
                </a:solidFill>
              </a:rPr>
              <a:t> HTTP</a:t>
            </a:r>
            <a:endParaRPr lang="zh-TW" altLang="en-US" sz="2800">
              <a:solidFill>
                <a:schemeClr val="tx1"/>
              </a:solidFill>
            </a:endParaRPr>
          </a:p>
        </p:txBody>
      </p:sp>
    </p:spTree>
    <p:extLst>
      <p:ext uri="{BB962C8B-B14F-4D97-AF65-F5344CB8AC3E}">
        <p14:creationId xmlns:p14="http://schemas.microsoft.com/office/powerpoint/2010/main" val="3446269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a:extLst>
              <a:ext uri="{FF2B5EF4-FFF2-40B4-BE49-F238E27FC236}">
                <a16:creationId xmlns:a16="http://schemas.microsoft.com/office/drawing/2014/main" id="{48A10370-F42B-46C9-AD8A-BBD80B69559E}"/>
              </a:ext>
            </a:extLst>
          </p:cNvPr>
          <p:cNvSpPr/>
          <p:nvPr/>
        </p:nvSpPr>
        <p:spPr>
          <a:xfrm>
            <a:off x="1414662" y="855233"/>
            <a:ext cx="5774076" cy="306937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latin typeface="+mj-ea"/>
              <a:ea typeface="+mj-ea"/>
            </a:endParaRPr>
          </a:p>
        </p:txBody>
      </p:sp>
      <p:sp>
        <p:nvSpPr>
          <p:cNvPr id="3" name="投影片編號版面配置區 2">
            <a:extLst>
              <a:ext uri="{FF2B5EF4-FFF2-40B4-BE49-F238E27FC236}">
                <a16:creationId xmlns:a16="http://schemas.microsoft.com/office/drawing/2014/main" id="{1C2AB285-46DF-4C8C-BF73-D3B379C53F92}"/>
              </a:ext>
            </a:extLst>
          </p:cNvPr>
          <p:cNvSpPr>
            <a:spLocks noGrp="1"/>
          </p:cNvSpPr>
          <p:nvPr>
            <p:ph type="sldNum" sz="quarter" idx="12"/>
          </p:nvPr>
        </p:nvSpPr>
        <p:spPr/>
        <p:txBody>
          <a:bodyPr/>
          <a:lstStyle/>
          <a:p>
            <a:fld id="{B521127C-0C56-461F-B517-0D483F216F7D}" type="slidenum">
              <a:rPr lang="zh-TW" altLang="en-US" smtClean="0"/>
              <a:t>8</a:t>
            </a:fld>
            <a:endParaRPr lang="zh-TW" altLang="en-US"/>
          </a:p>
        </p:txBody>
      </p:sp>
      <p:pic>
        <p:nvPicPr>
          <p:cNvPr id="37" name="圖片 36" descr="一張含有 杯子, 咖啡, 桌, 餐具 的圖片&#10;&#10;自動產生的描述">
            <a:extLst>
              <a:ext uri="{FF2B5EF4-FFF2-40B4-BE49-F238E27FC236}">
                <a16:creationId xmlns:a16="http://schemas.microsoft.com/office/drawing/2014/main" id="{B57CD435-F2FD-44B7-AB4E-8101EAD1AC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76662" y="1720655"/>
            <a:ext cx="1343025" cy="1343025"/>
          </a:xfrm>
          <a:prstGeom prst="rect">
            <a:avLst/>
          </a:prstGeom>
        </p:spPr>
      </p:pic>
      <p:pic>
        <p:nvPicPr>
          <p:cNvPr id="45" name="圖片 44">
            <a:extLst>
              <a:ext uri="{FF2B5EF4-FFF2-40B4-BE49-F238E27FC236}">
                <a16:creationId xmlns:a16="http://schemas.microsoft.com/office/drawing/2014/main" id="{311216E7-2044-4BDC-8C64-2F349B54CB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8229" y="1716158"/>
            <a:ext cx="1143000" cy="1438275"/>
          </a:xfrm>
          <a:prstGeom prst="rect">
            <a:avLst/>
          </a:prstGeom>
        </p:spPr>
      </p:pic>
      <p:pic>
        <p:nvPicPr>
          <p:cNvPr id="51" name="圖片 50" descr="一張含有 文字, 顯示 的圖片&#10;&#10;自動產生的描述">
            <a:extLst>
              <a:ext uri="{FF2B5EF4-FFF2-40B4-BE49-F238E27FC236}">
                <a16:creationId xmlns:a16="http://schemas.microsoft.com/office/drawing/2014/main" id="{42F84208-1A82-4D36-A556-8C8A1A4C3C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5274" y="1716158"/>
            <a:ext cx="1347522" cy="1347522"/>
          </a:xfrm>
          <a:prstGeom prst="rect">
            <a:avLst/>
          </a:prstGeom>
        </p:spPr>
      </p:pic>
      <p:cxnSp>
        <p:nvCxnSpPr>
          <p:cNvPr id="54" name="直線單箭頭接點 53">
            <a:extLst>
              <a:ext uri="{FF2B5EF4-FFF2-40B4-BE49-F238E27FC236}">
                <a16:creationId xmlns:a16="http://schemas.microsoft.com/office/drawing/2014/main" id="{F4F7ABCF-1550-4903-AEBF-4846D8A01C5D}"/>
              </a:ext>
            </a:extLst>
          </p:cNvPr>
          <p:cNvCxnSpPr>
            <a:cxnSpLocks/>
          </p:cNvCxnSpPr>
          <p:nvPr/>
        </p:nvCxnSpPr>
        <p:spPr>
          <a:xfrm>
            <a:off x="3681590" y="2211431"/>
            <a:ext cx="124022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單箭頭接點 54">
            <a:extLst>
              <a:ext uri="{FF2B5EF4-FFF2-40B4-BE49-F238E27FC236}">
                <a16:creationId xmlns:a16="http://schemas.microsoft.com/office/drawing/2014/main" id="{DA080A57-4949-4F23-8A89-83275619A305}"/>
              </a:ext>
            </a:extLst>
          </p:cNvPr>
          <p:cNvCxnSpPr>
            <a:cxnSpLocks/>
          </p:cNvCxnSpPr>
          <p:nvPr/>
        </p:nvCxnSpPr>
        <p:spPr>
          <a:xfrm rot="10800000">
            <a:off x="3681590" y="2616079"/>
            <a:ext cx="124022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56">
            <a:extLst>
              <a:ext uri="{FF2B5EF4-FFF2-40B4-BE49-F238E27FC236}">
                <a16:creationId xmlns:a16="http://schemas.microsoft.com/office/drawing/2014/main" id="{A6F2E1A2-EFC6-4635-A29B-45B8FC7769A7}"/>
              </a:ext>
            </a:extLst>
          </p:cNvPr>
          <p:cNvCxnSpPr>
            <a:cxnSpLocks/>
          </p:cNvCxnSpPr>
          <p:nvPr/>
        </p:nvCxnSpPr>
        <p:spPr>
          <a:xfrm>
            <a:off x="7359739" y="2217874"/>
            <a:ext cx="124022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線單箭頭接點 57">
            <a:extLst>
              <a:ext uri="{FF2B5EF4-FFF2-40B4-BE49-F238E27FC236}">
                <a16:creationId xmlns:a16="http://schemas.microsoft.com/office/drawing/2014/main" id="{D1584049-5FD7-437B-BC2B-AF128A20BD0A}"/>
              </a:ext>
            </a:extLst>
          </p:cNvPr>
          <p:cNvCxnSpPr>
            <a:cxnSpLocks/>
          </p:cNvCxnSpPr>
          <p:nvPr/>
        </p:nvCxnSpPr>
        <p:spPr>
          <a:xfrm rot="10800000">
            <a:off x="7359739" y="2622522"/>
            <a:ext cx="124022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文字方塊 59">
            <a:extLst>
              <a:ext uri="{FF2B5EF4-FFF2-40B4-BE49-F238E27FC236}">
                <a16:creationId xmlns:a16="http://schemas.microsoft.com/office/drawing/2014/main" id="{1B44CFCC-A773-4934-B575-314CB2298785}"/>
              </a:ext>
            </a:extLst>
          </p:cNvPr>
          <p:cNvSpPr txBox="1"/>
          <p:nvPr/>
        </p:nvSpPr>
        <p:spPr>
          <a:xfrm>
            <a:off x="2711218" y="1078463"/>
            <a:ext cx="3268132" cy="369332"/>
          </a:xfrm>
          <a:prstGeom prst="rect">
            <a:avLst/>
          </a:prstGeom>
          <a:noFill/>
        </p:spPr>
        <p:txBody>
          <a:bodyPr wrap="square" rtlCol="0">
            <a:spAutoFit/>
          </a:bodyPr>
          <a:lstStyle/>
          <a:p>
            <a:r>
              <a:rPr lang="zh-TW" altLang="en-US">
                <a:latin typeface="Consolas" panose="020B0609020204030204" pitchFamily="49" charset="0"/>
                <a:ea typeface="+mj-ea"/>
              </a:rPr>
              <a:t>主從式架構</a:t>
            </a:r>
            <a:r>
              <a:rPr lang="en-US" altLang="zh-TW">
                <a:latin typeface="Consolas" panose="020B0609020204030204" pitchFamily="49" charset="0"/>
                <a:ea typeface="+mj-ea"/>
              </a:rPr>
              <a:t>(Client-Server)</a:t>
            </a:r>
          </a:p>
        </p:txBody>
      </p:sp>
      <p:sp>
        <p:nvSpPr>
          <p:cNvPr id="61" name="文字方塊 60">
            <a:extLst>
              <a:ext uri="{FF2B5EF4-FFF2-40B4-BE49-F238E27FC236}">
                <a16:creationId xmlns:a16="http://schemas.microsoft.com/office/drawing/2014/main" id="{69EF07EB-4846-4CEC-8721-A3E930362786}"/>
              </a:ext>
            </a:extLst>
          </p:cNvPr>
          <p:cNvSpPr txBox="1"/>
          <p:nvPr/>
        </p:nvSpPr>
        <p:spPr>
          <a:xfrm>
            <a:off x="1896045" y="3152805"/>
            <a:ext cx="1338828" cy="646331"/>
          </a:xfrm>
          <a:prstGeom prst="rect">
            <a:avLst/>
          </a:prstGeom>
          <a:noFill/>
        </p:spPr>
        <p:txBody>
          <a:bodyPr wrap="square" rtlCol="0">
            <a:spAutoFit/>
          </a:bodyPr>
          <a:lstStyle/>
          <a:p>
            <a:pPr algn="ctr"/>
            <a:r>
              <a:rPr lang="en-US" altLang="zh-TW">
                <a:latin typeface="Consolas" panose="020B0609020204030204" pitchFamily="49" charset="0"/>
                <a:ea typeface="+mj-ea"/>
              </a:rPr>
              <a:t>Client</a:t>
            </a:r>
            <a:r>
              <a:rPr lang="zh-TW" altLang="en-US">
                <a:latin typeface="Consolas" panose="020B0609020204030204" pitchFamily="49" charset="0"/>
                <a:ea typeface="+mj-ea"/>
              </a:rPr>
              <a:t>端</a:t>
            </a:r>
            <a:endParaRPr lang="en-US" altLang="zh-TW">
              <a:latin typeface="Consolas" panose="020B0609020204030204" pitchFamily="49" charset="0"/>
              <a:ea typeface="+mj-ea"/>
            </a:endParaRPr>
          </a:p>
          <a:p>
            <a:pPr algn="ctr"/>
            <a:r>
              <a:rPr lang="zh-TW" altLang="en-US">
                <a:latin typeface="Consolas" panose="020B0609020204030204" pitchFamily="49" charset="0"/>
                <a:ea typeface="+mj-ea"/>
              </a:rPr>
              <a:t>電腦、手機</a:t>
            </a:r>
            <a:endParaRPr lang="en-US" altLang="zh-TW">
              <a:latin typeface="Consolas" panose="020B0609020204030204" pitchFamily="49" charset="0"/>
              <a:ea typeface="+mj-ea"/>
            </a:endParaRPr>
          </a:p>
        </p:txBody>
      </p:sp>
      <p:sp>
        <p:nvSpPr>
          <p:cNvPr id="63" name="文字方塊 62">
            <a:extLst>
              <a:ext uri="{FF2B5EF4-FFF2-40B4-BE49-F238E27FC236}">
                <a16:creationId xmlns:a16="http://schemas.microsoft.com/office/drawing/2014/main" id="{D9CFBD43-B86B-45A4-A331-556673976E79}"/>
              </a:ext>
            </a:extLst>
          </p:cNvPr>
          <p:cNvSpPr txBox="1"/>
          <p:nvPr/>
        </p:nvSpPr>
        <p:spPr>
          <a:xfrm>
            <a:off x="5354898" y="3152804"/>
            <a:ext cx="1569660" cy="646331"/>
          </a:xfrm>
          <a:prstGeom prst="rect">
            <a:avLst/>
          </a:prstGeom>
          <a:noFill/>
        </p:spPr>
        <p:txBody>
          <a:bodyPr wrap="square" rtlCol="0">
            <a:spAutoFit/>
          </a:bodyPr>
          <a:lstStyle/>
          <a:p>
            <a:pPr algn="ctr"/>
            <a:r>
              <a:rPr lang="en-US" altLang="zh-TW">
                <a:latin typeface="Consolas" panose="020B0609020204030204" pitchFamily="49" charset="0"/>
                <a:ea typeface="+mj-ea"/>
              </a:rPr>
              <a:t>Server</a:t>
            </a:r>
            <a:r>
              <a:rPr lang="zh-TW" altLang="en-US">
                <a:latin typeface="Consolas" panose="020B0609020204030204" pitchFamily="49" charset="0"/>
                <a:ea typeface="+mj-ea"/>
              </a:rPr>
              <a:t>端</a:t>
            </a:r>
            <a:endParaRPr lang="en-US" altLang="zh-TW">
              <a:latin typeface="Consolas" panose="020B0609020204030204" pitchFamily="49" charset="0"/>
              <a:ea typeface="+mj-ea"/>
            </a:endParaRPr>
          </a:p>
          <a:p>
            <a:pPr algn="ctr"/>
            <a:r>
              <a:rPr lang="zh-TW" altLang="en-US">
                <a:latin typeface="Consolas" panose="020B0609020204030204" pitchFamily="49" charset="0"/>
                <a:ea typeface="+mj-ea"/>
              </a:rPr>
              <a:t>伺服器、雲端</a:t>
            </a:r>
            <a:endParaRPr lang="en-US" altLang="zh-TW">
              <a:latin typeface="Consolas" panose="020B0609020204030204" pitchFamily="49" charset="0"/>
              <a:ea typeface="+mj-ea"/>
            </a:endParaRPr>
          </a:p>
        </p:txBody>
      </p:sp>
      <p:sp>
        <p:nvSpPr>
          <p:cNvPr id="64" name="文字方塊 63">
            <a:extLst>
              <a:ext uri="{FF2B5EF4-FFF2-40B4-BE49-F238E27FC236}">
                <a16:creationId xmlns:a16="http://schemas.microsoft.com/office/drawing/2014/main" id="{346BF30A-E8B9-4704-A1E6-0A183DA1C02E}"/>
              </a:ext>
            </a:extLst>
          </p:cNvPr>
          <p:cNvSpPr txBox="1"/>
          <p:nvPr/>
        </p:nvSpPr>
        <p:spPr>
          <a:xfrm>
            <a:off x="9248490" y="3148987"/>
            <a:ext cx="1199367" cy="369332"/>
          </a:xfrm>
          <a:prstGeom prst="rect">
            <a:avLst/>
          </a:prstGeom>
          <a:noFill/>
        </p:spPr>
        <p:txBody>
          <a:bodyPr wrap="square" rtlCol="0">
            <a:spAutoFit/>
          </a:bodyPr>
          <a:lstStyle/>
          <a:p>
            <a:pPr algn="ctr"/>
            <a:r>
              <a:rPr lang="en-US" altLang="zh-TW" err="1">
                <a:latin typeface="Consolas" panose="020B0609020204030204" pitchFamily="49" charset="0"/>
                <a:ea typeface="+mj-ea"/>
              </a:rPr>
              <a:t>DataBase</a:t>
            </a:r>
            <a:endParaRPr lang="en-US" altLang="zh-TW">
              <a:latin typeface="Consolas" panose="020B0609020204030204" pitchFamily="49" charset="0"/>
              <a:ea typeface="+mj-ea"/>
            </a:endParaRPr>
          </a:p>
        </p:txBody>
      </p:sp>
      <p:sp>
        <p:nvSpPr>
          <p:cNvPr id="71" name="文字方塊 70">
            <a:extLst>
              <a:ext uri="{FF2B5EF4-FFF2-40B4-BE49-F238E27FC236}">
                <a16:creationId xmlns:a16="http://schemas.microsoft.com/office/drawing/2014/main" id="{0E344556-EB2B-493F-B0FC-1AB8CB13D975}"/>
              </a:ext>
            </a:extLst>
          </p:cNvPr>
          <p:cNvSpPr txBox="1"/>
          <p:nvPr/>
        </p:nvSpPr>
        <p:spPr>
          <a:xfrm>
            <a:off x="3102796" y="2246747"/>
            <a:ext cx="2484976" cy="369332"/>
          </a:xfrm>
          <a:prstGeom prst="rect">
            <a:avLst/>
          </a:prstGeom>
          <a:noFill/>
        </p:spPr>
        <p:txBody>
          <a:bodyPr wrap="square" rtlCol="0">
            <a:spAutoFit/>
          </a:bodyPr>
          <a:lstStyle/>
          <a:p>
            <a:r>
              <a:rPr lang="zh-TW" altLang="en-US" sz="1750">
                <a:latin typeface="Consolas" panose="020B0609020204030204" pitchFamily="49" charset="0"/>
                <a:ea typeface="+mj-ea"/>
              </a:rPr>
              <a:t>使用</a:t>
            </a:r>
            <a:r>
              <a:rPr lang="en-US" altLang="zh-TW" sz="1750">
                <a:latin typeface="Consolas" panose="020B0609020204030204" pitchFamily="49" charset="0"/>
                <a:ea typeface="+mj-ea"/>
              </a:rPr>
              <a:t>http</a:t>
            </a:r>
            <a:r>
              <a:rPr lang="zh-TW" altLang="en-US" sz="1750">
                <a:latin typeface="Consolas" panose="020B0609020204030204" pitchFamily="49" charset="0"/>
                <a:ea typeface="+mj-ea"/>
              </a:rPr>
              <a:t>通訊協定溝通</a:t>
            </a:r>
          </a:p>
        </p:txBody>
      </p:sp>
      <p:sp>
        <p:nvSpPr>
          <p:cNvPr id="77" name="文字方塊 76">
            <a:extLst>
              <a:ext uri="{FF2B5EF4-FFF2-40B4-BE49-F238E27FC236}">
                <a16:creationId xmlns:a16="http://schemas.microsoft.com/office/drawing/2014/main" id="{791260EE-21EF-40F2-8B60-368DDB0442E2}"/>
              </a:ext>
            </a:extLst>
          </p:cNvPr>
          <p:cNvSpPr txBox="1"/>
          <p:nvPr/>
        </p:nvSpPr>
        <p:spPr>
          <a:xfrm>
            <a:off x="7608593" y="2253190"/>
            <a:ext cx="691215" cy="369332"/>
          </a:xfrm>
          <a:prstGeom prst="rect">
            <a:avLst/>
          </a:prstGeom>
          <a:noFill/>
        </p:spPr>
        <p:txBody>
          <a:bodyPr wrap="none" rtlCol="0">
            <a:spAutoFit/>
          </a:bodyPr>
          <a:lstStyle/>
          <a:p>
            <a:r>
              <a:rPr lang="en-US" altLang="zh-TW">
                <a:latin typeface="Consolas" panose="020B0609020204030204" pitchFamily="49" charset="0"/>
                <a:ea typeface="+mj-ea"/>
              </a:rPr>
              <a:t>JDBC</a:t>
            </a:r>
            <a:endParaRPr lang="zh-TW" altLang="en-US">
              <a:latin typeface="Consolas" panose="020B0609020204030204" pitchFamily="49" charset="0"/>
              <a:ea typeface="+mj-ea"/>
            </a:endParaRPr>
          </a:p>
        </p:txBody>
      </p:sp>
      <p:sp>
        <p:nvSpPr>
          <p:cNvPr id="78" name="文字方塊 77">
            <a:extLst>
              <a:ext uri="{FF2B5EF4-FFF2-40B4-BE49-F238E27FC236}">
                <a16:creationId xmlns:a16="http://schemas.microsoft.com/office/drawing/2014/main" id="{56F63A33-E901-4857-8A20-716CAE865647}"/>
              </a:ext>
            </a:extLst>
          </p:cNvPr>
          <p:cNvSpPr txBox="1"/>
          <p:nvPr/>
        </p:nvSpPr>
        <p:spPr>
          <a:xfrm>
            <a:off x="1755274" y="4323864"/>
            <a:ext cx="1488421" cy="923330"/>
          </a:xfrm>
          <a:prstGeom prst="rect">
            <a:avLst/>
          </a:prstGeom>
          <a:noFill/>
        </p:spPr>
        <p:txBody>
          <a:bodyPr wrap="none" rtlCol="0">
            <a:spAutoFit/>
          </a:bodyPr>
          <a:lstStyle/>
          <a:p>
            <a:pPr algn="ctr"/>
            <a:r>
              <a:rPr lang="en-US" altLang="zh-TW">
                <a:latin typeface="Consolas" panose="020B0609020204030204" pitchFamily="49" charset="0"/>
                <a:ea typeface="+mj-ea"/>
              </a:rPr>
              <a:t>HTML</a:t>
            </a:r>
          </a:p>
          <a:p>
            <a:pPr algn="ctr"/>
            <a:r>
              <a:rPr lang="en-US" altLang="zh-TW">
                <a:latin typeface="Consolas" panose="020B0609020204030204" pitchFamily="49" charset="0"/>
                <a:ea typeface="+mj-ea"/>
              </a:rPr>
              <a:t>CSS</a:t>
            </a:r>
          </a:p>
          <a:p>
            <a:pPr algn="ctr"/>
            <a:r>
              <a:rPr lang="en-US" altLang="zh-TW">
                <a:latin typeface="Consolas" panose="020B0609020204030204" pitchFamily="49" charset="0"/>
                <a:ea typeface="+mj-ea"/>
              </a:rPr>
              <a:t>JAVASCRIPT</a:t>
            </a:r>
            <a:endParaRPr lang="zh-TW" altLang="en-US">
              <a:latin typeface="Consolas" panose="020B0609020204030204" pitchFamily="49" charset="0"/>
              <a:ea typeface="+mj-ea"/>
            </a:endParaRPr>
          </a:p>
        </p:txBody>
      </p:sp>
      <p:sp>
        <p:nvSpPr>
          <p:cNvPr id="79" name="文字方塊 78">
            <a:extLst>
              <a:ext uri="{FF2B5EF4-FFF2-40B4-BE49-F238E27FC236}">
                <a16:creationId xmlns:a16="http://schemas.microsoft.com/office/drawing/2014/main" id="{4B58BE6A-EF7F-4A4D-9786-FB55FBB65836}"/>
              </a:ext>
            </a:extLst>
          </p:cNvPr>
          <p:cNvSpPr txBox="1"/>
          <p:nvPr/>
        </p:nvSpPr>
        <p:spPr>
          <a:xfrm>
            <a:off x="8887813" y="4599828"/>
            <a:ext cx="1830950" cy="369332"/>
          </a:xfrm>
          <a:prstGeom prst="rect">
            <a:avLst/>
          </a:prstGeom>
          <a:noFill/>
        </p:spPr>
        <p:txBody>
          <a:bodyPr wrap="none" rtlCol="0">
            <a:spAutoFit/>
          </a:bodyPr>
          <a:lstStyle/>
          <a:p>
            <a:r>
              <a:rPr lang="en-US" altLang="zh-TW">
                <a:latin typeface="Consolas" panose="020B0609020204030204" pitchFamily="49" charset="0"/>
                <a:ea typeface="+mj-ea"/>
              </a:rPr>
              <a:t>MS SQL SERVER</a:t>
            </a:r>
            <a:endParaRPr lang="zh-TW" altLang="en-US">
              <a:latin typeface="Consolas" panose="020B0609020204030204" pitchFamily="49" charset="0"/>
              <a:ea typeface="+mj-ea"/>
            </a:endParaRPr>
          </a:p>
        </p:txBody>
      </p:sp>
      <p:sp>
        <p:nvSpPr>
          <p:cNvPr id="80" name="文字方塊 79">
            <a:extLst>
              <a:ext uri="{FF2B5EF4-FFF2-40B4-BE49-F238E27FC236}">
                <a16:creationId xmlns:a16="http://schemas.microsoft.com/office/drawing/2014/main" id="{DDBC5EF8-B614-4039-9309-AAE783D3F665}"/>
              </a:ext>
            </a:extLst>
          </p:cNvPr>
          <p:cNvSpPr txBox="1"/>
          <p:nvPr/>
        </p:nvSpPr>
        <p:spPr>
          <a:xfrm>
            <a:off x="5604164" y="4461329"/>
            <a:ext cx="1071127" cy="646331"/>
          </a:xfrm>
          <a:prstGeom prst="rect">
            <a:avLst/>
          </a:prstGeom>
          <a:noFill/>
        </p:spPr>
        <p:txBody>
          <a:bodyPr wrap="none" rtlCol="0">
            <a:spAutoFit/>
          </a:bodyPr>
          <a:lstStyle/>
          <a:p>
            <a:pPr algn="ctr"/>
            <a:r>
              <a:rPr lang="en-US" altLang="zh-TW">
                <a:latin typeface="Consolas" panose="020B0609020204030204" pitchFamily="49" charset="0"/>
                <a:ea typeface="+mj-ea"/>
              </a:rPr>
              <a:t>Servlet</a:t>
            </a:r>
          </a:p>
          <a:p>
            <a:pPr algn="ctr"/>
            <a:r>
              <a:rPr lang="en-US" altLang="zh-TW">
                <a:latin typeface="Consolas" panose="020B0609020204030204" pitchFamily="49" charset="0"/>
                <a:ea typeface="+mj-ea"/>
              </a:rPr>
              <a:t>JSP</a:t>
            </a:r>
            <a:endParaRPr lang="zh-TW" altLang="en-US">
              <a:latin typeface="Consolas" panose="020B0609020204030204" pitchFamily="49" charset="0"/>
              <a:ea typeface="+mj-ea"/>
            </a:endParaRPr>
          </a:p>
        </p:txBody>
      </p:sp>
    </p:spTree>
    <p:extLst>
      <p:ext uri="{BB962C8B-B14F-4D97-AF65-F5344CB8AC3E}">
        <p14:creationId xmlns:p14="http://schemas.microsoft.com/office/powerpoint/2010/main" val="4108957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1C2AB285-46DF-4C8C-BF73-D3B379C53F92}"/>
              </a:ext>
            </a:extLst>
          </p:cNvPr>
          <p:cNvSpPr>
            <a:spLocks noGrp="1"/>
          </p:cNvSpPr>
          <p:nvPr>
            <p:ph type="sldNum" sz="quarter" idx="12"/>
          </p:nvPr>
        </p:nvSpPr>
        <p:spPr/>
        <p:txBody>
          <a:bodyPr/>
          <a:lstStyle/>
          <a:p>
            <a:fld id="{B521127C-0C56-461F-B517-0D483F216F7D}" type="slidenum">
              <a:rPr lang="zh-TW" altLang="en-US" smtClean="0">
                <a:latin typeface="Consolas" panose="020B0609020204030204" pitchFamily="49" charset="0"/>
                <a:ea typeface="+mj-ea"/>
              </a:rPr>
              <a:t>9</a:t>
            </a:fld>
            <a:endParaRPr lang="zh-TW" altLang="en-US">
              <a:latin typeface="Consolas" panose="020B0609020204030204" pitchFamily="49" charset="0"/>
              <a:ea typeface="+mj-ea"/>
            </a:endParaRPr>
          </a:p>
        </p:txBody>
      </p:sp>
      <p:pic>
        <p:nvPicPr>
          <p:cNvPr id="45" name="圖片 44">
            <a:extLst>
              <a:ext uri="{FF2B5EF4-FFF2-40B4-BE49-F238E27FC236}">
                <a16:creationId xmlns:a16="http://schemas.microsoft.com/office/drawing/2014/main" id="{311216E7-2044-4BDC-8C64-2F349B54CB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20301" y="900219"/>
            <a:ext cx="1143000" cy="1438275"/>
          </a:xfrm>
          <a:prstGeom prst="rect">
            <a:avLst/>
          </a:prstGeom>
        </p:spPr>
      </p:pic>
      <p:pic>
        <p:nvPicPr>
          <p:cNvPr id="51" name="圖片 50" descr="一張含有 文字, 顯示 的圖片&#10;&#10;自動產生的描述">
            <a:extLst>
              <a:ext uri="{FF2B5EF4-FFF2-40B4-BE49-F238E27FC236}">
                <a16:creationId xmlns:a16="http://schemas.microsoft.com/office/drawing/2014/main" id="{42F84208-1A82-4D36-A556-8C8A1A4C3C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7936" y="990972"/>
            <a:ext cx="1347522" cy="1347522"/>
          </a:xfrm>
          <a:prstGeom prst="rect">
            <a:avLst/>
          </a:prstGeom>
        </p:spPr>
      </p:pic>
      <p:cxnSp>
        <p:nvCxnSpPr>
          <p:cNvPr id="54" name="直線單箭頭接點 53">
            <a:extLst>
              <a:ext uri="{FF2B5EF4-FFF2-40B4-BE49-F238E27FC236}">
                <a16:creationId xmlns:a16="http://schemas.microsoft.com/office/drawing/2014/main" id="{F4F7ABCF-1550-4903-AEBF-4846D8A01C5D}"/>
              </a:ext>
            </a:extLst>
          </p:cNvPr>
          <p:cNvCxnSpPr>
            <a:cxnSpLocks/>
          </p:cNvCxnSpPr>
          <p:nvPr/>
        </p:nvCxnSpPr>
        <p:spPr>
          <a:xfrm>
            <a:off x="4113594" y="1297031"/>
            <a:ext cx="3540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單箭頭接點 54">
            <a:extLst>
              <a:ext uri="{FF2B5EF4-FFF2-40B4-BE49-F238E27FC236}">
                <a16:creationId xmlns:a16="http://schemas.microsoft.com/office/drawing/2014/main" id="{DA080A57-4949-4F23-8A89-83275619A305}"/>
              </a:ext>
            </a:extLst>
          </p:cNvPr>
          <p:cNvCxnSpPr>
            <a:cxnSpLocks/>
          </p:cNvCxnSpPr>
          <p:nvPr/>
        </p:nvCxnSpPr>
        <p:spPr>
          <a:xfrm flipH="1">
            <a:off x="4113594" y="1835243"/>
            <a:ext cx="354065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文字方塊 23">
            <a:extLst>
              <a:ext uri="{FF2B5EF4-FFF2-40B4-BE49-F238E27FC236}">
                <a16:creationId xmlns:a16="http://schemas.microsoft.com/office/drawing/2014/main" id="{07F0BF80-1C79-40EC-9033-F9AAA0D5439F}"/>
              </a:ext>
            </a:extLst>
          </p:cNvPr>
          <p:cNvSpPr txBox="1"/>
          <p:nvPr/>
        </p:nvSpPr>
        <p:spPr>
          <a:xfrm>
            <a:off x="4658422" y="389488"/>
            <a:ext cx="2614501" cy="369332"/>
          </a:xfrm>
          <a:prstGeom prst="rect">
            <a:avLst/>
          </a:prstGeom>
          <a:noFill/>
        </p:spPr>
        <p:txBody>
          <a:bodyPr wrap="square" rtlCol="0">
            <a:spAutoFit/>
          </a:bodyPr>
          <a:lstStyle/>
          <a:p>
            <a:r>
              <a:rPr lang="zh-TW" altLang="en-US">
                <a:latin typeface="Consolas" panose="020B0609020204030204" pitchFamily="49" charset="0"/>
                <a:ea typeface="+mj-ea"/>
              </a:rPr>
              <a:t>使用</a:t>
            </a:r>
            <a:r>
              <a:rPr lang="en-US" altLang="zh-TW">
                <a:latin typeface="Consolas" panose="020B0609020204030204" pitchFamily="49" charset="0"/>
                <a:ea typeface="+mj-ea"/>
              </a:rPr>
              <a:t>http</a:t>
            </a:r>
            <a:r>
              <a:rPr lang="zh-TW" altLang="en-US">
                <a:latin typeface="Consolas" panose="020B0609020204030204" pitchFamily="49" charset="0"/>
                <a:ea typeface="+mj-ea"/>
              </a:rPr>
              <a:t>通訊協定溝通</a:t>
            </a:r>
          </a:p>
        </p:txBody>
      </p:sp>
      <p:sp>
        <p:nvSpPr>
          <p:cNvPr id="5" name="文字方塊 4">
            <a:extLst>
              <a:ext uri="{FF2B5EF4-FFF2-40B4-BE49-F238E27FC236}">
                <a16:creationId xmlns:a16="http://schemas.microsoft.com/office/drawing/2014/main" id="{AA19D652-A1F7-471F-8969-78AC06BEA2EB}"/>
              </a:ext>
            </a:extLst>
          </p:cNvPr>
          <p:cNvSpPr txBox="1"/>
          <p:nvPr/>
        </p:nvSpPr>
        <p:spPr>
          <a:xfrm>
            <a:off x="5113517" y="852476"/>
            <a:ext cx="1704313" cy="369332"/>
          </a:xfrm>
          <a:prstGeom prst="rect">
            <a:avLst/>
          </a:prstGeom>
          <a:noFill/>
        </p:spPr>
        <p:txBody>
          <a:bodyPr wrap="none" rtlCol="0">
            <a:spAutoFit/>
          </a:bodyPr>
          <a:lstStyle/>
          <a:p>
            <a:r>
              <a:rPr lang="en-US" altLang="zh-TW">
                <a:latin typeface="Consolas" panose="020B0609020204030204" pitchFamily="49" charset="0"/>
                <a:ea typeface="+mj-ea"/>
              </a:rPr>
              <a:t>Http Request</a:t>
            </a:r>
            <a:endParaRPr lang="zh-TW" altLang="en-US">
              <a:latin typeface="Consolas" panose="020B0609020204030204" pitchFamily="49" charset="0"/>
              <a:ea typeface="+mj-ea"/>
            </a:endParaRPr>
          </a:p>
        </p:txBody>
      </p:sp>
      <p:sp>
        <p:nvSpPr>
          <p:cNvPr id="26" name="文字方塊 25">
            <a:extLst>
              <a:ext uri="{FF2B5EF4-FFF2-40B4-BE49-F238E27FC236}">
                <a16:creationId xmlns:a16="http://schemas.microsoft.com/office/drawing/2014/main" id="{80DA59B2-ACF2-4F22-B3FC-17CFB4391258}"/>
              </a:ext>
            </a:extLst>
          </p:cNvPr>
          <p:cNvSpPr txBox="1"/>
          <p:nvPr/>
        </p:nvSpPr>
        <p:spPr>
          <a:xfrm>
            <a:off x="5026153" y="2004123"/>
            <a:ext cx="1830950" cy="369332"/>
          </a:xfrm>
          <a:prstGeom prst="rect">
            <a:avLst/>
          </a:prstGeom>
          <a:noFill/>
        </p:spPr>
        <p:txBody>
          <a:bodyPr wrap="none" rtlCol="0">
            <a:spAutoFit/>
          </a:bodyPr>
          <a:lstStyle/>
          <a:p>
            <a:r>
              <a:rPr lang="en-US" altLang="zh-TW">
                <a:latin typeface="Consolas" panose="020B0609020204030204" pitchFamily="49" charset="0"/>
                <a:ea typeface="+mj-ea"/>
              </a:rPr>
              <a:t>Http Response</a:t>
            </a:r>
            <a:endParaRPr lang="zh-TW" altLang="en-US">
              <a:latin typeface="Consolas" panose="020B0609020204030204" pitchFamily="49" charset="0"/>
              <a:ea typeface="+mj-ea"/>
            </a:endParaRPr>
          </a:p>
        </p:txBody>
      </p:sp>
      <p:sp>
        <p:nvSpPr>
          <p:cNvPr id="6" name="文字方塊 5">
            <a:extLst>
              <a:ext uri="{FF2B5EF4-FFF2-40B4-BE49-F238E27FC236}">
                <a16:creationId xmlns:a16="http://schemas.microsoft.com/office/drawing/2014/main" id="{8A620388-243F-4A44-ACDE-87A82DAE4A15}"/>
              </a:ext>
            </a:extLst>
          </p:cNvPr>
          <p:cNvSpPr txBox="1"/>
          <p:nvPr/>
        </p:nvSpPr>
        <p:spPr>
          <a:xfrm>
            <a:off x="1477161" y="483144"/>
            <a:ext cx="944489" cy="369332"/>
          </a:xfrm>
          <a:prstGeom prst="rect">
            <a:avLst/>
          </a:prstGeom>
          <a:noFill/>
        </p:spPr>
        <p:txBody>
          <a:bodyPr wrap="none" rtlCol="0">
            <a:spAutoFit/>
          </a:bodyPr>
          <a:lstStyle/>
          <a:p>
            <a:r>
              <a:rPr lang="en-US" altLang="zh-TW">
                <a:latin typeface="Consolas" panose="020B0609020204030204" pitchFamily="49" charset="0"/>
                <a:ea typeface="+mj-ea"/>
              </a:rPr>
              <a:t>Client</a:t>
            </a:r>
            <a:endParaRPr lang="zh-TW" altLang="en-US">
              <a:latin typeface="Consolas" panose="020B0609020204030204" pitchFamily="49" charset="0"/>
              <a:ea typeface="+mj-ea"/>
            </a:endParaRPr>
          </a:p>
        </p:txBody>
      </p:sp>
      <p:sp>
        <p:nvSpPr>
          <p:cNvPr id="28" name="文字方塊 27">
            <a:extLst>
              <a:ext uri="{FF2B5EF4-FFF2-40B4-BE49-F238E27FC236}">
                <a16:creationId xmlns:a16="http://schemas.microsoft.com/office/drawing/2014/main" id="{E0CB1D23-7F8B-4F24-AD97-842FDDFA87A6}"/>
              </a:ext>
            </a:extLst>
          </p:cNvPr>
          <p:cNvSpPr txBox="1"/>
          <p:nvPr/>
        </p:nvSpPr>
        <p:spPr>
          <a:xfrm>
            <a:off x="9847962" y="483144"/>
            <a:ext cx="944489" cy="369332"/>
          </a:xfrm>
          <a:prstGeom prst="rect">
            <a:avLst/>
          </a:prstGeom>
          <a:noFill/>
        </p:spPr>
        <p:txBody>
          <a:bodyPr wrap="none" rtlCol="0">
            <a:spAutoFit/>
          </a:bodyPr>
          <a:lstStyle/>
          <a:p>
            <a:r>
              <a:rPr lang="en-US" altLang="zh-TW">
                <a:latin typeface="Consolas" panose="020B0609020204030204" pitchFamily="49" charset="0"/>
                <a:ea typeface="+mj-ea"/>
              </a:rPr>
              <a:t>Server</a:t>
            </a:r>
            <a:endParaRPr lang="zh-TW" altLang="en-US">
              <a:latin typeface="Consolas" panose="020B0609020204030204" pitchFamily="49" charset="0"/>
              <a:ea typeface="+mj-ea"/>
            </a:endParaRPr>
          </a:p>
        </p:txBody>
      </p:sp>
      <p:sp>
        <p:nvSpPr>
          <p:cNvPr id="7" name="文字方塊 6">
            <a:extLst>
              <a:ext uri="{FF2B5EF4-FFF2-40B4-BE49-F238E27FC236}">
                <a16:creationId xmlns:a16="http://schemas.microsoft.com/office/drawing/2014/main" id="{FF70E413-8F28-4892-8595-66FE25A830FA}"/>
              </a:ext>
            </a:extLst>
          </p:cNvPr>
          <p:cNvSpPr txBox="1"/>
          <p:nvPr/>
        </p:nvSpPr>
        <p:spPr>
          <a:xfrm>
            <a:off x="1050643" y="3244334"/>
            <a:ext cx="2031325" cy="923330"/>
          </a:xfrm>
          <a:prstGeom prst="rect">
            <a:avLst/>
          </a:prstGeom>
          <a:noFill/>
        </p:spPr>
        <p:txBody>
          <a:bodyPr wrap="none" rtlCol="0">
            <a:spAutoFit/>
          </a:bodyPr>
          <a:lstStyle/>
          <a:p>
            <a:pPr algn="ctr"/>
            <a:r>
              <a:rPr lang="zh-TW" altLang="en-US">
                <a:latin typeface="Consolas" panose="020B0609020204030204" pitchFamily="49" charset="0"/>
                <a:ea typeface="+mj-ea"/>
              </a:rPr>
              <a:t>請求一張圖片</a:t>
            </a:r>
            <a:endParaRPr lang="en-US" altLang="zh-TW">
              <a:latin typeface="Consolas" panose="020B0609020204030204" pitchFamily="49" charset="0"/>
              <a:ea typeface="+mj-ea"/>
            </a:endParaRPr>
          </a:p>
          <a:p>
            <a:pPr algn="ctr"/>
            <a:r>
              <a:rPr lang="zh-TW" altLang="en-US">
                <a:latin typeface="Consolas" panose="020B0609020204030204" pitchFamily="49" charset="0"/>
                <a:ea typeface="+mj-ea"/>
              </a:rPr>
              <a:t>請求一個網頁</a:t>
            </a:r>
            <a:endParaRPr lang="en-US" altLang="zh-TW">
              <a:latin typeface="Consolas" panose="020B0609020204030204" pitchFamily="49" charset="0"/>
              <a:ea typeface="+mj-ea"/>
            </a:endParaRPr>
          </a:p>
          <a:p>
            <a:pPr algn="ctr"/>
            <a:r>
              <a:rPr lang="zh-TW" altLang="en-US">
                <a:latin typeface="Consolas" panose="020B0609020204030204" pitchFamily="49" charset="0"/>
                <a:ea typeface="+mj-ea"/>
              </a:rPr>
              <a:t>請求執行一支程式</a:t>
            </a:r>
            <a:endParaRPr lang="en-US" altLang="zh-TW">
              <a:latin typeface="Consolas" panose="020B0609020204030204" pitchFamily="49" charset="0"/>
              <a:ea typeface="+mj-ea"/>
            </a:endParaRPr>
          </a:p>
        </p:txBody>
      </p:sp>
      <p:sp>
        <p:nvSpPr>
          <p:cNvPr id="33" name="文字方塊 32">
            <a:extLst>
              <a:ext uri="{FF2B5EF4-FFF2-40B4-BE49-F238E27FC236}">
                <a16:creationId xmlns:a16="http://schemas.microsoft.com/office/drawing/2014/main" id="{1006C0F3-82AD-4059-9A57-C55A35B1BF6A}"/>
              </a:ext>
            </a:extLst>
          </p:cNvPr>
          <p:cNvSpPr txBox="1"/>
          <p:nvPr/>
        </p:nvSpPr>
        <p:spPr>
          <a:xfrm>
            <a:off x="8699059" y="3244334"/>
            <a:ext cx="3185487" cy="923330"/>
          </a:xfrm>
          <a:prstGeom prst="rect">
            <a:avLst/>
          </a:prstGeom>
          <a:noFill/>
        </p:spPr>
        <p:txBody>
          <a:bodyPr wrap="none" rtlCol="0">
            <a:spAutoFit/>
          </a:bodyPr>
          <a:lstStyle/>
          <a:p>
            <a:pPr algn="ctr"/>
            <a:r>
              <a:rPr lang="zh-TW" altLang="en-US">
                <a:latin typeface="Consolas" panose="020B0609020204030204" pitchFamily="49" charset="0"/>
                <a:ea typeface="+mj-ea"/>
              </a:rPr>
              <a:t>回應一張圖片</a:t>
            </a:r>
            <a:endParaRPr lang="en-US" altLang="zh-TW">
              <a:latin typeface="Consolas" panose="020B0609020204030204" pitchFamily="49" charset="0"/>
              <a:ea typeface="+mj-ea"/>
            </a:endParaRPr>
          </a:p>
          <a:p>
            <a:pPr algn="ctr"/>
            <a:r>
              <a:rPr lang="zh-TW" altLang="en-US">
                <a:latin typeface="Consolas" panose="020B0609020204030204" pitchFamily="49" charset="0"/>
                <a:ea typeface="+mj-ea"/>
              </a:rPr>
              <a:t>回應一個網頁</a:t>
            </a:r>
            <a:endParaRPr lang="en-US" altLang="zh-TW">
              <a:latin typeface="Consolas" panose="020B0609020204030204" pitchFamily="49" charset="0"/>
              <a:ea typeface="+mj-ea"/>
            </a:endParaRPr>
          </a:p>
          <a:p>
            <a:pPr algn="ctr"/>
            <a:r>
              <a:rPr lang="zh-TW" altLang="en-US">
                <a:latin typeface="Consolas" panose="020B0609020204030204" pitchFamily="49" charset="0"/>
                <a:ea typeface="+mj-ea"/>
              </a:rPr>
              <a:t>執行一支程式，回應執行結果</a:t>
            </a:r>
            <a:endParaRPr lang="en-US" altLang="zh-TW">
              <a:latin typeface="Consolas" panose="020B0609020204030204" pitchFamily="49" charset="0"/>
              <a:ea typeface="+mj-ea"/>
            </a:endParaRPr>
          </a:p>
        </p:txBody>
      </p:sp>
      <p:sp>
        <p:nvSpPr>
          <p:cNvPr id="10" name="文字方塊 9">
            <a:extLst>
              <a:ext uri="{FF2B5EF4-FFF2-40B4-BE49-F238E27FC236}">
                <a16:creationId xmlns:a16="http://schemas.microsoft.com/office/drawing/2014/main" id="{414C0470-29AD-4B83-A77D-41E3E5D93D26}"/>
              </a:ext>
            </a:extLst>
          </p:cNvPr>
          <p:cNvSpPr txBox="1"/>
          <p:nvPr/>
        </p:nvSpPr>
        <p:spPr>
          <a:xfrm>
            <a:off x="1217936" y="4783287"/>
            <a:ext cx="5585183" cy="923330"/>
          </a:xfrm>
          <a:prstGeom prst="rect">
            <a:avLst/>
          </a:prstGeom>
          <a:noFill/>
        </p:spPr>
        <p:txBody>
          <a:bodyPr wrap="none" rtlCol="0">
            <a:spAutoFit/>
          </a:bodyPr>
          <a:lstStyle/>
          <a:p>
            <a:r>
              <a:rPr lang="zh-TW" altLang="en-US">
                <a:latin typeface="Consolas" panose="020B0609020204030204" pitchFamily="49" charset="0"/>
                <a:ea typeface="+mj-ea"/>
              </a:rPr>
              <a:t>現在思考一個問題</a:t>
            </a:r>
            <a:r>
              <a:rPr lang="en-US" altLang="zh-TW">
                <a:latin typeface="Consolas" panose="020B0609020204030204" pitchFamily="49" charset="0"/>
                <a:ea typeface="+mj-ea"/>
              </a:rPr>
              <a:t>:</a:t>
            </a:r>
            <a:r>
              <a:rPr lang="zh-TW" altLang="en-US">
                <a:latin typeface="Consolas" panose="020B0609020204030204" pitchFamily="49" charset="0"/>
                <a:ea typeface="+mj-ea"/>
              </a:rPr>
              <a:t>如何定位資源</a:t>
            </a:r>
            <a:r>
              <a:rPr lang="en-US" altLang="zh-TW">
                <a:latin typeface="Consolas" panose="020B0609020204030204" pitchFamily="49" charset="0"/>
                <a:ea typeface="+mj-ea"/>
              </a:rPr>
              <a:t>?</a:t>
            </a:r>
          </a:p>
          <a:p>
            <a:endParaRPr lang="en-US" altLang="zh-TW">
              <a:latin typeface="Consolas" panose="020B0609020204030204" pitchFamily="49" charset="0"/>
              <a:ea typeface="+mj-ea"/>
            </a:endParaRPr>
          </a:p>
          <a:p>
            <a:r>
              <a:rPr lang="en-US" altLang="zh-TW" err="1">
                <a:latin typeface="Consolas" panose="020B0609020204030204" pitchFamily="49" charset="0"/>
                <a:ea typeface="+mj-ea"/>
              </a:rPr>
              <a:t>Ans</a:t>
            </a:r>
            <a:r>
              <a:rPr lang="zh-TW" altLang="en-US">
                <a:latin typeface="Consolas" panose="020B0609020204030204" pitchFamily="49" charset="0"/>
                <a:ea typeface="+mj-ea"/>
              </a:rPr>
              <a:t> </a:t>
            </a:r>
            <a:r>
              <a:rPr lang="en-US" altLang="zh-TW">
                <a:latin typeface="Consolas" panose="020B0609020204030204" pitchFamily="49" charset="0"/>
                <a:ea typeface="+mj-ea"/>
              </a:rPr>
              <a:t>:</a:t>
            </a:r>
            <a:r>
              <a:rPr lang="zh-TW" altLang="en-US">
                <a:latin typeface="Consolas" panose="020B0609020204030204" pitchFamily="49" charset="0"/>
                <a:ea typeface="+mj-ea"/>
              </a:rPr>
              <a:t> 使用</a:t>
            </a:r>
            <a:r>
              <a:rPr lang="en-US" altLang="zh-TW">
                <a:latin typeface="Consolas" panose="020B0609020204030204" pitchFamily="49" charset="0"/>
                <a:ea typeface="+mj-ea"/>
              </a:rPr>
              <a:t>URI</a:t>
            </a:r>
            <a:r>
              <a:rPr lang="zh-TW" altLang="en-US">
                <a:latin typeface="Consolas" panose="020B0609020204030204" pitchFamily="49" charset="0"/>
                <a:ea typeface="+mj-ea"/>
              </a:rPr>
              <a:t> </a:t>
            </a:r>
            <a:r>
              <a:rPr lang="en-US" altLang="zh-TW">
                <a:latin typeface="Consolas" panose="020B0609020204030204" pitchFamily="49" charset="0"/>
                <a:ea typeface="+mj-ea"/>
              </a:rPr>
              <a:t>(Uniform Resource Identifier)</a:t>
            </a:r>
            <a:endParaRPr lang="zh-TW" altLang="en-US">
              <a:latin typeface="Consolas" panose="020B0609020204030204" pitchFamily="49" charset="0"/>
              <a:ea typeface="+mj-ea"/>
            </a:endParaRPr>
          </a:p>
        </p:txBody>
      </p:sp>
    </p:spTree>
    <p:extLst>
      <p:ext uri="{BB962C8B-B14F-4D97-AF65-F5344CB8AC3E}">
        <p14:creationId xmlns:p14="http://schemas.microsoft.com/office/powerpoint/2010/main" val="34593731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標題 1">
            <a:extLst>
              <a:ext uri="{FF2B5EF4-FFF2-40B4-BE49-F238E27FC236}">
                <a16:creationId xmlns:a16="http://schemas.microsoft.com/office/drawing/2014/main" id="{9543FAE3-AECE-4CF4-AED4-D757EF4237F3}"/>
              </a:ext>
            </a:extLst>
          </p:cNvPr>
          <p:cNvSpPr>
            <a:spLocks noGrp="1"/>
          </p:cNvSpPr>
          <p:nvPr>
            <p:ph type="title"/>
          </p:nvPr>
        </p:nvSpPr>
        <p:spPr>
          <a:xfrm>
            <a:off x="135311" y="165191"/>
            <a:ext cx="8121997" cy="986531"/>
          </a:xfrm>
        </p:spPr>
        <p:txBody>
          <a:bodyPr>
            <a:normAutofit/>
          </a:bodyPr>
          <a:lstStyle/>
          <a:p>
            <a:r>
              <a:rPr lang="en-US" altLang="zh-TW" sz="2800">
                <a:solidFill>
                  <a:schemeClr val="tx1"/>
                </a:solidFill>
                <a:latin typeface="Consolas" panose="020B0609020204030204" pitchFamily="49" charset="0"/>
              </a:rPr>
              <a:t>Q:</a:t>
            </a:r>
            <a:r>
              <a:rPr lang="zh-TW" altLang="en-US" sz="2800">
                <a:solidFill>
                  <a:schemeClr val="tx1"/>
                </a:solidFill>
                <a:latin typeface="Consolas" panose="020B0609020204030204" pitchFamily="49" charset="0"/>
              </a:rPr>
              <a:t>伺服器的資源這麼多，如何找出所需要的資源</a:t>
            </a:r>
            <a:r>
              <a:rPr lang="en-US" altLang="zh-TW" sz="2800">
                <a:solidFill>
                  <a:schemeClr val="tx1"/>
                </a:solidFill>
                <a:latin typeface="Consolas" panose="020B0609020204030204" pitchFamily="49" charset="0"/>
              </a:rPr>
              <a:t>?</a:t>
            </a:r>
            <a:br>
              <a:rPr lang="en-US" altLang="zh-TW" sz="2800">
                <a:solidFill>
                  <a:schemeClr val="tx1"/>
                </a:solidFill>
                <a:latin typeface="Consolas" panose="020B0609020204030204" pitchFamily="49" charset="0"/>
              </a:rPr>
            </a:br>
            <a:r>
              <a:rPr lang="en-US" altLang="zh-TW" sz="2800">
                <a:solidFill>
                  <a:schemeClr val="tx1"/>
                </a:solidFill>
                <a:latin typeface="Consolas" panose="020B0609020204030204" pitchFamily="49" charset="0"/>
              </a:rPr>
              <a:t>A:</a:t>
            </a:r>
            <a:r>
              <a:rPr lang="zh-TW" altLang="en-US" sz="2800">
                <a:solidFill>
                  <a:schemeClr val="tx1"/>
                </a:solidFill>
                <a:latin typeface="Consolas" panose="020B0609020204030204" pitchFamily="49" charset="0"/>
              </a:rPr>
              <a:t>使用</a:t>
            </a:r>
            <a:r>
              <a:rPr lang="en-US" altLang="zh-TW" sz="2800">
                <a:solidFill>
                  <a:schemeClr val="tx1"/>
                </a:solidFill>
                <a:latin typeface="Consolas" panose="020B0609020204030204" pitchFamily="49" charset="0"/>
              </a:rPr>
              <a:t>URI</a:t>
            </a:r>
            <a:endParaRPr lang="zh-TW" altLang="en-US" sz="2800">
              <a:solidFill>
                <a:schemeClr val="tx1"/>
              </a:solidFill>
              <a:latin typeface="Consolas" panose="020B0609020204030204" pitchFamily="49" charset="0"/>
            </a:endParaRPr>
          </a:p>
        </p:txBody>
      </p:sp>
      <p:sp>
        <p:nvSpPr>
          <p:cNvPr id="3" name="投影片編號版面配置區 2">
            <a:extLst>
              <a:ext uri="{FF2B5EF4-FFF2-40B4-BE49-F238E27FC236}">
                <a16:creationId xmlns:a16="http://schemas.microsoft.com/office/drawing/2014/main" id="{1C2AB285-46DF-4C8C-BF73-D3B379C53F92}"/>
              </a:ext>
            </a:extLst>
          </p:cNvPr>
          <p:cNvSpPr>
            <a:spLocks noGrp="1"/>
          </p:cNvSpPr>
          <p:nvPr>
            <p:ph type="sldNum" sz="quarter" idx="12"/>
          </p:nvPr>
        </p:nvSpPr>
        <p:spPr/>
        <p:txBody>
          <a:bodyPr/>
          <a:lstStyle/>
          <a:p>
            <a:fld id="{B521127C-0C56-461F-B517-0D483F216F7D}" type="slidenum">
              <a:rPr lang="zh-TW" altLang="en-US" smtClean="0">
                <a:latin typeface="+mj-ea"/>
                <a:ea typeface="+mj-ea"/>
              </a:rPr>
              <a:t>10</a:t>
            </a:fld>
            <a:endParaRPr lang="zh-TW" altLang="en-US">
              <a:latin typeface="+mj-ea"/>
              <a:ea typeface="+mj-ea"/>
            </a:endParaRPr>
          </a:p>
        </p:txBody>
      </p:sp>
      <p:sp>
        <p:nvSpPr>
          <p:cNvPr id="17" name="文字方塊 16">
            <a:extLst>
              <a:ext uri="{FF2B5EF4-FFF2-40B4-BE49-F238E27FC236}">
                <a16:creationId xmlns:a16="http://schemas.microsoft.com/office/drawing/2014/main" id="{F7CB0988-7F3B-4C40-89A7-369FF45D6083}"/>
              </a:ext>
            </a:extLst>
          </p:cNvPr>
          <p:cNvSpPr txBox="1"/>
          <p:nvPr/>
        </p:nvSpPr>
        <p:spPr>
          <a:xfrm>
            <a:off x="135311" y="1382285"/>
            <a:ext cx="8121996" cy="3785652"/>
          </a:xfrm>
          <a:prstGeom prst="rect">
            <a:avLst/>
          </a:prstGeom>
          <a:noFill/>
        </p:spPr>
        <p:txBody>
          <a:bodyPr wrap="square" rtlCol="0">
            <a:spAutoFit/>
          </a:bodyPr>
          <a:lstStyle/>
          <a:p>
            <a:r>
              <a:rPr lang="zh-TW" altLang="en-US" sz="2000">
                <a:latin typeface="Consolas" panose="020B0609020204030204" pitchFamily="49" charset="0"/>
                <a:ea typeface="+mj-ea"/>
              </a:rPr>
              <a:t>什麼是</a:t>
            </a:r>
            <a:r>
              <a:rPr lang="en-US" altLang="zh-TW" sz="2000">
                <a:latin typeface="Consolas" panose="020B0609020204030204" pitchFamily="49" charset="0"/>
                <a:ea typeface="+mj-ea"/>
              </a:rPr>
              <a:t>URI?</a:t>
            </a:r>
            <a:r>
              <a:rPr lang="zh-TW" altLang="en-US" sz="2000">
                <a:latin typeface="Consolas" panose="020B0609020204030204" pitchFamily="49" charset="0"/>
                <a:ea typeface="+mj-ea"/>
              </a:rPr>
              <a:t> 那</a:t>
            </a:r>
            <a:r>
              <a:rPr lang="en-US" altLang="zh-TW" sz="2000">
                <a:latin typeface="Consolas" panose="020B0609020204030204" pitchFamily="49" charset="0"/>
                <a:ea typeface="+mj-ea"/>
              </a:rPr>
              <a:t>URL</a:t>
            </a:r>
            <a:r>
              <a:rPr lang="zh-TW" altLang="en-US" sz="2000">
                <a:latin typeface="Consolas" panose="020B0609020204030204" pitchFamily="49" charset="0"/>
                <a:ea typeface="+mj-ea"/>
              </a:rPr>
              <a:t>、</a:t>
            </a:r>
            <a:r>
              <a:rPr lang="en-US" altLang="zh-TW" sz="2000">
                <a:latin typeface="Consolas" panose="020B0609020204030204" pitchFamily="49" charset="0"/>
                <a:ea typeface="+mj-ea"/>
              </a:rPr>
              <a:t>URN</a:t>
            </a:r>
            <a:r>
              <a:rPr lang="zh-TW" altLang="en-US" sz="2000">
                <a:latin typeface="Consolas" panose="020B0609020204030204" pitchFamily="49" charset="0"/>
                <a:ea typeface="+mj-ea"/>
              </a:rPr>
              <a:t>又是什麼</a:t>
            </a:r>
            <a:r>
              <a:rPr lang="en-US" altLang="zh-TW" sz="2000">
                <a:latin typeface="Consolas" panose="020B0609020204030204" pitchFamily="49" charset="0"/>
                <a:ea typeface="+mj-ea"/>
              </a:rPr>
              <a:t>?</a:t>
            </a:r>
          </a:p>
          <a:p>
            <a:r>
              <a:rPr lang="en-US" altLang="zh-TW" sz="2000">
                <a:latin typeface="Consolas" panose="020B0609020204030204" pitchFamily="49" charset="0"/>
                <a:ea typeface="+mj-ea"/>
              </a:rPr>
              <a:t>URI:</a:t>
            </a:r>
            <a:r>
              <a:rPr lang="en-US" altLang="zh-TW" sz="2000" i="0">
                <a:solidFill>
                  <a:srgbClr val="202124"/>
                </a:solidFill>
                <a:effectLst/>
                <a:latin typeface="Consolas" panose="020B0609020204030204" pitchFamily="49" charset="0"/>
                <a:ea typeface="+mj-ea"/>
              </a:rPr>
              <a:t>Uniform Resource Identifier</a:t>
            </a:r>
            <a:r>
              <a:rPr lang="en-US" altLang="zh-TW" sz="2000">
                <a:solidFill>
                  <a:srgbClr val="202124"/>
                </a:solidFill>
                <a:latin typeface="Consolas" panose="020B0609020204030204" pitchFamily="49" charset="0"/>
                <a:ea typeface="+mj-ea"/>
              </a:rPr>
              <a:t>(</a:t>
            </a:r>
            <a:r>
              <a:rPr lang="zh-TW" altLang="en-US" sz="2000" i="0">
                <a:solidFill>
                  <a:srgbClr val="202124"/>
                </a:solidFill>
                <a:effectLst/>
                <a:latin typeface="Consolas" panose="020B0609020204030204" pitchFamily="49" charset="0"/>
                <a:ea typeface="+mj-ea"/>
              </a:rPr>
              <a:t>統一資源識別碼</a:t>
            </a:r>
            <a:r>
              <a:rPr lang="en-US" altLang="zh-TW" sz="2000">
                <a:solidFill>
                  <a:srgbClr val="202124"/>
                </a:solidFill>
                <a:latin typeface="Consolas" panose="020B0609020204030204" pitchFamily="49" charset="0"/>
                <a:ea typeface="+mj-ea"/>
              </a:rPr>
              <a:t>)</a:t>
            </a:r>
          </a:p>
          <a:p>
            <a:r>
              <a:rPr lang="en-US" altLang="zh-TW" sz="2000">
                <a:solidFill>
                  <a:srgbClr val="202124"/>
                </a:solidFill>
                <a:latin typeface="Consolas" panose="020B0609020204030204" pitchFamily="49" charset="0"/>
                <a:ea typeface="+mj-ea"/>
              </a:rPr>
              <a:t>URL:Uniform Resource Locator(</a:t>
            </a:r>
            <a:r>
              <a:rPr lang="zh-TW" altLang="en-US" sz="2000">
                <a:solidFill>
                  <a:srgbClr val="202124"/>
                </a:solidFill>
                <a:latin typeface="Consolas" panose="020B0609020204030204" pitchFamily="49" charset="0"/>
                <a:ea typeface="+mj-ea"/>
              </a:rPr>
              <a:t>統一資源定位符</a:t>
            </a:r>
            <a:r>
              <a:rPr lang="en-US" altLang="zh-TW" sz="2000">
                <a:solidFill>
                  <a:srgbClr val="202124"/>
                </a:solidFill>
                <a:latin typeface="Consolas" panose="020B0609020204030204" pitchFamily="49" charset="0"/>
                <a:ea typeface="+mj-ea"/>
              </a:rPr>
              <a:t>)</a:t>
            </a:r>
          </a:p>
          <a:p>
            <a:r>
              <a:rPr lang="en-US" altLang="zh-TW" sz="2000">
                <a:solidFill>
                  <a:srgbClr val="202124"/>
                </a:solidFill>
                <a:latin typeface="Consolas" panose="020B0609020204030204" pitchFamily="49" charset="0"/>
                <a:ea typeface="+mj-ea"/>
              </a:rPr>
              <a:t>URN:Uniform Resource Name(</a:t>
            </a:r>
            <a:r>
              <a:rPr lang="zh-TW" altLang="en-US" sz="2000">
                <a:solidFill>
                  <a:srgbClr val="202124"/>
                </a:solidFill>
                <a:latin typeface="Consolas" panose="020B0609020204030204" pitchFamily="49" charset="0"/>
                <a:ea typeface="+mj-ea"/>
              </a:rPr>
              <a:t>統一資源名稱</a:t>
            </a:r>
            <a:r>
              <a:rPr lang="en-US" altLang="zh-TW" sz="2000">
                <a:solidFill>
                  <a:srgbClr val="202124"/>
                </a:solidFill>
                <a:latin typeface="Consolas" panose="020B0609020204030204" pitchFamily="49" charset="0"/>
                <a:ea typeface="+mj-ea"/>
              </a:rPr>
              <a:t>)</a:t>
            </a:r>
          </a:p>
          <a:p>
            <a:endParaRPr lang="en-US" altLang="zh-TW" sz="2000">
              <a:solidFill>
                <a:srgbClr val="202124"/>
              </a:solidFill>
              <a:latin typeface="Consolas" panose="020B0609020204030204" pitchFamily="49" charset="0"/>
              <a:ea typeface="+mj-ea"/>
            </a:endParaRPr>
          </a:p>
          <a:p>
            <a:r>
              <a:rPr lang="en-US" altLang="zh-TW" sz="2000">
                <a:latin typeface="Consolas" panose="020B0609020204030204" pitchFamily="49" charset="0"/>
                <a:ea typeface="+mj-ea"/>
              </a:rPr>
              <a:t>URL</a:t>
            </a:r>
            <a:r>
              <a:rPr lang="zh-TW" altLang="en-US" sz="2000">
                <a:latin typeface="Consolas" panose="020B0609020204030204" pitchFamily="49" charset="0"/>
                <a:ea typeface="+mj-ea"/>
              </a:rPr>
              <a:t>的標準最先出現，</a:t>
            </a:r>
            <a:r>
              <a:rPr lang="en-US" altLang="zh-TW" sz="2000">
                <a:latin typeface="Consolas" panose="020B0609020204030204" pitchFamily="49" charset="0"/>
                <a:ea typeface="+mj-ea"/>
              </a:rPr>
              <a:t>U</a:t>
            </a:r>
            <a:r>
              <a:rPr lang="zh-TW" altLang="en-US" sz="2000">
                <a:latin typeface="Consolas" panose="020B0609020204030204" pitchFamily="49" charset="0"/>
                <a:ea typeface="+mj-ea"/>
              </a:rPr>
              <a:t>原先代表</a:t>
            </a:r>
            <a:r>
              <a:rPr lang="en-US" altLang="zh-TW" sz="2000">
                <a:latin typeface="Consolas" panose="020B0609020204030204" pitchFamily="49" charset="0"/>
                <a:ea typeface="+mj-ea"/>
              </a:rPr>
              <a:t>Universal(</a:t>
            </a:r>
            <a:r>
              <a:rPr lang="zh-TW" altLang="en-US" sz="2000">
                <a:latin typeface="Consolas" panose="020B0609020204030204" pitchFamily="49" charset="0"/>
                <a:ea typeface="+mj-ea"/>
              </a:rPr>
              <a:t>萬用</a:t>
            </a:r>
            <a:r>
              <a:rPr lang="en-US" altLang="zh-TW" sz="2000">
                <a:latin typeface="Consolas" panose="020B0609020204030204" pitchFamily="49" charset="0"/>
                <a:ea typeface="+mj-ea"/>
              </a:rPr>
              <a:t>)</a:t>
            </a:r>
            <a:r>
              <a:rPr lang="zh-TW" altLang="en-US" sz="2000">
                <a:latin typeface="Consolas" panose="020B0609020204030204" pitchFamily="49" charset="0"/>
                <a:ea typeface="+mj-ea"/>
              </a:rPr>
              <a:t>，在標準化後則代表</a:t>
            </a:r>
            <a:r>
              <a:rPr lang="en-US" altLang="zh-TW" sz="2000">
                <a:latin typeface="Consolas" panose="020B0609020204030204" pitchFamily="49" charset="0"/>
                <a:ea typeface="+mj-ea"/>
              </a:rPr>
              <a:t>Uniform(</a:t>
            </a:r>
            <a:r>
              <a:rPr lang="zh-TW" altLang="en-US" sz="2000">
                <a:latin typeface="Consolas" panose="020B0609020204030204" pitchFamily="49" charset="0"/>
                <a:ea typeface="+mj-ea"/>
              </a:rPr>
              <a:t>統一</a:t>
            </a:r>
            <a:r>
              <a:rPr lang="en-US" altLang="zh-TW" sz="2000">
                <a:latin typeface="Consolas" panose="020B0609020204030204" pitchFamily="49" charset="0"/>
                <a:ea typeface="+mj-ea"/>
              </a:rPr>
              <a:t>)</a:t>
            </a:r>
            <a:r>
              <a:rPr lang="zh-TW" altLang="en-US" sz="2000">
                <a:latin typeface="Consolas" panose="020B0609020204030204" pitchFamily="49" charset="0"/>
                <a:ea typeface="+mj-ea"/>
              </a:rPr>
              <a:t>。</a:t>
            </a:r>
            <a:endParaRPr lang="en-US" altLang="zh-TW" sz="2000">
              <a:latin typeface="Consolas" panose="020B0609020204030204" pitchFamily="49" charset="0"/>
              <a:ea typeface="+mj-ea"/>
            </a:endParaRPr>
          </a:p>
          <a:p>
            <a:r>
              <a:rPr lang="en-US" altLang="zh-TW" sz="2000">
                <a:latin typeface="Consolas" panose="020B0609020204030204" pitchFamily="49" charset="0"/>
                <a:ea typeface="+mj-ea"/>
              </a:rPr>
              <a:t>URN</a:t>
            </a:r>
            <a:r>
              <a:rPr lang="zh-TW" altLang="en-US" sz="2000">
                <a:latin typeface="Consolas" panose="020B0609020204030204" pitchFamily="49" charset="0"/>
                <a:ea typeface="+mj-ea"/>
              </a:rPr>
              <a:t>則表示某個資源獨一無二的名稱。</a:t>
            </a:r>
            <a:endParaRPr lang="en-US" altLang="zh-TW" sz="2000">
              <a:latin typeface="Consolas" panose="020B0609020204030204" pitchFamily="49" charset="0"/>
              <a:ea typeface="+mj-ea"/>
            </a:endParaRPr>
          </a:p>
          <a:p>
            <a:r>
              <a:rPr lang="en-US" altLang="zh-TW" sz="2000">
                <a:latin typeface="Consolas" panose="020B0609020204030204" pitchFamily="49" charset="0"/>
                <a:ea typeface="+mj-ea"/>
              </a:rPr>
              <a:t>URI</a:t>
            </a:r>
            <a:r>
              <a:rPr lang="zh-TW" altLang="en-US" sz="2000">
                <a:latin typeface="Consolas" panose="020B0609020204030204" pitchFamily="49" charset="0"/>
                <a:ea typeface="+mj-ea"/>
              </a:rPr>
              <a:t>規範出現後，</a:t>
            </a:r>
            <a:r>
              <a:rPr lang="en-US" altLang="zh-TW" sz="2000">
                <a:latin typeface="Consolas" panose="020B0609020204030204" pitchFamily="49" charset="0"/>
                <a:ea typeface="+mj-ea"/>
              </a:rPr>
              <a:t>URL</a:t>
            </a:r>
            <a:r>
              <a:rPr lang="zh-TW" altLang="en-US" sz="2000">
                <a:latin typeface="Consolas" panose="020B0609020204030204" pitchFamily="49" charset="0"/>
                <a:ea typeface="+mj-ea"/>
              </a:rPr>
              <a:t>、</a:t>
            </a:r>
            <a:r>
              <a:rPr lang="en-US" altLang="zh-TW" sz="2000">
                <a:latin typeface="Consolas" panose="020B0609020204030204" pitchFamily="49" charset="0"/>
                <a:ea typeface="+mj-ea"/>
              </a:rPr>
              <a:t>URN</a:t>
            </a:r>
            <a:r>
              <a:rPr lang="zh-TW" altLang="en-US" sz="2000">
                <a:latin typeface="Consolas" panose="020B0609020204030204" pitchFamily="49" charset="0"/>
                <a:ea typeface="+mj-ea"/>
              </a:rPr>
              <a:t>成為</a:t>
            </a:r>
            <a:r>
              <a:rPr lang="en-US" altLang="zh-TW" sz="2000">
                <a:latin typeface="Consolas" panose="020B0609020204030204" pitchFamily="49" charset="0"/>
                <a:ea typeface="+mj-ea"/>
              </a:rPr>
              <a:t>URI</a:t>
            </a:r>
            <a:r>
              <a:rPr lang="zh-TW" altLang="en-US" sz="2000">
                <a:latin typeface="Consolas" panose="020B0609020204030204" pitchFamily="49" charset="0"/>
                <a:ea typeface="+mj-ea"/>
              </a:rPr>
              <a:t>子集。</a:t>
            </a:r>
            <a:endParaRPr lang="en-US" altLang="zh-TW" sz="2000">
              <a:latin typeface="Consolas" panose="020B0609020204030204" pitchFamily="49" charset="0"/>
              <a:ea typeface="+mj-ea"/>
            </a:endParaRPr>
          </a:p>
          <a:p>
            <a:endParaRPr lang="en-US" altLang="zh-TW" sz="2000">
              <a:latin typeface="Consolas" panose="020B0609020204030204" pitchFamily="49" charset="0"/>
              <a:ea typeface="+mj-ea"/>
            </a:endParaRPr>
          </a:p>
          <a:p>
            <a:r>
              <a:rPr lang="en-US" altLang="zh-TW" sz="2000">
                <a:latin typeface="Consolas" panose="020B0609020204030204" pitchFamily="49" charset="0"/>
                <a:ea typeface="+mj-ea"/>
              </a:rPr>
              <a:t>URI</a:t>
            </a:r>
            <a:r>
              <a:rPr lang="zh-TW" altLang="en-US" sz="2000">
                <a:latin typeface="Consolas" panose="020B0609020204030204" pitchFamily="49" charset="0"/>
                <a:ea typeface="+mj-ea"/>
              </a:rPr>
              <a:t>範例</a:t>
            </a:r>
            <a:r>
              <a:rPr lang="en-US" altLang="zh-TW" sz="2000">
                <a:latin typeface="Consolas" panose="020B0609020204030204" pitchFamily="49" charset="0"/>
                <a:ea typeface="+mj-ea"/>
              </a:rPr>
              <a:t>:</a:t>
            </a:r>
          </a:p>
          <a:p>
            <a:r>
              <a:rPr lang="en-US" altLang="zh-TW" sz="2000">
                <a:latin typeface="Consolas" panose="020B0609020204030204" pitchFamily="49" charset="0"/>
                <a:ea typeface="+mj-ea"/>
              </a:rPr>
              <a:t>http://i.imgur.com/mJc3wn7.mp4</a:t>
            </a:r>
          </a:p>
        </p:txBody>
      </p:sp>
      <p:sp>
        <p:nvSpPr>
          <p:cNvPr id="18" name="文字方塊 17">
            <a:extLst>
              <a:ext uri="{FF2B5EF4-FFF2-40B4-BE49-F238E27FC236}">
                <a16:creationId xmlns:a16="http://schemas.microsoft.com/office/drawing/2014/main" id="{6F4C352A-843C-4D3B-B3DD-27D2691E0CA1}"/>
              </a:ext>
            </a:extLst>
          </p:cNvPr>
          <p:cNvSpPr txBox="1"/>
          <p:nvPr/>
        </p:nvSpPr>
        <p:spPr>
          <a:xfrm>
            <a:off x="65402" y="5666515"/>
            <a:ext cx="1107996" cy="369332"/>
          </a:xfrm>
          <a:prstGeom prst="rect">
            <a:avLst/>
          </a:prstGeom>
          <a:noFill/>
        </p:spPr>
        <p:txBody>
          <a:bodyPr wrap="none" rtlCol="0">
            <a:spAutoFit/>
          </a:bodyPr>
          <a:lstStyle/>
          <a:p>
            <a:r>
              <a:rPr lang="zh-TW" altLang="en-US">
                <a:latin typeface="+mj-ea"/>
                <a:ea typeface="+mj-ea"/>
              </a:rPr>
              <a:t>使用協定</a:t>
            </a:r>
          </a:p>
        </p:txBody>
      </p:sp>
      <p:cxnSp>
        <p:nvCxnSpPr>
          <p:cNvPr id="19" name="直線單箭頭接點 18">
            <a:extLst>
              <a:ext uri="{FF2B5EF4-FFF2-40B4-BE49-F238E27FC236}">
                <a16:creationId xmlns:a16="http://schemas.microsoft.com/office/drawing/2014/main" id="{F8F35423-41AF-4FE6-BA0C-571A42BA64F5}"/>
              </a:ext>
            </a:extLst>
          </p:cNvPr>
          <p:cNvCxnSpPr>
            <a:cxnSpLocks/>
          </p:cNvCxnSpPr>
          <p:nvPr/>
        </p:nvCxnSpPr>
        <p:spPr>
          <a:xfrm>
            <a:off x="619400" y="5130485"/>
            <a:ext cx="1" cy="5360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a:extLst>
              <a:ext uri="{FF2B5EF4-FFF2-40B4-BE49-F238E27FC236}">
                <a16:creationId xmlns:a16="http://schemas.microsoft.com/office/drawing/2014/main" id="{1D2735E4-97A2-42D8-9AD0-0339BD3EFD46}"/>
              </a:ext>
            </a:extLst>
          </p:cNvPr>
          <p:cNvCxnSpPr>
            <a:cxnSpLocks/>
          </p:cNvCxnSpPr>
          <p:nvPr/>
        </p:nvCxnSpPr>
        <p:spPr>
          <a:xfrm>
            <a:off x="2078125" y="5130485"/>
            <a:ext cx="1" cy="5360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文字方塊 20">
            <a:extLst>
              <a:ext uri="{FF2B5EF4-FFF2-40B4-BE49-F238E27FC236}">
                <a16:creationId xmlns:a16="http://schemas.microsoft.com/office/drawing/2014/main" id="{2A493C30-7624-40F5-A663-5A248AE60571}"/>
              </a:ext>
            </a:extLst>
          </p:cNvPr>
          <p:cNvSpPr txBox="1"/>
          <p:nvPr/>
        </p:nvSpPr>
        <p:spPr>
          <a:xfrm>
            <a:off x="1524127" y="5666515"/>
            <a:ext cx="1107996" cy="369332"/>
          </a:xfrm>
          <a:prstGeom prst="rect">
            <a:avLst/>
          </a:prstGeom>
          <a:noFill/>
        </p:spPr>
        <p:txBody>
          <a:bodyPr wrap="none" rtlCol="0">
            <a:spAutoFit/>
          </a:bodyPr>
          <a:lstStyle/>
          <a:p>
            <a:r>
              <a:rPr lang="zh-TW" altLang="en-US">
                <a:latin typeface="+mj-ea"/>
                <a:ea typeface="+mj-ea"/>
              </a:rPr>
              <a:t>請求網域</a:t>
            </a:r>
          </a:p>
        </p:txBody>
      </p:sp>
      <p:cxnSp>
        <p:nvCxnSpPr>
          <p:cNvPr id="22" name="直線單箭頭接點 21">
            <a:extLst>
              <a:ext uri="{FF2B5EF4-FFF2-40B4-BE49-F238E27FC236}">
                <a16:creationId xmlns:a16="http://schemas.microsoft.com/office/drawing/2014/main" id="{70882F56-803F-4424-B330-B8B112C10410}"/>
              </a:ext>
            </a:extLst>
          </p:cNvPr>
          <p:cNvCxnSpPr>
            <a:cxnSpLocks/>
          </p:cNvCxnSpPr>
          <p:nvPr/>
        </p:nvCxnSpPr>
        <p:spPr>
          <a:xfrm>
            <a:off x="3604469" y="5146878"/>
            <a:ext cx="1" cy="5360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文字方塊 22">
            <a:extLst>
              <a:ext uri="{FF2B5EF4-FFF2-40B4-BE49-F238E27FC236}">
                <a16:creationId xmlns:a16="http://schemas.microsoft.com/office/drawing/2014/main" id="{52F39A71-586F-4354-80E9-AE38775E8791}"/>
              </a:ext>
            </a:extLst>
          </p:cNvPr>
          <p:cNvSpPr txBox="1"/>
          <p:nvPr/>
        </p:nvSpPr>
        <p:spPr>
          <a:xfrm>
            <a:off x="3050471" y="5666515"/>
            <a:ext cx="1107996" cy="369332"/>
          </a:xfrm>
          <a:prstGeom prst="rect">
            <a:avLst/>
          </a:prstGeom>
          <a:noFill/>
        </p:spPr>
        <p:txBody>
          <a:bodyPr wrap="none" rtlCol="0">
            <a:spAutoFit/>
          </a:bodyPr>
          <a:lstStyle/>
          <a:p>
            <a:r>
              <a:rPr lang="zh-TW" altLang="en-US">
                <a:latin typeface="+mj-ea"/>
                <a:ea typeface="+mj-ea"/>
              </a:rPr>
              <a:t>請求資源</a:t>
            </a:r>
          </a:p>
        </p:txBody>
      </p:sp>
      <p:sp>
        <p:nvSpPr>
          <p:cNvPr id="4" name="文字方塊 3">
            <a:extLst>
              <a:ext uri="{FF2B5EF4-FFF2-40B4-BE49-F238E27FC236}">
                <a16:creationId xmlns:a16="http://schemas.microsoft.com/office/drawing/2014/main" id="{3F36C362-488B-47D3-B2E1-9DE4D9CBD77C}"/>
              </a:ext>
            </a:extLst>
          </p:cNvPr>
          <p:cNvSpPr txBox="1"/>
          <p:nvPr/>
        </p:nvSpPr>
        <p:spPr>
          <a:xfrm>
            <a:off x="764492" y="6272784"/>
            <a:ext cx="6345337" cy="369332"/>
          </a:xfrm>
          <a:prstGeom prst="rect">
            <a:avLst/>
          </a:prstGeom>
          <a:noFill/>
        </p:spPr>
        <p:txBody>
          <a:bodyPr wrap="square" rtlCol="0">
            <a:spAutoFit/>
          </a:bodyPr>
          <a:lstStyle/>
          <a:p>
            <a:r>
              <a:rPr lang="zh-TW" altLang="en-US">
                <a:latin typeface="+mj-ea"/>
                <a:ea typeface="+mj-ea"/>
              </a:rPr>
              <a:t>簡言之，</a:t>
            </a:r>
            <a:r>
              <a:rPr lang="en-US" altLang="zh-TW">
                <a:latin typeface="+mj-ea"/>
                <a:ea typeface="+mj-ea"/>
              </a:rPr>
              <a:t>URI</a:t>
            </a:r>
            <a:r>
              <a:rPr lang="zh-TW" altLang="en-US">
                <a:latin typeface="+mj-ea"/>
                <a:ea typeface="+mj-ea"/>
              </a:rPr>
              <a:t>就類似網路地址，告知瀏覽器要去哪裡找到資源。</a:t>
            </a:r>
          </a:p>
        </p:txBody>
      </p:sp>
      <p:sp>
        <p:nvSpPr>
          <p:cNvPr id="29" name="標題 1"/>
          <p:cNvSpPr txBox="1">
            <a:spLocks/>
          </p:cNvSpPr>
          <p:nvPr/>
        </p:nvSpPr>
        <p:spPr>
          <a:xfrm>
            <a:off x="8257307" y="76200"/>
            <a:ext cx="3934693" cy="69596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200" b="1"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zh-TW" altLang="en-US" sz="3000">
                <a:solidFill>
                  <a:schemeClr val="tx1"/>
                </a:solidFill>
              </a:rPr>
              <a:t>統一資源標識符 </a:t>
            </a:r>
            <a:r>
              <a:rPr lang="en-US" altLang="zh-TW" sz="3000">
                <a:solidFill>
                  <a:schemeClr val="tx1"/>
                </a:solidFill>
              </a:rPr>
              <a:t>URI</a:t>
            </a:r>
            <a:endParaRPr lang="zh-TW" altLang="en-US" sz="3000">
              <a:solidFill>
                <a:schemeClr val="tx1"/>
              </a:solidFill>
            </a:endParaRPr>
          </a:p>
        </p:txBody>
      </p:sp>
      <p:sp>
        <p:nvSpPr>
          <p:cNvPr id="30" name="文字版面配置區 4"/>
          <p:cNvSpPr txBox="1">
            <a:spLocks/>
          </p:cNvSpPr>
          <p:nvPr/>
        </p:nvSpPr>
        <p:spPr>
          <a:xfrm>
            <a:off x="8299347" y="955039"/>
            <a:ext cx="3892653" cy="5224087"/>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000"/>
              </a:spcBef>
              <a:buClr>
                <a:schemeClr val="accent1">
                  <a:lumMod val="75000"/>
                </a:schemeClr>
              </a:buClr>
              <a:buSzPct val="85000"/>
              <a:buFont typeface="Wingdings" pitchFamily="2" charset="2"/>
              <a:buNone/>
              <a:defRPr sz="1400" kern="1200">
                <a:solidFill>
                  <a:schemeClr val="accent1">
                    <a:lumMod val="75000"/>
                  </a:schemeClr>
                </a:solidFill>
                <a:latin typeface="+mn-lt"/>
                <a:ea typeface="+mn-ea"/>
                <a:cs typeface="+mn-cs"/>
              </a:defRPr>
            </a:lvl1pPr>
            <a:lvl2pPr marL="4572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200" kern="1200">
                <a:solidFill>
                  <a:schemeClr val="tx1"/>
                </a:solidFill>
                <a:latin typeface="+mn-lt"/>
                <a:ea typeface="+mn-ea"/>
                <a:cs typeface="+mn-cs"/>
              </a:defRPr>
            </a:lvl2pPr>
            <a:lvl3pPr marL="9144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000" kern="1200">
                <a:solidFill>
                  <a:schemeClr val="tx1"/>
                </a:solidFill>
                <a:latin typeface="+mn-lt"/>
                <a:ea typeface="+mn-ea"/>
                <a:cs typeface="+mn-cs"/>
              </a:defRPr>
            </a:lvl3pPr>
            <a:lvl4pPr marL="13716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900" kern="1200">
                <a:solidFill>
                  <a:schemeClr val="tx1"/>
                </a:solidFill>
                <a:latin typeface="+mn-lt"/>
                <a:ea typeface="+mn-ea"/>
                <a:cs typeface="+mn-cs"/>
              </a:defRPr>
            </a:lvl4pPr>
            <a:lvl5pPr marL="18288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900" kern="1200">
                <a:solidFill>
                  <a:schemeClr val="tx1"/>
                </a:solidFill>
                <a:latin typeface="+mn-lt"/>
                <a:ea typeface="+mn-ea"/>
                <a:cs typeface="+mn-cs"/>
              </a:defRPr>
            </a:lvl5pPr>
            <a:lvl6pPr marL="22860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900" kern="1200">
                <a:solidFill>
                  <a:schemeClr val="tx1"/>
                </a:solidFill>
                <a:latin typeface="+mn-lt"/>
                <a:ea typeface="+mn-ea"/>
                <a:cs typeface="+mn-cs"/>
              </a:defRPr>
            </a:lvl6pPr>
            <a:lvl7pPr marL="27432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900" kern="1200">
                <a:solidFill>
                  <a:schemeClr val="tx1"/>
                </a:solidFill>
                <a:latin typeface="+mn-lt"/>
                <a:ea typeface="+mn-ea"/>
                <a:cs typeface="+mn-cs"/>
              </a:defRPr>
            </a:lvl7pPr>
            <a:lvl8pPr marL="32004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900" kern="1200">
                <a:solidFill>
                  <a:schemeClr val="tx1"/>
                </a:solidFill>
                <a:latin typeface="+mn-lt"/>
                <a:ea typeface="+mn-ea"/>
                <a:cs typeface="+mn-cs"/>
              </a:defRPr>
            </a:lvl8pPr>
            <a:lvl9pPr marL="36576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900" kern="1200">
                <a:solidFill>
                  <a:schemeClr val="tx1"/>
                </a:solidFill>
                <a:latin typeface="+mn-lt"/>
                <a:ea typeface="+mn-ea"/>
                <a:cs typeface="+mn-cs"/>
              </a:defRPr>
            </a:lvl9pPr>
          </a:lstStyle>
          <a:p>
            <a:pPr algn="just"/>
            <a:r>
              <a:rPr lang="en-US" altLang="zh-TW" sz="1900" b="1">
                <a:latin typeface="Consolas" panose="020B0609020204030204" pitchFamily="49" charset="0"/>
                <a:ea typeface="+mj-ea"/>
              </a:rPr>
              <a:t>Uniform Resource Identifier</a:t>
            </a:r>
          </a:p>
          <a:p>
            <a:pPr algn="just"/>
            <a:r>
              <a:rPr lang="zh-TW" altLang="en-US" sz="1900" b="1">
                <a:latin typeface="Consolas" panose="020B0609020204030204" pitchFamily="49" charset="0"/>
                <a:ea typeface="+mj-ea"/>
              </a:rPr>
              <a:t>在電腦術語中是用於標識某一網際網路資源名稱的字串。</a:t>
            </a:r>
          </a:p>
          <a:p>
            <a:pPr algn="just"/>
            <a:r>
              <a:rPr lang="zh-TW" altLang="en-US" sz="1900" b="1">
                <a:latin typeface="Consolas" panose="020B0609020204030204" pitchFamily="49" charset="0"/>
                <a:ea typeface="+mj-ea"/>
              </a:rPr>
              <a:t>該種標識允許使用者對網路中（一般指全球資訊網）的資源通過特定的協定進行互動操作。</a:t>
            </a:r>
            <a:r>
              <a:rPr lang="en-US" altLang="zh-TW" sz="1900" b="1">
                <a:latin typeface="Consolas" panose="020B0609020204030204" pitchFamily="49" charset="0"/>
                <a:ea typeface="+mj-ea"/>
              </a:rPr>
              <a:t>URI</a:t>
            </a:r>
            <a:r>
              <a:rPr lang="zh-TW" altLang="en-US" sz="1900" b="1">
                <a:latin typeface="Consolas" panose="020B0609020204030204" pitchFamily="49" charset="0"/>
                <a:ea typeface="+mj-ea"/>
              </a:rPr>
              <a:t>的最常見的形式是統一資源定位符（</a:t>
            </a:r>
            <a:r>
              <a:rPr lang="en-US" altLang="zh-TW" sz="1900" b="1">
                <a:latin typeface="Consolas" panose="020B0609020204030204" pitchFamily="49" charset="0"/>
                <a:ea typeface="+mj-ea"/>
              </a:rPr>
              <a:t>URL</a:t>
            </a:r>
            <a:r>
              <a:rPr lang="zh-TW" altLang="en-US" sz="1900" b="1">
                <a:latin typeface="Consolas" panose="020B0609020204030204" pitchFamily="49" charset="0"/>
                <a:ea typeface="+mj-ea"/>
              </a:rPr>
              <a:t>），經常指定為非正式的網址。更罕見的用法是統一資源名稱（</a:t>
            </a:r>
            <a:r>
              <a:rPr lang="en-US" altLang="zh-TW" sz="1900" b="1">
                <a:latin typeface="Consolas" panose="020B0609020204030204" pitchFamily="49" charset="0"/>
                <a:ea typeface="+mj-ea"/>
              </a:rPr>
              <a:t>URN</a:t>
            </a:r>
            <a:r>
              <a:rPr lang="zh-TW" altLang="en-US" sz="1900" b="1">
                <a:latin typeface="Consolas" panose="020B0609020204030204" pitchFamily="49" charset="0"/>
                <a:ea typeface="+mj-ea"/>
              </a:rPr>
              <a:t>），其目的是通過提供一種途徑。用於在特定的命名空間資源的標識，以補充網址。</a:t>
            </a:r>
          </a:p>
          <a:p>
            <a:pPr algn="r"/>
            <a:r>
              <a:rPr lang="en-US" altLang="zh-TW" sz="1900" b="1">
                <a:latin typeface="Consolas" panose="020B0609020204030204" pitchFamily="49" charset="0"/>
                <a:ea typeface="+mj-ea"/>
              </a:rPr>
              <a:t>&lt;</a:t>
            </a:r>
            <a:r>
              <a:rPr lang="zh-TW" altLang="en-US" sz="1900" b="1">
                <a:latin typeface="Consolas" panose="020B0609020204030204" pitchFamily="49" charset="0"/>
                <a:ea typeface="+mj-ea"/>
              </a:rPr>
              <a:t>維基百科</a:t>
            </a:r>
            <a:r>
              <a:rPr lang="en-US" altLang="zh-TW" sz="1900" b="1">
                <a:latin typeface="Consolas" panose="020B0609020204030204" pitchFamily="49" charset="0"/>
                <a:ea typeface="+mj-ea"/>
              </a:rPr>
              <a:t>&gt;</a:t>
            </a:r>
          </a:p>
        </p:txBody>
      </p:sp>
    </p:spTree>
    <p:extLst>
      <p:ext uri="{BB962C8B-B14F-4D97-AF65-F5344CB8AC3E}">
        <p14:creationId xmlns:p14="http://schemas.microsoft.com/office/powerpoint/2010/main" val="4275239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1C2AB285-46DF-4C8C-BF73-D3B379C53F92}"/>
              </a:ext>
            </a:extLst>
          </p:cNvPr>
          <p:cNvSpPr>
            <a:spLocks noGrp="1"/>
          </p:cNvSpPr>
          <p:nvPr>
            <p:ph type="sldNum" sz="quarter" idx="12"/>
          </p:nvPr>
        </p:nvSpPr>
        <p:spPr/>
        <p:txBody>
          <a:bodyPr/>
          <a:lstStyle/>
          <a:p>
            <a:fld id="{B521127C-0C56-461F-B517-0D483F216F7D}" type="slidenum">
              <a:rPr lang="zh-TW" altLang="en-US" smtClean="0">
                <a:latin typeface="Consolas" panose="020B0609020204030204" pitchFamily="49" charset="0"/>
                <a:ea typeface="+mj-ea"/>
              </a:rPr>
              <a:t>11</a:t>
            </a:fld>
            <a:endParaRPr lang="zh-TW" altLang="en-US">
              <a:latin typeface="Consolas" panose="020B0609020204030204" pitchFamily="49" charset="0"/>
              <a:ea typeface="+mj-ea"/>
            </a:endParaRPr>
          </a:p>
        </p:txBody>
      </p:sp>
      <p:pic>
        <p:nvPicPr>
          <p:cNvPr id="45" name="圖片 44">
            <a:extLst>
              <a:ext uri="{FF2B5EF4-FFF2-40B4-BE49-F238E27FC236}">
                <a16:creationId xmlns:a16="http://schemas.microsoft.com/office/drawing/2014/main" id="{311216E7-2044-4BDC-8C64-2F349B54CB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86963" y="1865989"/>
            <a:ext cx="1143000" cy="1438275"/>
          </a:xfrm>
          <a:prstGeom prst="rect">
            <a:avLst/>
          </a:prstGeom>
        </p:spPr>
      </p:pic>
      <p:pic>
        <p:nvPicPr>
          <p:cNvPr id="51" name="圖片 50" descr="一張含有 文字, 顯示 的圖片&#10;&#10;自動產生的描述">
            <a:extLst>
              <a:ext uri="{FF2B5EF4-FFF2-40B4-BE49-F238E27FC236}">
                <a16:creationId xmlns:a16="http://schemas.microsoft.com/office/drawing/2014/main" id="{42F84208-1A82-4D36-A556-8C8A1A4C3C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4598" y="1956742"/>
            <a:ext cx="1347522" cy="1347522"/>
          </a:xfrm>
          <a:prstGeom prst="rect">
            <a:avLst/>
          </a:prstGeom>
        </p:spPr>
      </p:pic>
      <p:cxnSp>
        <p:nvCxnSpPr>
          <p:cNvPr id="54" name="直線單箭頭接點 53">
            <a:extLst>
              <a:ext uri="{FF2B5EF4-FFF2-40B4-BE49-F238E27FC236}">
                <a16:creationId xmlns:a16="http://schemas.microsoft.com/office/drawing/2014/main" id="{F4F7ABCF-1550-4903-AEBF-4846D8A01C5D}"/>
              </a:ext>
            </a:extLst>
          </p:cNvPr>
          <p:cNvCxnSpPr>
            <a:cxnSpLocks/>
          </p:cNvCxnSpPr>
          <p:nvPr/>
        </p:nvCxnSpPr>
        <p:spPr>
          <a:xfrm>
            <a:off x="4180256" y="2262801"/>
            <a:ext cx="3540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單箭頭接點 54">
            <a:extLst>
              <a:ext uri="{FF2B5EF4-FFF2-40B4-BE49-F238E27FC236}">
                <a16:creationId xmlns:a16="http://schemas.microsoft.com/office/drawing/2014/main" id="{DA080A57-4949-4F23-8A89-83275619A305}"/>
              </a:ext>
            </a:extLst>
          </p:cNvPr>
          <p:cNvCxnSpPr>
            <a:cxnSpLocks/>
          </p:cNvCxnSpPr>
          <p:nvPr/>
        </p:nvCxnSpPr>
        <p:spPr>
          <a:xfrm flipH="1">
            <a:off x="4180256" y="2801013"/>
            <a:ext cx="354065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文字方塊 23">
            <a:extLst>
              <a:ext uri="{FF2B5EF4-FFF2-40B4-BE49-F238E27FC236}">
                <a16:creationId xmlns:a16="http://schemas.microsoft.com/office/drawing/2014/main" id="{07F0BF80-1C79-40EC-9033-F9AAA0D5439F}"/>
              </a:ext>
            </a:extLst>
          </p:cNvPr>
          <p:cNvSpPr txBox="1"/>
          <p:nvPr/>
        </p:nvSpPr>
        <p:spPr>
          <a:xfrm>
            <a:off x="4727715" y="1280035"/>
            <a:ext cx="2609240" cy="369332"/>
          </a:xfrm>
          <a:prstGeom prst="rect">
            <a:avLst/>
          </a:prstGeom>
          <a:noFill/>
        </p:spPr>
        <p:txBody>
          <a:bodyPr wrap="square" rtlCol="0">
            <a:spAutoFit/>
          </a:bodyPr>
          <a:lstStyle/>
          <a:p>
            <a:r>
              <a:rPr lang="zh-TW" altLang="en-US">
                <a:latin typeface="Consolas" panose="020B0609020204030204" pitchFamily="49" charset="0"/>
                <a:ea typeface="+mj-ea"/>
              </a:rPr>
              <a:t>使用</a:t>
            </a:r>
            <a:r>
              <a:rPr lang="en-US" altLang="zh-TW">
                <a:latin typeface="Consolas" panose="020B0609020204030204" pitchFamily="49" charset="0"/>
                <a:ea typeface="+mj-ea"/>
              </a:rPr>
              <a:t>http</a:t>
            </a:r>
            <a:r>
              <a:rPr lang="zh-TW" altLang="en-US">
                <a:latin typeface="Consolas" panose="020B0609020204030204" pitchFamily="49" charset="0"/>
                <a:ea typeface="+mj-ea"/>
              </a:rPr>
              <a:t>通訊協定溝通</a:t>
            </a:r>
          </a:p>
        </p:txBody>
      </p:sp>
      <p:sp>
        <p:nvSpPr>
          <p:cNvPr id="5" name="文字方塊 4">
            <a:extLst>
              <a:ext uri="{FF2B5EF4-FFF2-40B4-BE49-F238E27FC236}">
                <a16:creationId xmlns:a16="http://schemas.microsoft.com/office/drawing/2014/main" id="{AA19D652-A1F7-471F-8969-78AC06BEA2EB}"/>
              </a:ext>
            </a:extLst>
          </p:cNvPr>
          <p:cNvSpPr txBox="1"/>
          <p:nvPr/>
        </p:nvSpPr>
        <p:spPr>
          <a:xfrm>
            <a:off x="5180179" y="1818246"/>
            <a:ext cx="1704313" cy="369332"/>
          </a:xfrm>
          <a:prstGeom prst="rect">
            <a:avLst/>
          </a:prstGeom>
          <a:noFill/>
        </p:spPr>
        <p:txBody>
          <a:bodyPr wrap="none" rtlCol="0">
            <a:spAutoFit/>
          </a:bodyPr>
          <a:lstStyle/>
          <a:p>
            <a:r>
              <a:rPr lang="en-US" altLang="zh-TW">
                <a:latin typeface="Consolas" panose="020B0609020204030204" pitchFamily="49" charset="0"/>
                <a:ea typeface="+mj-ea"/>
              </a:rPr>
              <a:t>Http Request</a:t>
            </a:r>
            <a:endParaRPr lang="zh-TW" altLang="en-US">
              <a:latin typeface="Consolas" panose="020B0609020204030204" pitchFamily="49" charset="0"/>
              <a:ea typeface="+mj-ea"/>
            </a:endParaRPr>
          </a:p>
        </p:txBody>
      </p:sp>
      <p:sp>
        <p:nvSpPr>
          <p:cNvPr id="26" name="文字方塊 25">
            <a:extLst>
              <a:ext uri="{FF2B5EF4-FFF2-40B4-BE49-F238E27FC236}">
                <a16:creationId xmlns:a16="http://schemas.microsoft.com/office/drawing/2014/main" id="{80DA59B2-ACF2-4F22-B3FC-17CFB4391258}"/>
              </a:ext>
            </a:extLst>
          </p:cNvPr>
          <p:cNvSpPr txBox="1"/>
          <p:nvPr/>
        </p:nvSpPr>
        <p:spPr>
          <a:xfrm>
            <a:off x="5092815" y="2969893"/>
            <a:ext cx="1830950" cy="369332"/>
          </a:xfrm>
          <a:prstGeom prst="rect">
            <a:avLst/>
          </a:prstGeom>
          <a:noFill/>
        </p:spPr>
        <p:txBody>
          <a:bodyPr wrap="none" rtlCol="0">
            <a:spAutoFit/>
          </a:bodyPr>
          <a:lstStyle/>
          <a:p>
            <a:r>
              <a:rPr lang="en-US" altLang="zh-TW">
                <a:latin typeface="Consolas" panose="020B0609020204030204" pitchFamily="49" charset="0"/>
                <a:ea typeface="+mj-ea"/>
              </a:rPr>
              <a:t>Http Response</a:t>
            </a:r>
            <a:endParaRPr lang="zh-TW" altLang="en-US">
              <a:latin typeface="Consolas" panose="020B0609020204030204" pitchFamily="49" charset="0"/>
              <a:ea typeface="+mj-ea"/>
            </a:endParaRPr>
          </a:p>
        </p:txBody>
      </p:sp>
      <p:sp>
        <p:nvSpPr>
          <p:cNvPr id="6" name="文字方塊 5">
            <a:extLst>
              <a:ext uri="{FF2B5EF4-FFF2-40B4-BE49-F238E27FC236}">
                <a16:creationId xmlns:a16="http://schemas.microsoft.com/office/drawing/2014/main" id="{8A620388-243F-4A44-ACDE-87A82DAE4A15}"/>
              </a:ext>
            </a:extLst>
          </p:cNvPr>
          <p:cNvSpPr txBox="1"/>
          <p:nvPr/>
        </p:nvSpPr>
        <p:spPr>
          <a:xfrm>
            <a:off x="1543823" y="1448914"/>
            <a:ext cx="944489" cy="369332"/>
          </a:xfrm>
          <a:prstGeom prst="rect">
            <a:avLst/>
          </a:prstGeom>
          <a:noFill/>
        </p:spPr>
        <p:txBody>
          <a:bodyPr wrap="none" rtlCol="0">
            <a:spAutoFit/>
          </a:bodyPr>
          <a:lstStyle/>
          <a:p>
            <a:r>
              <a:rPr lang="en-US" altLang="zh-TW">
                <a:latin typeface="Consolas" panose="020B0609020204030204" pitchFamily="49" charset="0"/>
                <a:ea typeface="+mj-ea"/>
              </a:rPr>
              <a:t>Client</a:t>
            </a:r>
            <a:endParaRPr lang="zh-TW" altLang="en-US">
              <a:latin typeface="Consolas" panose="020B0609020204030204" pitchFamily="49" charset="0"/>
              <a:ea typeface="+mj-ea"/>
            </a:endParaRPr>
          </a:p>
        </p:txBody>
      </p:sp>
      <p:sp>
        <p:nvSpPr>
          <p:cNvPr id="28" name="文字方塊 27">
            <a:extLst>
              <a:ext uri="{FF2B5EF4-FFF2-40B4-BE49-F238E27FC236}">
                <a16:creationId xmlns:a16="http://schemas.microsoft.com/office/drawing/2014/main" id="{E0CB1D23-7F8B-4F24-AD97-842FDDFA87A6}"/>
              </a:ext>
            </a:extLst>
          </p:cNvPr>
          <p:cNvSpPr txBox="1"/>
          <p:nvPr/>
        </p:nvSpPr>
        <p:spPr>
          <a:xfrm>
            <a:off x="9914624" y="1448914"/>
            <a:ext cx="944489" cy="369332"/>
          </a:xfrm>
          <a:prstGeom prst="rect">
            <a:avLst/>
          </a:prstGeom>
          <a:noFill/>
        </p:spPr>
        <p:txBody>
          <a:bodyPr wrap="none" rtlCol="0">
            <a:spAutoFit/>
          </a:bodyPr>
          <a:lstStyle/>
          <a:p>
            <a:r>
              <a:rPr lang="en-US" altLang="zh-TW">
                <a:latin typeface="Consolas" panose="020B0609020204030204" pitchFamily="49" charset="0"/>
                <a:ea typeface="+mj-ea"/>
              </a:rPr>
              <a:t>Server</a:t>
            </a:r>
            <a:endParaRPr lang="zh-TW" altLang="en-US">
              <a:latin typeface="Consolas" panose="020B0609020204030204" pitchFamily="49" charset="0"/>
              <a:ea typeface="+mj-ea"/>
            </a:endParaRPr>
          </a:p>
        </p:txBody>
      </p:sp>
      <p:sp>
        <p:nvSpPr>
          <p:cNvPr id="7" name="文字方塊 6">
            <a:extLst>
              <a:ext uri="{FF2B5EF4-FFF2-40B4-BE49-F238E27FC236}">
                <a16:creationId xmlns:a16="http://schemas.microsoft.com/office/drawing/2014/main" id="{FF70E413-8F28-4892-8595-66FE25A830FA}"/>
              </a:ext>
            </a:extLst>
          </p:cNvPr>
          <p:cNvSpPr txBox="1"/>
          <p:nvPr/>
        </p:nvSpPr>
        <p:spPr>
          <a:xfrm>
            <a:off x="-45377" y="4201531"/>
            <a:ext cx="6053667" cy="923330"/>
          </a:xfrm>
          <a:prstGeom prst="rect">
            <a:avLst/>
          </a:prstGeom>
          <a:noFill/>
        </p:spPr>
        <p:txBody>
          <a:bodyPr wrap="square" rtlCol="0">
            <a:spAutoFit/>
          </a:bodyPr>
          <a:lstStyle/>
          <a:p>
            <a:pPr algn="ctr"/>
            <a:r>
              <a:rPr lang="en-US" altLang="zh-TW">
                <a:latin typeface="Consolas" panose="020B0609020204030204" pitchFamily="49" charset="0"/>
                <a:ea typeface="+mj-ea"/>
              </a:rPr>
              <a:t>http://192.168.30.200/apple.jpg</a:t>
            </a:r>
          </a:p>
          <a:p>
            <a:pPr algn="ctr"/>
            <a:r>
              <a:rPr lang="en-US" altLang="zh-TW">
                <a:latin typeface="Consolas" panose="020B0609020204030204" pitchFamily="49" charset="0"/>
                <a:ea typeface="+mj-ea"/>
              </a:rPr>
              <a:t>http://localhost/hello.html</a:t>
            </a:r>
          </a:p>
          <a:p>
            <a:pPr algn="ctr"/>
            <a:r>
              <a:rPr lang="en-US" altLang="zh-TW">
                <a:latin typeface="Consolas" panose="020B0609020204030204" pitchFamily="49" charset="0"/>
                <a:ea typeface="+mj-ea"/>
              </a:rPr>
              <a:t>http://127.0.0.1/MyProject/getName.do(servlet)</a:t>
            </a:r>
          </a:p>
        </p:txBody>
      </p:sp>
      <p:sp>
        <p:nvSpPr>
          <p:cNvPr id="33" name="文字方塊 32">
            <a:extLst>
              <a:ext uri="{FF2B5EF4-FFF2-40B4-BE49-F238E27FC236}">
                <a16:creationId xmlns:a16="http://schemas.microsoft.com/office/drawing/2014/main" id="{1006C0F3-82AD-4059-9A57-C55A35B1BF6A}"/>
              </a:ext>
            </a:extLst>
          </p:cNvPr>
          <p:cNvSpPr txBox="1"/>
          <p:nvPr/>
        </p:nvSpPr>
        <p:spPr>
          <a:xfrm>
            <a:off x="8765721" y="4210104"/>
            <a:ext cx="3185487" cy="923330"/>
          </a:xfrm>
          <a:prstGeom prst="rect">
            <a:avLst/>
          </a:prstGeom>
          <a:noFill/>
        </p:spPr>
        <p:txBody>
          <a:bodyPr wrap="none" rtlCol="0">
            <a:spAutoFit/>
          </a:bodyPr>
          <a:lstStyle/>
          <a:p>
            <a:pPr algn="ctr"/>
            <a:r>
              <a:rPr lang="zh-TW" altLang="en-US">
                <a:latin typeface="Consolas" panose="020B0609020204030204" pitchFamily="49" charset="0"/>
                <a:ea typeface="+mj-ea"/>
              </a:rPr>
              <a:t>回應一張圖片</a:t>
            </a:r>
            <a:endParaRPr lang="en-US" altLang="zh-TW">
              <a:latin typeface="Consolas" panose="020B0609020204030204" pitchFamily="49" charset="0"/>
              <a:ea typeface="+mj-ea"/>
            </a:endParaRPr>
          </a:p>
          <a:p>
            <a:pPr algn="ctr"/>
            <a:r>
              <a:rPr lang="zh-TW" altLang="en-US">
                <a:latin typeface="Consolas" panose="020B0609020204030204" pitchFamily="49" charset="0"/>
                <a:ea typeface="+mj-ea"/>
              </a:rPr>
              <a:t>回應一個網頁</a:t>
            </a:r>
            <a:endParaRPr lang="en-US" altLang="zh-TW">
              <a:latin typeface="Consolas" panose="020B0609020204030204" pitchFamily="49" charset="0"/>
              <a:ea typeface="+mj-ea"/>
            </a:endParaRPr>
          </a:p>
          <a:p>
            <a:pPr algn="ctr"/>
            <a:r>
              <a:rPr lang="zh-TW" altLang="en-US">
                <a:latin typeface="Consolas" panose="020B0609020204030204" pitchFamily="49" charset="0"/>
                <a:ea typeface="+mj-ea"/>
              </a:rPr>
              <a:t>執行一支程式，回應執行結果</a:t>
            </a:r>
            <a:endParaRPr lang="en-US" altLang="zh-TW">
              <a:latin typeface="Consolas" panose="020B0609020204030204" pitchFamily="49" charset="0"/>
              <a:ea typeface="+mj-ea"/>
            </a:endParaRPr>
          </a:p>
        </p:txBody>
      </p:sp>
      <p:cxnSp>
        <p:nvCxnSpPr>
          <p:cNvPr id="9" name="直線單箭頭接點 8">
            <a:extLst>
              <a:ext uri="{FF2B5EF4-FFF2-40B4-BE49-F238E27FC236}">
                <a16:creationId xmlns:a16="http://schemas.microsoft.com/office/drawing/2014/main" id="{51C50687-85C5-4508-A9AC-612C28BFD573}"/>
              </a:ext>
            </a:extLst>
          </p:cNvPr>
          <p:cNvCxnSpPr/>
          <p:nvPr/>
        </p:nvCxnSpPr>
        <p:spPr>
          <a:xfrm flipV="1">
            <a:off x="2632120" y="5180403"/>
            <a:ext cx="0" cy="6986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文字方塊 10">
            <a:extLst>
              <a:ext uri="{FF2B5EF4-FFF2-40B4-BE49-F238E27FC236}">
                <a16:creationId xmlns:a16="http://schemas.microsoft.com/office/drawing/2014/main" id="{AE7D2F09-D50D-424A-ADB7-3A1130613810}"/>
              </a:ext>
            </a:extLst>
          </p:cNvPr>
          <p:cNvSpPr txBox="1"/>
          <p:nvPr/>
        </p:nvSpPr>
        <p:spPr>
          <a:xfrm>
            <a:off x="1663745" y="5990131"/>
            <a:ext cx="1936749" cy="369332"/>
          </a:xfrm>
          <a:prstGeom prst="rect">
            <a:avLst/>
          </a:prstGeom>
          <a:noFill/>
        </p:spPr>
        <p:txBody>
          <a:bodyPr wrap="none" rtlCol="0">
            <a:spAutoFit/>
          </a:bodyPr>
          <a:lstStyle/>
          <a:p>
            <a:r>
              <a:rPr lang="zh-TW" altLang="en-US">
                <a:latin typeface="Consolas" panose="020B0609020204030204" pitchFamily="49" charset="0"/>
                <a:ea typeface="+mj-ea"/>
              </a:rPr>
              <a:t>使用</a:t>
            </a:r>
            <a:r>
              <a:rPr lang="en-US" altLang="zh-TW">
                <a:latin typeface="Consolas" panose="020B0609020204030204" pitchFamily="49" charset="0"/>
                <a:ea typeface="+mj-ea"/>
              </a:rPr>
              <a:t>URI</a:t>
            </a:r>
            <a:r>
              <a:rPr lang="zh-TW" altLang="en-US">
                <a:latin typeface="Consolas" panose="020B0609020204030204" pitchFamily="49" charset="0"/>
                <a:ea typeface="+mj-ea"/>
              </a:rPr>
              <a:t>定位資源</a:t>
            </a:r>
          </a:p>
        </p:txBody>
      </p:sp>
    </p:spTree>
    <p:extLst>
      <p:ext uri="{BB962C8B-B14F-4D97-AF65-F5344CB8AC3E}">
        <p14:creationId xmlns:p14="http://schemas.microsoft.com/office/powerpoint/2010/main" val="2148269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1C2AB285-46DF-4C8C-BF73-D3B379C53F92}"/>
              </a:ext>
            </a:extLst>
          </p:cNvPr>
          <p:cNvSpPr>
            <a:spLocks noGrp="1"/>
          </p:cNvSpPr>
          <p:nvPr>
            <p:ph type="sldNum" sz="quarter" idx="12"/>
          </p:nvPr>
        </p:nvSpPr>
        <p:spPr/>
        <p:txBody>
          <a:bodyPr/>
          <a:lstStyle/>
          <a:p>
            <a:fld id="{B521127C-0C56-461F-B517-0D483F216F7D}" type="slidenum">
              <a:rPr lang="zh-TW" altLang="en-US" smtClean="0">
                <a:latin typeface="+mj-ea"/>
                <a:ea typeface="+mj-ea"/>
              </a:rPr>
              <a:t>12</a:t>
            </a:fld>
            <a:endParaRPr lang="zh-TW" altLang="en-US">
              <a:latin typeface="+mj-ea"/>
              <a:ea typeface="+mj-ea"/>
            </a:endParaRPr>
          </a:p>
        </p:txBody>
      </p:sp>
      <p:pic>
        <p:nvPicPr>
          <p:cNvPr id="18" name="圖片 17">
            <a:extLst>
              <a:ext uri="{FF2B5EF4-FFF2-40B4-BE49-F238E27FC236}">
                <a16:creationId xmlns:a16="http://schemas.microsoft.com/office/drawing/2014/main" id="{56C39A11-64C9-4FE7-A352-7808EA02FE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94116" y="256490"/>
            <a:ext cx="1834116" cy="2307929"/>
          </a:xfrm>
          <a:prstGeom prst="rect">
            <a:avLst/>
          </a:prstGeom>
        </p:spPr>
      </p:pic>
      <p:pic>
        <p:nvPicPr>
          <p:cNvPr id="19" name="圖片 18" descr="一張含有 文字, 顯示 的圖片&#10;&#10;自動產生的描述">
            <a:extLst>
              <a:ext uri="{FF2B5EF4-FFF2-40B4-BE49-F238E27FC236}">
                <a16:creationId xmlns:a16="http://schemas.microsoft.com/office/drawing/2014/main" id="{23AA092C-568B-47A2-B116-E26FF12399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541" y="380011"/>
            <a:ext cx="2061760" cy="2061760"/>
          </a:xfrm>
          <a:prstGeom prst="rect">
            <a:avLst/>
          </a:prstGeom>
        </p:spPr>
      </p:pic>
      <p:cxnSp>
        <p:nvCxnSpPr>
          <p:cNvPr id="20" name="直線單箭頭接點 19">
            <a:extLst>
              <a:ext uri="{FF2B5EF4-FFF2-40B4-BE49-F238E27FC236}">
                <a16:creationId xmlns:a16="http://schemas.microsoft.com/office/drawing/2014/main" id="{9B3FFDAA-BAD0-4D68-A2D4-EF4E019443F6}"/>
              </a:ext>
            </a:extLst>
          </p:cNvPr>
          <p:cNvCxnSpPr>
            <a:cxnSpLocks/>
          </p:cNvCxnSpPr>
          <p:nvPr/>
        </p:nvCxnSpPr>
        <p:spPr>
          <a:xfrm>
            <a:off x="4219974" y="1192365"/>
            <a:ext cx="40548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a:extLst>
              <a:ext uri="{FF2B5EF4-FFF2-40B4-BE49-F238E27FC236}">
                <a16:creationId xmlns:a16="http://schemas.microsoft.com/office/drawing/2014/main" id="{57E77DD6-4FFB-453F-B1CC-398D997D53FE}"/>
              </a:ext>
            </a:extLst>
          </p:cNvPr>
          <p:cNvCxnSpPr>
            <a:cxnSpLocks/>
          </p:cNvCxnSpPr>
          <p:nvPr/>
        </p:nvCxnSpPr>
        <p:spPr>
          <a:xfrm flipH="1">
            <a:off x="4236480" y="1968818"/>
            <a:ext cx="405484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文字方塊 22">
            <a:extLst>
              <a:ext uri="{FF2B5EF4-FFF2-40B4-BE49-F238E27FC236}">
                <a16:creationId xmlns:a16="http://schemas.microsoft.com/office/drawing/2014/main" id="{5B6B1A4D-04BF-48D8-A82A-9767ED7097B4}"/>
              </a:ext>
            </a:extLst>
          </p:cNvPr>
          <p:cNvSpPr txBox="1"/>
          <p:nvPr/>
        </p:nvSpPr>
        <p:spPr>
          <a:xfrm>
            <a:off x="1581007" y="2718308"/>
            <a:ext cx="1338828" cy="369332"/>
          </a:xfrm>
          <a:prstGeom prst="rect">
            <a:avLst/>
          </a:prstGeom>
          <a:noFill/>
        </p:spPr>
        <p:txBody>
          <a:bodyPr wrap="square" rtlCol="0">
            <a:spAutoFit/>
          </a:bodyPr>
          <a:lstStyle/>
          <a:p>
            <a:pPr algn="ctr"/>
            <a:r>
              <a:rPr lang="en-US" altLang="zh-TW">
                <a:latin typeface="Consolas" panose="020B0609020204030204" pitchFamily="49" charset="0"/>
                <a:ea typeface="+mj-ea"/>
              </a:rPr>
              <a:t>Client</a:t>
            </a:r>
            <a:r>
              <a:rPr lang="zh-TW" altLang="en-US">
                <a:latin typeface="Consolas" panose="020B0609020204030204" pitchFamily="49" charset="0"/>
                <a:ea typeface="+mj-ea"/>
              </a:rPr>
              <a:t>端</a:t>
            </a:r>
            <a:endParaRPr lang="en-US" altLang="zh-TW">
              <a:latin typeface="Consolas" panose="020B0609020204030204" pitchFamily="49" charset="0"/>
              <a:ea typeface="+mj-ea"/>
            </a:endParaRPr>
          </a:p>
        </p:txBody>
      </p:sp>
      <p:sp>
        <p:nvSpPr>
          <p:cNvPr id="25" name="文字方塊 24">
            <a:extLst>
              <a:ext uri="{FF2B5EF4-FFF2-40B4-BE49-F238E27FC236}">
                <a16:creationId xmlns:a16="http://schemas.microsoft.com/office/drawing/2014/main" id="{EA025366-306D-484F-AE18-92A4276E219C}"/>
              </a:ext>
            </a:extLst>
          </p:cNvPr>
          <p:cNvSpPr txBox="1"/>
          <p:nvPr/>
        </p:nvSpPr>
        <p:spPr>
          <a:xfrm>
            <a:off x="9289078" y="2718308"/>
            <a:ext cx="1569660" cy="369332"/>
          </a:xfrm>
          <a:prstGeom prst="rect">
            <a:avLst/>
          </a:prstGeom>
          <a:noFill/>
        </p:spPr>
        <p:txBody>
          <a:bodyPr wrap="square" rtlCol="0">
            <a:spAutoFit/>
          </a:bodyPr>
          <a:lstStyle/>
          <a:p>
            <a:pPr algn="ctr"/>
            <a:r>
              <a:rPr lang="en-US" altLang="zh-TW">
                <a:latin typeface="Consolas" panose="020B0609020204030204" pitchFamily="49" charset="0"/>
                <a:ea typeface="+mj-ea"/>
              </a:rPr>
              <a:t>Server</a:t>
            </a:r>
            <a:r>
              <a:rPr lang="zh-TW" altLang="en-US">
                <a:latin typeface="Consolas" panose="020B0609020204030204" pitchFamily="49" charset="0"/>
                <a:ea typeface="+mj-ea"/>
              </a:rPr>
              <a:t>端</a:t>
            </a:r>
            <a:endParaRPr lang="en-US" altLang="zh-TW">
              <a:latin typeface="Consolas" panose="020B0609020204030204" pitchFamily="49" charset="0"/>
              <a:ea typeface="+mj-ea"/>
            </a:endParaRPr>
          </a:p>
        </p:txBody>
      </p:sp>
      <p:sp>
        <p:nvSpPr>
          <p:cNvPr id="32" name="矩形: 圓角 31">
            <a:extLst>
              <a:ext uri="{FF2B5EF4-FFF2-40B4-BE49-F238E27FC236}">
                <a16:creationId xmlns:a16="http://schemas.microsoft.com/office/drawing/2014/main" id="{A7F7468A-CBF9-425D-8C62-3A4EA6FCDD99}"/>
              </a:ext>
            </a:extLst>
          </p:cNvPr>
          <p:cNvSpPr/>
          <p:nvPr/>
        </p:nvSpPr>
        <p:spPr>
          <a:xfrm>
            <a:off x="1920621" y="3439094"/>
            <a:ext cx="8596668" cy="270683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34" name="文字方塊 33">
            <a:extLst>
              <a:ext uri="{FF2B5EF4-FFF2-40B4-BE49-F238E27FC236}">
                <a16:creationId xmlns:a16="http://schemas.microsoft.com/office/drawing/2014/main" id="{20BBE4DA-A351-495E-829A-E54DEA552A6D}"/>
              </a:ext>
            </a:extLst>
          </p:cNvPr>
          <p:cNvSpPr txBox="1"/>
          <p:nvPr/>
        </p:nvSpPr>
        <p:spPr>
          <a:xfrm>
            <a:off x="2398447" y="3560330"/>
            <a:ext cx="1356824" cy="307777"/>
          </a:xfrm>
          <a:prstGeom prst="rect">
            <a:avLst/>
          </a:prstGeom>
          <a:noFill/>
        </p:spPr>
        <p:txBody>
          <a:bodyPr wrap="square" rtlCol="0">
            <a:spAutoFit/>
          </a:bodyPr>
          <a:lstStyle/>
          <a:p>
            <a:r>
              <a:rPr lang="en-US" altLang="zh-TW" sz="1400">
                <a:latin typeface="+mj-ea"/>
                <a:ea typeface="+mj-ea"/>
              </a:rPr>
              <a:t>Http</a:t>
            </a:r>
            <a:r>
              <a:rPr lang="zh-TW" altLang="en-US" sz="1400">
                <a:latin typeface="+mj-ea"/>
                <a:ea typeface="+mj-ea"/>
              </a:rPr>
              <a:t>方法</a:t>
            </a:r>
          </a:p>
        </p:txBody>
      </p:sp>
      <p:sp>
        <p:nvSpPr>
          <p:cNvPr id="35" name="文字方塊 34">
            <a:extLst>
              <a:ext uri="{FF2B5EF4-FFF2-40B4-BE49-F238E27FC236}">
                <a16:creationId xmlns:a16="http://schemas.microsoft.com/office/drawing/2014/main" id="{A6F5DE94-8AB5-4213-B827-2C67BAC45D6C}"/>
              </a:ext>
            </a:extLst>
          </p:cNvPr>
          <p:cNvSpPr txBox="1"/>
          <p:nvPr/>
        </p:nvSpPr>
        <p:spPr>
          <a:xfrm>
            <a:off x="5612796" y="3558896"/>
            <a:ext cx="1356824" cy="307777"/>
          </a:xfrm>
          <a:prstGeom prst="rect">
            <a:avLst/>
          </a:prstGeom>
          <a:noFill/>
        </p:spPr>
        <p:txBody>
          <a:bodyPr wrap="square" rtlCol="0">
            <a:spAutoFit/>
          </a:bodyPr>
          <a:lstStyle/>
          <a:p>
            <a:r>
              <a:rPr lang="zh-TW" altLang="en-US" sz="1400">
                <a:latin typeface="+mj-ea"/>
                <a:ea typeface="+mj-ea"/>
              </a:rPr>
              <a:t>請求的</a:t>
            </a:r>
            <a:r>
              <a:rPr lang="en-US" altLang="zh-TW" sz="1400">
                <a:latin typeface="+mj-ea"/>
                <a:ea typeface="+mj-ea"/>
              </a:rPr>
              <a:t>URI</a:t>
            </a:r>
            <a:endParaRPr lang="zh-TW" altLang="en-US" sz="1400">
              <a:latin typeface="+mj-ea"/>
              <a:ea typeface="+mj-ea"/>
            </a:endParaRPr>
          </a:p>
        </p:txBody>
      </p:sp>
      <p:sp>
        <p:nvSpPr>
          <p:cNvPr id="36" name="文字方塊 35">
            <a:extLst>
              <a:ext uri="{FF2B5EF4-FFF2-40B4-BE49-F238E27FC236}">
                <a16:creationId xmlns:a16="http://schemas.microsoft.com/office/drawing/2014/main" id="{97ABD561-1901-4E44-A133-8CE7B6FFAE08}"/>
              </a:ext>
            </a:extLst>
          </p:cNvPr>
          <p:cNvSpPr txBox="1"/>
          <p:nvPr/>
        </p:nvSpPr>
        <p:spPr>
          <a:xfrm>
            <a:off x="8502450" y="3557353"/>
            <a:ext cx="2525782" cy="307777"/>
          </a:xfrm>
          <a:prstGeom prst="rect">
            <a:avLst/>
          </a:prstGeom>
          <a:noFill/>
        </p:spPr>
        <p:txBody>
          <a:bodyPr wrap="square" rtlCol="0">
            <a:spAutoFit/>
          </a:bodyPr>
          <a:lstStyle/>
          <a:p>
            <a:r>
              <a:rPr lang="zh-TW" altLang="en-US" sz="1400">
                <a:latin typeface="+mj-ea"/>
                <a:ea typeface="+mj-ea"/>
              </a:rPr>
              <a:t>協定</a:t>
            </a:r>
            <a:r>
              <a:rPr lang="en-US" altLang="zh-TW" sz="1400">
                <a:latin typeface="+mj-ea"/>
                <a:ea typeface="+mj-ea"/>
              </a:rPr>
              <a:t>/</a:t>
            </a:r>
            <a:r>
              <a:rPr lang="zh-TW" altLang="en-US" sz="1400">
                <a:latin typeface="+mj-ea"/>
                <a:ea typeface="+mj-ea"/>
              </a:rPr>
              <a:t>版本</a:t>
            </a:r>
            <a:r>
              <a:rPr lang="en-US" altLang="zh-TW" sz="1400">
                <a:latin typeface="+mj-ea"/>
                <a:ea typeface="+mj-ea"/>
              </a:rPr>
              <a:t>(Protocol)</a:t>
            </a:r>
            <a:endParaRPr lang="zh-TW" altLang="en-US" sz="1400">
              <a:latin typeface="+mj-ea"/>
              <a:ea typeface="+mj-ea"/>
            </a:endParaRPr>
          </a:p>
        </p:txBody>
      </p:sp>
      <p:graphicFrame>
        <p:nvGraphicFramePr>
          <p:cNvPr id="37" name="表格 13">
            <a:extLst>
              <a:ext uri="{FF2B5EF4-FFF2-40B4-BE49-F238E27FC236}">
                <a16:creationId xmlns:a16="http://schemas.microsoft.com/office/drawing/2014/main" id="{2469D1EE-8AD7-459D-AEFF-55831A9B28C7}"/>
              </a:ext>
            </a:extLst>
          </p:cNvPr>
          <p:cNvGraphicFramePr>
            <a:graphicFrameLocks noGrp="1"/>
          </p:cNvGraphicFramePr>
          <p:nvPr>
            <p:extLst>
              <p:ext uri="{D42A27DB-BD31-4B8C-83A1-F6EECF244321}">
                <p14:modId xmlns:p14="http://schemas.microsoft.com/office/powerpoint/2010/main" val="750972545"/>
              </p:ext>
            </p:extLst>
          </p:nvPr>
        </p:nvGraphicFramePr>
        <p:xfrm>
          <a:off x="2071219" y="3866673"/>
          <a:ext cx="8165110" cy="2103120"/>
        </p:xfrm>
        <a:graphic>
          <a:graphicData uri="http://schemas.openxmlformats.org/drawingml/2006/table">
            <a:tbl>
              <a:tblPr firstRow="1" bandRow="1">
                <a:tableStyleId>{5C22544A-7EE6-4342-B048-85BDC9FD1C3A}</a:tableStyleId>
              </a:tblPr>
              <a:tblGrid>
                <a:gridCol w="1505279">
                  <a:extLst>
                    <a:ext uri="{9D8B030D-6E8A-4147-A177-3AD203B41FA5}">
                      <a16:colId xmlns:a16="http://schemas.microsoft.com/office/drawing/2014/main" val="1041827853"/>
                    </a:ext>
                  </a:extLst>
                </a:gridCol>
                <a:gridCol w="5168359">
                  <a:extLst>
                    <a:ext uri="{9D8B030D-6E8A-4147-A177-3AD203B41FA5}">
                      <a16:colId xmlns:a16="http://schemas.microsoft.com/office/drawing/2014/main" val="5771327"/>
                    </a:ext>
                  </a:extLst>
                </a:gridCol>
                <a:gridCol w="1491472">
                  <a:extLst>
                    <a:ext uri="{9D8B030D-6E8A-4147-A177-3AD203B41FA5}">
                      <a16:colId xmlns:a16="http://schemas.microsoft.com/office/drawing/2014/main" val="130079687"/>
                    </a:ext>
                  </a:extLst>
                </a:gridCol>
              </a:tblGrid>
              <a:tr h="242248">
                <a:tc>
                  <a:txBody>
                    <a:bodyPr/>
                    <a:lstStyle/>
                    <a:p>
                      <a:pPr algn="ctr"/>
                      <a:r>
                        <a:rPr lang="en-US" altLang="zh-TW" sz="1400" b="0">
                          <a:solidFill>
                            <a:schemeClr val="tx1"/>
                          </a:solidFill>
                          <a:latin typeface="Consolas" panose="020B0609020204030204" pitchFamily="49" charset="0"/>
                        </a:rPr>
                        <a:t>POST</a:t>
                      </a:r>
                      <a:endParaRPr lang="zh-TW" altLang="en-US" sz="1400" b="0">
                        <a:solidFill>
                          <a:schemeClr val="tx1"/>
                        </a:solidFill>
                        <a:latin typeface="Consolas" panose="020B0609020204030204" pitchFamily="49"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1400" b="0">
                          <a:solidFill>
                            <a:schemeClr val="tx1"/>
                          </a:solidFill>
                          <a:latin typeface="Consolas" panose="020B0609020204030204" pitchFamily="49" charset="0"/>
                        </a:rPr>
                        <a:t>http://localhost/myproject/login</a:t>
                      </a:r>
                      <a:endParaRPr lang="zh-TW" altLang="en-US" sz="1400" b="0">
                        <a:solidFill>
                          <a:schemeClr val="tx1"/>
                        </a:solidFill>
                        <a:latin typeface="Consolas" panose="020B0609020204030204" pitchFamily="49"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1400" b="0">
                          <a:solidFill>
                            <a:schemeClr val="tx1"/>
                          </a:solidFill>
                          <a:latin typeface="Consolas" panose="020B0609020204030204" pitchFamily="49" charset="0"/>
                        </a:rPr>
                        <a:t>HTTP/1.1</a:t>
                      </a:r>
                      <a:endParaRPr lang="zh-TW" altLang="en-US" sz="1400" b="0">
                        <a:solidFill>
                          <a:schemeClr val="tx1"/>
                        </a:solidFill>
                        <a:latin typeface="Consolas" panose="020B0609020204030204" pitchFamily="49"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51455548"/>
                  </a:ext>
                </a:extLst>
              </a:tr>
              <a:tr h="1486345">
                <a:tc gridSpan="3">
                  <a:txBody>
                    <a:bodyPr/>
                    <a:lstStyle/>
                    <a:p>
                      <a:pPr algn="l"/>
                      <a:r>
                        <a:rPr lang="en-US" altLang="zh-TW" sz="1400" b="0">
                          <a:solidFill>
                            <a:schemeClr val="tx1"/>
                          </a:solidFill>
                          <a:latin typeface="Consolas" panose="020B0609020204030204" pitchFamily="49" charset="0"/>
                        </a:rPr>
                        <a:t>accept: text/html, application/</a:t>
                      </a:r>
                      <a:r>
                        <a:rPr lang="en-US" altLang="zh-TW" sz="1400" b="0" err="1">
                          <a:solidFill>
                            <a:schemeClr val="tx1"/>
                          </a:solidFill>
                          <a:latin typeface="Consolas" panose="020B0609020204030204" pitchFamily="49" charset="0"/>
                        </a:rPr>
                        <a:t>xhtml+xml</a:t>
                      </a:r>
                      <a:r>
                        <a:rPr lang="en-US" altLang="zh-TW" sz="1400" b="0">
                          <a:solidFill>
                            <a:schemeClr val="tx1"/>
                          </a:solidFill>
                          <a:latin typeface="Consolas" panose="020B0609020204030204" pitchFamily="49" charset="0"/>
                        </a:rPr>
                        <a:t>, */* </a:t>
                      </a:r>
                    </a:p>
                    <a:p>
                      <a:pPr algn="l"/>
                      <a:r>
                        <a:rPr lang="en-US" altLang="zh-TW" sz="1400" b="0">
                          <a:solidFill>
                            <a:schemeClr val="tx1"/>
                          </a:solidFill>
                          <a:latin typeface="Consolas" panose="020B0609020204030204" pitchFamily="49" charset="0"/>
                        </a:rPr>
                        <a:t>accept-language: </a:t>
                      </a:r>
                      <a:r>
                        <a:rPr lang="en-US" altLang="zh-TW" sz="1400" b="0" err="1">
                          <a:solidFill>
                            <a:schemeClr val="tx1"/>
                          </a:solidFill>
                          <a:latin typeface="Consolas" panose="020B0609020204030204" pitchFamily="49" charset="0"/>
                        </a:rPr>
                        <a:t>zh</a:t>
                      </a:r>
                      <a:r>
                        <a:rPr lang="en-US" altLang="zh-TW" sz="1400" b="0">
                          <a:solidFill>
                            <a:schemeClr val="tx1"/>
                          </a:solidFill>
                          <a:latin typeface="Consolas" panose="020B0609020204030204" pitchFamily="49" charset="0"/>
                        </a:rPr>
                        <a:t>-TW </a:t>
                      </a:r>
                    </a:p>
                    <a:p>
                      <a:pPr algn="l"/>
                      <a:r>
                        <a:rPr lang="en-US" altLang="zh-TW" sz="1400" b="0">
                          <a:solidFill>
                            <a:schemeClr val="tx1"/>
                          </a:solidFill>
                          <a:latin typeface="Consolas" panose="020B0609020204030204" pitchFamily="49" charset="0"/>
                        </a:rPr>
                        <a:t>user-agent: Mozilla/5.0 (compatible; MSIE 10.0; Windows NT 6.2; WOW64) </a:t>
                      </a:r>
                    </a:p>
                    <a:p>
                      <a:pPr algn="l"/>
                      <a:r>
                        <a:rPr lang="en-US" altLang="zh-TW" sz="1400" b="0">
                          <a:solidFill>
                            <a:schemeClr val="tx1"/>
                          </a:solidFill>
                          <a:latin typeface="Consolas" panose="020B0609020204030204" pitchFamily="49" charset="0"/>
                        </a:rPr>
                        <a:t>accept-encoding: </a:t>
                      </a:r>
                      <a:r>
                        <a:rPr lang="en-US" altLang="zh-TW" sz="1400" b="0" err="1">
                          <a:solidFill>
                            <a:schemeClr val="tx1"/>
                          </a:solidFill>
                          <a:latin typeface="Consolas" panose="020B0609020204030204" pitchFamily="49" charset="0"/>
                        </a:rPr>
                        <a:t>gzip,deflate</a:t>
                      </a:r>
                      <a:r>
                        <a:rPr lang="en-US" altLang="zh-TW" sz="1400" b="0">
                          <a:solidFill>
                            <a:schemeClr val="tx1"/>
                          </a:solidFill>
                          <a:latin typeface="Consolas" panose="020B0609020204030204" pitchFamily="49" charset="0"/>
                        </a:rPr>
                        <a:t> </a:t>
                      </a:r>
                    </a:p>
                    <a:p>
                      <a:pPr algn="l"/>
                      <a:r>
                        <a:rPr lang="en-US" altLang="zh-TW" sz="1400" b="0">
                          <a:solidFill>
                            <a:schemeClr val="tx1"/>
                          </a:solidFill>
                          <a:latin typeface="Consolas" panose="020B0609020204030204" pitchFamily="49" charset="0"/>
                        </a:rPr>
                        <a:t>host: localhost:8080 </a:t>
                      </a:r>
                    </a:p>
                    <a:p>
                      <a:pPr algn="l"/>
                      <a:r>
                        <a:rPr lang="en-US" altLang="zh-TW" sz="1400" b="0">
                          <a:solidFill>
                            <a:schemeClr val="tx1"/>
                          </a:solidFill>
                          <a:latin typeface="Consolas" panose="020B0609020204030204" pitchFamily="49" charset="0"/>
                        </a:rPr>
                        <a:t>connection: keep-alive </a:t>
                      </a:r>
                    </a:p>
                    <a:p>
                      <a:pPr algn="l"/>
                      <a:r>
                        <a:rPr lang="en-US" altLang="zh-TW" sz="1400" b="0">
                          <a:solidFill>
                            <a:schemeClr val="tx1"/>
                          </a:solidFill>
                          <a:latin typeface="Consolas" panose="020B0609020204030204" pitchFamily="49" charset="0"/>
                        </a:rPr>
                        <a:t>cookie: JSESSIONID=5EFD2E8A360A535B63DAF78180F3571C </a:t>
                      </a:r>
                    </a:p>
                    <a:p>
                      <a:pPr algn="l"/>
                      <a:r>
                        <a:rPr lang="en-US" altLang="zh-TW" sz="1400" b="0">
                          <a:solidFill>
                            <a:schemeClr val="tx1"/>
                          </a:solidFill>
                          <a:latin typeface="Consolas" panose="020B0609020204030204" pitchFamily="49" charset="0"/>
                        </a:rPr>
                        <a:t>user=</a:t>
                      </a:r>
                      <a:r>
                        <a:rPr lang="en-US" altLang="zh-TW" sz="1400" b="0" err="1">
                          <a:solidFill>
                            <a:schemeClr val="tx1"/>
                          </a:solidFill>
                          <a:latin typeface="Consolas" panose="020B0609020204030204" pitchFamily="49" charset="0"/>
                        </a:rPr>
                        <a:t>amy&amp;password</a:t>
                      </a:r>
                      <a:r>
                        <a:rPr lang="en-US" altLang="zh-TW" sz="1400" b="0">
                          <a:solidFill>
                            <a:schemeClr val="tx1"/>
                          </a:solidFill>
                          <a:latin typeface="Consolas" panose="020B0609020204030204" pitchFamily="49" charset="0"/>
                        </a:rPr>
                        <a:t>=123456</a:t>
                      </a:r>
                      <a:endParaRPr lang="zh-TW" altLang="en-US" sz="1400" b="0">
                        <a:solidFill>
                          <a:schemeClr val="tx1"/>
                        </a:solidFill>
                        <a:latin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FCBEF"/>
                    </a:solidFill>
                  </a:tcPr>
                </a:tc>
                <a:tc hMerge="1">
                  <a:txBody>
                    <a:bodyPr/>
                    <a:lstStyle/>
                    <a:p>
                      <a:pPr algn="ct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FCBEF"/>
                    </a:solidFill>
                  </a:tcPr>
                </a:tc>
                <a:extLst>
                  <a:ext uri="{0D108BD9-81ED-4DB2-BD59-A6C34878D82A}">
                    <a16:rowId xmlns:a16="http://schemas.microsoft.com/office/drawing/2014/main" val="2616930438"/>
                  </a:ext>
                </a:extLst>
              </a:tr>
            </a:tbl>
          </a:graphicData>
        </a:graphic>
      </p:graphicFrame>
      <p:sp>
        <p:nvSpPr>
          <p:cNvPr id="38" name="文字方塊 37">
            <a:extLst>
              <a:ext uri="{FF2B5EF4-FFF2-40B4-BE49-F238E27FC236}">
                <a16:creationId xmlns:a16="http://schemas.microsoft.com/office/drawing/2014/main" id="{984C3D61-FD8D-46A3-B75A-BF38161EA4AC}"/>
              </a:ext>
            </a:extLst>
          </p:cNvPr>
          <p:cNvSpPr txBox="1"/>
          <p:nvPr/>
        </p:nvSpPr>
        <p:spPr>
          <a:xfrm>
            <a:off x="5292222" y="619473"/>
            <a:ext cx="1704313" cy="369332"/>
          </a:xfrm>
          <a:prstGeom prst="rect">
            <a:avLst/>
          </a:prstGeom>
          <a:noFill/>
        </p:spPr>
        <p:txBody>
          <a:bodyPr wrap="none" rtlCol="0">
            <a:spAutoFit/>
          </a:bodyPr>
          <a:lstStyle/>
          <a:p>
            <a:r>
              <a:rPr lang="en-US" altLang="zh-TW">
                <a:latin typeface="Consolas" panose="020B0609020204030204" pitchFamily="49" charset="0"/>
                <a:ea typeface="+mj-ea"/>
              </a:rPr>
              <a:t>Http Request</a:t>
            </a:r>
            <a:endParaRPr lang="zh-TW" altLang="en-US">
              <a:latin typeface="Consolas" panose="020B0609020204030204" pitchFamily="49" charset="0"/>
              <a:ea typeface="+mj-ea"/>
            </a:endParaRPr>
          </a:p>
        </p:txBody>
      </p:sp>
      <p:sp>
        <p:nvSpPr>
          <p:cNvPr id="39" name="文字方塊 38">
            <a:extLst>
              <a:ext uri="{FF2B5EF4-FFF2-40B4-BE49-F238E27FC236}">
                <a16:creationId xmlns:a16="http://schemas.microsoft.com/office/drawing/2014/main" id="{6AEAD635-BBF8-436B-BE3C-F184D155A292}"/>
              </a:ext>
            </a:extLst>
          </p:cNvPr>
          <p:cNvSpPr txBox="1"/>
          <p:nvPr/>
        </p:nvSpPr>
        <p:spPr>
          <a:xfrm>
            <a:off x="5265838" y="2257105"/>
            <a:ext cx="1830950" cy="369332"/>
          </a:xfrm>
          <a:prstGeom prst="rect">
            <a:avLst/>
          </a:prstGeom>
          <a:noFill/>
        </p:spPr>
        <p:txBody>
          <a:bodyPr wrap="none" rtlCol="0">
            <a:spAutoFit/>
          </a:bodyPr>
          <a:lstStyle/>
          <a:p>
            <a:r>
              <a:rPr lang="en-US" altLang="zh-TW">
                <a:latin typeface="Consolas" panose="020B0609020204030204" pitchFamily="49" charset="0"/>
                <a:ea typeface="+mj-ea"/>
              </a:rPr>
              <a:t>Http Response</a:t>
            </a:r>
            <a:endParaRPr lang="zh-TW" altLang="en-US">
              <a:latin typeface="Consolas" panose="020B0609020204030204" pitchFamily="49" charset="0"/>
              <a:ea typeface="+mj-ea"/>
            </a:endParaRPr>
          </a:p>
        </p:txBody>
      </p:sp>
      <p:sp>
        <p:nvSpPr>
          <p:cNvPr id="12" name="文字方塊 11">
            <a:extLst>
              <a:ext uri="{FF2B5EF4-FFF2-40B4-BE49-F238E27FC236}">
                <a16:creationId xmlns:a16="http://schemas.microsoft.com/office/drawing/2014/main" id="{A98E2742-7AE6-4F7A-8A73-2A3485C8E494}"/>
              </a:ext>
            </a:extLst>
          </p:cNvPr>
          <p:cNvSpPr txBox="1"/>
          <p:nvPr/>
        </p:nvSpPr>
        <p:spPr>
          <a:xfrm>
            <a:off x="1119342" y="6312717"/>
            <a:ext cx="5650906" cy="369332"/>
          </a:xfrm>
          <a:prstGeom prst="rect">
            <a:avLst/>
          </a:prstGeom>
          <a:noFill/>
        </p:spPr>
        <p:txBody>
          <a:bodyPr wrap="none" rtlCol="0">
            <a:spAutoFit/>
          </a:bodyPr>
          <a:lstStyle/>
          <a:p>
            <a:r>
              <a:rPr lang="zh-TW" altLang="en-US">
                <a:latin typeface="Consolas" panose="020B0609020204030204" pitchFamily="49" charset="0"/>
                <a:ea typeface="+mj-ea"/>
              </a:rPr>
              <a:t>思考一個問題，</a:t>
            </a:r>
            <a:r>
              <a:rPr lang="en-US" altLang="zh-TW">
                <a:latin typeface="Consolas" panose="020B0609020204030204" pitchFamily="49" charset="0"/>
                <a:ea typeface="+mj-ea"/>
              </a:rPr>
              <a:t>JAVA</a:t>
            </a:r>
            <a:r>
              <a:rPr lang="zh-TW" altLang="en-US">
                <a:latin typeface="Consolas" panose="020B0609020204030204" pitchFamily="49" charset="0"/>
                <a:ea typeface="+mj-ea"/>
              </a:rPr>
              <a:t>端</a:t>
            </a:r>
            <a:r>
              <a:rPr lang="en-US" altLang="zh-TW">
                <a:latin typeface="Consolas" panose="020B0609020204030204" pitchFamily="49" charset="0"/>
                <a:ea typeface="+mj-ea"/>
              </a:rPr>
              <a:t>(Servlet)</a:t>
            </a:r>
            <a:r>
              <a:rPr lang="zh-TW" altLang="en-US">
                <a:latin typeface="Consolas" panose="020B0609020204030204" pitchFamily="49" charset="0"/>
                <a:ea typeface="+mj-ea"/>
              </a:rPr>
              <a:t>如何讀取以上資訊</a:t>
            </a:r>
            <a:r>
              <a:rPr lang="en-US" altLang="zh-TW">
                <a:latin typeface="Consolas" panose="020B0609020204030204" pitchFamily="49" charset="0"/>
                <a:ea typeface="+mj-ea"/>
              </a:rPr>
              <a:t>?</a:t>
            </a:r>
            <a:endParaRPr lang="zh-TW" altLang="en-US">
              <a:latin typeface="Consolas" panose="020B0609020204030204" pitchFamily="49" charset="0"/>
              <a:ea typeface="+mj-ea"/>
            </a:endParaRPr>
          </a:p>
        </p:txBody>
      </p:sp>
    </p:spTree>
    <p:extLst>
      <p:ext uri="{BB962C8B-B14F-4D97-AF65-F5344CB8AC3E}">
        <p14:creationId xmlns:p14="http://schemas.microsoft.com/office/powerpoint/2010/main" val="8777911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1C2AB285-46DF-4C8C-BF73-D3B379C53F92}"/>
              </a:ext>
            </a:extLst>
          </p:cNvPr>
          <p:cNvSpPr>
            <a:spLocks noGrp="1"/>
          </p:cNvSpPr>
          <p:nvPr>
            <p:ph type="sldNum" sz="quarter" idx="12"/>
          </p:nvPr>
        </p:nvSpPr>
        <p:spPr/>
        <p:txBody>
          <a:bodyPr/>
          <a:lstStyle/>
          <a:p>
            <a:fld id="{B521127C-0C56-461F-B517-0D483F216F7D}" type="slidenum">
              <a:rPr lang="zh-TW" altLang="en-US" smtClean="0">
                <a:latin typeface="+mj-ea"/>
                <a:ea typeface="+mj-ea"/>
              </a:rPr>
              <a:t>13</a:t>
            </a:fld>
            <a:endParaRPr lang="zh-TW" altLang="en-US">
              <a:latin typeface="+mj-ea"/>
              <a:ea typeface="+mj-ea"/>
            </a:endParaRPr>
          </a:p>
        </p:txBody>
      </p:sp>
      <p:sp>
        <p:nvSpPr>
          <p:cNvPr id="17" name="標題 1">
            <a:extLst>
              <a:ext uri="{FF2B5EF4-FFF2-40B4-BE49-F238E27FC236}">
                <a16:creationId xmlns:a16="http://schemas.microsoft.com/office/drawing/2014/main" id="{633DFB78-E532-45E1-BE86-EEE62FB430DD}"/>
              </a:ext>
            </a:extLst>
          </p:cNvPr>
          <p:cNvSpPr>
            <a:spLocks noGrp="1"/>
          </p:cNvSpPr>
          <p:nvPr>
            <p:ph type="title"/>
          </p:nvPr>
        </p:nvSpPr>
        <p:spPr>
          <a:xfrm>
            <a:off x="240792" y="-39592"/>
            <a:ext cx="7711406" cy="1320800"/>
          </a:xfrm>
        </p:spPr>
        <p:txBody>
          <a:bodyPr>
            <a:normAutofit/>
          </a:bodyPr>
          <a:lstStyle/>
          <a:p>
            <a:r>
              <a:rPr lang="zh-TW" altLang="en-US" sz="3000">
                <a:solidFill>
                  <a:schemeClr val="tx1"/>
                </a:solidFill>
                <a:latin typeface="+mj-ea"/>
                <a:cs typeface="+mn-cs"/>
              </a:rPr>
              <a:t>需要有個環境把資訊轉成</a:t>
            </a:r>
            <a:r>
              <a:rPr lang="en-US" altLang="zh-TW" sz="3000">
                <a:solidFill>
                  <a:schemeClr val="tx1"/>
                </a:solidFill>
                <a:latin typeface="+mj-ea"/>
                <a:cs typeface="+mn-cs"/>
              </a:rPr>
              <a:t>JAVA</a:t>
            </a:r>
            <a:r>
              <a:rPr lang="zh-TW" altLang="en-US" sz="3000">
                <a:solidFill>
                  <a:schemeClr val="tx1"/>
                </a:solidFill>
                <a:latin typeface="+mj-ea"/>
                <a:cs typeface="+mn-cs"/>
              </a:rPr>
              <a:t>可使用的物件</a:t>
            </a:r>
          </a:p>
        </p:txBody>
      </p:sp>
      <p:cxnSp>
        <p:nvCxnSpPr>
          <p:cNvPr id="24" name="直線單箭頭接點 23">
            <a:extLst>
              <a:ext uri="{FF2B5EF4-FFF2-40B4-BE49-F238E27FC236}">
                <a16:creationId xmlns:a16="http://schemas.microsoft.com/office/drawing/2014/main" id="{10854E00-F209-4FF8-8784-DBFB1008FAA6}"/>
              </a:ext>
            </a:extLst>
          </p:cNvPr>
          <p:cNvCxnSpPr>
            <a:cxnSpLocks/>
          </p:cNvCxnSpPr>
          <p:nvPr/>
        </p:nvCxnSpPr>
        <p:spPr>
          <a:xfrm>
            <a:off x="3382580" y="3475730"/>
            <a:ext cx="159953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a:extLst>
              <a:ext uri="{FF2B5EF4-FFF2-40B4-BE49-F238E27FC236}">
                <a16:creationId xmlns:a16="http://schemas.microsoft.com/office/drawing/2014/main" id="{CDCA62DC-A45B-413A-B3C4-4A3999BF8AD0}"/>
              </a:ext>
            </a:extLst>
          </p:cNvPr>
          <p:cNvCxnSpPr>
            <a:cxnSpLocks/>
          </p:cNvCxnSpPr>
          <p:nvPr/>
        </p:nvCxnSpPr>
        <p:spPr>
          <a:xfrm flipH="1">
            <a:off x="3382582" y="3910773"/>
            <a:ext cx="1599532" cy="1164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文字方塊 26">
            <a:extLst>
              <a:ext uri="{FF2B5EF4-FFF2-40B4-BE49-F238E27FC236}">
                <a16:creationId xmlns:a16="http://schemas.microsoft.com/office/drawing/2014/main" id="{D016A723-C95D-4113-BC6E-B37A51BA9698}"/>
              </a:ext>
            </a:extLst>
          </p:cNvPr>
          <p:cNvSpPr txBox="1"/>
          <p:nvPr/>
        </p:nvSpPr>
        <p:spPr>
          <a:xfrm>
            <a:off x="1035560" y="1947585"/>
            <a:ext cx="1784463" cy="369332"/>
          </a:xfrm>
          <a:prstGeom prst="rect">
            <a:avLst/>
          </a:prstGeom>
          <a:noFill/>
        </p:spPr>
        <p:txBody>
          <a:bodyPr wrap="none" rtlCol="0">
            <a:spAutoFit/>
          </a:bodyPr>
          <a:lstStyle/>
          <a:p>
            <a:r>
              <a:rPr lang="zh-TW" altLang="en-US">
                <a:latin typeface="+mj-ea"/>
                <a:ea typeface="+mj-ea"/>
              </a:rPr>
              <a:t>瀏覽器</a:t>
            </a:r>
            <a:r>
              <a:rPr lang="en-US" altLang="zh-TW">
                <a:latin typeface="+mj-ea"/>
                <a:ea typeface="+mj-ea"/>
              </a:rPr>
              <a:t>(</a:t>
            </a:r>
            <a:r>
              <a:rPr lang="en-US" altLang="zh-TW">
                <a:latin typeface="Consolas" panose="020B0609020204030204" pitchFamily="49" charset="0"/>
                <a:ea typeface="+mj-ea"/>
              </a:rPr>
              <a:t>Client</a:t>
            </a:r>
            <a:r>
              <a:rPr lang="en-US" altLang="zh-TW">
                <a:latin typeface="+mj-ea"/>
                <a:ea typeface="+mj-ea"/>
              </a:rPr>
              <a:t>)</a:t>
            </a:r>
          </a:p>
        </p:txBody>
      </p:sp>
      <p:sp>
        <p:nvSpPr>
          <p:cNvPr id="28" name="矩形: 圓角 27">
            <a:extLst>
              <a:ext uri="{FF2B5EF4-FFF2-40B4-BE49-F238E27FC236}">
                <a16:creationId xmlns:a16="http://schemas.microsoft.com/office/drawing/2014/main" id="{101CD54A-583A-475F-88C1-F998717203C4}"/>
              </a:ext>
            </a:extLst>
          </p:cNvPr>
          <p:cNvSpPr/>
          <p:nvPr/>
        </p:nvSpPr>
        <p:spPr>
          <a:xfrm>
            <a:off x="5790463" y="2667858"/>
            <a:ext cx="3715683" cy="2083063"/>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latin typeface="+mj-ea"/>
              <a:ea typeface="+mj-ea"/>
            </a:endParaRPr>
          </a:p>
        </p:txBody>
      </p:sp>
      <p:sp>
        <p:nvSpPr>
          <p:cNvPr id="29" name="矩形: 圓角 28">
            <a:extLst>
              <a:ext uri="{FF2B5EF4-FFF2-40B4-BE49-F238E27FC236}">
                <a16:creationId xmlns:a16="http://schemas.microsoft.com/office/drawing/2014/main" id="{DE6F784C-C695-485D-92DA-F9AABA5F9628}"/>
              </a:ext>
            </a:extLst>
          </p:cNvPr>
          <p:cNvSpPr/>
          <p:nvPr/>
        </p:nvSpPr>
        <p:spPr>
          <a:xfrm>
            <a:off x="6580648" y="2770022"/>
            <a:ext cx="2166675" cy="43579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a:latin typeface="Consolas" panose="020B0609020204030204" pitchFamily="49" charset="0"/>
                <a:ea typeface="+mj-ea"/>
              </a:rPr>
              <a:t>Web</a:t>
            </a:r>
            <a:r>
              <a:rPr lang="zh-TW" altLang="en-US">
                <a:latin typeface="Consolas" panose="020B0609020204030204" pitchFamily="49" charset="0"/>
                <a:ea typeface="+mj-ea"/>
              </a:rPr>
              <a:t> </a:t>
            </a:r>
            <a:r>
              <a:rPr lang="en-US" altLang="zh-TW">
                <a:latin typeface="Consolas" panose="020B0609020204030204" pitchFamily="49" charset="0"/>
                <a:ea typeface="+mj-ea"/>
              </a:rPr>
              <a:t>Container</a:t>
            </a:r>
            <a:endParaRPr lang="zh-TW" altLang="en-US">
              <a:latin typeface="Consolas" panose="020B0609020204030204" pitchFamily="49" charset="0"/>
              <a:ea typeface="+mj-ea"/>
            </a:endParaRPr>
          </a:p>
        </p:txBody>
      </p:sp>
      <p:cxnSp>
        <p:nvCxnSpPr>
          <p:cNvPr id="30" name="直線單箭頭接點 29">
            <a:extLst>
              <a:ext uri="{FF2B5EF4-FFF2-40B4-BE49-F238E27FC236}">
                <a16:creationId xmlns:a16="http://schemas.microsoft.com/office/drawing/2014/main" id="{BD104A16-22D1-4002-8B69-19D15870CD75}"/>
              </a:ext>
            </a:extLst>
          </p:cNvPr>
          <p:cNvCxnSpPr/>
          <p:nvPr/>
        </p:nvCxnSpPr>
        <p:spPr>
          <a:xfrm flipH="1">
            <a:off x="6580648" y="3359158"/>
            <a:ext cx="277402" cy="6205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32">
            <a:extLst>
              <a:ext uri="{FF2B5EF4-FFF2-40B4-BE49-F238E27FC236}">
                <a16:creationId xmlns:a16="http://schemas.microsoft.com/office/drawing/2014/main" id="{BD0940E7-C0F1-4CEB-9736-85B359DE4EAA}"/>
              </a:ext>
            </a:extLst>
          </p:cNvPr>
          <p:cNvCxnSpPr>
            <a:cxnSpLocks/>
          </p:cNvCxnSpPr>
          <p:nvPr/>
        </p:nvCxnSpPr>
        <p:spPr>
          <a:xfrm>
            <a:off x="8560058" y="3359158"/>
            <a:ext cx="277402" cy="6205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39">
            <a:extLst>
              <a:ext uri="{FF2B5EF4-FFF2-40B4-BE49-F238E27FC236}">
                <a16:creationId xmlns:a16="http://schemas.microsoft.com/office/drawing/2014/main" id="{10BB044D-E6CA-4AE1-94EC-A03F654BC96A}"/>
              </a:ext>
            </a:extLst>
          </p:cNvPr>
          <p:cNvCxnSpPr>
            <a:cxnSpLocks/>
          </p:cNvCxnSpPr>
          <p:nvPr/>
        </p:nvCxnSpPr>
        <p:spPr>
          <a:xfrm>
            <a:off x="7663985" y="3373075"/>
            <a:ext cx="0" cy="6066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矩形: 圓角 40">
            <a:extLst>
              <a:ext uri="{FF2B5EF4-FFF2-40B4-BE49-F238E27FC236}">
                <a16:creationId xmlns:a16="http://schemas.microsoft.com/office/drawing/2014/main" id="{CECC361C-E29B-451E-B992-0053B1866966}"/>
              </a:ext>
            </a:extLst>
          </p:cNvPr>
          <p:cNvSpPr/>
          <p:nvPr/>
        </p:nvSpPr>
        <p:spPr>
          <a:xfrm>
            <a:off x="5970520" y="4102087"/>
            <a:ext cx="1027416" cy="50345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600">
                <a:latin typeface="Consolas" panose="020B0609020204030204" pitchFamily="49" charset="0"/>
                <a:ea typeface="+mj-ea"/>
              </a:rPr>
              <a:t>Servlet</a:t>
            </a:r>
            <a:endParaRPr lang="zh-TW" altLang="en-US" sz="1600">
              <a:latin typeface="Consolas" panose="020B0609020204030204" pitchFamily="49" charset="0"/>
              <a:ea typeface="+mj-ea"/>
            </a:endParaRPr>
          </a:p>
        </p:txBody>
      </p:sp>
      <p:sp>
        <p:nvSpPr>
          <p:cNvPr id="42" name="矩形: 圓角 41">
            <a:extLst>
              <a:ext uri="{FF2B5EF4-FFF2-40B4-BE49-F238E27FC236}">
                <a16:creationId xmlns:a16="http://schemas.microsoft.com/office/drawing/2014/main" id="{DC7A6EAC-66A8-460B-A5AE-6B316A4CDC92}"/>
              </a:ext>
            </a:extLst>
          </p:cNvPr>
          <p:cNvSpPr/>
          <p:nvPr/>
        </p:nvSpPr>
        <p:spPr>
          <a:xfrm>
            <a:off x="8324936" y="4100054"/>
            <a:ext cx="1027416" cy="50345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600">
                <a:latin typeface="Consolas" panose="020B0609020204030204" pitchFamily="49" charset="0"/>
                <a:ea typeface="+mj-ea"/>
              </a:rPr>
              <a:t>Servlet</a:t>
            </a:r>
            <a:endParaRPr lang="zh-TW" altLang="en-US" sz="1600">
              <a:latin typeface="Consolas" panose="020B0609020204030204" pitchFamily="49" charset="0"/>
              <a:ea typeface="+mj-ea"/>
            </a:endParaRPr>
          </a:p>
        </p:txBody>
      </p:sp>
      <p:sp>
        <p:nvSpPr>
          <p:cNvPr id="43" name="矩形: 圓角 42">
            <a:extLst>
              <a:ext uri="{FF2B5EF4-FFF2-40B4-BE49-F238E27FC236}">
                <a16:creationId xmlns:a16="http://schemas.microsoft.com/office/drawing/2014/main" id="{BA04BBF9-D982-440C-BCD8-0C5B6EE5ECD2}"/>
              </a:ext>
            </a:extLst>
          </p:cNvPr>
          <p:cNvSpPr/>
          <p:nvPr/>
        </p:nvSpPr>
        <p:spPr>
          <a:xfrm>
            <a:off x="7147728" y="4100055"/>
            <a:ext cx="1027416" cy="50345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600">
                <a:latin typeface="Consolas" panose="020B0609020204030204" pitchFamily="49" charset="0"/>
                <a:ea typeface="+mj-ea"/>
              </a:rPr>
              <a:t>Servlet</a:t>
            </a:r>
            <a:endParaRPr lang="zh-TW" altLang="en-US" sz="1600">
              <a:latin typeface="Consolas" panose="020B0609020204030204" pitchFamily="49" charset="0"/>
              <a:ea typeface="+mj-ea"/>
            </a:endParaRPr>
          </a:p>
        </p:txBody>
      </p:sp>
      <p:sp>
        <p:nvSpPr>
          <p:cNvPr id="44" name="文字方塊 43">
            <a:extLst>
              <a:ext uri="{FF2B5EF4-FFF2-40B4-BE49-F238E27FC236}">
                <a16:creationId xmlns:a16="http://schemas.microsoft.com/office/drawing/2014/main" id="{F92C9ED9-F43C-48B4-8376-7BBBE8643628}"/>
              </a:ext>
            </a:extLst>
          </p:cNvPr>
          <p:cNvSpPr txBox="1"/>
          <p:nvPr/>
        </p:nvSpPr>
        <p:spPr>
          <a:xfrm>
            <a:off x="2938975" y="2972674"/>
            <a:ext cx="2786836" cy="369332"/>
          </a:xfrm>
          <a:prstGeom prst="rect">
            <a:avLst/>
          </a:prstGeom>
          <a:noFill/>
        </p:spPr>
        <p:txBody>
          <a:bodyPr wrap="square" rtlCol="0">
            <a:spAutoFit/>
          </a:bodyPr>
          <a:lstStyle/>
          <a:p>
            <a:r>
              <a:rPr lang="en-US" altLang="zh-TW">
                <a:latin typeface="Consolas" panose="020B0609020204030204" pitchFamily="49" charset="0"/>
                <a:ea typeface="+mj-ea"/>
              </a:rPr>
              <a:t>HTTP Request(</a:t>
            </a:r>
            <a:r>
              <a:rPr lang="zh-TW" altLang="en-US">
                <a:latin typeface="Consolas" panose="020B0609020204030204" pitchFamily="49" charset="0"/>
                <a:ea typeface="+mj-ea"/>
              </a:rPr>
              <a:t>文字資訊</a:t>
            </a:r>
            <a:r>
              <a:rPr lang="en-US" altLang="zh-TW">
                <a:latin typeface="Consolas" panose="020B0609020204030204" pitchFamily="49" charset="0"/>
                <a:ea typeface="+mj-ea"/>
              </a:rPr>
              <a:t>)</a:t>
            </a:r>
            <a:endParaRPr lang="zh-TW" altLang="en-US">
              <a:latin typeface="Consolas" panose="020B0609020204030204" pitchFamily="49" charset="0"/>
              <a:ea typeface="+mj-ea"/>
            </a:endParaRPr>
          </a:p>
        </p:txBody>
      </p:sp>
      <p:sp>
        <p:nvSpPr>
          <p:cNvPr id="46" name="文字方塊 45">
            <a:extLst>
              <a:ext uri="{FF2B5EF4-FFF2-40B4-BE49-F238E27FC236}">
                <a16:creationId xmlns:a16="http://schemas.microsoft.com/office/drawing/2014/main" id="{5A98D835-E9A8-4C87-B9E4-42371588AE7D}"/>
              </a:ext>
            </a:extLst>
          </p:cNvPr>
          <p:cNvSpPr txBox="1"/>
          <p:nvPr/>
        </p:nvSpPr>
        <p:spPr>
          <a:xfrm>
            <a:off x="6858050" y="1049451"/>
            <a:ext cx="1784463" cy="369332"/>
          </a:xfrm>
          <a:prstGeom prst="rect">
            <a:avLst/>
          </a:prstGeom>
          <a:noFill/>
        </p:spPr>
        <p:txBody>
          <a:bodyPr wrap="none" rtlCol="0">
            <a:spAutoFit/>
          </a:bodyPr>
          <a:lstStyle/>
          <a:p>
            <a:r>
              <a:rPr lang="zh-TW" altLang="en-US">
                <a:latin typeface="+mj-ea"/>
                <a:ea typeface="+mj-ea"/>
              </a:rPr>
              <a:t>伺服器</a:t>
            </a:r>
            <a:r>
              <a:rPr lang="en-US" altLang="zh-TW">
                <a:latin typeface="+mj-ea"/>
                <a:ea typeface="+mj-ea"/>
              </a:rPr>
              <a:t>(</a:t>
            </a:r>
            <a:r>
              <a:rPr lang="en-US" altLang="zh-TW">
                <a:latin typeface="Consolas" panose="020B0609020204030204" pitchFamily="49" charset="0"/>
                <a:ea typeface="+mj-ea"/>
              </a:rPr>
              <a:t>Server</a:t>
            </a:r>
            <a:r>
              <a:rPr lang="en-US" altLang="zh-TW">
                <a:latin typeface="+mj-ea"/>
                <a:ea typeface="+mj-ea"/>
              </a:rPr>
              <a:t>)</a:t>
            </a:r>
            <a:endParaRPr lang="zh-TW" altLang="en-US">
              <a:latin typeface="+mj-ea"/>
              <a:ea typeface="+mj-ea"/>
            </a:endParaRPr>
          </a:p>
        </p:txBody>
      </p:sp>
      <p:sp>
        <p:nvSpPr>
          <p:cNvPr id="47" name="標題 1">
            <a:extLst>
              <a:ext uri="{FF2B5EF4-FFF2-40B4-BE49-F238E27FC236}">
                <a16:creationId xmlns:a16="http://schemas.microsoft.com/office/drawing/2014/main" id="{BB8BD569-B4D7-4664-B027-F66AD684186B}"/>
              </a:ext>
            </a:extLst>
          </p:cNvPr>
          <p:cNvSpPr txBox="1">
            <a:spLocks/>
          </p:cNvSpPr>
          <p:nvPr/>
        </p:nvSpPr>
        <p:spPr>
          <a:xfrm>
            <a:off x="240792" y="5317109"/>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r"/>
            <a:r>
              <a:rPr lang="en-US" altLang="zh-TW">
                <a:latin typeface="Consolas" panose="020B0609020204030204" pitchFamily="49" charset="0"/>
              </a:rPr>
              <a:t>…</a:t>
            </a:r>
            <a:r>
              <a:rPr lang="zh-TW" altLang="en-US">
                <a:latin typeface="Consolas" panose="020B0609020204030204" pitchFamily="49" charset="0"/>
              </a:rPr>
              <a:t>但好像還不夠？</a:t>
            </a:r>
            <a:endParaRPr lang="en-US" altLang="zh-TW">
              <a:latin typeface="Consolas" panose="020B0609020204030204" pitchFamily="49" charset="0"/>
            </a:endParaRPr>
          </a:p>
          <a:p>
            <a:pPr algn="r"/>
            <a:r>
              <a:rPr lang="zh-TW" altLang="en-US">
                <a:latin typeface="Consolas" panose="020B0609020204030204" pitchFamily="49" charset="0"/>
              </a:rPr>
              <a:t>後端的語言不只有</a:t>
            </a:r>
            <a:r>
              <a:rPr lang="en-US" altLang="zh-TW">
                <a:latin typeface="Consolas" panose="020B0609020204030204" pitchFamily="49" charset="0"/>
              </a:rPr>
              <a:t>JAVA!</a:t>
            </a:r>
            <a:endParaRPr lang="zh-TW" altLang="en-US">
              <a:latin typeface="Consolas" panose="020B0609020204030204" pitchFamily="49" charset="0"/>
            </a:endParaRPr>
          </a:p>
        </p:txBody>
      </p:sp>
      <p:sp>
        <p:nvSpPr>
          <p:cNvPr id="48" name="文字方塊 47">
            <a:extLst>
              <a:ext uri="{FF2B5EF4-FFF2-40B4-BE49-F238E27FC236}">
                <a16:creationId xmlns:a16="http://schemas.microsoft.com/office/drawing/2014/main" id="{CD2E82D2-BDD9-429A-B918-74D0231DB19F}"/>
              </a:ext>
            </a:extLst>
          </p:cNvPr>
          <p:cNvSpPr txBox="1"/>
          <p:nvPr/>
        </p:nvSpPr>
        <p:spPr>
          <a:xfrm>
            <a:off x="9506146" y="3272483"/>
            <a:ext cx="2654493" cy="646331"/>
          </a:xfrm>
          <a:prstGeom prst="rect">
            <a:avLst/>
          </a:prstGeom>
          <a:noFill/>
        </p:spPr>
        <p:txBody>
          <a:bodyPr wrap="square" rtlCol="0">
            <a:spAutoFit/>
          </a:bodyPr>
          <a:lstStyle/>
          <a:p>
            <a:r>
              <a:rPr lang="en-US" altLang="zh-TW" i="0">
                <a:solidFill>
                  <a:srgbClr val="000000"/>
                </a:solidFill>
                <a:effectLst/>
                <a:latin typeface="Consolas" panose="020B0609020204030204" pitchFamily="49" charset="0"/>
                <a:ea typeface="+mj-ea"/>
              </a:rPr>
              <a:t>HttpServletRequest</a:t>
            </a:r>
          </a:p>
          <a:p>
            <a:r>
              <a:rPr lang="en-US" altLang="zh-TW">
                <a:latin typeface="Consolas" panose="020B0609020204030204" pitchFamily="49" charset="0"/>
                <a:ea typeface="+mj-ea"/>
              </a:rPr>
              <a:t>(JAVA</a:t>
            </a:r>
            <a:r>
              <a:rPr lang="zh-TW" altLang="en-US">
                <a:latin typeface="Consolas" panose="020B0609020204030204" pitchFamily="49" charset="0"/>
                <a:ea typeface="+mj-ea"/>
              </a:rPr>
              <a:t>看得懂的物件</a:t>
            </a:r>
            <a:r>
              <a:rPr lang="en-US" altLang="zh-TW">
                <a:latin typeface="Consolas" panose="020B0609020204030204" pitchFamily="49" charset="0"/>
                <a:ea typeface="+mj-ea"/>
              </a:rPr>
              <a:t>)</a:t>
            </a:r>
            <a:endParaRPr lang="zh-TW" altLang="en-US">
              <a:latin typeface="Consolas" panose="020B0609020204030204" pitchFamily="49" charset="0"/>
              <a:ea typeface="+mj-ea"/>
            </a:endParaRPr>
          </a:p>
        </p:txBody>
      </p:sp>
      <p:sp>
        <p:nvSpPr>
          <p:cNvPr id="49" name="文字方塊 48">
            <a:extLst>
              <a:ext uri="{FF2B5EF4-FFF2-40B4-BE49-F238E27FC236}">
                <a16:creationId xmlns:a16="http://schemas.microsoft.com/office/drawing/2014/main" id="{41ABF505-7EE2-4B61-AD75-2774F6026D05}"/>
              </a:ext>
            </a:extLst>
          </p:cNvPr>
          <p:cNvSpPr txBox="1"/>
          <p:nvPr/>
        </p:nvSpPr>
        <p:spPr>
          <a:xfrm>
            <a:off x="884077" y="4664246"/>
            <a:ext cx="1954381" cy="369332"/>
          </a:xfrm>
          <a:prstGeom prst="rect">
            <a:avLst/>
          </a:prstGeom>
          <a:noFill/>
        </p:spPr>
        <p:txBody>
          <a:bodyPr wrap="none" rtlCol="0">
            <a:spAutoFit/>
          </a:bodyPr>
          <a:lstStyle/>
          <a:p>
            <a:r>
              <a:rPr lang="zh-TW" altLang="en-US">
                <a:latin typeface="Consolas" panose="020B0609020204030204" pitchFamily="49" charset="0"/>
                <a:ea typeface="+mj-ea"/>
              </a:rPr>
              <a:t>使用</a:t>
            </a:r>
            <a:r>
              <a:rPr lang="en-US" altLang="zh-TW">
                <a:latin typeface="Consolas" panose="020B0609020204030204" pitchFamily="49" charset="0"/>
                <a:ea typeface="+mj-ea"/>
              </a:rPr>
              <a:t>URI</a:t>
            </a:r>
            <a:r>
              <a:rPr lang="zh-TW" altLang="en-US">
                <a:latin typeface="Consolas" panose="020B0609020204030204" pitchFamily="49" charset="0"/>
                <a:ea typeface="+mj-ea"/>
              </a:rPr>
              <a:t>定位資源</a:t>
            </a:r>
          </a:p>
        </p:txBody>
      </p:sp>
      <p:pic>
        <p:nvPicPr>
          <p:cNvPr id="52" name="圖片 51">
            <a:extLst>
              <a:ext uri="{FF2B5EF4-FFF2-40B4-BE49-F238E27FC236}">
                <a16:creationId xmlns:a16="http://schemas.microsoft.com/office/drawing/2014/main" id="{3F3832AE-3952-4AE1-9F3C-A6509D504F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9188" y="2522152"/>
            <a:ext cx="1920208" cy="1920208"/>
          </a:xfrm>
          <a:prstGeom prst="rect">
            <a:avLst/>
          </a:prstGeom>
        </p:spPr>
      </p:pic>
      <p:pic>
        <p:nvPicPr>
          <p:cNvPr id="54" name="圖片 53">
            <a:extLst>
              <a:ext uri="{FF2B5EF4-FFF2-40B4-BE49-F238E27FC236}">
                <a16:creationId xmlns:a16="http://schemas.microsoft.com/office/drawing/2014/main" id="{9C501065-3A75-4F28-A168-C8B7CE240FC1}"/>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858050" y="1344474"/>
            <a:ext cx="1651415" cy="1271589"/>
          </a:xfrm>
          <a:prstGeom prst="rect">
            <a:avLst/>
          </a:prstGeom>
        </p:spPr>
      </p:pic>
    </p:spTree>
    <p:extLst>
      <p:ext uri="{BB962C8B-B14F-4D97-AF65-F5344CB8AC3E}">
        <p14:creationId xmlns:p14="http://schemas.microsoft.com/office/powerpoint/2010/main" val="15488811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1C2AB285-46DF-4C8C-BF73-D3B379C53F92}"/>
              </a:ext>
            </a:extLst>
          </p:cNvPr>
          <p:cNvSpPr>
            <a:spLocks noGrp="1"/>
          </p:cNvSpPr>
          <p:nvPr>
            <p:ph type="sldNum" sz="quarter" idx="12"/>
          </p:nvPr>
        </p:nvSpPr>
        <p:spPr/>
        <p:txBody>
          <a:bodyPr/>
          <a:lstStyle/>
          <a:p>
            <a:fld id="{B521127C-0C56-461F-B517-0D483F216F7D}" type="slidenum">
              <a:rPr lang="zh-TW" altLang="en-US" smtClean="0">
                <a:latin typeface="+mj-ea"/>
                <a:ea typeface="+mj-ea"/>
              </a:rPr>
              <a:t>14</a:t>
            </a:fld>
            <a:endParaRPr lang="zh-TW" altLang="en-US">
              <a:latin typeface="+mj-ea"/>
              <a:ea typeface="+mj-ea"/>
            </a:endParaRPr>
          </a:p>
        </p:txBody>
      </p:sp>
      <p:cxnSp>
        <p:nvCxnSpPr>
          <p:cNvPr id="34" name="直線單箭頭接點 33">
            <a:extLst>
              <a:ext uri="{FF2B5EF4-FFF2-40B4-BE49-F238E27FC236}">
                <a16:creationId xmlns:a16="http://schemas.microsoft.com/office/drawing/2014/main" id="{C6F27664-FFDF-4FB7-A91A-471DFD5CEAF6}"/>
              </a:ext>
            </a:extLst>
          </p:cNvPr>
          <p:cNvCxnSpPr>
            <a:cxnSpLocks/>
          </p:cNvCxnSpPr>
          <p:nvPr/>
        </p:nvCxnSpPr>
        <p:spPr>
          <a:xfrm>
            <a:off x="3459017" y="3111340"/>
            <a:ext cx="124022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34">
            <a:extLst>
              <a:ext uri="{FF2B5EF4-FFF2-40B4-BE49-F238E27FC236}">
                <a16:creationId xmlns:a16="http://schemas.microsoft.com/office/drawing/2014/main" id="{D60DAD42-132C-496D-9F52-378A7BA54CA4}"/>
              </a:ext>
            </a:extLst>
          </p:cNvPr>
          <p:cNvCxnSpPr>
            <a:cxnSpLocks/>
          </p:cNvCxnSpPr>
          <p:nvPr/>
        </p:nvCxnSpPr>
        <p:spPr>
          <a:xfrm rot="10800000">
            <a:off x="3459017" y="3558028"/>
            <a:ext cx="124022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矩形: 圓角 36">
            <a:extLst>
              <a:ext uri="{FF2B5EF4-FFF2-40B4-BE49-F238E27FC236}">
                <a16:creationId xmlns:a16="http://schemas.microsoft.com/office/drawing/2014/main" id="{3B989D97-D443-4265-9CF3-82F9EFBD5767}"/>
              </a:ext>
            </a:extLst>
          </p:cNvPr>
          <p:cNvSpPr/>
          <p:nvPr/>
        </p:nvSpPr>
        <p:spPr>
          <a:xfrm>
            <a:off x="5447653" y="2152581"/>
            <a:ext cx="4599398" cy="2756583"/>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latin typeface="+mj-ea"/>
              <a:ea typeface="+mj-ea"/>
            </a:endParaRPr>
          </a:p>
        </p:txBody>
      </p:sp>
      <p:sp>
        <p:nvSpPr>
          <p:cNvPr id="38" name="矩形: 圓角 37">
            <a:extLst>
              <a:ext uri="{FF2B5EF4-FFF2-40B4-BE49-F238E27FC236}">
                <a16:creationId xmlns:a16="http://schemas.microsoft.com/office/drawing/2014/main" id="{0102DA94-8C43-4404-9298-162FB219BAA5}"/>
              </a:ext>
            </a:extLst>
          </p:cNvPr>
          <p:cNvSpPr/>
          <p:nvPr/>
        </p:nvSpPr>
        <p:spPr>
          <a:xfrm>
            <a:off x="5886960" y="2684310"/>
            <a:ext cx="3715683" cy="2083063"/>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latin typeface="+mj-ea"/>
              <a:ea typeface="+mj-ea"/>
            </a:endParaRPr>
          </a:p>
        </p:txBody>
      </p:sp>
      <p:sp>
        <p:nvSpPr>
          <p:cNvPr id="39" name="文字方塊 38">
            <a:extLst>
              <a:ext uri="{FF2B5EF4-FFF2-40B4-BE49-F238E27FC236}">
                <a16:creationId xmlns:a16="http://schemas.microsoft.com/office/drawing/2014/main" id="{AC3D94FA-C669-422B-8975-ACB76CB59E45}"/>
              </a:ext>
            </a:extLst>
          </p:cNvPr>
          <p:cNvSpPr txBox="1"/>
          <p:nvPr/>
        </p:nvSpPr>
        <p:spPr>
          <a:xfrm>
            <a:off x="6238541" y="2233780"/>
            <a:ext cx="3210308" cy="369332"/>
          </a:xfrm>
          <a:prstGeom prst="rect">
            <a:avLst/>
          </a:prstGeom>
          <a:noFill/>
        </p:spPr>
        <p:txBody>
          <a:bodyPr wrap="square" rtlCol="0">
            <a:spAutoFit/>
          </a:bodyPr>
          <a:lstStyle/>
          <a:p>
            <a:r>
              <a:rPr lang="en-US" altLang="zh-TW">
                <a:latin typeface="Consolas" panose="020B0609020204030204" pitchFamily="49" charset="0"/>
                <a:ea typeface="+mj-ea"/>
              </a:rPr>
              <a:t>Web</a:t>
            </a:r>
            <a:r>
              <a:rPr lang="zh-TW" altLang="en-US">
                <a:latin typeface="Consolas" panose="020B0609020204030204" pitchFamily="49" charset="0"/>
                <a:ea typeface="+mj-ea"/>
              </a:rPr>
              <a:t> </a:t>
            </a:r>
            <a:r>
              <a:rPr lang="en-US" altLang="zh-TW">
                <a:latin typeface="Consolas" panose="020B0609020204030204" pitchFamily="49" charset="0"/>
                <a:ea typeface="+mj-ea"/>
              </a:rPr>
              <a:t>Server(Http</a:t>
            </a:r>
            <a:r>
              <a:rPr lang="zh-TW" altLang="en-US">
                <a:latin typeface="Consolas" panose="020B0609020204030204" pitchFamily="49" charset="0"/>
                <a:ea typeface="+mj-ea"/>
              </a:rPr>
              <a:t> </a:t>
            </a:r>
            <a:r>
              <a:rPr lang="en-US" altLang="zh-TW">
                <a:latin typeface="Consolas" panose="020B0609020204030204" pitchFamily="49" charset="0"/>
                <a:ea typeface="+mj-ea"/>
              </a:rPr>
              <a:t>Server)</a:t>
            </a:r>
            <a:endParaRPr lang="zh-TW" altLang="en-US">
              <a:latin typeface="Consolas" panose="020B0609020204030204" pitchFamily="49" charset="0"/>
              <a:ea typeface="+mj-ea"/>
            </a:endParaRPr>
          </a:p>
        </p:txBody>
      </p:sp>
      <p:sp>
        <p:nvSpPr>
          <p:cNvPr id="45" name="矩形: 圓角 44">
            <a:extLst>
              <a:ext uri="{FF2B5EF4-FFF2-40B4-BE49-F238E27FC236}">
                <a16:creationId xmlns:a16="http://schemas.microsoft.com/office/drawing/2014/main" id="{ECBF423F-35A6-4EB2-9C8A-FFDF0DA5B5F9}"/>
              </a:ext>
            </a:extLst>
          </p:cNvPr>
          <p:cNvSpPr/>
          <p:nvPr/>
        </p:nvSpPr>
        <p:spPr>
          <a:xfrm>
            <a:off x="6677145" y="2786474"/>
            <a:ext cx="2166675" cy="43579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a:latin typeface="Consolas" panose="020B0609020204030204" pitchFamily="49" charset="0"/>
                <a:ea typeface="+mj-ea"/>
              </a:rPr>
              <a:t>Web</a:t>
            </a:r>
            <a:r>
              <a:rPr lang="zh-TW" altLang="en-US">
                <a:latin typeface="Consolas" panose="020B0609020204030204" pitchFamily="49" charset="0"/>
                <a:ea typeface="+mj-ea"/>
              </a:rPr>
              <a:t> </a:t>
            </a:r>
            <a:r>
              <a:rPr lang="en-US" altLang="zh-TW">
                <a:latin typeface="Consolas" panose="020B0609020204030204" pitchFamily="49" charset="0"/>
                <a:ea typeface="+mj-ea"/>
              </a:rPr>
              <a:t>Container</a:t>
            </a:r>
            <a:endParaRPr lang="zh-TW" altLang="en-US">
              <a:latin typeface="Consolas" panose="020B0609020204030204" pitchFamily="49" charset="0"/>
              <a:ea typeface="+mj-ea"/>
            </a:endParaRPr>
          </a:p>
        </p:txBody>
      </p:sp>
      <p:cxnSp>
        <p:nvCxnSpPr>
          <p:cNvPr id="51" name="直線單箭頭接點 50">
            <a:extLst>
              <a:ext uri="{FF2B5EF4-FFF2-40B4-BE49-F238E27FC236}">
                <a16:creationId xmlns:a16="http://schemas.microsoft.com/office/drawing/2014/main" id="{9D07B652-85F2-4E32-963C-D740454E95A2}"/>
              </a:ext>
            </a:extLst>
          </p:cNvPr>
          <p:cNvCxnSpPr/>
          <p:nvPr/>
        </p:nvCxnSpPr>
        <p:spPr>
          <a:xfrm flipH="1">
            <a:off x="6677145" y="3375610"/>
            <a:ext cx="277402" cy="6205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直線單箭頭接點 52">
            <a:extLst>
              <a:ext uri="{FF2B5EF4-FFF2-40B4-BE49-F238E27FC236}">
                <a16:creationId xmlns:a16="http://schemas.microsoft.com/office/drawing/2014/main" id="{C3E935F0-D683-49DB-B29B-3F463BF11B8B}"/>
              </a:ext>
            </a:extLst>
          </p:cNvPr>
          <p:cNvCxnSpPr>
            <a:cxnSpLocks/>
          </p:cNvCxnSpPr>
          <p:nvPr/>
        </p:nvCxnSpPr>
        <p:spPr>
          <a:xfrm>
            <a:off x="8656555" y="3375610"/>
            <a:ext cx="277402" cy="6205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直線單箭頭接點 53">
            <a:extLst>
              <a:ext uri="{FF2B5EF4-FFF2-40B4-BE49-F238E27FC236}">
                <a16:creationId xmlns:a16="http://schemas.microsoft.com/office/drawing/2014/main" id="{6B8EFB25-2B81-44F1-976E-59EA1BFC2C9F}"/>
              </a:ext>
            </a:extLst>
          </p:cNvPr>
          <p:cNvCxnSpPr>
            <a:cxnSpLocks/>
          </p:cNvCxnSpPr>
          <p:nvPr/>
        </p:nvCxnSpPr>
        <p:spPr>
          <a:xfrm>
            <a:off x="7760482" y="3389527"/>
            <a:ext cx="0" cy="6066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5" name="矩形: 圓角 54">
            <a:extLst>
              <a:ext uri="{FF2B5EF4-FFF2-40B4-BE49-F238E27FC236}">
                <a16:creationId xmlns:a16="http://schemas.microsoft.com/office/drawing/2014/main" id="{C7D15EB5-0D25-40EA-BDE7-FCC6219366B1}"/>
              </a:ext>
            </a:extLst>
          </p:cNvPr>
          <p:cNvSpPr/>
          <p:nvPr/>
        </p:nvSpPr>
        <p:spPr>
          <a:xfrm>
            <a:off x="6067017" y="4118539"/>
            <a:ext cx="1027416" cy="50345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600">
                <a:latin typeface="Consolas" panose="020B0609020204030204" pitchFamily="49" charset="0"/>
                <a:ea typeface="+mj-ea"/>
              </a:rPr>
              <a:t>Servlet</a:t>
            </a:r>
            <a:endParaRPr lang="zh-TW" altLang="en-US" sz="1600">
              <a:latin typeface="Consolas" panose="020B0609020204030204" pitchFamily="49" charset="0"/>
              <a:ea typeface="+mj-ea"/>
            </a:endParaRPr>
          </a:p>
        </p:txBody>
      </p:sp>
      <p:sp>
        <p:nvSpPr>
          <p:cNvPr id="56" name="矩形: 圓角 55">
            <a:extLst>
              <a:ext uri="{FF2B5EF4-FFF2-40B4-BE49-F238E27FC236}">
                <a16:creationId xmlns:a16="http://schemas.microsoft.com/office/drawing/2014/main" id="{CFBE44C4-6967-4389-B333-D36F02A3A9CB}"/>
              </a:ext>
            </a:extLst>
          </p:cNvPr>
          <p:cNvSpPr/>
          <p:nvPr/>
        </p:nvSpPr>
        <p:spPr>
          <a:xfrm>
            <a:off x="8421433" y="4116506"/>
            <a:ext cx="1027416" cy="50345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600">
                <a:latin typeface="Consolas" panose="020B0609020204030204" pitchFamily="49" charset="0"/>
                <a:ea typeface="+mj-ea"/>
              </a:rPr>
              <a:t>Servlet</a:t>
            </a:r>
            <a:endParaRPr lang="zh-TW" altLang="en-US" sz="1600">
              <a:latin typeface="Consolas" panose="020B0609020204030204" pitchFamily="49" charset="0"/>
              <a:ea typeface="+mj-ea"/>
            </a:endParaRPr>
          </a:p>
        </p:txBody>
      </p:sp>
      <p:sp>
        <p:nvSpPr>
          <p:cNvPr id="57" name="矩形: 圓角 56">
            <a:extLst>
              <a:ext uri="{FF2B5EF4-FFF2-40B4-BE49-F238E27FC236}">
                <a16:creationId xmlns:a16="http://schemas.microsoft.com/office/drawing/2014/main" id="{7453716C-8C7C-43C1-A231-FE1A9149BE9B}"/>
              </a:ext>
            </a:extLst>
          </p:cNvPr>
          <p:cNvSpPr/>
          <p:nvPr/>
        </p:nvSpPr>
        <p:spPr>
          <a:xfrm>
            <a:off x="7244225" y="4116507"/>
            <a:ext cx="1027416" cy="50345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600">
                <a:latin typeface="Consolas" panose="020B0609020204030204" pitchFamily="49" charset="0"/>
                <a:ea typeface="+mj-ea"/>
              </a:rPr>
              <a:t>Servlet</a:t>
            </a:r>
            <a:endParaRPr lang="zh-TW" altLang="en-US" sz="1600">
              <a:latin typeface="Consolas" panose="020B0609020204030204" pitchFamily="49" charset="0"/>
              <a:ea typeface="+mj-ea"/>
            </a:endParaRPr>
          </a:p>
        </p:txBody>
      </p:sp>
      <p:sp>
        <p:nvSpPr>
          <p:cNvPr id="58" name="文字方塊 57">
            <a:extLst>
              <a:ext uri="{FF2B5EF4-FFF2-40B4-BE49-F238E27FC236}">
                <a16:creationId xmlns:a16="http://schemas.microsoft.com/office/drawing/2014/main" id="{02FBD569-EF65-4F75-A500-7A793174E186}"/>
              </a:ext>
            </a:extLst>
          </p:cNvPr>
          <p:cNvSpPr txBox="1"/>
          <p:nvPr/>
        </p:nvSpPr>
        <p:spPr>
          <a:xfrm>
            <a:off x="3304567" y="2488364"/>
            <a:ext cx="1698863" cy="369332"/>
          </a:xfrm>
          <a:prstGeom prst="rect">
            <a:avLst/>
          </a:prstGeom>
          <a:noFill/>
        </p:spPr>
        <p:txBody>
          <a:bodyPr wrap="none" rtlCol="0">
            <a:spAutoFit/>
          </a:bodyPr>
          <a:lstStyle/>
          <a:p>
            <a:r>
              <a:rPr lang="en-US" altLang="zh-TW">
                <a:latin typeface="Consolas" panose="020B0609020204030204" pitchFamily="49" charset="0"/>
                <a:ea typeface="+mj-ea"/>
              </a:rPr>
              <a:t>HTTP Request</a:t>
            </a:r>
            <a:endParaRPr lang="zh-TW" altLang="en-US">
              <a:latin typeface="Consolas" panose="020B0609020204030204" pitchFamily="49" charset="0"/>
              <a:ea typeface="+mj-ea"/>
            </a:endParaRPr>
          </a:p>
        </p:txBody>
      </p:sp>
      <p:sp>
        <p:nvSpPr>
          <p:cNvPr id="59" name="文字方塊 58">
            <a:extLst>
              <a:ext uri="{FF2B5EF4-FFF2-40B4-BE49-F238E27FC236}">
                <a16:creationId xmlns:a16="http://schemas.microsoft.com/office/drawing/2014/main" id="{11141992-1510-40C9-B0ED-7DC432314756}"/>
              </a:ext>
            </a:extLst>
          </p:cNvPr>
          <p:cNvSpPr txBox="1"/>
          <p:nvPr/>
        </p:nvSpPr>
        <p:spPr>
          <a:xfrm>
            <a:off x="3129042" y="3829676"/>
            <a:ext cx="1966492" cy="369332"/>
          </a:xfrm>
          <a:prstGeom prst="rect">
            <a:avLst/>
          </a:prstGeom>
          <a:noFill/>
        </p:spPr>
        <p:txBody>
          <a:bodyPr wrap="square">
            <a:spAutoFit/>
          </a:bodyPr>
          <a:lstStyle/>
          <a:p>
            <a:pPr algn="ctr"/>
            <a:r>
              <a:rPr lang="en-US" altLang="zh-TW">
                <a:latin typeface="Consolas" panose="020B0609020204030204" pitchFamily="49" charset="0"/>
                <a:ea typeface="+mj-ea"/>
              </a:rPr>
              <a:t>HTTP</a:t>
            </a:r>
            <a:r>
              <a:rPr lang="zh-TW" altLang="en-US">
                <a:latin typeface="Consolas" panose="020B0609020204030204" pitchFamily="49" charset="0"/>
                <a:ea typeface="+mj-ea"/>
              </a:rPr>
              <a:t> </a:t>
            </a:r>
            <a:r>
              <a:rPr lang="en-US" altLang="zh-TW">
                <a:latin typeface="Consolas" panose="020B0609020204030204" pitchFamily="49" charset="0"/>
                <a:ea typeface="+mj-ea"/>
              </a:rPr>
              <a:t>Response</a:t>
            </a:r>
            <a:endParaRPr lang="zh-TW" altLang="en-US">
              <a:latin typeface="Consolas" panose="020B0609020204030204" pitchFamily="49" charset="0"/>
              <a:ea typeface="+mj-ea"/>
            </a:endParaRPr>
          </a:p>
        </p:txBody>
      </p:sp>
      <p:sp>
        <p:nvSpPr>
          <p:cNvPr id="61" name="文字方塊 60">
            <a:extLst>
              <a:ext uri="{FF2B5EF4-FFF2-40B4-BE49-F238E27FC236}">
                <a16:creationId xmlns:a16="http://schemas.microsoft.com/office/drawing/2014/main" id="{4E5E8F5F-AD62-4FFC-8512-094B8F984A6C}"/>
              </a:ext>
            </a:extLst>
          </p:cNvPr>
          <p:cNvSpPr txBox="1"/>
          <p:nvPr/>
        </p:nvSpPr>
        <p:spPr>
          <a:xfrm>
            <a:off x="6839250" y="463664"/>
            <a:ext cx="1890261" cy="369332"/>
          </a:xfrm>
          <a:prstGeom prst="rect">
            <a:avLst/>
          </a:prstGeom>
          <a:noFill/>
        </p:spPr>
        <p:txBody>
          <a:bodyPr wrap="none" rtlCol="0">
            <a:spAutoFit/>
          </a:bodyPr>
          <a:lstStyle/>
          <a:p>
            <a:r>
              <a:rPr lang="zh-TW" altLang="en-US">
                <a:latin typeface="Consolas" panose="020B0609020204030204" pitchFamily="49" charset="0"/>
                <a:ea typeface="+mj-ea"/>
              </a:rPr>
              <a:t>伺服器</a:t>
            </a:r>
            <a:r>
              <a:rPr lang="en-US" altLang="zh-TW">
                <a:latin typeface="Consolas" panose="020B0609020204030204" pitchFamily="49" charset="0"/>
                <a:ea typeface="+mj-ea"/>
              </a:rPr>
              <a:t>(Server)</a:t>
            </a:r>
            <a:endParaRPr lang="zh-TW" altLang="en-US">
              <a:latin typeface="Consolas" panose="020B0609020204030204" pitchFamily="49" charset="0"/>
              <a:ea typeface="+mj-ea"/>
            </a:endParaRPr>
          </a:p>
        </p:txBody>
      </p:sp>
      <p:sp>
        <p:nvSpPr>
          <p:cNvPr id="62" name="文字方塊 61">
            <a:extLst>
              <a:ext uri="{FF2B5EF4-FFF2-40B4-BE49-F238E27FC236}">
                <a16:creationId xmlns:a16="http://schemas.microsoft.com/office/drawing/2014/main" id="{F5E0F5D1-7014-4F5A-8448-4FF717C5454D}"/>
              </a:ext>
            </a:extLst>
          </p:cNvPr>
          <p:cNvSpPr txBox="1"/>
          <p:nvPr/>
        </p:nvSpPr>
        <p:spPr>
          <a:xfrm>
            <a:off x="5908547" y="3483706"/>
            <a:ext cx="1890261" cy="369332"/>
          </a:xfrm>
          <a:prstGeom prst="rect">
            <a:avLst/>
          </a:prstGeom>
          <a:noFill/>
        </p:spPr>
        <p:txBody>
          <a:bodyPr wrap="none" rtlCol="0">
            <a:spAutoFit/>
          </a:bodyPr>
          <a:lstStyle/>
          <a:p>
            <a:r>
              <a:rPr lang="zh-TW" altLang="en-US">
                <a:latin typeface="Consolas" panose="020B0609020204030204" pitchFamily="49" charset="0"/>
                <a:ea typeface="+mj-ea"/>
              </a:rPr>
              <a:t>執行緒</a:t>
            </a:r>
            <a:r>
              <a:rPr lang="en-US" altLang="zh-TW">
                <a:latin typeface="Consolas" panose="020B0609020204030204" pitchFamily="49" charset="0"/>
                <a:ea typeface="+mj-ea"/>
              </a:rPr>
              <a:t>(thread)</a:t>
            </a:r>
            <a:endParaRPr lang="zh-TW" altLang="en-US">
              <a:latin typeface="Consolas" panose="020B0609020204030204" pitchFamily="49" charset="0"/>
              <a:ea typeface="+mj-ea"/>
            </a:endParaRPr>
          </a:p>
        </p:txBody>
      </p:sp>
      <p:sp>
        <p:nvSpPr>
          <p:cNvPr id="63" name="文字方塊 62">
            <a:extLst>
              <a:ext uri="{FF2B5EF4-FFF2-40B4-BE49-F238E27FC236}">
                <a16:creationId xmlns:a16="http://schemas.microsoft.com/office/drawing/2014/main" id="{0DA0FC15-D224-4E0C-AB20-70085E2C3096}"/>
              </a:ext>
            </a:extLst>
          </p:cNvPr>
          <p:cNvSpPr txBox="1"/>
          <p:nvPr/>
        </p:nvSpPr>
        <p:spPr>
          <a:xfrm>
            <a:off x="3052279" y="3168712"/>
            <a:ext cx="2149884" cy="369332"/>
          </a:xfrm>
          <a:prstGeom prst="rect">
            <a:avLst/>
          </a:prstGeom>
          <a:noFill/>
        </p:spPr>
        <p:txBody>
          <a:bodyPr wrap="none" rtlCol="0">
            <a:spAutoFit/>
          </a:bodyPr>
          <a:lstStyle/>
          <a:p>
            <a:r>
              <a:rPr lang="zh-TW" altLang="en-US">
                <a:latin typeface="+mj-ea"/>
                <a:ea typeface="+mj-ea"/>
              </a:rPr>
              <a:t>根據</a:t>
            </a:r>
            <a:r>
              <a:rPr lang="en-US" altLang="zh-TW">
                <a:latin typeface="Consolas" panose="020B0609020204030204" pitchFamily="49" charset="0"/>
                <a:ea typeface="+mj-ea"/>
              </a:rPr>
              <a:t>HTTP</a:t>
            </a:r>
            <a:r>
              <a:rPr lang="zh-TW" altLang="en-US">
                <a:latin typeface="+mj-ea"/>
                <a:ea typeface="+mj-ea"/>
              </a:rPr>
              <a:t>協定溝通</a:t>
            </a:r>
          </a:p>
        </p:txBody>
      </p:sp>
      <p:sp>
        <p:nvSpPr>
          <p:cNvPr id="65" name="文字方塊 64">
            <a:extLst>
              <a:ext uri="{FF2B5EF4-FFF2-40B4-BE49-F238E27FC236}">
                <a16:creationId xmlns:a16="http://schemas.microsoft.com/office/drawing/2014/main" id="{BD47A226-CB82-4CE0-836B-43E1DF10D6C4}"/>
              </a:ext>
            </a:extLst>
          </p:cNvPr>
          <p:cNvSpPr txBox="1"/>
          <p:nvPr/>
        </p:nvSpPr>
        <p:spPr>
          <a:xfrm>
            <a:off x="1006745" y="5180811"/>
            <a:ext cx="9855219" cy="646331"/>
          </a:xfrm>
          <a:prstGeom prst="rect">
            <a:avLst/>
          </a:prstGeom>
          <a:noFill/>
        </p:spPr>
        <p:txBody>
          <a:bodyPr wrap="square" rtlCol="0">
            <a:spAutoFit/>
          </a:bodyPr>
          <a:lstStyle/>
          <a:p>
            <a:r>
              <a:rPr lang="zh-TW" altLang="en-US">
                <a:latin typeface="Consolas" panose="020B0609020204030204" pitchFamily="49" charset="0"/>
                <a:ea typeface="+mj-ea"/>
              </a:rPr>
              <a:t>在此，我們使用的</a:t>
            </a:r>
            <a:r>
              <a:rPr lang="en-US" altLang="zh-TW">
                <a:latin typeface="Consolas" panose="020B0609020204030204" pitchFamily="49" charset="0"/>
                <a:ea typeface="+mj-ea"/>
              </a:rPr>
              <a:t>Http Server</a:t>
            </a:r>
            <a:r>
              <a:rPr lang="zh-TW" altLang="en-US">
                <a:latin typeface="Consolas" panose="020B0609020204030204" pitchFamily="49" charset="0"/>
                <a:ea typeface="+mj-ea"/>
              </a:rPr>
              <a:t>為</a:t>
            </a:r>
            <a:r>
              <a:rPr lang="en-US" altLang="zh-TW">
                <a:latin typeface="Consolas" panose="020B0609020204030204" pitchFamily="49" charset="0"/>
                <a:ea typeface="+mj-ea"/>
              </a:rPr>
              <a:t>Tomcat(</a:t>
            </a:r>
            <a:r>
              <a:rPr lang="zh-TW" altLang="en-US">
                <a:latin typeface="Consolas" panose="020B0609020204030204" pitchFamily="49" charset="0"/>
                <a:ea typeface="+mj-ea"/>
              </a:rPr>
              <a:t>同時也是</a:t>
            </a:r>
            <a:r>
              <a:rPr lang="en-US" altLang="zh-TW">
                <a:latin typeface="Consolas" panose="020B0609020204030204" pitchFamily="49" charset="0"/>
                <a:ea typeface="+mj-ea"/>
              </a:rPr>
              <a:t>Web Container)</a:t>
            </a:r>
            <a:r>
              <a:rPr lang="zh-TW" altLang="en-US">
                <a:latin typeface="Consolas" panose="020B0609020204030204" pitchFamily="49" charset="0"/>
                <a:ea typeface="+mj-ea"/>
              </a:rPr>
              <a:t>。</a:t>
            </a:r>
            <a:endParaRPr lang="en-US" altLang="zh-TW">
              <a:latin typeface="Consolas" panose="020B0609020204030204" pitchFamily="49" charset="0"/>
              <a:ea typeface="+mj-ea"/>
            </a:endParaRPr>
          </a:p>
          <a:p>
            <a:r>
              <a:rPr lang="zh-TW" altLang="en-US">
                <a:latin typeface="Consolas" panose="020B0609020204030204" pitchFamily="49" charset="0"/>
                <a:ea typeface="+mj-ea"/>
              </a:rPr>
              <a:t>之後依據工作需求，可能改用其他</a:t>
            </a:r>
            <a:r>
              <a:rPr lang="en-US" altLang="zh-TW">
                <a:latin typeface="Consolas" panose="020B0609020204030204" pitchFamily="49" charset="0"/>
                <a:ea typeface="+mj-ea"/>
              </a:rPr>
              <a:t>Server</a:t>
            </a:r>
            <a:r>
              <a:rPr lang="zh-TW" altLang="en-US">
                <a:latin typeface="Consolas" panose="020B0609020204030204" pitchFamily="49" charset="0"/>
                <a:ea typeface="+mj-ea"/>
              </a:rPr>
              <a:t>如</a:t>
            </a:r>
            <a:r>
              <a:rPr lang="en-US" altLang="zh-TW">
                <a:latin typeface="Consolas" panose="020B0609020204030204" pitchFamily="49" charset="0"/>
                <a:ea typeface="+mj-ea"/>
              </a:rPr>
              <a:t>:JBoss</a:t>
            </a:r>
            <a:r>
              <a:rPr lang="zh-TW" altLang="en-US">
                <a:latin typeface="Consolas" panose="020B0609020204030204" pitchFamily="49" charset="0"/>
                <a:ea typeface="+mj-ea"/>
              </a:rPr>
              <a:t>、</a:t>
            </a:r>
            <a:r>
              <a:rPr lang="en-US" altLang="zh-TW" err="1">
                <a:latin typeface="Consolas" panose="020B0609020204030204" pitchFamily="49" charset="0"/>
                <a:ea typeface="+mj-ea"/>
              </a:rPr>
              <a:t>GlassFish</a:t>
            </a:r>
            <a:r>
              <a:rPr lang="zh-TW" altLang="en-US">
                <a:latin typeface="Consolas" panose="020B0609020204030204" pitchFamily="49" charset="0"/>
                <a:ea typeface="+mj-ea"/>
              </a:rPr>
              <a:t>、</a:t>
            </a:r>
            <a:r>
              <a:rPr lang="en-US" altLang="zh-TW">
                <a:latin typeface="Consolas" panose="020B0609020204030204" pitchFamily="49" charset="0"/>
                <a:ea typeface="+mj-ea"/>
              </a:rPr>
              <a:t>Oracle </a:t>
            </a:r>
            <a:r>
              <a:rPr lang="en-US" altLang="zh-TW" err="1">
                <a:latin typeface="Consolas" panose="020B0609020204030204" pitchFamily="49" charset="0"/>
                <a:ea typeface="+mj-ea"/>
              </a:rPr>
              <a:t>Weblogic</a:t>
            </a:r>
            <a:r>
              <a:rPr lang="zh-TW" altLang="en-US">
                <a:latin typeface="Consolas" panose="020B0609020204030204" pitchFamily="49" charset="0"/>
                <a:ea typeface="+mj-ea"/>
              </a:rPr>
              <a:t>等等</a:t>
            </a:r>
            <a:endParaRPr lang="en-US" altLang="zh-TW">
              <a:latin typeface="Consolas" panose="020B0609020204030204" pitchFamily="49" charset="0"/>
              <a:ea typeface="+mj-ea"/>
            </a:endParaRPr>
          </a:p>
        </p:txBody>
      </p:sp>
      <p:sp>
        <p:nvSpPr>
          <p:cNvPr id="71" name="文字方塊 70">
            <a:extLst>
              <a:ext uri="{FF2B5EF4-FFF2-40B4-BE49-F238E27FC236}">
                <a16:creationId xmlns:a16="http://schemas.microsoft.com/office/drawing/2014/main" id="{9D6D9F5F-F7F6-4CC7-8848-BC9A45B9298B}"/>
              </a:ext>
            </a:extLst>
          </p:cNvPr>
          <p:cNvSpPr txBox="1"/>
          <p:nvPr/>
        </p:nvSpPr>
        <p:spPr>
          <a:xfrm>
            <a:off x="1021718" y="1668509"/>
            <a:ext cx="1890261" cy="369332"/>
          </a:xfrm>
          <a:prstGeom prst="rect">
            <a:avLst/>
          </a:prstGeom>
          <a:noFill/>
        </p:spPr>
        <p:txBody>
          <a:bodyPr wrap="none" rtlCol="0">
            <a:spAutoFit/>
          </a:bodyPr>
          <a:lstStyle/>
          <a:p>
            <a:r>
              <a:rPr lang="zh-TW" altLang="en-US">
                <a:latin typeface="Consolas" panose="020B0609020204030204" pitchFamily="49" charset="0"/>
                <a:ea typeface="+mj-ea"/>
              </a:rPr>
              <a:t>瀏覽器</a:t>
            </a:r>
            <a:r>
              <a:rPr lang="en-US" altLang="zh-TW">
                <a:latin typeface="Consolas" panose="020B0609020204030204" pitchFamily="49" charset="0"/>
                <a:ea typeface="+mj-ea"/>
              </a:rPr>
              <a:t>(Client)</a:t>
            </a:r>
          </a:p>
        </p:txBody>
      </p:sp>
      <p:sp>
        <p:nvSpPr>
          <p:cNvPr id="72" name="文字方塊 71">
            <a:extLst>
              <a:ext uri="{FF2B5EF4-FFF2-40B4-BE49-F238E27FC236}">
                <a16:creationId xmlns:a16="http://schemas.microsoft.com/office/drawing/2014/main" id="{4E3B2D0D-5DB3-4409-8F91-06028483B42B}"/>
              </a:ext>
            </a:extLst>
          </p:cNvPr>
          <p:cNvSpPr txBox="1"/>
          <p:nvPr/>
        </p:nvSpPr>
        <p:spPr>
          <a:xfrm>
            <a:off x="989657" y="4398041"/>
            <a:ext cx="1954381" cy="369332"/>
          </a:xfrm>
          <a:prstGeom prst="rect">
            <a:avLst/>
          </a:prstGeom>
          <a:noFill/>
        </p:spPr>
        <p:txBody>
          <a:bodyPr wrap="none" rtlCol="0">
            <a:spAutoFit/>
          </a:bodyPr>
          <a:lstStyle/>
          <a:p>
            <a:r>
              <a:rPr lang="zh-TW" altLang="en-US">
                <a:latin typeface="Consolas" panose="020B0609020204030204" pitchFamily="49" charset="0"/>
                <a:ea typeface="+mj-ea"/>
              </a:rPr>
              <a:t>使用</a:t>
            </a:r>
            <a:r>
              <a:rPr lang="en-US" altLang="zh-TW">
                <a:latin typeface="Consolas" panose="020B0609020204030204" pitchFamily="49" charset="0"/>
                <a:ea typeface="+mj-ea"/>
              </a:rPr>
              <a:t>URI</a:t>
            </a:r>
            <a:r>
              <a:rPr lang="zh-TW" altLang="en-US">
                <a:latin typeface="Consolas" panose="020B0609020204030204" pitchFamily="49" charset="0"/>
                <a:ea typeface="+mj-ea"/>
              </a:rPr>
              <a:t>定位資源</a:t>
            </a:r>
          </a:p>
        </p:txBody>
      </p:sp>
      <p:pic>
        <p:nvPicPr>
          <p:cNvPr id="73" name="圖片 72">
            <a:extLst>
              <a:ext uri="{FF2B5EF4-FFF2-40B4-BE49-F238E27FC236}">
                <a16:creationId xmlns:a16="http://schemas.microsoft.com/office/drawing/2014/main" id="{8A262615-623A-4F69-AE1F-9529C5E8E0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745" y="2278800"/>
            <a:ext cx="1920208" cy="1920208"/>
          </a:xfrm>
          <a:prstGeom prst="rect">
            <a:avLst/>
          </a:prstGeom>
        </p:spPr>
      </p:pic>
      <p:pic>
        <p:nvPicPr>
          <p:cNvPr id="76" name="圖片 75">
            <a:extLst>
              <a:ext uri="{FF2B5EF4-FFF2-40B4-BE49-F238E27FC236}">
                <a16:creationId xmlns:a16="http://schemas.microsoft.com/office/drawing/2014/main" id="{3D7F99A5-EA3C-45B4-9B18-AC3B206A2324}"/>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6958674" y="832996"/>
            <a:ext cx="1651415" cy="1271589"/>
          </a:xfrm>
          <a:prstGeom prst="rect">
            <a:avLst/>
          </a:prstGeom>
        </p:spPr>
      </p:pic>
    </p:spTree>
    <p:extLst>
      <p:ext uri="{BB962C8B-B14F-4D97-AF65-F5344CB8AC3E}">
        <p14:creationId xmlns:p14="http://schemas.microsoft.com/office/powerpoint/2010/main" val="30183557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9">
            <a:extLst>
              <a:ext uri="{FF2B5EF4-FFF2-40B4-BE49-F238E27FC236}">
                <a16:creationId xmlns:a16="http://schemas.microsoft.com/office/drawing/2014/main" id="{9A3D0CE2-91FF-49B3-A5D8-181E900D7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11">
            <a:extLst>
              <a:ext uri="{FF2B5EF4-FFF2-40B4-BE49-F238E27FC236}">
                <a16:creationId xmlns:a16="http://schemas.microsoft.com/office/drawing/2014/main" id="{58AEBD96-C315-4F53-9D9E-0E20E993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13">
            <a:extLst>
              <a:ext uri="{FF2B5EF4-FFF2-40B4-BE49-F238E27FC236}">
                <a16:creationId xmlns:a16="http://schemas.microsoft.com/office/drawing/2014/main" id="{78916AAA-66F6-4DFA-88ED-7E27CF6B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1" name="Group 15">
            <a:extLst>
              <a:ext uri="{FF2B5EF4-FFF2-40B4-BE49-F238E27FC236}">
                <a16:creationId xmlns:a16="http://schemas.microsoft.com/office/drawing/2014/main" id="{A137D43F-BAD6-47F1-AA65-AEEA38A2FF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17" name="Oval 16">
              <a:extLst>
                <a:ext uri="{FF2B5EF4-FFF2-40B4-BE49-F238E27FC236}">
                  <a16:creationId xmlns:a16="http://schemas.microsoft.com/office/drawing/2014/main" id="{D512C9B2-6B22-4211-A940-FCD7C2CD0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8" name="Oval 17">
              <a:extLst>
                <a:ext uri="{FF2B5EF4-FFF2-40B4-BE49-F238E27FC236}">
                  <a16:creationId xmlns:a16="http://schemas.microsoft.com/office/drawing/2014/main" id="{85F7DB84-CDE7-46F8-90DD-9D048A7D5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sp>
      </p:grpSp>
      <p:sp useBgFill="1">
        <p:nvSpPr>
          <p:cNvPr id="13" name="Rectangle 19">
            <a:extLst>
              <a:ext uri="{FF2B5EF4-FFF2-40B4-BE49-F238E27FC236}">
                <a16:creationId xmlns:a16="http://schemas.microsoft.com/office/drawing/2014/main" id="{C3D25154-9EF7-4C33-9AAC-7B3BE089FE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文字方塊 3">
            <a:extLst>
              <a:ext uri="{FF2B5EF4-FFF2-40B4-BE49-F238E27FC236}">
                <a16:creationId xmlns:a16="http://schemas.microsoft.com/office/drawing/2014/main" id="{4C0C7DFB-F839-4192-B53B-1812E6CE4CEC}"/>
              </a:ext>
            </a:extLst>
          </p:cNvPr>
          <p:cNvSpPr txBox="1"/>
          <p:nvPr/>
        </p:nvSpPr>
        <p:spPr>
          <a:xfrm>
            <a:off x="1051560" y="643468"/>
            <a:ext cx="9966960" cy="359243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zh-TW" altLang="en-US" sz="9600" b="1" cap="all">
                <a:latin typeface="+mj-lt"/>
                <a:ea typeface="+mj-ea"/>
                <a:cs typeface="+mj-cs"/>
              </a:rPr>
              <a:t>第二節</a:t>
            </a:r>
            <a:endParaRPr lang="en-US" altLang="zh-TW" sz="9600" b="1" cap="all">
              <a:latin typeface="+mj-lt"/>
              <a:ea typeface="+mj-ea"/>
              <a:cs typeface="+mj-cs"/>
            </a:endParaRPr>
          </a:p>
          <a:p>
            <a:pPr defTabSz="914400">
              <a:lnSpc>
                <a:spcPct val="80000"/>
              </a:lnSpc>
              <a:spcBef>
                <a:spcPct val="0"/>
              </a:spcBef>
              <a:spcAft>
                <a:spcPts val="600"/>
              </a:spcAft>
            </a:pPr>
            <a:r>
              <a:rPr lang="en-US" altLang="zh-TW" sz="9600" b="1" cap="all">
                <a:latin typeface="+mj-lt"/>
                <a:ea typeface="+mj-ea"/>
                <a:cs typeface="+mj-cs"/>
              </a:rPr>
              <a:t>Server</a:t>
            </a:r>
            <a:r>
              <a:rPr lang="zh-TW" altLang="en-US" sz="9600" b="1" cap="all">
                <a:latin typeface="+mj-lt"/>
                <a:ea typeface="+mj-ea"/>
                <a:cs typeface="+mj-cs"/>
              </a:rPr>
              <a:t>環境安裝</a:t>
            </a:r>
            <a:endParaRPr lang="en-US" altLang="zh-TW" sz="9600" b="1" cap="all">
              <a:latin typeface="+mj-lt"/>
              <a:ea typeface="+mj-ea"/>
              <a:cs typeface="+mj-cs"/>
            </a:endParaRPr>
          </a:p>
        </p:txBody>
      </p:sp>
      <p:sp>
        <p:nvSpPr>
          <p:cNvPr id="15" name="Rectangle 21">
            <a:extLst>
              <a:ext uri="{FF2B5EF4-FFF2-40B4-BE49-F238E27FC236}">
                <a16:creationId xmlns:a16="http://schemas.microsoft.com/office/drawing/2014/main" id="{1604E8C0-C927-4C06-A96A-BF3323BA7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95831"/>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23">
            <a:extLst>
              <a:ext uri="{FF2B5EF4-FFF2-40B4-BE49-F238E27FC236}">
                <a16:creationId xmlns:a16="http://schemas.microsoft.com/office/drawing/2014/main" id="{9DCECFD5-4C30-4892-9FF0-540E17955A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111496"/>
            <a:ext cx="1080904" cy="1080902"/>
            <a:chOff x="10245590" y="5111496"/>
            <a:chExt cx="1080904" cy="1080902"/>
          </a:xfrm>
        </p:grpSpPr>
        <p:sp>
          <p:nvSpPr>
            <p:cNvPr id="25" name="Oval 24">
              <a:extLst>
                <a:ext uri="{FF2B5EF4-FFF2-40B4-BE49-F238E27FC236}">
                  <a16:creationId xmlns:a16="http://schemas.microsoft.com/office/drawing/2014/main" id="{95C67F70-EAFE-425C-8422-591620A96D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5590" y="5111496"/>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26" name="Oval 25">
              <a:extLst>
                <a:ext uri="{FF2B5EF4-FFF2-40B4-BE49-F238E27FC236}">
                  <a16:creationId xmlns:a16="http://schemas.microsoft.com/office/drawing/2014/main" id="{D47FA16B-C217-4D91-84EA-5B0846BDDA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53681" y="5219586"/>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5" name="投影片編號版面配置區 4">
            <a:extLst>
              <a:ext uri="{FF2B5EF4-FFF2-40B4-BE49-F238E27FC236}">
                <a16:creationId xmlns:a16="http://schemas.microsoft.com/office/drawing/2014/main" id="{5D23B375-A6D2-4583-8FE9-BFCCCFBD241B}"/>
              </a:ext>
            </a:extLst>
          </p:cNvPr>
          <p:cNvSpPr>
            <a:spLocks noGrp="1"/>
          </p:cNvSpPr>
          <p:nvPr>
            <p:ph type="sldNum" sz="quarter" idx="12"/>
          </p:nvPr>
        </p:nvSpPr>
        <p:spPr>
          <a:xfrm>
            <a:off x="10189108" y="5342324"/>
            <a:ext cx="1193868" cy="640080"/>
          </a:xfrm>
        </p:spPr>
        <p:txBody>
          <a:bodyPr vert="horz" lIns="91440" tIns="45720" rIns="91440" bIns="45720" rtlCol="0" anchor="ctr">
            <a:normAutofit/>
          </a:bodyPr>
          <a:lstStyle/>
          <a:p>
            <a:pPr>
              <a:spcAft>
                <a:spcPts val="600"/>
              </a:spcAft>
            </a:pPr>
            <a:fld id="{B521127C-0C56-461F-B517-0D483F216F7D}" type="slidenum">
              <a:rPr lang="en-US" altLang="zh-TW" sz="2800" b="1" kern="1200">
                <a:solidFill>
                  <a:srgbClr val="FFFFFF"/>
                </a:solidFill>
                <a:latin typeface="+mj-lt"/>
                <a:ea typeface="+mn-ea"/>
                <a:cs typeface="+mn-cs"/>
              </a:rPr>
              <a:pPr>
                <a:spcAft>
                  <a:spcPts val="600"/>
                </a:spcAft>
              </a:pPr>
              <a:t>15</a:t>
            </a:fld>
            <a:endParaRPr lang="en-US" altLang="zh-TW" sz="2800" b="1" kern="1200">
              <a:solidFill>
                <a:srgbClr val="FFFFFF"/>
              </a:solidFill>
              <a:latin typeface="+mj-lt"/>
              <a:ea typeface="+mn-ea"/>
              <a:cs typeface="+mn-cs"/>
            </a:endParaRPr>
          </a:p>
        </p:txBody>
      </p:sp>
    </p:spTree>
    <p:extLst>
      <p:ext uri="{BB962C8B-B14F-4D97-AF65-F5344CB8AC3E}">
        <p14:creationId xmlns:p14="http://schemas.microsoft.com/office/powerpoint/2010/main" val="38622142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C27C1F3B-8783-4124-BE36-BBD154814BBC}"/>
              </a:ext>
            </a:extLst>
          </p:cNvPr>
          <p:cNvSpPr>
            <a:spLocks noGrp="1"/>
          </p:cNvSpPr>
          <p:nvPr>
            <p:ph type="sldNum" sz="quarter" idx="12"/>
          </p:nvPr>
        </p:nvSpPr>
        <p:spPr/>
        <p:txBody>
          <a:bodyPr/>
          <a:lstStyle/>
          <a:p>
            <a:fld id="{B521127C-0C56-461F-B517-0D483F216F7D}" type="slidenum">
              <a:rPr lang="zh-TW" altLang="en-US" smtClean="0"/>
              <a:t>16</a:t>
            </a:fld>
            <a:endParaRPr lang="zh-TW" altLang="en-US"/>
          </a:p>
        </p:txBody>
      </p:sp>
      <p:sp>
        <p:nvSpPr>
          <p:cNvPr id="5" name="內容版面配置區 2">
            <a:extLst>
              <a:ext uri="{FF2B5EF4-FFF2-40B4-BE49-F238E27FC236}">
                <a16:creationId xmlns:a16="http://schemas.microsoft.com/office/drawing/2014/main" id="{88035C3C-AE0C-47C3-81D4-64911023BA31}"/>
              </a:ext>
            </a:extLst>
          </p:cNvPr>
          <p:cNvSpPr>
            <a:spLocks noGrp="1"/>
          </p:cNvSpPr>
          <p:nvPr>
            <p:ph idx="1"/>
          </p:nvPr>
        </p:nvSpPr>
        <p:spPr>
          <a:xfrm>
            <a:off x="636239" y="506451"/>
            <a:ext cx="9668742" cy="3880773"/>
          </a:xfrm>
        </p:spPr>
        <p:txBody>
          <a:bodyPr>
            <a:normAutofit/>
          </a:bodyPr>
          <a:lstStyle/>
          <a:p>
            <a:pPr marL="0" indent="0">
              <a:buNone/>
            </a:pPr>
            <a:r>
              <a:rPr lang="zh-TW" altLang="en-US" sz="4000">
                <a:latin typeface="+mj-ea"/>
                <a:ea typeface="+mj-ea"/>
              </a:rPr>
              <a:t>依序準備以下項目</a:t>
            </a:r>
            <a:r>
              <a:rPr lang="en-US" altLang="zh-TW" sz="4000">
                <a:latin typeface="+mj-ea"/>
                <a:ea typeface="+mj-ea"/>
              </a:rPr>
              <a:t>:</a:t>
            </a:r>
          </a:p>
          <a:p>
            <a:r>
              <a:rPr lang="en-US" altLang="zh-TW" sz="4000">
                <a:latin typeface="+mj-ea"/>
                <a:ea typeface="+mj-ea"/>
              </a:rPr>
              <a:t>Java</a:t>
            </a:r>
            <a:r>
              <a:rPr lang="zh-TW" altLang="en-US" sz="4000">
                <a:latin typeface="+mj-ea"/>
                <a:ea typeface="+mj-ea"/>
              </a:rPr>
              <a:t> </a:t>
            </a:r>
            <a:r>
              <a:rPr lang="en-US" altLang="zh-TW" sz="4000">
                <a:latin typeface="+mj-ea"/>
                <a:ea typeface="+mj-ea"/>
              </a:rPr>
              <a:t>JDK</a:t>
            </a:r>
            <a:r>
              <a:rPr lang="zh-TW" altLang="en-US" sz="4000">
                <a:latin typeface="+mj-ea"/>
                <a:ea typeface="+mj-ea"/>
              </a:rPr>
              <a:t>開發工具</a:t>
            </a:r>
            <a:endParaRPr lang="en-US" altLang="zh-TW" sz="4000">
              <a:latin typeface="+mj-ea"/>
              <a:ea typeface="+mj-ea"/>
            </a:endParaRPr>
          </a:p>
          <a:p>
            <a:r>
              <a:rPr lang="en-US" altLang="zh-TW" sz="4000">
                <a:latin typeface="+mj-ea"/>
                <a:ea typeface="+mj-ea"/>
              </a:rPr>
              <a:t>Tomcat</a:t>
            </a:r>
            <a:r>
              <a:rPr lang="zh-TW" altLang="en-US" sz="4000">
                <a:latin typeface="+mj-ea"/>
                <a:ea typeface="+mj-ea"/>
              </a:rPr>
              <a:t> </a:t>
            </a:r>
            <a:r>
              <a:rPr lang="en-US" altLang="zh-TW" sz="4000">
                <a:latin typeface="+mj-ea"/>
                <a:ea typeface="+mj-ea"/>
              </a:rPr>
              <a:t>Web</a:t>
            </a:r>
            <a:r>
              <a:rPr lang="zh-TW" altLang="en-US" sz="4000">
                <a:latin typeface="+mj-ea"/>
                <a:ea typeface="+mj-ea"/>
              </a:rPr>
              <a:t> </a:t>
            </a:r>
            <a:r>
              <a:rPr lang="en-US" altLang="zh-TW" sz="4000">
                <a:latin typeface="+mj-ea"/>
                <a:ea typeface="+mj-ea"/>
              </a:rPr>
              <a:t>Server</a:t>
            </a:r>
          </a:p>
          <a:p>
            <a:r>
              <a:rPr lang="en-US" altLang="zh-TW" sz="4000">
                <a:latin typeface="+mj-ea"/>
                <a:ea typeface="+mj-ea"/>
              </a:rPr>
              <a:t>Eclipse</a:t>
            </a:r>
            <a:r>
              <a:rPr lang="zh-TW" altLang="en-US" sz="4000">
                <a:latin typeface="+mj-ea"/>
                <a:ea typeface="+mj-ea"/>
              </a:rPr>
              <a:t> </a:t>
            </a:r>
            <a:r>
              <a:rPr lang="en-US" altLang="zh-TW" sz="4000">
                <a:latin typeface="+mj-ea"/>
                <a:ea typeface="+mj-ea"/>
              </a:rPr>
              <a:t>IDE</a:t>
            </a:r>
            <a:r>
              <a:rPr lang="zh-TW" altLang="en-US" sz="4000">
                <a:latin typeface="+mj-ea"/>
                <a:ea typeface="+mj-ea"/>
              </a:rPr>
              <a:t>整合開發工具</a:t>
            </a:r>
            <a:endParaRPr lang="en-US" altLang="zh-TW" sz="4000">
              <a:latin typeface="+mj-ea"/>
              <a:ea typeface="+mj-ea"/>
            </a:endParaRPr>
          </a:p>
          <a:p>
            <a:r>
              <a:rPr lang="en-US" altLang="zh-TW" sz="4000">
                <a:latin typeface="+mj-ea"/>
                <a:ea typeface="+mj-ea"/>
              </a:rPr>
              <a:t>MS</a:t>
            </a:r>
            <a:r>
              <a:rPr lang="zh-TW" altLang="en-US" sz="4000">
                <a:latin typeface="+mj-ea"/>
                <a:ea typeface="+mj-ea"/>
              </a:rPr>
              <a:t> </a:t>
            </a:r>
            <a:r>
              <a:rPr lang="en-US" altLang="zh-TW" sz="4000">
                <a:latin typeface="+mj-ea"/>
                <a:ea typeface="+mj-ea"/>
              </a:rPr>
              <a:t>SQL</a:t>
            </a:r>
            <a:r>
              <a:rPr lang="zh-TW" altLang="en-US" sz="4000">
                <a:latin typeface="+mj-ea"/>
                <a:ea typeface="+mj-ea"/>
              </a:rPr>
              <a:t> </a:t>
            </a:r>
            <a:r>
              <a:rPr lang="en-US" altLang="zh-TW" sz="4000">
                <a:latin typeface="+mj-ea"/>
                <a:ea typeface="+mj-ea"/>
              </a:rPr>
              <a:t>Server</a:t>
            </a:r>
            <a:r>
              <a:rPr lang="zh-TW" altLang="en-US" sz="4000">
                <a:latin typeface="+mj-ea"/>
                <a:ea typeface="+mj-ea"/>
              </a:rPr>
              <a:t>資料庫</a:t>
            </a:r>
            <a:endParaRPr lang="en-US" altLang="zh-TW" sz="4000">
              <a:latin typeface="+mj-ea"/>
              <a:ea typeface="+mj-ea"/>
            </a:endParaRPr>
          </a:p>
        </p:txBody>
      </p:sp>
    </p:spTree>
    <p:extLst>
      <p:ext uri="{BB962C8B-B14F-4D97-AF65-F5344CB8AC3E}">
        <p14:creationId xmlns:p14="http://schemas.microsoft.com/office/powerpoint/2010/main" val="3827553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C27C1F3B-8783-4124-BE36-BBD154814BBC}"/>
              </a:ext>
            </a:extLst>
          </p:cNvPr>
          <p:cNvSpPr>
            <a:spLocks noGrp="1"/>
          </p:cNvSpPr>
          <p:nvPr>
            <p:ph type="sldNum" sz="quarter" idx="12"/>
          </p:nvPr>
        </p:nvSpPr>
        <p:spPr/>
        <p:txBody>
          <a:bodyPr/>
          <a:lstStyle/>
          <a:p>
            <a:fld id="{B521127C-0C56-461F-B517-0D483F216F7D}" type="slidenum">
              <a:rPr lang="zh-TW" altLang="en-US" smtClean="0"/>
              <a:t>17</a:t>
            </a:fld>
            <a:endParaRPr lang="zh-TW" altLang="en-US"/>
          </a:p>
        </p:txBody>
      </p:sp>
      <p:sp>
        <p:nvSpPr>
          <p:cNvPr id="5" name="內容版面配置區 2">
            <a:extLst>
              <a:ext uri="{FF2B5EF4-FFF2-40B4-BE49-F238E27FC236}">
                <a16:creationId xmlns:a16="http://schemas.microsoft.com/office/drawing/2014/main" id="{88035C3C-AE0C-47C3-81D4-64911023BA31}"/>
              </a:ext>
            </a:extLst>
          </p:cNvPr>
          <p:cNvSpPr>
            <a:spLocks noGrp="1"/>
          </p:cNvSpPr>
          <p:nvPr>
            <p:ph idx="1"/>
          </p:nvPr>
        </p:nvSpPr>
        <p:spPr>
          <a:xfrm>
            <a:off x="438515" y="383160"/>
            <a:ext cx="11314969" cy="4979949"/>
          </a:xfrm>
        </p:spPr>
        <p:txBody>
          <a:bodyPr>
            <a:noAutofit/>
          </a:bodyPr>
          <a:lstStyle/>
          <a:p>
            <a:pPr marL="0" indent="0">
              <a:buNone/>
            </a:pPr>
            <a:r>
              <a:rPr lang="en-US" altLang="zh-TW" sz="3200">
                <a:latin typeface="Consolas" panose="020B0609020204030204" pitchFamily="49" charset="0"/>
                <a:ea typeface="+mj-ea"/>
              </a:rPr>
              <a:t>Java JDK</a:t>
            </a:r>
            <a:r>
              <a:rPr lang="zh-TW" altLang="en-US" sz="3200">
                <a:latin typeface="Consolas" panose="020B0609020204030204" pitchFamily="49" charset="0"/>
                <a:ea typeface="+mj-ea"/>
              </a:rPr>
              <a:t>開發工具安裝與設定</a:t>
            </a:r>
            <a:endParaRPr lang="en-US" altLang="zh-TW" sz="3200">
              <a:latin typeface="Consolas" panose="020B0609020204030204" pitchFamily="49" charset="0"/>
              <a:ea typeface="+mj-ea"/>
            </a:endParaRPr>
          </a:p>
          <a:p>
            <a:pPr marL="0" indent="0">
              <a:buNone/>
            </a:pPr>
            <a:r>
              <a:rPr lang="en-US" altLang="zh-TW" sz="3000">
                <a:latin typeface="Consolas" panose="020B0609020204030204" pitchFamily="49" charset="0"/>
                <a:ea typeface="+mj-ea"/>
              </a:rPr>
              <a:t>Open JDK</a:t>
            </a:r>
            <a:r>
              <a:rPr lang="zh-TW" altLang="en-US" sz="3000">
                <a:latin typeface="Consolas" panose="020B0609020204030204" pitchFamily="49" charset="0"/>
                <a:ea typeface="+mj-ea"/>
              </a:rPr>
              <a:t>安裝</a:t>
            </a:r>
            <a:endParaRPr lang="en-US" altLang="zh-TW" sz="3000">
              <a:latin typeface="Consolas" panose="020B0609020204030204" pitchFamily="49" charset="0"/>
              <a:ea typeface="+mj-ea"/>
            </a:endParaRPr>
          </a:p>
          <a:p>
            <a:pPr marL="457200" indent="-457200">
              <a:buFont typeface="+mj-lt"/>
              <a:buAutoNum type="arabicPeriod"/>
            </a:pPr>
            <a:r>
              <a:rPr lang="zh-TW" altLang="en-US" sz="3000">
                <a:latin typeface="Consolas" panose="020B0609020204030204" pitchFamily="49" charset="0"/>
                <a:ea typeface="+mj-ea"/>
              </a:rPr>
              <a:t>下載參考網站</a:t>
            </a:r>
            <a:r>
              <a:rPr lang="en-US" altLang="zh-TW" sz="3000">
                <a:latin typeface="Consolas" panose="020B0609020204030204" pitchFamily="49" charset="0"/>
                <a:ea typeface="+mj-ea"/>
              </a:rPr>
              <a:t>:</a:t>
            </a:r>
            <a:r>
              <a:rPr lang="en-US" altLang="zh-TW" sz="3000">
                <a:latin typeface="Consolas" panose="020B0609020204030204" pitchFamily="49" charset="0"/>
                <a:ea typeface="+mj-ea"/>
                <a:hlinkClick r:id="rId2"/>
              </a:rPr>
              <a:t>https://github.com/ojdkbuild/ojdkbuild</a:t>
            </a:r>
            <a:endParaRPr lang="en-US" altLang="zh-TW" sz="3000">
              <a:latin typeface="Consolas" panose="020B0609020204030204" pitchFamily="49" charset="0"/>
              <a:ea typeface="+mj-ea"/>
            </a:endParaRPr>
          </a:p>
          <a:p>
            <a:pPr marL="457200" indent="-457200">
              <a:buFont typeface="+mj-lt"/>
              <a:buAutoNum type="arabicPeriod"/>
            </a:pPr>
            <a:r>
              <a:rPr lang="zh-TW" altLang="en-US" sz="3000">
                <a:latin typeface="Consolas" panose="020B0609020204030204" pitchFamily="49" charset="0"/>
                <a:ea typeface="+mj-ea"/>
              </a:rPr>
              <a:t>依照以下步驟</a:t>
            </a:r>
            <a:r>
              <a:rPr lang="en-US" altLang="zh-TW" sz="3000">
                <a:latin typeface="Consolas" panose="020B0609020204030204" pitchFamily="49" charset="0"/>
                <a:ea typeface="+mj-ea"/>
              </a:rPr>
              <a:t>:</a:t>
            </a:r>
            <a:r>
              <a:rPr lang="zh-TW" altLang="en-US" sz="3000">
                <a:latin typeface="Consolas" panose="020B0609020204030204" pitchFamily="49" charset="0"/>
                <a:ea typeface="+mj-ea"/>
              </a:rPr>
              <a:t>控制台→系統→進階→環境變數→系統變數</a:t>
            </a:r>
            <a:endParaRPr lang="en-US" altLang="zh-TW" sz="3000">
              <a:latin typeface="Consolas" panose="020B0609020204030204" pitchFamily="49" charset="0"/>
              <a:ea typeface="+mj-ea"/>
            </a:endParaRPr>
          </a:p>
          <a:p>
            <a:pPr marL="457200" indent="-457200">
              <a:buFont typeface="+mj-lt"/>
              <a:buAutoNum type="arabicPeriod"/>
            </a:pPr>
            <a:r>
              <a:rPr lang="zh-TW" altLang="en-US" sz="3000">
                <a:latin typeface="Consolas" panose="020B0609020204030204" pitchFamily="49" charset="0"/>
                <a:ea typeface="+mj-ea"/>
              </a:rPr>
              <a:t>設定新增環境變數</a:t>
            </a:r>
            <a:r>
              <a:rPr lang="en-US" altLang="zh-TW" sz="3000">
                <a:latin typeface="Consolas" panose="020B0609020204030204" pitchFamily="49" charset="0"/>
                <a:ea typeface="+mj-ea"/>
              </a:rPr>
              <a:t>:</a:t>
            </a:r>
          </a:p>
          <a:p>
            <a:pPr marL="540000" lvl="2" indent="0">
              <a:buNone/>
            </a:pPr>
            <a:r>
              <a:rPr lang="zh-TW" altLang="en-US" sz="3000">
                <a:latin typeface="Consolas" panose="020B0609020204030204" pitchFamily="49" charset="0"/>
                <a:ea typeface="+mj-ea"/>
              </a:rPr>
              <a:t>環境變數名稱</a:t>
            </a:r>
            <a:r>
              <a:rPr lang="en-US" altLang="zh-TW" sz="3000">
                <a:latin typeface="Consolas" panose="020B0609020204030204" pitchFamily="49" charset="0"/>
                <a:ea typeface="+mj-ea"/>
              </a:rPr>
              <a:t>:JAVA_HOME</a:t>
            </a:r>
          </a:p>
          <a:p>
            <a:pPr marL="540000" lvl="2" indent="0">
              <a:buNone/>
            </a:pPr>
            <a:r>
              <a:rPr lang="zh-TW" altLang="en-US" sz="3000">
                <a:latin typeface="Consolas" panose="020B0609020204030204" pitchFamily="49" charset="0"/>
                <a:ea typeface="+mj-ea"/>
              </a:rPr>
              <a:t>環境變數值</a:t>
            </a:r>
            <a:r>
              <a:rPr lang="en-US" altLang="zh-TW" sz="3000">
                <a:latin typeface="Consolas" panose="020B0609020204030204" pitchFamily="49" charset="0"/>
                <a:ea typeface="+mj-ea"/>
              </a:rPr>
              <a:t>:JDK</a:t>
            </a:r>
            <a:r>
              <a:rPr lang="zh-TW" altLang="en-US" sz="3000">
                <a:latin typeface="Consolas" panose="020B0609020204030204" pitchFamily="49" charset="0"/>
                <a:ea typeface="+mj-ea"/>
              </a:rPr>
              <a:t>路徑</a:t>
            </a:r>
            <a:r>
              <a:rPr lang="en-US" altLang="zh-TW" sz="3000">
                <a:latin typeface="Consolas" panose="020B0609020204030204" pitchFamily="49" charset="0"/>
                <a:ea typeface="+mj-ea"/>
              </a:rPr>
              <a:t>(Ex.C:\</a:t>
            </a:r>
            <a:r>
              <a:rPr lang="en-US" altLang="zh-TW" sz="3000" err="1">
                <a:latin typeface="Consolas" panose="020B0609020204030204" pitchFamily="49" charset="0"/>
                <a:ea typeface="+mj-ea"/>
              </a:rPr>
              <a:t>DataSource</a:t>
            </a:r>
            <a:r>
              <a:rPr lang="en-US" altLang="zh-TW" sz="3000">
                <a:latin typeface="Consolas" panose="020B0609020204030204" pitchFamily="49" charset="0"/>
                <a:ea typeface="+mj-ea"/>
              </a:rPr>
              <a:t>\</a:t>
            </a:r>
            <a:r>
              <a:rPr lang="en-US" altLang="zh-TW" sz="3000" err="1">
                <a:latin typeface="Consolas" panose="020B0609020204030204" pitchFamily="49" charset="0"/>
                <a:ea typeface="+mj-ea"/>
              </a:rPr>
              <a:t>openjdk</a:t>
            </a:r>
            <a:r>
              <a:rPr lang="en-US" altLang="zh-TW" sz="3000">
                <a:latin typeface="Consolas" panose="020B0609020204030204" pitchFamily="49" charset="0"/>
                <a:ea typeface="+mj-ea"/>
              </a:rPr>
              <a:t>-xxx)</a:t>
            </a:r>
          </a:p>
          <a:p>
            <a:pPr marL="457200" indent="-457200">
              <a:buFont typeface="+mj-lt"/>
              <a:buAutoNum type="arabicPeriod"/>
            </a:pPr>
            <a:r>
              <a:rPr lang="zh-TW" altLang="en-US" sz="3000">
                <a:latin typeface="Consolas" panose="020B0609020204030204" pitchFamily="49" charset="0"/>
                <a:ea typeface="+mj-ea"/>
              </a:rPr>
              <a:t>找到變數</a:t>
            </a:r>
            <a:r>
              <a:rPr lang="en-US" altLang="zh-TW" sz="3000">
                <a:latin typeface="Consolas" panose="020B0609020204030204" pitchFamily="49" charset="0"/>
                <a:ea typeface="+mj-ea"/>
              </a:rPr>
              <a:t>path</a:t>
            </a:r>
            <a:r>
              <a:rPr lang="zh-TW" altLang="en-US" sz="3000">
                <a:latin typeface="Consolas" panose="020B0609020204030204" pitchFamily="49" charset="0"/>
                <a:ea typeface="+mj-ea"/>
              </a:rPr>
              <a:t>點選編輯，加入路徑</a:t>
            </a:r>
            <a:r>
              <a:rPr lang="en-US" altLang="zh-TW" sz="3000">
                <a:latin typeface="Consolas" panose="020B0609020204030204" pitchFamily="49" charset="0"/>
                <a:ea typeface="+mj-ea"/>
              </a:rPr>
              <a:t>:%JAVA_HOME%\bin</a:t>
            </a:r>
          </a:p>
          <a:p>
            <a:pPr marL="457200" indent="-457200">
              <a:buFont typeface="+mj-lt"/>
              <a:buAutoNum type="arabicPeriod"/>
            </a:pPr>
            <a:r>
              <a:rPr lang="zh-TW" altLang="en-US" sz="3000">
                <a:latin typeface="Consolas" panose="020B0609020204030204" pitchFamily="49" charset="0"/>
                <a:ea typeface="+mj-ea"/>
              </a:rPr>
              <a:t>完成後重新開機</a:t>
            </a:r>
            <a:endParaRPr lang="en-US" altLang="zh-TW" sz="3000">
              <a:latin typeface="Consolas" panose="020B0609020204030204" pitchFamily="49" charset="0"/>
              <a:ea typeface="+mj-ea"/>
            </a:endParaRPr>
          </a:p>
          <a:p>
            <a:pPr marL="457200" indent="-457200">
              <a:buFont typeface="+mj-lt"/>
              <a:buAutoNum type="arabicPeriod"/>
            </a:pPr>
            <a:r>
              <a:rPr lang="zh-TW" altLang="en-US" sz="3000">
                <a:latin typeface="Consolas" panose="020B0609020204030204" pitchFamily="49" charset="0"/>
                <a:ea typeface="+mj-ea"/>
              </a:rPr>
              <a:t>開啟命令列</a:t>
            </a:r>
            <a:r>
              <a:rPr lang="en-US" altLang="zh-TW" sz="3000">
                <a:latin typeface="Consolas" panose="020B0609020204030204" pitchFamily="49" charset="0"/>
                <a:ea typeface="+mj-ea"/>
              </a:rPr>
              <a:t>(Command Line)</a:t>
            </a:r>
            <a:r>
              <a:rPr lang="zh-TW" altLang="en-US" sz="3000">
                <a:latin typeface="Consolas" panose="020B0609020204030204" pitchFamily="49" charset="0"/>
                <a:ea typeface="+mj-ea"/>
              </a:rPr>
              <a:t>輸入</a:t>
            </a:r>
            <a:r>
              <a:rPr lang="en-US" altLang="zh-TW" sz="3000">
                <a:latin typeface="Consolas" panose="020B0609020204030204" pitchFamily="49" charset="0"/>
                <a:ea typeface="+mj-ea"/>
              </a:rPr>
              <a:t>java</a:t>
            </a:r>
            <a:r>
              <a:rPr lang="zh-TW" altLang="en-US" sz="3000">
                <a:latin typeface="Consolas" panose="020B0609020204030204" pitchFamily="49" charset="0"/>
                <a:ea typeface="+mj-ea"/>
              </a:rPr>
              <a:t>指令測試是否安裝成功</a:t>
            </a:r>
            <a:endParaRPr lang="en-US" altLang="zh-TW" sz="3000">
              <a:latin typeface="Consolas" panose="020B0609020204030204" pitchFamily="49" charset="0"/>
              <a:ea typeface="+mj-ea"/>
            </a:endParaRPr>
          </a:p>
          <a:p>
            <a:pPr marL="0" indent="0">
              <a:buNone/>
            </a:pPr>
            <a:endParaRPr lang="en-US" altLang="zh-TW" sz="3000">
              <a:latin typeface="Consolas" panose="020B0609020204030204" pitchFamily="49" charset="0"/>
              <a:ea typeface="+mj-ea"/>
            </a:endParaRPr>
          </a:p>
        </p:txBody>
      </p:sp>
    </p:spTree>
    <p:extLst>
      <p:ext uri="{BB962C8B-B14F-4D97-AF65-F5344CB8AC3E}">
        <p14:creationId xmlns:p14="http://schemas.microsoft.com/office/powerpoint/2010/main" val="6636293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C27C1F3B-8783-4124-BE36-BBD154814BBC}"/>
              </a:ext>
            </a:extLst>
          </p:cNvPr>
          <p:cNvSpPr>
            <a:spLocks noGrp="1"/>
          </p:cNvSpPr>
          <p:nvPr>
            <p:ph type="sldNum" sz="quarter" idx="12"/>
          </p:nvPr>
        </p:nvSpPr>
        <p:spPr/>
        <p:txBody>
          <a:bodyPr/>
          <a:lstStyle/>
          <a:p>
            <a:fld id="{B521127C-0C56-461F-B517-0D483F216F7D}" type="slidenum">
              <a:rPr lang="zh-TW" altLang="en-US" dirty="0" smtClean="0"/>
              <a:t>18</a:t>
            </a:fld>
            <a:endParaRPr lang="zh-TW" altLang="en-US" dirty="0"/>
          </a:p>
        </p:txBody>
      </p:sp>
      <p:sp>
        <p:nvSpPr>
          <p:cNvPr id="5" name="內容版面配置區 2">
            <a:extLst>
              <a:ext uri="{FF2B5EF4-FFF2-40B4-BE49-F238E27FC236}">
                <a16:creationId xmlns:a16="http://schemas.microsoft.com/office/drawing/2014/main" id="{88035C3C-AE0C-47C3-81D4-64911023BA31}"/>
              </a:ext>
            </a:extLst>
          </p:cNvPr>
          <p:cNvSpPr>
            <a:spLocks noGrp="1"/>
          </p:cNvSpPr>
          <p:nvPr>
            <p:ph idx="1"/>
          </p:nvPr>
        </p:nvSpPr>
        <p:spPr>
          <a:xfrm>
            <a:off x="438515" y="383160"/>
            <a:ext cx="11314969" cy="4979949"/>
          </a:xfrm>
        </p:spPr>
        <p:txBody>
          <a:bodyPr>
            <a:noAutofit/>
          </a:bodyPr>
          <a:lstStyle/>
          <a:p>
            <a:pPr marL="0" indent="0">
              <a:buNone/>
            </a:pPr>
            <a:r>
              <a:rPr lang="en-US" altLang="zh-TW" sz="3200" dirty="0">
                <a:latin typeface="+mj-ea"/>
              </a:rPr>
              <a:t>Tomcat</a:t>
            </a:r>
            <a:r>
              <a:rPr lang="zh-TW" altLang="en-US" sz="3200" dirty="0">
                <a:latin typeface="+mj-ea"/>
              </a:rPr>
              <a:t> </a:t>
            </a:r>
            <a:r>
              <a:rPr lang="en-US" altLang="zh-TW" sz="3200" dirty="0">
                <a:latin typeface="+mj-ea"/>
              </a:rPr>
              <a:t>Web</a:t>
            </a:r>
            <a:r>
              <a:rPr lang="zh-TW" altLang="en-US" sz="3200" dirty="0">
                <a:latin typeface="+mj-ea"/>
              </a:rPr>
              <a:t> </a:t>
            </a:r>
            <a:r>
              <a:rPr lang="en-US" altLang="zh-TW" sz="3200" dirty="0">
                <a:latin typeface="+mj-ea"/>
              </a:rPr>
              <a:t>Server</a:t>
            </a:r>
            <a:r>
              <a:rPr lang="zh-TW" altLang="en-US" sz="3000">
                <a:latin typeface="Consolas" panose="020B0609020204030204" pitchFamily="49" charset="0"/>
                <a:ea typeface="+mj-ea"/>
              </a:rPr>
              <a:t>安裝</a:t>
            </a:r>
            <a:endParaRPr lang="en-US" altLang="zh-TW" sz="3000">
              <a:latin typeface="Consolas" panose="020B0609020204030204" pitchFamily="49" charset="0"/>
              <a:ea typeface="+mj-ea"/>
            </a:endParaRPr>
          </a:p>
          <a:p>
            <a:pPr marL="457200" indent="-457200">
              <a:buFont typeface="+mj-lt"/>
              <a:buAutoNum type="arabicPeriod"/>
            </a:pPr>
            <a:r>
              <a:rPr lang="zh-TW" altLang="en-US" sz="3000">
                <a:latin typeface="Consolas" panose="020B0609020204030204" pitchFamily="49" charset="0"/>
                <a:ea typeface="+mj-ea"/>
              </a:rPr>
              <a:t>下載參考網站</a:t>
            </a:r>
            <a:r>
              <a:rPr lang="en-US" altLang="zh-TW" sz="3000" dirty="0">
                <a:latin typeface="Consolas" panose="020B0609020204030204" pitchFamily="49" charset="0"/>
                <a:ea typeface="+mj-ea"/>
              </a:rPr>
              <a:t>:</a:t>
            </a:r>
            <a:r>
              <a:rPr lang="en-US" altLang="zh-TW" sz="3000" dirty="0">
                <a:latin typeface="Consolas" panose="020B0609020204030204" pitchFamily="49" charset="0"/>
                <a:ea typeface="+mj-ea"/>
                <a:hlinkClick r:id="rId2"/>
              </a:rPr>
              <a:t>https://tomcat.apache.org/</a:t>
            </a:r>
            <a:endParaRPr lang="en-US" altLang="zh-TW" sz="3000">
              <a:latin typeface="Consolas" panose="020B0609020204030204" pitchFamily="49" charset="0"/>
              <a:ea typeface="+mj-ea"/>
            </a:endParaRPr>
          </a:p>
          <a:p>
            <a:pPr marL="457200" indent="-457200">
              <a:buFont typeface="+mj-lt"/>
              <a:buAutoNum type="arabicPeriod"/>
            </a:pPr>
            <a:r>
              <a:rPr lang="zh-TW" altLang="en-US" sz="3000">
                <a:latin typeface="Consolas" panose="020B0609020204030204" pitchFamily="49" charset="0"/>
                <a:ea typeface="+mj-ea"/>
              </a:rPr>
              <a:t>依據</a:t>
            </a:r>
            <a:r>
              <a:rPr lang="en-US" altLang="zh-TW" sz="3000" dirty="0">
                <a:latin typeface="Consolas" panose="020B0609020204030204" pitchFamily="49" charset="0"/>
                <a:ea typeface="+mj-ea"/>
              </a:rPr>
              <a:t>JDK</a:t>
            </a:r>
            <a:r>
              <a:rPr lang="zh-TW" altLang="en-US" sz="3000">
                <a:latin typeface="Consolas" panose="020B0609020204030204" pitchFamily="49" charset="0"/>
                <a:ea typeface="+mj-ea"/>
              </a:rPr>
              <a:t>版本選擇適合</a:t>
            </a:r>
            <a:r>
              <a:rPr lang="en-US" altLang="zh-TW" sz="3000" dirty="0">
                <a:latin typeface="Consolas" panose="020B0609020204030204" pitchFamily="49" charset="0"/>
                <a:ea typeface="+mj-ea"/>
              </a:rPr>
              <a:t>Tomcat</a:t>
            </a:r>
            <a:r>
              <a:rPr lang="zh-TW" altLang="en-US" sz="3000">
                <a:latin typeface="Consolas" panose="020B0609020204030204" pitchFamily="49" charset="0"/>
                <a:ea typeface="+mj-ea"/>
              </a:rPr>
              <a:t>版本下載，此處下載</a:t>
            </a:r>
            <a:r>
              <a:rPr lang="en-US" altLang="zh-TW" sz="3000" dirty="0">
                <a:latin typeface="Consolas" panose="020B0609020204030204" pitchFamily="49" charset="0"/>
                <a:ea typeface="+mj-ea"/>
              </a:rPr>
              <a:t>Tomcat 9</a:t>
            </a:r>
          </a:p>
          <a:p>
            <a:pPr marL="457200" indent="-457200">
              <a:buFont typeface="+mj-lt"/>
              <a:buAutoNum type="arabicPeriod"/>
            </a:pPr>
            <a:r>
              <a:rPr lang="zh-TW" altLang="en-US" sz="3000">
                <a:latin typeface="Consolas" panose="020B0609020204030204" pitchFamily="49" charset="0"/>
                <a:ea typeface="+mj-ea"/>
              </a:rPr>
              <a:t>下載</a:t>
            </a:r>
            <a:r>
              <a:rPr lang="en-US" altLang="zh-TW" sz="3000" dirty="0">
                <a:latin typeface="Consolas" panose="020B0609020204030204" pitchFamily="49" charset="0"/>
                <a:ea typeface="+mj-ea"/>
              </a:rPr>
              <a:t>Binary Distributions</a:t>
            </a:r>
            <a:r>
              <a:rPr lang="zh-TW" altLang="en-US" sz="3000">
                <a:latin typeface="Consolas" panose="020B0609020204030204" pitchFamily="49" charset="0"/>
                <a:ea typeface="+mj-ea"/>
              </a:rPr>
              <a:t> → </a:t>
            </a:r>
            <a:r>
              <a:rPr lang="en-US" altLang="zh-TW" sz="3000" dirty="0">
                <a:latin typeface="Consolas" panose="020B0609020204030204" pitchFamily="49" charset="0"/>
                <a:ea typeface="+mj-ea"/>
              </a:rPr>
              <a:t>Core</a:t>
            </a:r>
            <a:r>
              <a:rPr lang="zh-TW" altLang="en-US" sz="3000">
                <a:latin typeface="Consolas" panose="020B0609020204030204" pitchFamily="49" charset="0"/>
                <a:ea typeface="+mj-ea"/>
              </a:rPr>
              <a:t> → </a:t>
            </a:r>
            <a:r>
              <a:rPr lang="en-US" altLang="zh-TW" sz="3000" dirty="0">
                <a:latin typeface="Consolas" panose="020B0609020204030204" pitchFamily="49" charset="0"/>
                <a:ea typeface="+mj-ea"/>
              </a:rPr>
              <a:t>zip (</a:t>
            </a:r>
            <a:r>
              <a:rPr lang="zh-TW" altLang="en-US" sz="3000">
                <a:latin typeface="Consolas" panose="020B0609020204030204" pitchFamily="49" charset="0"/>
                <a:ea typeface="+mj-ea"/>
              </a:rPr>
              <a:t>執行核心</a:t>
            </a:r>
            <a:r>
              <a:rPr lang="en-US" altLang="zh-TW" sz="3000" dirty="0">
                <a:latin typeface="Consolas" panose="020B0609020204030204" pitchFamily="49" charset="0"/>
                <a:ea typeface="+mj-ea"/>
              </a:rPr>
              <a:t>)</a:t>
            </a:r>
          </a:p>
          <a:p>
            <a:pPr marL="457200" indent="-457200">
              <a:buFont typeface="+mj-lt"/>
              <a:buAutoNum type="arabicPeriod"/>
            </a:pPr>
            <a:r>
              <a:rPr lang="zh-TW" altLang="en-US" sz="3000">
                <a:latin typeface="Consolas" panose="020B0609020204030204" pitchFamily="49" charset="0"/>
                <a:ea typeface="+mj-ea"/>
              </a:rPr>
              <a:t>下載</a:t>
            </a:r>
            <a:r>
              <a:rPr lang="en-US" altLang="zh-TW" sz="3000" dirty="0">
                <a:latin typeface="Consolas" panose="020B0609020204030204" pitchFamily="49" charset="0"/>
                <a:ea typeface="+mj-ea"/>
              </a:rPr>
              <a:t>Source Code Distributions</a:t>
            </a:r>
            <a:r>
              <a:rPr lang="zh-TW" altLang="en-US" sz="3000">
                <a:latin typeface="Consolas" panose="020B0609020204030204" pitchFamily="49" charset="0"/>
                <a:ea typeface="+mj-ea"/>
              </a:rPr>
              <a:t> → </a:t>
            </a:r>
            <a:r>
              <a:rPr lang="en-US" altLang="zh-TW" sz="3000" dirty="0">
                <a:latin typeface="Consolas" panose="020B0609020204030204" pitchFamily="49" charset="0"/>
                <a:ea typeface="+mj-ea"/>
              </a:rPr>
              <a:t>zip</a:t>
            </a:r>
            <a:r>
              <a:rPr lang="zh-TW" altLang="en-US" sz="3000" dirty="0">
                <a:latin typeface="Consolas" panose="020B0609020204030204" pitchFamily="49" charset="0"/>
                <a:ea typeface="+mj-ea"/>
              </a:rPr>
              <a:t> </a:t>
            </a:r>
            <a:r>
              <a:rPr lang="en-US" altLang="zh-TW" sz="3000" dirty="0">
                <a:latin typeface="Consolas" panose="020B0609020204030204" pitchFamily="49" charset="0"/>
                <a:ea typeface="+mj-ea"/>
              </a:rPr>
              <a:t>(</a:t>
            </a:r>
            <a:r>
              <a:rPr lang="zh-TW" altLang="en-US" sz="3000">
                <a:latin typeface="Consolas" panose="020B0609020204030204" pitchFamily="49" charset="0"/>
                <a:ea typeface="+mj-ea"/>
              </a:rPr>
              <a:t>說明文檔</a:t>
            </a:r>
            <a:r>
              <a:rPr lang="en-US" altLang="zh-TW" sz="3000" dirty="0">
                <a:latin typeface="Consolas" panose="020B0609020204030204" pitchFamily="49" charset="0"/>
                <a:ea typeface="+mj-ea"/>
              </a:rPr>
              <a:t>)</a:t>
            </a:r>
          </a:p>
          <a:p>
            <a:pPr marL="457200" indent="-457200">
              <a:buFont typeface="+mj-lt"/>
              <a:buAutoNum type="arabicPeriod"/>
            </a:pPr>
            <a:r>
              <a:rPr lang="zh-TW" altLang="en-US" sz="3000">
                <a:latin typeface="Consolas" panose="020B0609020204030204" pitchFamily="49" charset="0"/>
                <a:ea typeface="+mj-ea"/>
              </a:rPr>
              <a:t>解壓縮</a:t>
            </a:r>
            <a:r>
              <a:rPr lang="en-US" altLang="zh-TW" sz="3000" dirty="0">
                <a:latin typeface="Consolas" panose="020B0609020204030204" pitchFamily="49" charset="0"/>
                <a:ea typeface="+mj-ea"/>
              </a:rPr>
              <a:t>apache-tomcat-9.x.x.zip</a:t>
            </a:r>
          </a:p>
          <a:p>
            <a:pPr marL="457200" indent="-457200">
              <a:buFont typeface="+mj-lt"/>
              <a:buAutoNum type="arabicPeriod"/>
            </a:pPr>
            <a:r>
              <a:rPr lang="zh-TW" altLang="en-US" sz="3000">
                <a:latin typeface="Consolas" panose="020B0609020204030204" pitchFamily="49" charset="0"/>
                <a:ea typeface="+mj-ea"/>
              </a:rPr>
              <a:t>執行</a:t>
            </a:r>
            <a:r>
              <a:rPr lang="en-US" altLang="zh-TW" sz="3000" dirty="0">
                <a:latin typeface="Consolas" panose="020B0609020204030204" pitchFamily="49" charset="0"/>
                <a:ea typeface="+mj-ea"/>
              </a:rPr>
              <a:t>bin/startup.bat</a:t>
            </a:r>
          </a:p>
          <a:p>
            <a:pPr marL="457200" indent="-457200">
              <a:buFont typeface="+mj-lt"/>
              <a:buAutoNum type="arabicPeriod"/>
            </a:pPr>
            <a:r>
              <a:rPr lang="zh-TW" altLang="en-US" sz="3000">
                <a:latin typeface="Consolas" panose="020B0609020204030204" pitchFamily="49" charset="0"/>
                <a:ea typeface="+mj-ea"/>
              </a:rPr>
              <a:t>連入</a:t>
            </a:r>
            <a:r>
              <a:rPr lang="en-US" altLang="zh-TW" sz="3000" dirty="0">
                <a:latin typeface="Consolas" panose="020B0609020204030204" pitchFamily="49" charset="0"/>
                <a:ea typeface="+mj-ea"/>
                <a:hlinkClick r:id="rId3"/>
              </a:rPr>
              <a:t>http://localhost:8080/</a:t>
            </a:r>
            <a:r>
              <a:rPr lang="en-US" altLang="zh-TW" sz="3000" dirty="0">
                <a:latin typeface="Consolas" panose="020B0609020204030204" pitchFamily="49" charset="0"/>
                <a:ea typeface="+mj-ea"/>
              </a:rPr>
              <a:t>  (</a:t>
            </a:r>
            <a:r>
              <a:rPr lang="zh-TW" altLang="en-US" sz="3000">
                <a:latin typeface="Consolas" panose="020B0609020204030204" pitchFamily="49" charset="0"/>
                <a:ea typeface="+mj-ea"/>
              </a:rPr>
              <a:t>測試</a:t>
            </a:r>
            <a:r>
              <a:rPr lang="en-US" altLang="zh-TW" sz="3000" dirty="0">
                <a:latin typeface="Consolas" panose="020B0609020204030204" pitchFamily="49" charset="0"/>
                <a:ea typeface="+mj-ea"/>
              </a:rPr>
              <a:t>)</a:t>
            </a:r>
          </a:p>
          <a:p>
            <a:pPr marL="457200" indent="-457200">
              <a:buFont typeface="+mj-lt"/>
              <a:buAutoNum type="arabicPeriod"/>
            </a:pPr>
            <a:r>
              <a:rPr lang="zh-TW" altLang="en-US" sz="3000">
                <a:latin typeface="Consolas" panose="020B0609020204030204" pitchFamily="49" charset="0"/>
                <a:ea typeface="+mj-ea"/>
              </a:rPr>
              <a:t>在</a:t>
            </a:r>
            <a:r>
              <a:rPr lang="en-US" altLang="zh-TW" sz="3000" dirty="0">
                <a:latin typeface="Consolas" panose="020B0609020204030204" pitchFamily="49" charset="0"/>
                <a:ea typeface="+mj-ea"/>
              </a:rPr>
              <a:t>CMD</a:t>
            </a:r>
            <a:r>
              <a:rPr lang="zh-TW" altLang="en-US" sz="3000">
                <a:latin typeface="Consolas" panose="020B0609020204030204" pitchFamily="49" charset="0"/>
                <a:ea typeface="+mj-ea"/>
              </a:rPr>
              <a:t>中使用</a:t>
            </a:r>
            <a:r>
              <a:rPr lang="en-US" altLang="zh-TW" sz="3000" dirty="0" err="1">
                <a:latin typeface="Consolas" panose="020B0609020204030204" pitchFamily="49" charset="0"/>
                <a:ea typeface="+mj-ea"/>
              </a:rPr>
              <a:t>Ctrl+C</a:t>
            </a:r>
            <a:r>
              <a:rPr lang="zh-TW" altLang="en-US" sz="3000">
                <a:latin typeface="Consolas" panose="020B0609020204030204" pitchFamily="49" charset="0"/>
                <a:ea typeface="+mj-ea"/>
              </a:rPr>
              <a:t>，終止伺服器</a:t>
            </a:r>
            <a:endParaRPr lang="en-US" altLang="zh-TW" sz="3000">
              <a:latin typeface="Consolas" panose="020B0609020204030204" pitchFamily="49" charset="0"/>
              <a:ea typeface="+mj-ea"/>
            </a:endParaRPr>
          </a:p>
        </p:txBody>
      </p:sp>
    </p:spTree>
    <p:extLst>
      <p:ext uri="{BB962C8B-B14F-4D97-AF65-F5344CB8AC3E}">
        <p14:creationId xmlns:p14="http://schemas.microsoft.com/office/powerpoint/2010/main" val="35500132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C27C1F3B-8783-4124-BE36-BBD154814BBC}"/>
              </a:ext>
            </a:extLst>
          </p:cNvPr>
          <p:cNvSpPr>
            <a:spLocks noGrp="1"/>
          </p:cNvSpPr>
          <p:nvPr>
            <p:ph type="sldNum" sz="quarter" idx="12"/>
          </p:nvPr>
        </p:nvSpPr>
        <p:spPr/>
        <p:txBody>
          <a:bodyPr/>
          <a:lstStyle/>
          <a:p>
            <a:fld id="{B521127C-0C56-461F-B517-0D483F216F7D}" type="slidenum">
              <a:rPr lang="zh-TW" altLang="en-US" smtClean="0"/>
              <a:t>19</a:t>
            </a:fld>
            <a:endParaRPr lang="zh-TW" altLang="en-US"/>
          </a:p>
        </p:txBody>
      </p:sp>
      <p:sp>
        <p:nvSpPr>
          <p:cNvPr id="5" name="內容版面配置區 2">
            <a:extLst>
              <a:ext uri="{FF2B5EF4-FFF2-40B4-BE49-F238E27FC236}">
                <a16:creationId xmlns:a16="http://schemas.microsoft.com/office/drawing/2014/main" id="{88035C3C-AE0C-47C3-81D4-64911023BA31}"/>
              </a:ext>
            </a:extLst>
          </p:cNvPr>
          <p:cNvSpPr>
            <a:spLocks noGrp="1"/>
          </p:cNvSpPr>
          <p:nvPr>
            <p:ph idx="1"/>
          </p:nvPr>
        </p:nvSpPr>
        <p:spPr>
          <a:xfrm>
            <a:off x="339653" y="413982"/>
            <a:ext cx="11512693" cy="4979949"/>
          </a:xfrm>
        </p:spPr>
        <p:txBody>
          <a:bodyPr>
            <a:noAutofit/>
          </a:bodyPr>
          <a:lstStyle/>
          <a:p>
            <a:pPr marL="0" indent="0">
              <a:buNone/>
            </a:pPr>
            <a:r>
              <a:rPr lang="en-US" altLang="zh-TW" sz="3300">
                <a:latin typeface="Consolas" panose="020B0609020204030204" pitchFamily="49" charset="0"/>
                <a:ea typeface="+mj-ea"/>
              </a:rPr>
              <a:t>Eclipse IDE</a:t>
            </a:r>
            <a:r>
              <a:rPr lang="zh-TW" altLang="en-US" sz="3300">
                <a:latin typeface="Consolas" panose="020B0609020204030204" pitchFamily="49" charset="0"/>
                <a:ea typeface="+mj-ea"/>
              </a:rPr>
              <a:t>整合開發工具安裝與設定</a:t>
            </a:r>
            <a:endParaRPr lang="en-US" altLang="zh-TW" sz="3300">
              <a:latin typeface="Consolas" panose="020B0609020204030204" pitchFamily="49" charset="0"/>
              <a:ea typeface="+mj-ea"/>
            </a:endParaRPr>
          </a:p>
          <a:p>
            <a:pPr marL="457200" indent="-457200">
              <a:buFont typeface="+mj-lt"/>
              <a:buAutoNum type="arabicPeriod"/>
            </a:pPr>
            <a:r>
              <a:rPr lang="zh-TW" altLang="en-US" sz="3300">
                <a:latin typeface="Consolas" panose="020B0609020204030204" pitchFamily="49" charset="0"/>
                <a:ea typeface="+mj-ea"/>
              </a:rPr>
              <a:t>下載參考網站</a:t>
            </a:r>
            <a:r>
              <a:rPr lang="en-US" altLang="zh-TW" sz="3300">
                <a:latin typeface="Consolas" panose="020B0609020204030204" pitchFamily="49" charset="0"/>
                <a:ea typeface="+mj-ea"/>
              </a:rPr>
              <a:t>:</a:t>
            </a:r>
            <a:r>
              <a:rPr lang="en-US" altLang="zh-TW" sz="3300">
                <a:latin typeface="Consolas" panose="020B0609020204030204" pitchFamily="49" charset="0"/>
                <a:ea typeface="+mj-ea"/>
                <a:hlinkClick r:id="rId2"/>
              </a:rPr>
              <a:t>https://www.eclipse.org/downloads/</a:t>
            </a:r>
            <a:endParaRPr lang="en-US" altLang="zh-TW" sz="3300">
              <a:latin typeface="Consolas" panose="020B0609020204030204" pitchFamily="49" charset="0"/>
              <a:ea typeface="+mj-ea"/>
            </a:endParaRPr>
          </a:p>
          <a:p>
            <a:pPr marL="457200" indent="-457200">
              <a:buFont typeface="+mj-lt"/>
              <a:buAutoNum type="arabicPeriod"/>
            </a:pPr>
            <a:r>
              <a:rPr lang="zh-TW" altLang="en-US" sz="3300">
                <a:latin typeface="Consolas" panose="020B0609020204030204" pitchFamily="49" charset="0"/>
                <a:ea typeface="+mj-ea"/>
              </a:rPr>
              <a:t>安裝完成後，第一次啟動須設定工作區域</a:t>
            </a:r>
            <a:r>
              <a:rPr lang="en-US" altLang="zh-TW" sz="3300">
                <a:latin typeface="Consolas" panose="020B0609020204030204" pitchFamily="49" charset="0"/>
                <a:ea typeface="+mj-ea"/>
              </a:rPr>
              <a:t>workspace</a:t>
            </a:r>
          </a:p>
          <a:p>
            <a:pPr marL="720000" lvl="2" indent="0">
              <a:buNone/>
            </a:pPr>
            <a:r>
              <a:rPr lang="zh-TW" altLang="en-US" sz="3300">
                <a:latin typeface="Consolas" panose="020B0609020204030204" pitchFamily="49" charset="0"/>
                <a:ea typeface="+mj-ea"/>
              </a:rPr>
              <a:t>例如</a:t>
            </a:r>
            <a:r>
              <a:rPr lang="en-US" altLang="zh-TW" sz="3300">
                <a:latin typeface="Consolas" panose="020B0609020204030204" pitchFamily="49" charset="0"/>
                <a:ea typeface="+mj-ea"/>
              </a:rPr>
              <a:t>:C:\DataSource\xxxworkspace</a:t>
            </a:r>
          </a:p>
          <a:p>
            <a:pPr marL="457200" indent="-457200">
              <a:buFont typeface="+mj-lt"/>
              <a:buAutoNum type="arabicPeriod"/>
            </a:pPr>
            <a:r>
              <a:rPr lang="zh-TW" altLang="en-US" sz="3300">
                <a:latin typeface="Consolas" panose="020B0609020204030204" pitchFamily="49" charset="0"/>
                <a:ea typeface="+mj-ea"/>
              </a:rPr>
              <a:t>建立伺服器</a:t>
            </a:r>
            <a:r>
              <a:rPr lang="en-US" altLang="zh-TW" sz="3300">
                <a:latin typeface="Consolas" panose="020B0609020204030204" pitchFamily="49" charset="0"/>
                <a:ea typeface="+mj-ea"/>
              </a:rPr>
              <a:t>(Server)</a:t>
            </a:r>
          </a:p>
          <a:p>
            <a:pPr marL="457200" indent="-457200">
              <a:buFont typeface="+mj-lt"/>
              <a:buAutoNum type="arabicPeriod"/>
            </a:pPr>
            <a:r>
              <a:rPr lang="zh-TW" altLang="en-US" sz="3300">
                <a:latin typeface="Consolas" panose="020B0609020204030204" pitchFamily="49" charset="0"/>
                <a:ea typeface="+mj-ea"/>
              </a:rPr>
              <a:t>建立動態</a:t>
            </a:r>
            <a:r>
              <a:rPr lang="en-US" altLang="zh-TW" sz="3300">
                <a:latin typeface="Consolas" panose="020B0609020204030204" pitchFamily="49" charset="0"/>
                <a:ea typeface="+mj-ea"/>
              </a:rPr>
              <a:t>Web</a:t>
            </a:r>
            <a:r>
              <a:rPr lang="zh-TW" altLang="en-US" sz="3300">
                <a:latin typeface="Consolas" panose="020B0609020204030204" pitchFamily="49" charset="0"/>
                <a:ea typeface="+mj-ea"/>
              </a:rPr>
              <a:t>專案</a:t>
            </a:r>
            <a:r>
              <a:rPr lang="en-US" altLang="zh-TW" sz="3300">
                <a:latin typeface="Consolas" panose="020B0609020204030204" pitchFamily="49" charset="0"/>
                <a:ea typeface="+mj-ea"/>
              </a:rPr>
              <a:t>(Dynamic Web Project)</a:t>
            </a:r>
          </a:p>
          <a:p>
            <a:pPr marL="457200" indent="-457200">
              <a:buFont typeface="+mj-lt"/>
              <a:buAutoNum type="arabicPeriod"/>
            </a:pPr>
            <a:r>
              <a:rPr lang="zh-TW" altLang="en-US" sz="3300">
                <a:latin typeface="Consolas" panose="020B0609020204030204" pitchFamily="49" charset="0"/>
                <a:ea typeface="+mj-ea"/>
              </a:rPr>
              <a:t>設定開發環境內碼</a:t>
            </a:r>
            <a:r>
              <a:rPr lang="en-US" altLang="zh-TW" sz="3300">
                <a:latin typeface="Consolas" panose="020B0609020204030204" pitchFamily="49" charset="0"/>
                <a:ea typeface="+mj-ea"/>
              </a:rPr>
              <a:t>(UTF-8)</a:t>
            </a:r>
          </a:p>
          <a:p>
            <a:pPr marL="457200" indent="-457200">
              <a:buFont typeface="+mj-lt"/>
              <a:buAutoNum type="arabicPeriod"/>
            </a:pPr>
            <a:r>
              <a:rPr lang="zh-TW" altLang="en-US" sz="3300">
                <a:latin typeface="Consolas" panose="020B0609020204030204" pitchFamily="49" charset="0"/>
                <a:ea typeface="+mj-ea"/>
              </a:rPr>
              <a:t>撰寫程式進行測試</a:t>
            </a:r>
            <a:endParaRPr lang="en-US" altLang="zh-TW" sz="3300">
              <a:latin typeface="Consolas" panose="020B0609020204030204" pitchFamily="49" charset="0"/>
              <a:ea typeface="+mj-ea"/>
            </a:endParaRPr>
          </a:p>
          <a:p>
            <a:pPr marL="0" indent="0">
              <a:buNone/>
            </a:pPr>
            <a:endParaRPr lang="en-US" altLang="zh-TW" sz="3300">
              <a:latin typeface="Consolas" panose="020B0609020204030204" pitchFamily="49" charset="0"/>
              <a:ea typeface="+mj-ea"/>
            </a:endParaRPr>
          </a:p>
        </p:txBody>
      </p:sp>
    </p:spTree>
    <p:extLst>
      <p:ext uri="{BB962C8B-B14F-4D97-AF65-F5344CB8AC3E}">
        <p14:creationId xmlns:p14="http://schemas.microsoft.com/office/powerpoint/2010/main" val="26267539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C27C1F3B-8783-4124-BE36-BBD154814BBC}"/>
              </a:ext>
            </a:extLst>
          </p:cNvPr>
          <p:cNvSpPr>
            <a:spLocks noGrp="1"/>
          </p:cNvSpPr>
          <p:nvPr>
            <p:ph type="sldNum" sz="quarter" idx="12"/>
          </p:nvPr>
        </p:nvSpPr>
        <p:spPr/>
        <p:txBody>
          <a:bodyPr/>
          <a:lstStyle/>
          <a:p>
            <a:fld id="{B521127C-0C56-461F-B517-0D483F216F7D}" type="slidenum">
              <a:rPr lang="zh-TW" altLang="en-US" smtClean="0"/>
              <a:t>20</a:t>
            </a:fld>
            <a:endParaRPr lang="zh-TW" altLang="en-US"/>
          </a:p>
        </p:txBody>
      </p:sp>
      <p:sp>
        <p:nvSpPr>
          <p:cNvPr id="7" name="內容版面配置區 2">
            <a:extLst>
              <a:ext uri="{FF2B5EF4-FFF2-40B4-BE49-F238E27FC236}">
                <a16:creationId xmlns:a16="http://schemas.microsoft.com/office/drawing/2014/main" id="{F509CFB3-0EA0-4C3D-B163-93193F4D86DE}"/>
              </a:ext>
            </a:extLst>
          </p:cNvPr>
          <p:cNvSpPr>
            <a:spLocks noGrp="1"/>
          </p:cNvSpPr>
          <p:nvPr>
            <p:ph idx="1"/>
          </p:nvPr>
        </p:nvSpPr>
        <p:spPr>
          <a:xfrm>
            <a:off x="0" y="0"/>
            <a:ext cx="11571825" cy="5658045"/>
          </a:xfrm>
        </p:spPr>
        <p:txBody>
          <a:bodyPr>
            <a:normAutofit/>
          </a:bodyPr>
          <a:lstStyle/>
          <a:p>
            <a:pPr marL="0" indent="0">
              <a:buNone/>
            </a:pPr>
            <a:r>
              <a:rPr lang="zh-TW" altLang="en-US" sz="3000">
                <a:latin typeface="+mj-ea"/>
                <a:ea typeface="+mj-ea"/>
              </a:rPr>
              <a:t>第一次啟動</a:t>
            </a:r>
            <a:r>
              <a:rPr lang="en-US" altLang="zh-TW" sz="3000">
                <a:latin typeface="+mj-ea"/>
                <a:ea typeface="+mj-ea"/>
              </a:rPr>
              <a:t>Eclipse</a:t>
            </a:r>
            <a:r>
              <a:rPr lang="zh-TW" altLang="en-US" sz="3000">
                <a:latin typeface="+mj-ea"/>
                <a:ea typeface="+mj-ea"/>
              </a:rPr>
              <a:t>時必須建立工作區域</a:t>
            </a:r>
            <a:endParaRPr lang="en-US" altLang="zh-TW" sz="3000">
              <a:latin typeface="+mj-ea"/>
              <a:ea typeface="+mj-ea"/>
            </a:endParaRPr>
          </a:p>
        </p:txBody>
      </p:sp>
      <p:pic>
        <p:nvPicPr>
          <p:cNvPr id="9" name="圖片 8">
            <a:extLst>
              <a:ext uri="{FF2B5EF4-FFF2-40B4-BE49-F238E27FC236}">
                <a16:creationId xmlns:a16="http://schemas.microsoft.com/office/drawing/2014/main" id="{514574A9-1A45-4893-8FA7-C35B75CA4F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58" y="957244"/>
            <a:ext cx="10184173" cy="5004593"/>
          </a:xfrm>
          <a:prstGeom prst="rect">
            <a:avLst/>
          </a:prstGeom>
        </p:spPr>
      </p:pic>
    </p:spTree>
    <p:extLst>
      <p:ext uri="{BB962C8B-B14F-4D97-AF65-F5344CB8AC3E}">
        <p14:creationId xmlns:p14="http://schemas.microsoft.com/office/powerpoint/2010/main" val="13279471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0" y="0"/>
            <a:ext cx="9668742" cy="4807002"/>
          </a:xfrm>
        </p:spPr>
        <p:txBody>
          <a:bodyPr>
            <a:normAutofit/>
          </a:bodyPr>
          <a:lstStyle/>
          <a:p>
            <a:pPr marL="0" indent="0">
              <a:buNone/>
            </a:pPr>
            <a:r>
              <a:rPr lang="zh-TW" altLang="en-US" sz="3000">
                <a:latin typeface="+mj-ea"/>
                <a:ea typeface="+mj-ea"/>
              </a:rPr>
              <a:t>建立伺服器</a:t>
            </a:r>
            <a:r>
              <a:rPr lang="en-US" altLang="zh-TW" sz="3000">
                <a:latin typeface="+mj-ea"/>
                <a:ea typeface="+mj-ea"/>
              </a:rPr>
              <a:t>(Server)(1)</a:t>
            </a:r>
          </a:p>
        </p:txBody>
      </p:sp>
      <p:pic>
        <p:nvPicPr>
          <p:cNvPr id="7" name="圖片 6">
            <a:extLst>
              <a:ext uri="{FF2B5EF4-FFF2-40B4-BE49-F238E27FC236}">
                <a16:creationId xmlns:a16="http://schemas.microsoft.com/office/drawing/2014/main" id="{524D764C-6670-494F-8FFC-40C8E3537F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35404" y="619018"/>
            <a:ext cx="10599538" cy="5619964"/>
          </a:xfrm>
          <a:prstGeom prst="rect">
            <a:avLst/>
          </a:prstGeom>
        </p:spPr>
      </p:pic>
      <p:sp>
        <p:nvSpPr>
          <p:cNvPr id="6" name="投影片編號版面配置區 5">
            <a:extLst>
              <a:ext uri="{FF2B5EF4-FFF2-40B4-BE49-F238E27FC236}">
                <a16:creationId xmlns:a16="http://schemas.microsoft.com/office/drawing/2014/main" id="{FA81F5F2-7ACC-4E68-BB2B-068D5335576C}"/>
              </a:ext>
            </a:extLst>
          </p:cNvPr>
          <p:cNvSpPr>
            <a:spLocks noGrp="1"/>
          </p:cNvSpPr>
          <p:nvPr>
            <p:ph type="sldNum" sz="quarter" idx="12"/>
          </p:nvPr>
        </p:nvSpPr>
        <p:spPr/>
        <p:txBody>
          <a:bodyPr/>
          <a:lstStyle/>
          <a:p>
            <a:fld id="{B521127C-0C56-461F-B517-0D483F216F7D}" type="slidenum">
              <a:rPr lang="zh-TW" altLang="en-US" smtClean="0"/>
              <a:t>21</a:t>
            </a:fld>
            <a:endParaRPr lang="zh-TW" altLang="en-US"/>
          </a:p>
        </p:txBody>
      </p:sp>
    </p:spTree>
    <p:extLst>
      <p:ext uri="{BB962C8B-B14F-4D97-AF65-F5344CB8AC3E}">
        <p14:creationId xmlns:p14="http://schemas.microsoft.com/office/powerpoint/2010/main" val="97522298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0" y="0"/>
            <a:ext cx="9668742" cy="4807002"/>
          </a:xfrm>
        </p:spPr>
        <p:txBody>
          <a:bodyPr>
            <a:normAutofit/>
          </a:bodyPr>
          <a:lstStyle/>
          <a:p>
            <a:pPr marL="0" indent="0">
              <a:buNone/>
            </a:pPr>
            <a:r>
              <a:rPr lang="zh-TW" altLang="en-US" sz="3000">
                <a:latin typeface="+mj-ea"/>
                <a:ea typeface="+mj-ea"/>
              </a:rPr>
              <a:t>建立伺服器</a:t>
            </a:r>
            <a:r>
              <a:rPr lang="en-US" altLang="zh-TW" sz="3000">
                <a:latin typeface="+mj-ea"/>
                <a:ea typeface="+mj-ea"/>
              </a:rPr>
              <a:t>(Server)(2)</a:t>
            </a:r>
          </a:p>
        </p:txBody>
      </p:sp>
      <p:pic>
        <p:nvPicPr>
          <p:cNvPr id="7" name="圖片 6">
            <a:extLst>
              <a:ext uri="{FF2B5EF4-FFF2-40B4-BE49-F238E27FC236}">
                <a16:creationId xmlns:a16="http://schemas.microsoft.com/office/drawing/2014/main" id="{524D764C-6670-494F-8FFC-40C8E3537F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53833" y="547893"/>
            <a:ext cx="6577124" cy="6094223"/>
          </a:xfrm>
          <a:prstGeom prst="rect">
            <a:avLst/>
          </a:prstGeom>
        </p:spPr>
      </p:pic>
      <p:sp>
        <p:nvSpPr>
          <p:cNvPr id="6" name="投影片編號版面配置區 5">
            <a:extLst>
              <a:ext uri="{FF2B5EF4-FFF2-40B4-BE49-F238E27FC236}">
                <a16:creationId xmlns:a16="http://schemas.microsoft.com/office/drawing/2014/main" id="{362334C0-D9E1-4A25-A259-26C8D574E189}"/>
              </a:ext>
            </a:extLst>
          </p:cNvPr>
          <p:cNvSpPr>
            <a:spLocks noGrp="1"/>
          </p:cNvSpPr>
          <p:nvPr>
            <p:ph type="sldNum" sz="quarter" idx="12"/>
          </p:nvPr>
        </p:nvSpPr>
        <p:spPr/>
        <p:txBody>
          <a:bodyPr/>
          <a:lstStyle/>
          <a:p>
            <a:fld id="{B521127C-0C56-461F-B517-0D483F216F7D}" type="slidenum">
              <a:rPr lang="zh-TW" altLang="en-US" smtClean="0"/>
              <a:t>22</a:t>
            </a:fld>
            <a:endParaRPr lang="zh-TW" altLang="en-US"/>
          </a:p>
        </p:txBody>
      </p:sp>
    </p:spTree>
    <p:extLst>
      <p:ext uri="{BB962C8B-B14F-4D97-AF65-F5344CB8AC3E}">
        <p14:creationId xmlns:p14="http://schemas.microsoft.com/office/powerpoint/2010/main" val="194525523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0" y="0"/>
            <a:ext cx="9668742" cy="4807002"/>
          </a:xfrm>
        </p:spPr>
        <p:txBody>
          <a:bodyPr>
            <a:normAutofit/>
          </a:bodyPr>
          <a:lstStyle/>
          <a:p>
            <a:pPr marL="0" indent="0">
              <a:buNone/>
            </a:pPr>
            <a:r>
              <a:rPr lang="zh-TW" altLang="en-US" sz="3000">
                <a:latin typeface="+mj-ea"/>
                <a:ea typeface="+mj-ea"/>
              </a:rPr>
              <a:t>變更伺服器設定</a:t>
            </a:r>
            <a:endParaRPr lang="en-US" altLang="zh-TW" sz="3000">
              <a:latin typeface="+mj-ea"/>
              <a:ea typeface="+mj-ea"/>
            </a:endParaRPr>
          </a:p>
        </p:txBody>
      </p:sp>
      <p:pic>
        <p:nvPicPr>
          <p:cNvPr id="7" name="圖片 6">
            <a:extLst>
              <a:ext uri="{FF2B5EF4-FFF2-40B4-BE49-F238E27FC236}">
                <a16:creationId xmlns:a16="http://schemas.microsoft.com/office/drawing/2014/main" id="{524D764C-6670-494F-8FFC-40C8E3537F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21977" y="529563"/>
            <a:ext cx="11048774" cy="5708532"/>
          </a:xfrm>
          <a:prstGeom prst="rect">
            <a:avLst/>
          </a:prstGeom>
        </p:spPr>
      </p:pic>
      <p:sp>
        <p:nvSpPr>
          <p:cNvPr id="6" name="投影片編號版面配置區 5">
            <a:extLst>
              <a:ext uri="{FF2B5EF4-FFF2-40B4-BE49-F238E27FC236}">
                <a16:creationId xmlns:a16="http://schemas.microsoft.com/office/drawing/2014/main" id="{5C7DA437-AC21-4643-8B32-0526555CC497}"/>
              </a:ext>
            </a:extLst>
          </p:cNvPr>
          <p:cNvSpPr>
            <a:spLocks noGrp="1"/>
          </p:cNvSpPr>
          <p:nvPr>
            <p:ph type="sldNum" sz="quarter" idx="12"/>
          </p:nvPr>
        </p:nvSpPr>
        <p:spPr/>
        <p:txBody>
          <a:bodyPr/>
          <a:lstStyle/>
          <a:p>
            <a:fld id="{B521127C-0C56-461F-B517-0D483F216F7D}" type="slidenum">
              <a:rPr lang="zh-TW" altLang="en-US" smtClean="0"/>
              <a:t>23</a:t>
            </a:fld>
            <a:endParaRPr lang="zh-TW" altLang="en-US"/>
          </a:p>
        </p:txBody>
      </p:sp>
    </p:spTree>
    <p:extLst>
      <p:ext uri="{BB962C8B-B14F-4D97-AF65-F5344CB8AC3E}">
        <p14:creationId xmlns:p14="http://schemas.microsoft.com/office/powerpoint/2010/main" val="328318447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0" y="0"/>
            <a:ext cx="9668742" cy="4807002"/>
          </a:xfrm>
        </p:spPr>
        <p:txBody>
          <a:bodyPr>
            <a:normAutofit/>
          </a:bodyPr>
          <a:lstStyle/>
          <a:p>
            <a:pPr marL="0" indent="0">
              <a:buNone/>
            </a:pPr>
            <a:r>
              <a:rPr lang="zh-TW" altLang="en-US" sz="3000">
                <a:latin typeface="+mj-ea"/>
                <a:ea typeface="+mj-ea"/>
              </a:rPr>
              <a:t>測試伺服器</a:t>
            </a:r>
            <a:endParaRPr lang="en-US" altLang="zh-TW" sz="3000">
              <a:latin typeface="+mj-ea"/>
              <a:ea typeface="+mj-ea"/>
            </a:endParaRPr>
          </a:p>
        </p:txBody>
      </p:sp>
      <p:pic>
        <p:nvPicPr>
          <p:cNvPr id="7" name="圖片 6">
            <a:extLst>
              <a:ext uri="{FF2B5EF4-FFF2-40B4-BE49-F238E27FC236}">
                <a16:creationId xmlns:a16="http://schemas.microsoft.com/office/drawing/2014/main" id="{524D764C-6670-494F-8FFC-40C8E3537F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27459" y="559212"/>
            <a:ext cx="10401503" cy="5384943"/>
          </a:xfrm>
          <a:prstGeom prst="rect">
            <a:avLst/>
          </a:prstGeom>
        </p:spPr>
      </p:pic>
      <p:sp>
        <p:nvSpPr>
          <p:cNvPr id="6" name="投影片編號版面配置區 5">
            <a:extLst>
              <a:ext uri="{FF2B5EF4-FFF2-40B4-BE49-F238E27FC236}">
                <a16:creationId xmlns:a16="http://schemas.microsoft.com/office/drawing/2014/main" id="{DCA523F5-D58F-4545-9488-F5C6442B323F}"/>
              </a:ext>
            </a:extLst>
          </p:cNvPr>
          <p:cNvSpPr>
            <a:spLocks noGrp="1"/>
          </p:cNvSpPr>
          <p:nvPr>
            <p:ph type="sldNum" sz="quarter" idx="12"/>
          </p:nvPr>
        </p:nvSpPr>
        <p:spPr/>
        <p:txBody>
          <a:bodyPr/>
          <a:lstStyle/>
          <a:p>
            <a:fld id="{B521127C-0C56-461F-B517-0D483F216F7D}" type="slidenum">
              <a:rPr lang="zh-TW" altLang="en-US" smtClean="0"/>
              <a:t>24</a:t>
            </a:fld>
            <a:endParaRPr lang="zh-TW" altLang="en-US"/>
          </a:p>
        </p:txBody>
      </p:sp>
    </p:spTree>
    <p:extLst>
      <p:ext uri="{BB962C8B-B14F-4D97-AF65-F5344CB8AC3E}">
        <p14:creationId xmlns:p14="http://schemas.microsoft.com/office/powerpoint/2010/main" val="84655521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0" y="0"/>
            <a:ext cx="9668742" cy="4807002"/>
          </a:xfrm>
        </p:spPr>
        <p:txBody>
          <a:bodyPr>
            <a:normAutofit/>
          </a:bodyPr>
          <a:lstStyle/>
          <a:p>
            <a:pPr marL="0" indent="0">
              <a:buNone/>
            </a:pPr>
            <a:r>
              <a:rPr lang="zh-TW" altLang="en-US" sz="3000">
                <a:latin typeface="+mj-ea"/>
                <a:ea typeface="+mj-ea"/>
              </a:rPr>
              <a:t>建立動態</a:t>
            </a:r>
            <a:r>
              <a:rPr lang="en-US" altLang="zh-TW" sz="3000">
                <a:latin typeface="+mj-ea"/>
                <a:ea typeface="+mj-ea"/>
              </a:rPr>
              <a:t>web</a:t>
            </a:r>
            <a:r>
              <a:rPr lang="zh-TW" altLang="en-US" sz="3000">
                <a:latin typeface="+mj-ea"/>
                <a:ea typeface="+mj-ea"/>
              </a:rPr>
              <a:t>專案</a:t>
            </a:r>
            <a:r>
              <a:rPr lang="en-US" altLang="zh-TW" sz="3000">
                <a:latin typeface="+mj-ea"/>
                <a:ea typeface="+mj-ea"/>
              </a:rPr>
              <a:t>(Dynamic Web Project)(1)</a:t>
            </a:r>
          </a:p>
        </p:txBody>
      </p:sp>
      <p:pic>
        <p:nvPicPr>
          <p:cNvPr id="7" name="圖片 6">
            <a:extLst>
              <a:ext uri="{FF2B5EF4-FFF2-40B4-BE49-F238E27FC236}">
                <a16:creationId xmlns:a16="http://schemas.microsoft.com/office/drawing/2014/main" id="{524D764C-6670-494F-8FFC-40C8E3537F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76087" y="529561"/>
            <a:ext cx="10545342" cy="5591228"/>
          </a:xfrm>
          <a:prstGeom prst="rect">
            <a:avLst/>
          </a:prstGeom>
        </p:spPr>
      </p:pic>
      <p:sp>
        <p:nvSpPr>
          <p:cNvPr id="6" name="投影片編號版面配置區 5">
            <a:extLst>
              <a:ext uri="{FF2B5EF4-FFF2-40B4-BE49-F238E27FC236}">
                <a16:creationId xmlns:a16="http://schemas.microsoft.com/office/drawing/2014/main" id="{E1E26A6A-2C40-472E-9AEF-1B79211F8DA8}"/>
              </a:ext>
            </a:extLst>
          </p:cNvPr>
          <p:cNvSpPr>
            <a:spLocks noGrp="1"/>
          </p:cNvSpPr>
          <p:nvPr>
            <p:ph type="sldNum" sz="quarter" idx="12"/>
          </p:nvPr>
        </p:nvSpPr>
        <p:spPr/>
        <p:txBody>
          <a:bodyPr/>
          <a:lstStyle/>
          <a:p>
            <a:fld id="{B521127C-0C56-461F-B517-0D483F216F7D}" type="slidenum">
              <a:rPr lang="zh-TW" altLang="en-US" smtClean="0"/>
              <a:t>25</a:t>
            </a:fld>
            <a:endParaRPr lang="zh-TW" altLang="en-US"/>
          </a:p>
        </p:txBody>
      </p:sp>
    </p:spTree>
    <p:extLst>
      <p:ext uri="{BB962C8B-B14F-4D97-AF65-F5344CB8AC3E}">
        <p14:creationId xmlns:p14="http://schemas.microsoft.com/office/powerpoint/2010/main" val="334318788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0" y="0"/>
            <a:ext cx="9668742" cy="4807002"/>
          </a:xfrm>
        </p:spPr>
        <p:txBody>
          <a:bodyPr>
            <a:normAutofit/>
          </a:bodyPr>
          <a:lstStyle/>
          <a:p>
            <a:pPr marL="0" indent="0">
              <a:buNone/>
            </a:pPr>
            <a:r>
              <a:rPr lang="zh-TW" altLang="en-US" sz="3000">
                <a:latin typeface="+mj-ea"/>
                <a:ea typeface="+mj-ea"/>
              </a:rPr>
              <a:t>建立動態</a:t>
            </a:r>
            <a:r>
              <a:rPr lang="en-US" altLang="zh-TW" sz="3000">
                <a:latin typeface="+mj-ea"/>
                <a:ea typeface="+mj-ea"/>
              </a:rPr>
              <a:t>web</a:t>
            </a:r>
            <a:r>
              <a:rPr lang="zh-TW" altLang="en-US" sz="3000">
                <a:latin typeface="+mj-ea"/>
                <a:ea typeface="+mj-ea"/>
              </a:rPr>
              <a:t>專案</a:t>
            </a:r>
            <a:r>
              <a:rPr lang="en-US" altLang="zh-TW" sz="3000">
                <a:latin typeface="+mj-ea"/>
                <a:ea typeface="+mj-ea"/>
              </a:rPr>
              <a:t>(Dynamic Web Project)(2)</a:t>
            </a:r>
          </a:p>
        </p:txBody>
      </p:sp>
      <p:pic>
        <p:nvPicPr>
          <p:cNvPr id="7" name="圖片 6">
            <a:extLst>
              <a:ext uri="{FF2B5EF4-FFF2-40B4-BE49-F238E27FC236}">
                <a16:creationId xmlns:a16="http://schemas.microsoft.com/office/drawing/2014/main" id="{524D764C-6670-494F-8FFC-40C8E3537F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62337" y="475213"/>
            <a:ext cx="9225392" cy="5679007"/>
          </a:xfrm>
          <a:prstGeom prst="rect">
            <a:avLst/>
          </a:prstGeom>
        </p:spPr>
      </p:pic>
      <p:sp>
        <p:nvSpPr>
          <p:cNvPr id="6" name="投影片編號版面配置區 5">
            <a:extLst>
              <a:ext uri="{FF2B5EF4-FFF2-40B4-BE49-F238E27FC236}">
                <a16:creationId xmlns:a16="http://schemas.microsoft.com/office/drawing/2014/main" id="{45C4A0D6-9CAC-40B9-9BC8-51AD26DA23FF}"/>
              </a:ext>
            </a:extLst>
          </p:cNvPr>
          <p:cNvSpPr>
            <a:spLocks noGrp="1"/>
          </p:cNvSpPr>
          <p:nvPr>
            <p:ph type="sldNum" sz="quarter" idx="12"/>
          </p:nvPr>
        </p:nvSpPr>
        <p:spPr/>
        <p:txBody>
          <a:bodyPr/>
          <a:lstStyle/>
          <a:p>
            <a:fld id="{B521127C-0C56-461F-B517-0D483F216F7D}" type="slidenum">
              <a:rPr lang="zh-TW" altLang="en-US" smtClean="0"/>
              <a:t>26</a:t>
            </a:fld>
            <a:endParaRPr lang="zh-TW" altLang="en-US"/>
          </a:p>
        </p:txBody>
      </p:sp>
    </p:spTree>
    <p:extLst>
      <p:ext uri="{BB962C8B-B14F-4D97-AF65-F5344CB8AC3E}">
        <p14:creationId xmlns:p14="http://schemas.microsoft.com/office/powerpoint/2010/main" val="171237161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0" y="0"/>
            <a:ext cx="9668742" cy="4807002"/>
          </a:xfrm>
        </p:spPr>
        <p:txBody>
          <a:bodyPr>
            <a:normAutofit/>
          </a:bodyPr>
          <a:lstStyle/>
          <a:p>
            <a:pPr marL="0" indent="0">
              <a:buNone/>
            </a:pPr>
            <a:r>
              <a:rPr lang="zh-TW" altLang="en-US" sz="3000">
                <a:latin typeface="+mj-ea"/>
                <a:ea typeface="+mj-ea"/>
              </a:rPr>
              <a:t>備註</a:t>
            </a:r>
            <a:r>
              <a:rPr lang="en-US" altLang="zh-TW" sz="3000">
                <a:latin typeface="+mj-ea"/>
                <a:ea typeface="+mj-ea"/>
              </a:rPr>
              <a:t>:</a:t>
            </a:r>
            <a:r>
              <a:rPr lang="zh-TW" altLang="en-US" sz="3000">
                <a:latin typeface="+mj-ea"/>
                <a:ea typeface="+mj-ea"/>
              </a:rPr>
              <a:t>手動產生部署描述檔</a:t>
            </a:r>
            <a:endParaRPr lang="en-US" altLang="zh-TW" sz="3000">
              <a:latin typeface="+mj-ea"/>
              <a:ea typeface="+mj-ea"/>
            </a:endParaRPr>
          </a:p>
        </p:txBody>
      </p:sp>
      <p:pic>
        <p:nvPicPr>
          <p:cNvPr id="7" name="圖片 6">
            <a:extLst>
              <a:ext uri="{FF2B5EF4-FFF2-40B4-BE49-F238E27FC236}">
                <a16:creationId xmlns:a16="http://schemas.microsoft.com/office/drawing/2014/main" id="{524D764C-6670-494F-8FFC-40C8E3537F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92848" y="652853"/>
            <a:ext cx="7611413" cy="5674295"/>
          </a:xfrm>
          <a:prstGeom prst="rect">
            <a:avLst/>
          </a:prstGeom>
        </p:spPr>
      </p:pic>
      <p:sp>
        <p:nvSpPr>
          <p:cNvPr id="6" name="投影片編號版面配置區 5">
            <a:extLst>
              <a:ext uri="{FF2B5EF4-FFF2-40B4-BE49-F238E27FC236}">
                <a16:creationId xmlns:a16="http://schemas.microsoft.com/office/drawing/2014/main" id="{26B13F0A-086E-4CF3-A528-8FD277CA02F9}"/>
              </a:ext>
            </a:extLst>
          </p:cNvPr>
          <p:cNvSpPr>
            <a:spLocks noGrp="1"/>
          </p:cNvSpPr>
          <p:nvPr>
            <p:ph type="sldNum" sz="quarter" idx="12"/>
          </p:nvPr>
        </p:nvSpPr>
        <p:spPr/>
        <p:txBody>
          <a:bodyPr/>
          <a:lstStyle/>
          <a:p>
            <a:fld id="{B521127C-0C56-461F-B517-0D483F216F7D}" type="slidenum">
              <a:rPr lang="zh-TW" altLang="en-US" smtClean="0"/>
              <a:t>27</a:t>
            </a:fld>
            <a:endParaRPr lang="zh-TW" altLang="en-US"/>
          </a:p>
        </p:txBody>
      </p:sp>
    </p:spTree>
    <p:extLst>
      <p:ext uri="{BB962C8B-B14F-4D97-AF65-F5344CB8AC3E}">
        <p14:creationId xmlns:p14="http://schemas.microsoft.com/office/powerpoint/2010/main" val="28802377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0" y="0"/>
            <a:ext cx="9668742" cy="4807002"/>
          </a:xfrm>
        </p:spPr>
        <p:txBody>
          <a:bodyPr>
            <a:normAutofit/>
          </a:bodyPr>
          <a:lstStyle/>
          <a:p>
            <a:pPr marL="0" indent="0">
              <a:buNone/>
            </a:pPr>
            <a:r>
              <a:rPr lang="zh-TW" altLang="en-US" sz="3000">
                <a:latin typeface="+mj-ea"/>
                <a:ea typeface="+mj-ea"/>
              </a:rPr>
              <a:t>專案組件介紹</a:t>
            </a:r>
            <a:endParaRPr lang="en-US" altLang="zh-TW" sz="3000">
              <a:latin typeface="+mj-ea"/>
              <a:ea typeface="+mj-ea"/>
            </a:endParaRPr>
          </a:p>
        </p:txBody>
      </p:sp>
      <p:pic>
        <p:nvPicPr>
          <p:cNvPr id="7" name="圖片 6">
            <a:extLst>
              <a:ext uri="{FF2B5EF4-FFF2-40B4-BE49-F238E27FC236}">
                <a16:creationId xmlns:a16="http://schemas.microsoft.com/office/drawing/2014/main" id="{524D764C-6670-494F-8FFC-40C8E3537F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80874" y="619056"/>
            <a:ext cx="8906994" cy="5619888"/>
          </a:xfrm>
          <a:prstGeom prst="rect">
            <a:avLst/>
          </a:prstGeom>
        </p:spPr>
      </p:pic>
      <p:sp>
        <p:nvSpPr>
          <p:cNvPr id="6" name="投影片編號版面配置區 5">
            <a:extLst>
              <a:ext uri="{FF2B5EF4-FFF2-40B4-BE49-F238E27FC236}">
                <a16:creationId xmlns:a16="http://schemas.microsoft.com/office/drawing/2014/main" id="{43066930-9608-4923-92DD-C24FAC00D3A8}"/>
              </a:ext>
            </a:extLst>
          </p:cNvPr>
          <p:cNvSpPr>
            <a:spLocks noGrp="1"/>
          </p:cNvSpPr>
          <p:nvPr>
            <p:ph type="sldNum" sz="quarter" idx="12"/>
          </p:nvPr>
        </p:nvSpPr>
        <p:spPr/>
        <p:txBody>
          <a:bodyPr/>
          <a:lstStyle/>
          <a:p>
            <a:fld id="{B521127C-0C56-461F-B517-0D483F216F7D}" type="slidenum">
              <a:rPr lang="zh-TW" altLang="en-US" smtClean="0"/>
              <a:t>28</a:t>
            </a:fld>
            <a:endParaRPr lang="zh-TW" altLang="en-US"/>
          </a:p>
        </p:txBody>
      </p:sp>
    </p:spTree>
    <p:extLst>
      <p:ext uri="{BB962C8B-B14F-4D97-AF65-F5344CB8AC3E}">
        <p14:creationId xmlns:p14="http://schemas.microsoft.com/office/powerpoint/2010/main" val="217740279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0" y="0"/>
            <a:ext cx="9668742" cy="4807002"/>
          </a:xfrm>
        </p:spPr>
        <p:txBody>
          <a:bodyPr>
            <a:normAutofit/>
          </a:bodyPr>
          <a:lstStyle/>
          <a:p>
            <a:pPr marL="0" indent="0">
              <a:buNone/>
            </a:pPr>
            <a:r>
              <a:rPr lang="zh-TW" altLang="en-US" sz="3000">
                <a:latin typeface="+mj-ea"/>
                <a:ea typeface="+mj-ea"/>
              </a:rPr>
              <a:t>設定工作環境編碼</a:t>
            </a:r>
            <a:endParaRPr lang="en-US" altLang="zh-TW" sz="3000">
              <a:latin typeface="+mj-ea"/>
              <a:ea typeface="+mj-ea"/>
            </a:endParaRPr>
          </a:p>
        </p:txBody>
      </p:sp>
      <p:pic>
        <p:nvPicPr>
          <p:cNvPr id="7" name="圖片 6">
            <a:extLst>
              <a:ext uri="{FF2B5EF4-FFF2-40B4-BE49-F238E27FC236}">
                <a16:creationId xmlns:a16="http://schemas.microsoft.com/office/drawing/2014/main" id="{524D764C-6670-494F-8FFC-40C8E3537F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92162" y="645957"/>
            <a:ext cx="10670210" cy="5566085"/>
          </a:xfrm>
          <a:prstGeom prst="rect">
            <a:avLst/>
          </a:prstGeom>
        </p:spPr>
      </p:pic>
      <p:sp>
        <p:nvSpPr>
          <p:cNvPr id="6" name="投影片編號版面配置區 5">
            <a:extLst>
              <a:ext uri="{FF2B5EF4-FFF2-40B4-BE49-F238E27FC236}">
                <a16:creationId xmlns:a16="http://schemas.microsoft.com/office/drawing/2014/main" id="{1002F7DF-140F-4032-BA31-BCD13BC6F1DC}"/>
              </a:ext>
            </a:extLst>
          </p:cNvPr>
          <p:cNvSpPr>
            <a:spLocks noGrp="1"/>
          </p:cNvSpPr>
          <p:nvPr>
            <p:ph type="sldNum" sz="quarter" idx="12"/>
          </p:nvPr>
        </p:nvSpPr>
        <p:spPr/>
        <p:txBody>
          <a:bodyPr/>
          <a:lstStyle/>
          <a:p>
            <a:fld id="{B521127C-0C56-461F-B517-0D483F216F7D}" type="slidenum">
              <a:rPr lang="zh-TW" altLang="en-US" smtClean="0"/>
              <a:t>29</a:t>
            </a:fld>
            <a:endParaRPr lang="zh-TW" altLang="en-US"/>
          </a:p>
        </p:txBody>
      </p:sp>
    </p:spTree>
    <p:extLst>
      <p:ext uri="{BB962C8B-B14F-4D97-AF65-F5344CB8AC3E}">
        <p14:creationId xmlns:p14="http://schemas.microsoft.com/office/powerpoint/2010/main" val="261481829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0" y="0"/>
            <a:ext cx="9668742" cy="4807002"/>
          </a:xfrm>
        </p:spPr>
        <p:txBody>
          <a:bodyPr>
            <a:normAutofit/>
          </a:bodyPr>
          <a:lstStyle/>
          <a:p>
            <a:pPr marL="0" indent="0">
              <a:buNone/>
            </a:pPr>
            <a:r>
              <a:rPr lang="zh-TW" altLang="en-US" sz="3000">
                <a:latin typeface="+mj-ea"/>
                <a:ea typeface="+mj-ea"/>
              </a:rPr>
              <a:t>設定</a:t>
            </a:r>
            <a:r>
              <a:rPr lang="en-US" altLang="zh-TW" sz="3000">
                <a:latin typeface="+mj-ea"/>
                <a:ea typeface="+mj-ea"/>
              </a:rPr>
              <a:t>JSP</a:t>
            </a:r>
            <a:r>
              <a:rPr lang="zh-TW" altLang="en-US" sz="3000">
                <a:latin typeface="+mj-ea"/>
                <a:ea typeface="+mj-ea"/>
              </a:rPr>
              <a:t>檔案編碼</a:t>
            </a:r>
            <a:endParaRPr lang="en-US" altLang="zh-TW" sz="3000">
              <a:latin typeface="+mj-ea"/>
              <a:ea typeface="+mj-ea"/>
            </a:endParaRPr>
          </a:p>
        </p:txBody>
      </p:sp>
      <p:pic>
        <p:nvPicPr>
          <p:cNvPr id="7" name="圖片 6">
            <a:extLst>
              <a:ext uri="{FF2B5EF4-FFF2-40B4-BE49-F238E27FC236}">
                <a16:creationId xmlns:a16="http://schemas.microsoft.com/office/drawing/2014/main" id="{524D764C-6670-494F-8FFC-40C8E3537F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30517" y="575539"/>
            <a:ext cx="11090377" cy="5706922"/>
          </a:xfrm>
          <a:prstGeom prst="rect">
            <a:avLst/>
          </a:prstGeom>
        </p:spPr>
      </p:pic>
      <p:sp>
        <p:nvSpPr>
          <p:cNvPr id="6" name="投影片編號版面配置區 5">
            <a:extLst>
              <a:ext uri="{FF2B5EF4-FFF2-40B4-BE49-F238E27FC236}">
                <a16:creationId xmlns:a16="http://schemas.microsoft.com/office/drawing/2014/main" id="{4DEE5E0B-A699-4827-996C-475D60534345}"/>
              </a:ext>
            </a:extLst>
          </p:cNvPr>
          <p:cNvSpPr>
            <a:spLocks noGrp="1"/>
          </p:cNvSpPr>
          <p:nvPr>
            <p:ph type="sldNum" sz="quarter" idx="12"/>
          </p:nvPr>
        </p:nvSpPr>
        <p:spPr/>
        <p:txBody>
          <a:bodyPr/>
          <a:lstStyle/>
          <a:p>
            <a:fld id="{B521127C-0C56-461F-B517-0D483F216F7D}" type="slidenum">
              <a:rPr lang="zh-TW" altLang="en-US" smtClean="0"/>
              <a:t>30</a:t>
            </a:fld>
            <a:endParaRPr lang="zh-TW" altLang="en-US"/>
          </a:p>
        </p:txBody>
      </p:sp>
    </p:spTree>
    <p:extLst>
      <p:ext uri="{BB962C8B-B14F-4D97-AF65-F5344CB8AC3E}">
        <p14:creationId xmlns:p14="http://schemas.microsoft.com/office/powerpoint/2010/main" val="8604516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A3D0CE2-91FF-49B3-A5D8-181E900D7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58AEBD96-C315-4F53-9D9E-0E20E993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78916AAA-66F6-4DFA-88ED-7E27CF6B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6" name="Group 15">
            <a:extLst>
              <a:ext uri="{FF2B5EF4-FFF2-40B4-BE49-F238E27FC236}">
                <a16:creationId xmlns:a16="http://schemas.microsoft.com/office/drawing/2014/main" id="{A137D43F-BAD6-47F1-AA65-AEEA38A2FF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17" name="Oval 16">
              <a:extLst>
                <a:ext uri="{FF2B5EF4-FFF2-40B4-BE49-F238E27FC236}">
                  <a16:creationId xmlns:a16="http://schemas.microsoft.com/office/drawing/2014/main" id="{D512C9B2-6B22-4211-A940-FCD7C2CD0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8" name="Oval 17">
              <a:extLst>
                <a:ext uri="{FF2B5EF4-FFF2-40B4-BE49-F238E27FC236}">
                  <a16:creationId xmlns:a16="http://schemas.microsoft.com/office/drawing/2014/main" id="{85F7DB84-CDE7-46F8-90DD-9D048A7D5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sp>
      </p:grpSp>
      <p:sp useBgFill="1">
        <p:nvSpPr>
          <p:cNvPr id="20" name="Rectangle 19">
            <a:extLst>
              <a:ext uri="{FF2B5EF4-FFF2-40B4-BE49-F238E27FC236}">
                <a16:creationId xmlns:a16="http://schemas.microsoft.com/office/drawing/2014/main" id="{C3D25154-9EF7-4C33-9AAC-7B3BE089FE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文字方塊 3">
            <a:extLst>
              <a:ext uri="{FF2B5EF4-FFF2-40B4-BE49-F238E27FC236}">
                <a16:creationId xmlns:a16="http://schemas.microsoft.com/office/drawing/2014/main" id="{4C0C7DFB-F839-4192-B53B-1812E6CE4CEC}"/>
              </a:ext>
            </a:extLst>
          </p:cNvPr>
          <p:cNvSpPr txBox="1"/>
          <p:nvPr/>
        </p:nvSpPr>
        <p:spPr>
          <a:xfrm>
            <a:off x="1051560" y="643468"/>
            <a:ext cx="9966960" cy="359243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zh-TW" altLang="en-US" sz="9600" b="1" cap="all">
                <a:latin typeface="+mj-lt"/>
                <a:ea typeface="+mj-ea"/>
                <a:cs typeface="+mj-cs"/>
              </a:rPr>
              <a:t>第三節</a:t>
            </a:r>
            <a:endParaRPr lang="en-US" altLang="zh-TW" sz="9600" b="1" cap="all">
              <a:latin typeface="+mj-lt"/>
              <a:ea typeface="+mj-ea"/>
              <a:cs typeface="+mj-cs"/>
            </a:endParaRPr>
          </a:p>
          <a:p>
            <a:pPr defTabSz="914400">
              <a:lnSpc>
                <a:spcPct val="80000"/>
              </a:lnSpc>
              <a:spcBef>
                <a:spcPct val="0"/>
              </a:spcBef>
              <a:spcAft>
                <a:spcPts val="600"/>
              </a:spcAft>
            </a:pPr>
            <a:r>
              <a:rPr lang="zh-TW" altLang="en-US" sz="9600" b="1" cap="all">
                <a:latin typeface="+mj-lt"/>
                <a:ea typeface="+mj-ea"/>
                <a:cs typeface="+mj-cs"/>
              </a:rPr>
              <a:t>撰寫</a:t>
            </a:r>
            <a:r>
              <a:rPr lang="en-US" altLang="zh-TW" sz="9600" b="1" cap="all">
                <a:latin typeface="+mj-lt"/>
                <a:ea typeface="+mj-ea"/>
                <a:cs typeface="+mj-cs"/>
              </a:rPr>
              <a:t>Servlet</a:t>
            </a:r>
            <a:r>
              <a:rPr lang="zh-TW" altLang="en-US" sz="9600" b="1" cap="all">
                <a:latin typeface="+mj-lt"/>
                <a:ea typeface="+mj-ea"/>
                <a:cs typeface="+mj-cs"/>
              </a:rPr>
              <a:t>入門</a:t>
            </a:r>
            <a:endParaRPr lang="en-US" altLang="zh-TW" sz="9600" b="1" cap="all">
              <a:latin typeface="+mj-lt"/>
              <a:ea typeface="+mj-ea"/>
              <a:cs typeface="+mj-cs"/>
            </a:endParaRPr>
          </a:p>
        </p:txBody>
      </p:sp>
      <p:sp>
        <p:nvSpPr>
          <p:cNvPr id="22" name="Rectangle 21">
            <a:extLst>
              <a:ext uri="{FF2B5EF4-FFF2-40B4-BE49-F238E27FC236}">
                <a16:creationId xmlns:a16="http://schemas.microsoft.com/office/drawing/2014/main" id="{1604E8C0-C927-4C06-A96A-BF3323BA7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95831"/>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9DCECFD5-4C30-4892-9FF0-540E17955A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111496"/>
            <a:ext cx="1080904" cy="1080902"/>
            <a:chOff x="10245590" y="5111496"/>
            <a:chExt cx="1080904" cy="1080902"/>
          </a:xfrm>
        </p:grpSpPr>
        <p:sp>
          <p:nvSpPr>
            <p:cNvPr id="25" name="Oval 24">
              <a:extLst>
                <a:ext uri="{FF2B5EF4-FFF2-40B4-BE49-F238E27FC236}">
                  <a16:creationId xmlns:a16="http://schemas.microsoft.com/office/drawing/2014/main" id="{95C67F70-EAFE-425C-8422-591620A96D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5590" y="5111496"/>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26" name="Oval 25">
              <a:extLst>
                <a:ext uri="{FF2B5EF4-FFF2-40B4-BE49-F238E27FC236}">
                  <a16:creationId xmlns:a16="http://schemas.microsoft.com/office/drawing/2014/main" id="{D47FA16B-C217-4D91-84EA-5B0846BDDA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53681" y="5219586"/>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5" name="投影片編號版面配置區 4">
            <a:extLst>
              <a:ext uri="{FF2B5EF4-FFF2-40B4-BE49-F238E27FC236}">
                <a16:creationId xmlns:a16="http://schemas.microsoft.com/office/drawing/2014/main" id="{5D23B375-A6D2-4583-8FE9-BFCCCFBD241B}"/>
              </a:ext>
            </a:extLst>
          </p:cNvPr>
          <p:cNvSpPr>
            <a:spLocks noGrp="1"/>
          </p:cNvSpPr>
          <p:nvPr>
            <p:ph type="sldNum" sz="quarter" idx="12"/>
          </p:nvPr>
        </p:nvSpPr>
        <p:spPr>
          <a:xfrm>
            <a:off x="10189108" y="5342324"/>
            <a:ext cx="1193868" cy="640080"/>
          </a:xfrm>
        </p:spPr>
        <p:txBody>
          <a:bodyPr vert="horz" lIns="91440" tIns="45720" rIns="91440" bIns="45720" rtlCol="0" anchor="ctr">
            <a:normAutofit/>
          </a:bodyPr>
          <a:lstStyle/>
          <a:p>
            <a:pPr>
              <a:spcAft>
                <a:spcPts val="600"/>
              </a:spcAft>
            </a:pPr>
            <a:fld id="{B521127C-0C56-461F-B517-0D483F216F7D}" type="slidenum">
              <a:rPr lang="en-US" altLang="zh-TW" sz="2800" b="1" kern="1200">
                <a:solidFill>
                  <a:srgbClr val="FFFFFF"/>
                </a:solidFill>
                <a:latin typeface="+mj-lt"/>
                <a:ea typeface="+mn-ea"/>
                <a:cs typeface="+mn-cs"/>
              </a:rPr>
              <a:pPr>
                <a:spcAft>
                  <a:spcPts val="600"/>
                </a:spcAft>
              </a:pPr>
              <a:t>31</a:t>
            </a:fld>
            <a:endParaRPr lang="en-US" altLang="zh-TW" sz="2800" b="1" kern="1200">
              <a:solidFill>
                <a:srgbClr val="FFFFFF"/>
              </a:solidFill>
              <a:latin typeface="+mj-lt"/>
              <a:ea typeface="+mn-ea"/>
              <a:cs typeface="+mn-cs"/>
            </a:endParaRPr>
          </a:p>
        </p:txBody>
      </p:sp>
    </p:spTree>
    <p:extLst>
      <p:ext uri="{BB962C8B-B14F-4D97-AF65-F5344CB8AC3E}">
        <p14:creationId xmlns:p14="http://schemas.microsoft.com/office/powerpoint/2010/main" val="32095779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內容版面配置區 2">
            <a:extLst>
              <a:ext uri="{FF2B5EF4-FFF2-40B4-BE49-F238E27FC236}">
                <a16:creationId xmlns:a16="http://schemas.microsoft.com/office/drawing/2014/main" id="{DFAB9E72-CCA2-405F-8B35-98C067DB79DB}"/>
              </a:ext>
            </a:extLst>
          </p:cNvPr>
          <p:cNvSpPr>
            <a:spLocks noGrp="1"/>
          </p:cNvSpPr>
          <p:nvPr>
            <p:ph idx="1"/>
          </p:nvPr>
        </p:nvSpPr>
        <p:spPr>
          <a:xfrm>
            <a:off x="359316" y="424179"/>
            <a:ext cx="7611866" cy="924329"/>
          </a:xfrm>
        </p:spPr>
        <p:txBody>
          <a:bodyPr>
            <a:noAutofit/>
          </a:bodyPr>
          <a:lstStyle/>
          <a:p>
            <a:r>
              <a:rPr lang="zh-TW" altLang="en-US" sz="2200">
                <a:latin typeface="Consolas" panose="020B0609020204030204" pitchFamily="49" charset="0"/>
                <a:ea typeface="+mj-ea"/>
              </a:rPr>
              <a:t>定義在</a:t>
            </a:r>
            <a:r>
              <a:rPr lang="en-US" altLang="zh-TW" sz="2200" err="1">
                <a:latin typeface="Consolas" panose="020B0609020204030204" pitchFamily="49" charset="0"/>
                <a:ea typeface="+mj-ea"/>
              </a:rPr>
              <a:t>javax.servlet</a:t>
            </a:r>
            <a:r>
              <a:rPr lang="zh-TW" altLang="en-US" sz="2200">
                <a:latin typeface="Consolas" panose="020B0609020204030204" pitchFamily="49" charset="0"/>
                <a:ea typeface="+mj-ea"/>
              </a:rPr>
              <a:t>與</a:t>
            </a:r>
            <a:r>
              <a:rPr lang="en-US" altLang="zh-TW" sz="2200" err="1">
                <a:latin typeface="Consolas" panose="020B0609020204030204" pitchFamily="49" charset="0"/>
                <a:ea typeface="+mj-ea"/>
              </a:rPr>
              <a:t>javax.servlet.http</a:t>
            </a:r>
            <a:r>
              <a:rPr lang="zh-TW" altLang="en-US" sz="2200">
                <a:latin typeface="Consolas" panose="020B0609020204030204" pitchFamily="49" charset="0"/>
                <a:ea typeface="+mj-ea"/>
              </a:rPr>
              <a:t> </a:t>
            </a:r>
            <a:r>
              <a:rPr lang="en-US" altLang="zh-TW" sz="2200">
                <a:latin typeface="Consolas" panose="020B0609020204030204" pitchFamily="49" charset="0"/>
                <a:ea typeface="+mj-ea"/>
              </a:rPr>
              <a:t>package</a:t>
            </a:r>
          </a:p>
          <a:p>
            <a:r>
              <a:rPr lang="en-US" altLang="zh-TW" sz="2200">
                <a:latin typeface="Consolas" panose="020B0609020204030204" pitchFamily="49" charset="0"/>
                <a:ea typeface="+mj-ea"/>
              </a:rPr>
              <a:t>Tomcat 10 &amp;</a:t>
            </a:r>
            <a:r>
              <a:rPr lang="zh-TW" altLang="en-US" sz="2200">
                <a:latin typeface="Consolas" panose="020B0609020204030204" pitchFamily="49" charset="0"/>
                <a:ea typeface="+mj-ea"/>
              </a:rPr>
              <a:t> </a:t>
            </a:r>
            <a:r>
              <a:rPr lang="en-US" altLang="zh-TW" sz="2200">
                <a:latin typeface="Consolas" panose="020B0609020204030204" pitchFamily="49" charset="0"/>
                <a:ea typeface="+mj-ea"/>
              </a:rPr>
              <a:t>Servlet 5</a:t>
            </a:r>
            <a:r>
              <a:rPr lang="zh-TW" altLang="en-US" sz="2200">
                <a:latin typeface="Consolas" panose="020B0609020204030204" pitchFamily="49" charset="0"/>
                <a:ea typeface="+mj-ea"/>
              </a:rPr>
              <a:t> 以上開始由</a:t>
            </a:r>
            <a:r>
              <a:rPr lang="en-US" altLang="zh-TW" sz="2200">
                <a:latin typeface="Consolas" panose="020B0609020204030204" pitchFamily="49" charset="0"/>
                <a:ea typeface="+mj-ea"/>
              </a:rPr>
              <a:t>jakarta</a:t>
            </a:r>
            <a:r>
              <a:rPr lang="zh-TW" altLang="en-US" sz="2200">
                <a:latin typeface="Consolas" panose="020B0609020204030204" pitchFamily="49" charset="0"/>
                <a:ea typeface="+mj-ea"/>
              </a:rPr>
              <a:t>取代</a:t>
            </a:r>
            <a:r>
              <a:rPr lang="en-US" altLang="zh-TW" sz="2200">
                <a:latin typeface="Consolas" panose="020B0609020204030204" pitchFamily="49" charset="0"/>
                <a:ea typeface="+mj-ea"/>
              </a:rPr>
              <a:t>javax</a:t>
            </a:r>
          </a:p>
        </p:txBody>
      </p:sp>
      <p:sp>
        <p:nvSpPr>
          <p:cNvPr id="4" name="投影片編號版面配置區 3">
            <a:extLst>
              <a:ext uri="{FF2B5EF4-FFF2-40B4-BE49-F238E27FC236}">
                <a16:creationId xmlns:a16="http://schemas.microsoft.com/office/drawing/2014/main" id="{77F1DACB-6046-4678-96DE-3779E80A34D4}"/>
              </a:ext>
            </a:extLst>
          </p:cNvPr>
          <p:cNvSpPr>
            <a:spLocks noGrp="1"/>
          </p:cNvSpPr>
          <p:nvPr>
            <p:ph type="sldNum" sz="quarter" idx="12"/>
          </p:nvPr>
        </p:nvSpPr>
        <p:spPr/>
        <p:txBody>
          <a:bodyPr/>
          <a:lstStyle/>
          <a:p>
            <a:fld id="{B521127C-0C56-461F-B517-0D483F216F7D}" type="slidenum">
              <a:rPr lang="zh-TW" altLang="en-US" smtClean="0"/>
              <a:t>32</a:t>
            </a:fld>
            <a:endParaRPr lang="zh-TW" altLang="en-US"/>
          </a:p>
        </p:txBody>
      </p:sp>
      <p:grpSp>
        <p:nvGrpSpPr>
          <p:cNvPr id="19" name="群組 18"/>
          <p:cNvGrpSpPr/>
          <p:nvPr/>
        </p:nvGrpSpPr>
        <p:grpSpPr>
          <a:xfrm>
            <a:off x="249986" y="1554480"/>
            <a:ext cx="7830527" cy="4836381"/>
            <a:chOff x="1126667" y="1600200"/>
            <a:chExt cx="9481501" cy="4672584"/>
          </a:xfrm>
        </p:grpSpPr>
        <p:sp>
          <p:nvSpPr>
            <p:cNvPr id="8" name="矩形: 圓角 7">
              <a:extLst>
                <a:ext uri="{FF2B5EF4-FFF2-40B4-BE49-F238E27FC236}">
                  <a16:creationId xmlns:a16="http://schemas.microsoft.com/office/drawing/2014/main" id="{13C7FE89-C61C-49BB-9524-8BFDC622E887}"/>
                </a:ext>
              </a:extLst>
            </p:cNvPr>
            <p:cNvSpPr/>
            <p:nvPr/>
          </p:nvSpPr>
          <p:spPr>
            <a:xfrm>
              <a:off x="1126667" y="3388931"/>
              <a:ext cx="2737895" cy="1095122"/>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a:latin typeface="Consolas" panose="020B0609020204030204" pitchFamily="49" charset="0"/>
                </a:rPr>
                <a:t>&lt;&lt;interface&gt;&gt;</a:t>
              </a:r>
            </a:p>
            <a:p>
              <a:pPr algn="ctr"/>
              <a:r>
                <a:rPr lang="en-US" altLang="zh-TW">
                  <a:latin typeface="Consolas" panose="020B0609020204030204" pitchFamily="49" charset="0"/>
                </a:rPr>
                <a:t>ServletRequest</a:t>
              </a:r>
              <a:endParaRPr lang="zh-TW" altLang="en-US">
                <a:latin typeface="Consolas" panose="020B0609020204030204" pitchFamily="49" charset="0"/>
              </a:endParaRPr>
            </a:p>
          </p:txBody>
        </p:sp>
        <p:sp>
          <p:nvSpPr>
            <p:cNvPr id="9" name="矩形: 圓角 8">
              <a:extLst>
                <a:ext uri="{FF2B5EF4-FFF2-40B4-BE49-F238E27FC236}">
                  <a16:creationId xmlns:a16="http://schemas.microsoft.com/office/drawing/2014/main" id="{7BE403A0-AF8C-40DC-A834-264EC5F976F8}"/>
                </a:ext>
              </a:extLst>
            </p:cNvPr>
            <p:cNvSpPr/>
            <p:nvPr/>
          </p:nvSpPr>
          <p:spPr>
            <a:xfrm>
              <a:off x="4498470" y="1600200"/>
              <a:ext cx="2737895" cy="1095122"/>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a:latin typeface="Consolas" panose="020B0609020204030204" pitchFamily="49" charset="0"/>
                </a:rPr>
                <a:t>&lt;&lt;interface&gt;&gt;</a:t>
              </a:r>
            </a:p>
            <a:p>
              <a:pPr algn="ctr"/>
              <a:r>
                <a:rPr lang="en-US" altLang="zh-TW">
                  <a:latin typeface="Consolas" panose="020B0609020204030204" pitchFamily="49" charset="0"/>
                </a:rPr>
                <a:t>Servlet</a:t>
              </a:r>
              <a:endParaRPr lang="zh-TW" altLang="en-US">
                <a:latin typeface="Consolas" panose="020B0609020204030204" pitchFamily="49" charset="0"/>
              </a:endParaRPr>
            </a:p>
          </p:txBody>
        </p:sp>
        <p:sp>
          <p:nvSpPr>
            <p:cNvPr id="10" name="矩形: 圓角 9">
              <a:extLst>
                <a:ext uri="{FF2B5EF4-FFF2-40B4-BE49-F238E27FC236}">
                  <a16:creationId xmlns:a16="http://schemas.microsoft.com/office/drawing/2014/main" id="{5173A277-E1E2-44C1-A281-EDA76D1D5B77}"/>
                </a:ext>
              </a:extLst>
            </p:cNvPr>
            <p:cNvSpPr/>
            <p:nvPr/>
          </p:nvSpPr>
          <p:spPr>
            <a:xfrm>
              <a:off x="7870273" y="3388931"/>
              <a:ext cx="2737895" cy="1095122"/>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a:latin typeface="Consolas" panose="020B0609020204030204" pitchFamily="49" charset="0"/>
                </a:rPr>
                <a:t>&lt;&lt;interface&gt;&gt;</a:t>
              </a:r>
            </a:p>
            <a:p>
              <a:pPr algn="ctr"/>
              <a:r>
                <a:rPr lang="en-US" altLang="zh-TW">
                  <a:latin typeface="Consolas" panose="020B0609020204030204" pitchFamily="49" charset="0"/>
                </a:rPr>
                <a:t>ServletResponse</a:t>
              </a:r>
              <a:endParaRPr lang="zh-TW" altLang="en-US">
                <a:latin typeface="Consolas" panose="020B0609020204030204" pitchFamily="49" charset="0"/>
              </a:endParaRPr>
            </a:p>
          </p:txBody>
        </p:sp>
        <p:sp>
          <p:nvSpPr>
            <p:cNvPr id="11" name="矩形: 圓角 10">
              <a:extLst>
                <a:ext uri="{FF2B5EF4-FFF2-40B4-BE49-F238E27FC236}">
                  <a16:creationId xmlns:a16="http://schemas.microsoft.com/office/drawing/2014/main" id="{7059CCD0-DC14-4A9B-818C-2F4586C0C175}"/>
                </a:ext>
              </a:extLst>
            </p:cNvPr>
            <p:cNvSpPr/>
            <p:nvPr/>
          </p:nvSpPr>
          <p:spPr>
            <a:xfrm>
              <a:off x="1126667" y="5177662"/>
              <a:ext cx="2737895" cy="1095122"/>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a:latin typeface="Consolas" panose="020B0609020204030204" pitchFamily="49" charset="0"/>
                </a:rPr>
                <a:t>&lt;&lt;interface&gt;&gt;</a:t>
              </a:r>
            </a:p>
            <a:p>
              <a:pPr algn="ctr"/>
              <a:r>
                <a:rPr lang="en-US" altLang="zh-TW">
                  <a:latin typeface="Consolas" panose="020B0609020204030204" pitchFamily="49" charset="0"/>
                </a:rPr>
                <a:t>HttpServlet</a:t>
              </a:r>
            </a:p>
            <a:p>
              <a:pPr algn="ctr"/>
              <a:r>
                <a:rPr lang="en-US" altLang="zh-TW">
                  <a:latin typeface="Consolas" panose="020B0609020204030204" pitchFamily="49" charset="0"/>
                </a:rPr>
                <a:t>Request</a:t>
              </a:r>
              <a:endParaRPr lang="zh-TW" altLang="en-US">
                <a:latin typeface="Consolas" panose="020B0609020204030204" pitchFamily="49" charset="0"/>
              </a:endParaRPr>
            </a:p>
          </p:txBody>
        </p:sp>
        <p:sp>
          <p:nvSpPr>
            <p:cNvPr id="12" name="矩形: 圓角 11">
              <a:extLst>
                <a:ext uri="{FF2B5EF4-FFF2-40B4-BE49-F238E27FC236}">
                  <a16:creationId xmlns:a16="http://schemas.microsoft.com/office/drawing/2014/main" id="{48964643-188F-461F-93D4-2C7479102FEF}"/>
                </a:ext>
              </a:extLst>
            </p:cNvPr>
            <p:cNvSpPr/>
            <p:nvPr/>
          </p:nvSpPr>
          <p:spPr>
            <a:xfrm>
              <a:off x="4498470" y="3388931"/>
              <a:ext cx="2737895" cy="1095122"/>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a:latin typeface="Consolas" panose="020B0609020204030204" pitchFamily="49" charset="0"/>
                </a:rPr>
                <a:t>&lt;&lt;abstract&gt;&gt;</a:t>
              </a:r>
            </a:p>
            <a:p>
              <a:pPr algn="ctr"/>
              <a:r>
                <a:rPr lang="en-US" altLang="zh-TW" err="1">
                  <a:latin typeface="Consolas" panose="020B0609020204030204" pitchFamily="49" charset="0"/>
                </a:rPr>
                <a:t>GenericServlet</a:t>
              </a:r>
              <a:endParaRPr lang="zh-TW" altLang="en-US">
                <a:latin typeface="Consolas" panose="020B0609020204030204" pitchFamily="49" charset="0"/>
              </a:endParaRPr>
            </a:p>
          </p:txBody>
        </p:sp>
        <p:sp>
          <p:nvSpPr>
            <p:cNvPr id="13" name="矩形: 圓角 12">
              <a:extLst>
                <a:ext uri="{FF2B5EF4-FFF2-40B4-BE49-F238E27FC236}">
                  <a16:creationId xmlns:a16="http://schemas.microsoft.com/office/drawing/2014/main" id="{BB5DC00F-97EF-4FDA-B494-C828219E59BE}"/>
                </a:ext>
              </a:extLst>
            </p:cNvPr>
            <p:cNvSpPr/>
            <p:nvPr/>
          </p:nvSpPr>
          <p:spPr>
            <a:xfrm>
              <a:off x="7870273" y="5177662"/>
              <a:ext cx="2737895" cy="1095122"/>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a:latin typeface="Consolas" panose="020B0609020204030204" pitchFamily="49" charset="0"/>
                </a:rPr>
                <a:t>&lt;&lt;interface&gt;&gt;</a:t>
              </a:r>
            </a:p>
            <a:p>
              <a:pPr algn="ctr"/>
              <a:r>
                <a:rPr lang="en-US" altLang="zh-TW">
                  <a:latin typeface="Consolas" panose="020B0609020204030204" pitchFamily="49" charset="0"/>
                </a:rPr>
                <a:t>HttpServlet</a:t>
              </a:r>
            </a:p>
            <a:p>
              <a:pPr algn="ctr"/>
              <a:r>
                <a:rPr lang="en-US" altLang="zh-TW">
                  <a:latin typeface="Consolas" panose="020B0609020204030204" pitchFamily="49" charset="0"/>
                </a:rPr>
                <a:t>Response</a:t>
              </a:r>
              <a:endParaRPr lang="zh-TW" altLang="en-US">
                <a:latin typeface="Consolas" panose="020B0609020204030204" pitchFamily="49" charset="0"/>
              </a:endParaRPr>
            </a:p>
          </p:txBody>
        </p:sp>
        <p:sp>
          <p:nvSpPr>
            <p:cNvPr id="14" name="矩形: 圓角 13">
              <a:extLst>
                <a:ext uri="{FF2B5EF4-FFF2-40B4-BE49-F238E27FC236}">
                  <a16:creationId xmlns:a16="http://schemas.microsoft.com/office/drawing/2014/main" id="{05B044A4-D563-47AF-B505-8708EE55F452}"/>
                </a:ext>
              </a:extLst>
            </p:cNvPr>
            <p:cNvSpPr/>
            <p:nvPr/>
          </p:nvSpPr>
          <p:spPr>
            <a:xfrm>
              <a:off x="4498470" y="5177662"/>
              <a:ext cx="2737895" cy="1095122"/>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a:latin typeface="Consolas" panose="020B0609020204030204" pitchFamily="49" charset="0"/>
                </a:rPr>
                <a:t>&lt;&lt;abstract&gt;&gt;</a:t>
              </a:r>
            </a:p>
            <a:p>
              <a:pPr algn="ctr"/>
              <a:r>
                <a:rPr lang="en-US" altLang="zh-TW">
                  <a:latin typeface="Consolas" panose="020B0609020204030204" pitchFamily="49" charset="0"/>
                </a:rPr>
                <a:t>HttpServlet</a:t>
              </a:r>
            </a:p>
          </p:txBody>
        </p:sp>
        <p:cxnSp>
          <p:nvCxnSpPr>
            <p:cNvPr id="24" name="直線單箭頭接點 23">
              <a:extLst>
                <a:ext uri="{FF2B5EF4-FFF2-40B4-BE49-F238E27FC236}">
                  <a16:creationId xmlns:a16="http://schemas.microsoft.com/office/drawing/2014/main" id="{4C9E4178-D2DD-4984-A351-A749FE8B4D3A}"/>
                </a:ext>
              </a:extLst>
            </p:cNvPr>
            <p:cNvCxnSpPr>
              <a:cxnSpLocks/>
            </p:cNvCxnSpPr>
            <p:nvPr/>
          </p:nvCxnSpPr>
          <p:spPr>
            <a:xfrm flipV="1">
              <a:off x="5857982" y="2812550"/>
              <a:ext cx="0" cy="493445"/>
            </a:xfrm>
            <a:prstGeom prst="straightConnector1">
              <a:avLst/>
            </a:prstGeom>
            <a:ln>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25" name="直線單箭頭接點 24">
              <a:extLst>
                <a:ext uri="{FF2B5EF4-FFF2-40B4-BE49-F238E27FC236}">
                  <a16:creationId xmlns:a16="http://schemas.microsoft.com/office/drawing/2014/main" id="{A042DBF3-B78A-4167-8423-B2ABB356878E}"/>
                </a:ext>
              </a:extLst>
            </p:cNvPr>
            <p:cNvCxnSpPr>
              <a:cxnSpLocks/>
            </p:cNvCxnSpPr>
            <p:nvPr/>
          </p:nvCxnSpPr>
          <p:spPr>
            <a:xfrm flipV="1">
              <a:off x="2465798" y="4601281"/>
              <a:ext cx="0" cy="49344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 name="直線單箭頭接點 25">
              <a:extLst>
                <a:ext uri="{FF2B5EF4-FFF2-40B4-BE49-F238E27FC236}">
                  <a16:creationId xmlns:a16="http://schemas.microsoft.com/office/drawing/2014/main" id="{6328869F-BC8F-46CF-88C5-4B0E8D7C42BB}"/>
                </a:ext>
              </a:extLst>
            </p:cNvPr>
            <p:cNvCxnSpPr>
              <a:cxnSpLocks/>
            </p:cNvCxnSpPr>
            <p:nvPr/>
          </p:nvCxnSpPr>
          <p:spPr>
            <a:xfrm flipV="1">
              <a:off x="9267289" y="4601281"/>
              <a:ext cx="0" cy="49344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直線單箭頭接點 26">
              <a:extLst>
                <a:ext uri="{FF2B5EF4-FFF2-40B4-BE49-F238E27FC236}">
                  <a16:creationId xmlns:a16="http://schemas.microsoft.com/office/drawing/2014/main" id="{DDEA1921-C317-4341-AE54-74BEA16E4FEC}"/>
                </a:ext>
              </a:extLst>
            </p:cNvPr>
            <p:cNvCxnSpPr>
              <a:cxnSpLocks/>
            </p:cNvCxnSpPr>
            <p:nvPr/>
          </p:nvCxnSpPr>
          <p:spPr>
            <a:xfrm flipV="1">
              <a:off x="5857982" y="4589980"/>
              <a:ext cx="0" cy="49344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32" name="標題 1"/>
          <p:cNvSpPr>
            <a:spLocks noGrp="1"/>
          </p:cNvSpPr>
          <p:nvPr>
            <p:ph type="title"/>
          </p:nvPr>
        </p:nvSpPr>
        <p:spPr>
          <a:xfrm>
            <a:off x="8549640" y="76200"/>
            <a:ext cx="3642360" cy="695960"/>
          </a:xfrm>
        </p:spPr>
        <p:txBody>
          <a:bodyPr>
            <a:normAutofit/>
          </a:bodyPr>
          <a:lstStyle/>
          <a:p>
            <a:r>
              <a:rPr lang="zh-TW" altLang="en-US">
                <a:solidFill>
                  <a:schemeClr val="tx1"/>
                </a:solidFill>
              </a:rPr>
              <a:t>開發</a:t>
            </a:r>
            <a:r>
              <a:rPr lang="en-US" altLang="zh-TW">
                <a:solidFill>
                  <a:schemeClr val="tx1"/>
                </a:solidFill>
              </a:rPr>
              <a:t>SeRVlet</a:t>
            </a:r>
            <a:r>
              <a:rPr lang="zh-TW" altLang="en-US">
                <a:solidFill>
                  <a:schemeClr val="tx1"/>
                </a:solidFill>
              </a:rPr>
              <a:t>程式</a:t>
            </a:r>
          </a:p>
        </p:txBody>
      </p:sp>
      <p:sp>
        <p:nvSpPr>
          <p:cNvPr id="33" name="文字版面配置區 4"/>
          <p:cNvSpPr>
            <a:spLocks noGrp="1"/>
          </p:cNvSpPr>
          <p:nvPr>
            <p:ph type="body" sz="half" idx="2"/>
          </p:nvPr>
        </p:nvSpPr>
        <p:spPr>
          <a:xfrm>
            <a:off x="8303491" y="772160"/>
            <a:ext cx="3888509" cy="6085840"/>
          </a:xfrm>
        </p:spPr>
        <p:txBody>
          <a:bodyPr>
            <a:normAutofit/>
          </a:bodyPr>
          <a:lstStyle/>
          <a:p>
            <a:pPr algn="just"/>
            <a:r>
              <a:rPr lang="en-US" altLang="zh-TW" sz="1800" b="1">
                <a:latin typeface="Consolas" panose="020B0609020204030204" pitchFamily="49" charset="0"/>
                <a:ea typeface="+mj-ea"/>
              </a:rPr>
              <a:t>【</a:t>
            </a:r>
            <a:r>
              <a:rPr lang="zh-TW" altLang="en-US" sz="1800" b="1">
                <a:latin typeface="Consolas" panose="020B0609020204030204" pitchFamily="49" charset="0"/>
                <a:ea typeface="+mj-ea"/>
              </a:rPr>
              <a:t>狹義的</a:t>
            </a:r>
            <a:r>
              <a:rPr lang="en-US" altLang="zh-TW" sz="1800" b="1">
                <a:latin typeface="Consolas" panose="020B0609020204030204" pitchFamily="49" charset="0"/>
                <a:ea typeface="+mj-ea"/>
              </a:rPr>
              <a:t>Servlet】</a:t>
            </a:r>
          </a:p>
          <a:p>
            <a:pPr algn="just"/>
            <a:r>
              <a:rPr lang="zh-TW" altLang="en-US" sz="1800" b="1">
                <a:latin typeface="Consolas" panose="020B0609020204030204" pitchFamily="49" charset="0"/>
                <a:ea typeface="+mj-ea"/>
              </a:rPr>
              <a:t>在</a:t>
            </a:r>
            <a:r>
              <a:rPr lang="en-US" altLang="zh-TW" sz="1800" b="1">
                <a:latin typeface="Consolas" panose="020B0609020204030204" pitchFamily="49" charset="0"/>
                <a:ea typeface="+mj-ea"/>
              </a:rPr>
              <a:t>Server</a:t>
            </a:r>
            <a:r>
              <a:rPr lang="zh-TW" altLang="en-US" sz="1800" b="1">
                <a:latin typeface="Consolas" panose="020B0609020204030204" pitchFamily="49" charset="0"/>
                <a:ea typeface="+mj-ea"/>
              </a:rPr>
              <a:t>上執行的程式</a:t>
            </a:r>
            <a:r>
              <a:rPr lang="en-US" altLang="zh-TW" sz="1800" b="1">
                <a:latin typeface="Consolas" panose="020B0609020204030204" pitchFamily="49" charset="0"/>
                <a:ea typeface="+mj-ea"/>
              </a:rPr>
              <a:t>(Applet)</a:t>
            </a:r>
          </a:p>
          <a:p>
            <a:pPr algn="just"/>
            <a:endParaRPr lang="en-US" altLang="zh-TW" sz="1800" b="1">
              <a:latin typeface="Consolas" panose="020B0609020204030204" pitchFamily="49" charset="0"/>
              <a:ea typeface="+mj-ea"/>
            </a:endParaRPr>
          </a:p>
          <a:p>
            <a:pPr algn="just"/>
            <a:r>
              <a:rPr lang="en-US" altLang="zh-TW" sz="1800" b="1">
                <a:latin typeface="Consolas" panose="020B0609020204030204" pitchFamily="49" charset="0"/>
                <a:ea typeface="+mj-ea"/>
              </a:rPr>
              <a:t>【</a:t>
            </a:r>
            <a:r>
              <a:rPr lang="zh-TW" altLang="en-US" sz="1800" b="1">
                <a:latin typeface="Consolas" panose="020B0609020204030204" pitchFamily="49" charset="0"/>
                <a:ea typeface="+mj-ea"/>
              </a:rPr>
              <a:t>廣義的</a:t>
            </a:r>
            <a:r>
              <a:rPr lang="en-US" altLang="zh-TW" sz="1800" b="1">
                <a:latin typeface="Consolas" panose="020B0609020204030204" pitchFamily="49" charset="0"/>
                <a:ea typeface="+mj-ea"/>
              </a:rPr>
              <a:t>Servlet】</a:t>
            </a:r>
          </a:p>
          <a:p>
            <a:pPr algn="just"/>
            <a:r>
              <a:rPr lang="zh-TW" altLang="en-US" sz="1800" b="1">
                <a:latin typeface="Consolas" panose="020B0609020204030204" pitchFamily="49" charset="0"/>
                <a:ea typeface="+mj-ea"/>
              </a:rPr>
              <a:t>是指實作了</a:t>
            </a:r>
            <a:r>
              <a:rPr lang="en-US" altLang="zh-TW" sz="1800" b="1">
                <a:latin typeface="Consolas" panose="020B0609020204030204" pitchFamily="49" charset="0"/>
                <a:ea typeface="+mj-ea"/>
              </a:rPr>
              <a:t>Servlet API</a:t>
            </a:r>
            <a:r>
              <a:rPr lang="zh-TW" altLang="en-US" sz="1800" b="1">
                <a:latin typeface="Consolas" panose="020B0609020204030204" pitchFamily="49" charset="0"/>
                <a:ea typeface="+mj-ea"/>
              </a:rPr>
              <a:t>所有類別。</a:t>
            </a:r>
            <a:r>
              <a:rPr lang="en-US" altLang="zh-TW" sz="1800" b="1">
                <a:latin typeface="Consolas" panose="020B0609020204030204" pitchFamily="49" charset="0"/>
                <a:ea typeface="+mj-ea"/>
              </a:rPr>
              <a:t>Servelt </a:t>
            </a:r>
            <a:r>
              <a:rPr lang="zh-TW" altLang="en-US" sz="1800" b="1">
                <a:latin typeface="Consolas" panose="020B0609020204030204" pitchFamily="49" charset="0"/>
                <a:ea typeface="+mj-ea"/>
              </a:rPr>
              <a:t>本身是一個介面，實作的部分則由</a:t>
            </a:r>
            <a:r>
              <a:rPr lang="en-US" altLang="zh-TW" sz="1800" b="1">
                <a:latin typeface="Consolas" panose="020B0609020204030204" pitchFamily="49" charset="0"/>
                <a:ea typeface="+mj-ea"/>
              </a:rPr>
              <a:t>Web Container</a:t>
            </a:r>
            <a:r>
              <a:rPr lang="zh-TW" altLang="en-US" sz="1800" b="1">
                <a:latin typeface="Consolas" panose="020B0609020204030204" pitchFamily="49" charset="0"/>
                <a:ea typeface="+mj-ea"/>
              </a:rPr>
              <a:t>完成，如</a:t>
            </a:r>
            <a:r>
              <a:rPr lang="en-US" altLang="zh-TW" sz="1800" b="1">
                <a:latin typeface="Consolas" panose="020B0609020204030204" pitchFamily="49" charset="0"/>
                <a:ea typeface="+mj-ea"/>
              </a:rPr>
              <a:t>Tomcat</a:t>
            </a:r>
            <a:r>
              <a:rPr lang="zh-TW" altLang="en-US" sz="1800" b="1">
                <a:latin typeface="Consolas" panose="020B0609020204030204" pitchFamily="49" charset="0"/>
                <a:ea typeface="+mj-ea"/>
              </a:rPr>
              <a:t>、</a:t>
            </a:r>
            <a:r>
              <a:rPr lang="en-US" altLang="zh-TW" sz="1800" b="1">
                <a:latin typeface="Consolas" panose="020B0609020204030204" pitchFamily="49" charset="0"/>
                <a:ea typeface="+mj-ea"/>
              </a:rPr>
              <a:t>GlassFish</a:t>
            </a:r>
            <a:r>
              <a:rPr lang="zh-TW" altLang="en-US" sz="1800" b="1">
                <a:latin typeface="Consolas" panose="020B0609020204030204" pitchFamily="49" charset="0"/>
                <a:ea typeface="+mj-ea"/>
              </a:rPr>
              <a:t>、</a:t>
            </a:r>
            <a:r>
              <a:rPr lang="en-US" altLang="zh-TW" sz="1800" b="1">
                <a:latin typeface="Consolas" panose="020B0609020204030204" pitchFamily="49" charset="0"/>
                <a:ea typeface="+mj-ea"/>
              </a:rPr>
              <a:t>JBoss</a:t>
            </a:r>
            <a:r>
              <a:rPr lang="zh-TW" altLang="en-US" sz="1800" b="1">
                <a:latin typeface="Consolas" panose="020B0609020204030204" pitchFamily="49" charset="0"/>
                <a:ea typeface="+mj-ea"/>
              </a:rPr>
              <a:t>、</a:t>
            </a:r>
            <a:r>
              <a:rPr lang="en-US" altLang="zh-TW" sz="1800" b="1">
                <a:latin typeface="Consolas" panose="020B0609020204030204" pitchFamily="49" charset="0"/>
                <a:ea typeface="+mj-ea"/>
              </a:rPr>
              <a:t>WebSphere</a:t>
            </a:r>
            <a:r>
              <a:rPr lang="zh-TW" altLang="en-US" sz="1800" b="1">
                <a:latin typeface="Consolas" panose="020B0609020204030204" pitchFamily="49" charset="0"/>
                <a:ea typeface="+mj-ea"/>
              </a:rPr>
              <a:t>、</a:t>
            </a:r>
            <a:r>
              <a:rPr lang="en-US" altLang="zh-TW" sz="1800" b="1">
                <a:latin typeface="Consolas" panose="020B0609020204030204" pitchFamily="49" charset="0"/>
                <a:ea typeface="+mj-ea"/>
              </a:rPr>
              <a:t>WebLogic</a:t>
            </a:r>
            <a:r>
              <a:rPr lang="zh-TW" altLang="en-US" sz="1800" b="1">
                <a:latin typeface="Consolas" panose="020B0609020204030204" pitchFamily="49" charset="0"/>
                <a:ea typeface="+mj-ea"/>
              </a:rPr>
              <a:t>等等。</a:t>
            </a:r>
          </a:p>
          <a:p>
            <a:pPr algn="just"/>
            <a:endParaRPr lang="zh-TW" altLang="en-US" sz="1800" b="1">
              <a:latin typeface="Consolas" panose="020B0609020204030204" pitchFamily="49" charset="0"/>
              <a:ea typeface="+mj-ea"/>
            </a:endParaRPr>
          </a:p>
          <a:p>
            <a:pPr algn="just"/>
            <a:r>
              <a:rPr lang="zh-TW" altLang="en-US" sz="1800" b="1">
                <a:latin typeface="Consolas" panose="020B0609020204030204" pitchFamily="49" charset="0"/>
                <a:ea typeface="+mj-ea"/>
              </a:rPr>
              <a:t>所有</a:t>
            </a:r>
            <a:r>
              <a:rPr lang="en-US" altLang="zh-TW" sz="1800" b="1">
                <a:latin typeface="Consolas" panose="020B0609020204030204" pitchFamily="49" charset="0"/>
                <a:ea typeface="+mj-ea"/>
              </a:rPr>
              <a:t>Servlet</a:t>
            </a:r>
            <a:r>
              <a:rPr lang="zh-TW" altLang="en-US" sz="1800" b="1">
                <a:latin typeface="Consolas" panose="020B0609020204030204" pitchFamily="49" charset="0"/>
                <a:ea typeface="+mj-ea"/>
              </a:rPr>
              <a:t>程式都需繼承自</a:t>
            </a:r>
          </a:p>
          <a:p>
            <a:pPr algn="just"/>
            <a:r>
              <a:rPr lang="en-US" altLang="zh-TW" sz="1800" b="1">
                <a:latin typeface="Consolas" panose="020B0609020204030204" pitchFamily="49" charset="0"/>
                <a:ea typeface="+mj-ea"/>
              </a:rPr>
              <a:t>javax.servlet.Servlet</a:t>
            </a:r>
            <a:r>
              <a:rPr lang="zh-TW" altLang="en-US" sz="1800" b="1">
                <a:latin typeface="Consolas" panose="020B0609020204030204" pitchFamily="49" charset="0"/>
                <a:ea typeface="+mj-ea"/>
              </a:rPr>
              <a:t>介面</a:t>
            </a:r>
          </a:p>
          <a:p>
            <a:pPr algn="just"/>
            <a:r>
              <a:rPr lang="zh-TW" altLang="en-US" sz="1800" b="1">
                <a:latin typeface="Consolas" panose="020B0609020204030204" pitchFamily="49" charset="0"/>
                <a:ea typeface="+mj-ea"/>
              </a:rPr>
              <a:t>但從</a:t>
            </a:r>
            <a:r>
              <a:rPr lang="en-US" altLang="zh-TW" sz="1800" b="1">
                <a:latin typeface="Consolas" panose="020B0609020204030204" pitchFamily="49" charset="0"/>
                <a:ea typeface="+mj-ea"/>
              </a:rPr>
              <a:t>Tomcat 10</a:t>
            </a:r>
            <a:r>
              <a:rPr lang="zh-TW" altLang="en-US" sz="1800" b="1">
                <a:latin typeface="Consolas" panose="020B0609020204030204" pitchFamily="49" charset="0"/>
                <a:ea typeface="+mj-ea"/>
              </a:rPr>
              <a:t>開始改為繼承自</a:t>
            </a:r>
          </a:p>
          <a:p>
            <a:pPr algn="just"/>
            <a:r>
              <a:rPr lang="en-US" altLang="zh-TW" sz="1800" b="1">
                <a:latin typeface="Consolas" panose="020B0609020204030204" pitchFamily="49" charset="0"/>
                <a:ea typeface="+mj-ea"/>
              </a:rPr>
              <a:t>Jakarta.servlet.Servlet</a:t>
            </a:r>
            <a:r>
              <a:rPr lang="zh-TW" altLang="en-US" sz="1800" b="1">
                <a:latin typeface="Consolas" panose="020B0609020204030204" pitchFamily="49" charset="0"/>
                <a:ea typeface="+mj-ea"/>
              </a:rPr>
              <a:t>介面</a:t>
            </a:r>
          </a:p>
        </p:txBody>
      </p:sp>
    </p:spTree>
    <p:extLst>
      <p:ext uri="{BB962C8B-B14F-4D97-AF65-F5344CB8AC3E}">
        <p14:creationId xmlns:p14="http://schemas.microsoft.com/office/powerpoint/2010/main" val="25237909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77F1DACB-6046-4678-96DE-3779E80A34D4}"/>
              </a:ext>
            </a:extLst>
          </p:cNvPr>
          <p:cNvSpPr>
            <a:spLocks noGrp="1"/>
          </p:cNvSpPr>
          <p:nvPr>
            <p:ph type="sldNum" sz="quarter" idx="12"/>
          </p:nvPr>
        </p:nvSpPr>
        <p:spPr/>
        <p:txBody>
          <a:bodyPr/>
          <a:lstStyle/>
          <a:p>
            <a:fld id="{B521127C-0C56-461F-B517-0D483F216F7D}" type="slidenum">
              <a:rPr lang="zh-TW" altLang="en-US" smtClean="0"/>
              <a:t>33</a:t>
            </a:fld>
            <a:endParaRPr lang="zh-TW" altLang="en-US"/>
          </a:p>
        </p:txBody>
      </p:sp>
      <p:sp>
        <p:nvSpPr>
          <p:cNvPr id="32" name="標題 1"/>
          <p:cNvSpPr>
            <a:spLocks noGrp="1"/>
          </p:cNvSpPr>
          <p:nvPr>
            <p:ph type="title"/>
          </p:nvPr>
        </p:nvSpPr>
        <p:spPr>
          <a:xfrm>
            <a:off x="8303491" y="76200"/>
            <a:ext cx="3888509" cy="695960"/>
          </a:xfrm>
        </p:spPr>
        <p:txBody>
          <a:bodyPr>
            <a:noAutofit/>
          </a:bodyPr>
          <a:lstStyle/>
          <a:p>
            <a:pPr algn="ctr"/>
            <a:r>
              <a:rPr lang="zh-TW" altLang="en-US">
                <a:solidFill>
                  <a:schemeClr val="tx1"/>
                </a:solidFill>
              </a:rPr>
              <a:t>撰寫第一支</a:t>
            </a:r>
            <a:r>
              <a:rPr lang="en-US" altLang="zh-TW">
                <a:solidFill>
                  <a:schemeClr val="tx1"/>
                </a:solidFill>
              </a:rPr>
              <a:t>Servlet</a:t>
            </a:r>
            <a:endParaRPr lang="zh-TW" altLang="en-US">
              <a:solidFill>
                <a:schemeClr val="tx1"/>
              </a:solidFill>
            </a:endParaRPr>
          </a:p>
        </p:txBody>
      </p:sp>
      <p:sp>
        <p:nvSpPr>
          <p:cNvPr id="33" name="文字版面配置區 4"/>
          <p:cNvSpPr>
            <a:spLocks noGrp="1"/>
          </p:cNvSpPr>
          <p:nvPr>
            <p:ph type="body" sz="half" idx="2"/>
          </p:nvPr>
        </p:nvSpPr>
        <p:spPr>
          <a:xfrm>
            <a:off x="8303491" y="772160"/>
            <a:ext cx="3888509" cy="6085840"/>
          </a:xfrm>
        </p:spPr>
        <p:txBody>
          <a:bodyPr>
            <a:normAutofit/>
          </a:bodyPr>
          <a:lstStyle/>
          <a:p>
            <a:pPr algn="just"/>
            <a:r>
              <a:rPr lang="zh-TW" altLang="en-US" sz="1800" b="1">
                <a:latin typeface="Consolas" panose="020B0609020204030204" pitchFamily="49" charset="0"/>
                <a:ea typeface="+mj-ea"/>
              </a:rPr>
              <a:t>最初</a:t>
            </a:r>
            <a:r>
              <a:rPr lang="en-US" altLang="zh-TW" sz="1800" b="1">
                <a:latin typeface="Consolas" panose="020B0609020204030204" pitchFamily="49" charset="0"/>
                <a:ea typeface="+mj-ea"/>
              </a:rPr>
              <a:t>Servelt</a:t>
            </a:r>
            <a:r>
              <a:rPr lang="zh-TW" altLang="en-US" sz="1800" b="1">
                <a:latin typeface="Consolas" panose="020B0609020204030204" pitchFamily="49" charset="0"/>
                <a:ea typeface="+mj-ea"/>
              </a:rPr>
              <a:t>設計並非針對於網路應用程式，只要繼承</a:t>
            </a:r>
            <a:r>
              <a:rPr lang="en-US" altLang="zh-TW" sz="1800" b="1">
                <a:latin typeface="Consolas" panose="020B0609020204030204" pitchFamily="49" charset="0"/>
                <a:ea typeface="+mj-ea"/>
              </a:rPr>
              <a:t>GenericServlet</a:t>
            </a:r>
            <a:r>
              <a:rPr lang="zh-TW" altLang="en-US" sz="1800" b="1">
                <a:latin typeface="Consolas" panose="020B0609020204030204" pitchFamily="49" charset="0"/>
                <a:ea typeface="+mj-ea"/>
              </a:rPr>
              <a:t>介面並改寫其</a:t>
            </a:r>
            <a:r>
              <a:rPr lang="en-US" altLang="zh-TW" sz="1800" b="1">
                <a:latin typeface="Consolas" panose="020B0609020204030204" pitchFamily="49" charset="0"/>
                <a:ea typeface="+mj-ea"/>
              </a:rPr>
              <a:t>service( )</a:t>
            </a:r>
            <a:r>
              <a:rPr lang="zh-TW" altLang="en-US" sz="1800" b="1">
                <a:latin typeface="Consolas" panose="020B0609020204030204" pitchFamily="49" charset="0"/>
                <a:ea typeface="+mj-ea"/>
              </a:rPr>
              <a:t>，理論上也能實作出其他協定的</a:t>
            </a:r>
            <a:r>
              <a:rPr lang="en-US" altLang="zh-TW" sz="1800" b="1">
                <a:latin typeface="Consolas" panose="020B0609020204030204" pitchFamily="49" charset="0"/>
                <a:ea typeface="+mj-ea"/>
              </a:rPr>
              <a:t>Servlet(</a:t>
            </a:r>
            <a:r>
              <a:rPr lang="zh-TW" altLang="en-US" sz="1800" b="1">
                <a:latin typeface="Consolas" panose="020B0609020204030204" pitchFamily="49" charset="0"/>
                <a:ea typeface="+mj-ea"/>
              </a:rPr>
              <a:t>如</a:t>
            </a:r>
            <a:r>
              <a:rPr lang="en-US" altLang="zh-TW" sz="1800" b="1">
                <a:latin typeface="Consolas" panose="020B0609020204030204" pitchFamily="49" charset="0"/>
                <a:ea typeface="+mj-ea"/>
              </a:rPr>
              <a:t>FtpServlet</a:t>
            </a:r>
            <a:r>
              <a:rPr lang="zh-TW" altLang="en-US" sz="1800" b="1">
                <a:latin typeface="Consolas" panose="020B0609020204030204" pitchFamily="49" charset="0"/>
                <a:ea typeface="+mj-ea"/>
              </a:rPr>
              <a:t>、</a:t>
            </a:r>
            <a:r>
              <a:rPr lang="en-US" altLang="zh-TW" sz="1800" b="1">
                <a:latin typeface="Consolas" panose="020B0609020204030204" pitchFamily="49" charset="0"/>
                <a:ea typeface="+mj-ea"/>
              </a:rPr>
              <a:t>SmtpServlet)</a:t>
            </a:r>
            <a:r>
              <a:rPr lang="zh-TW" altLang="en-US" sz="1800" b="1">
                <a:latin typeface="Consolas" panose="020B0609020204030204" pitchFamily="49" charset="0"/>
                <a:ea typeface="+mj-ea"/>
              </a:rPr>
              <a:t>，但實際上不會有人這樣使用。提到</a:t>
            </a:r>
            <a:r>
              <a:rPr lang="en-US" altLang="zh-TW" sz="1800" b="1">
                <a:latin typeface="Consolas" panose="020B0609020204030204" pitchFamily="49" charset="0"/>
                <a:ea typeface="+mj-ea"/>
              </a:rPr>
              <a:t>Servlet</a:t>
            </a:r>
            <a:r>
              <a:rPr lang="zh-TW" altLang="en-US" sz="1800" b="1">
                <a:latin typeface="Consolas" panose="020B0609020204030204" pitchFamily="49" charset="0"/>
                <a:ea typeface="+mj-ea"/>
              </a:rPr>
              <a:t>，所有的</a:t>
            </a:r>
            <a:r>
              <a:rPr lang="en-US" altLang="zh-TW" sz="1800" b="1">
                <a:latin typeface="Consolas" panose="020B0609020204030204" pitchFamily="49" charset="0"/>
                <a:ea typeface="+mj-ea"/>
              </a:rPr>
              <a:t>Java web</a:t>
            </a:r>
            <a:r>
              <a:rPr lang="zh-TW" altLang="en-US" sz="1800" b="1">
                <a:latin typeface="Consolas" panose="020B0609020204030204" pitchFamily="49" charset="0"/>
                <a:ea typeface="+mj-ea"/>
              </a:rPr>
              <a:t>工程師都是以</a:t>
            </a:r>
            <a:r>
              <a:rPr lang="en-US" altLang="zh-TW" sz="1800" b="1">
                <a:latin typeface="Consolas" panose="020B0609020204030204" pitchFamily="49" charset="0"/>
                <a:ea typeface="+mj-ea"/>
              </a:rPr>
              <a:t>Http</a:t>
            </a:r>
            <a:r>
              <a:rPr lang="zh-TW" altLang="en-US" sz="1800" b="1">
                <a:latin typeface="Consolas" panose="020B0609020204030204" pitchFamily="49" charset="0"/>
                <a:ea typeface="+mj-ea"/>
              </a:rPr>
              <a:t>協定為前提討論的。</a:t>
            </a:r>
            <a:endParaRPr lang="en-US" altLang="zh-TW" sz="1800" b="1">
              <a:latin typeface="Consolas" panose="020B0609020204030204" pitchFamily="49" charset="0"/>
              <a:ea typeface="+mj-ea"/>
            </a:endParaRPr>
          </a:p>
          <a:p>
            <a:pPr algn="just"/>
            <a:r>
              <a:rPr lang="zh-TW" altLang="en-US" sz="1800" b="1">
                <a:latin typeface="Consolas" panose="020B0609020204030204" pitchFamily="49" charset="0"/>
                <a:ea typeface="+mj-ea"/>
              </a:rPr>
              <a:t>在撰寫</a:t>
            </a:r>
            <a:r>
              <a:rPr lang="en-US" altLang="zh-TW" sz="1800" b="1">
                <a:latin typeface="Consolas" panose="020B0609020204030204" pitchFamily="49" charset="0"/>
                <a:ea typeface="+mj-ea"/>
              </a:rPr>
              <a:t>Servlet</a:t>
            </a:r>
            <a:r>
              <a:rPr lang="zh-TW" altLang="en-US" sz="1800" b="1">
                <a:latin typeface="Consolas" panose="020B0609020204030204" pitchFamily="49" charset="0"/>
                <a:ea typeface="+mj-ea"/>
              </a:rPr>
              <a:t>時，除非有特殊需求，否則不應繼承</a:t>
            </a:r>
            <a:r>
              <a:rPr lang="en-US" altLang="zh-TW" sz="1800" b="1">
                <a:latin typeface="Consolas" panose="020B0609020204030204" pitchFamily="49" charset="0"/>
                <a:ea typeface="+mj-ea"/>
              </a:rPr>
              <a:t>GenericServlet</a:t>
            </a:r>
            <a:r>
              <a:rPr lang="zh-TW" altLang="en-US" sz="1800" b="1">
                <a:latin typeface="Consolas" panose="020B0609020204030204" pitchFamily="49" charset="0"/>
                <a:ea typeface="+mj-ea"/>
              </a:rPr>
              <a:t>，應一律繼承</a:t>
            </a:r>
            <a:r>
              <a:rPr lang="en-US" altLang="zh-TW" sz="1800" b="1">
                <a:solidFill>
                  <a:srgbClr val="FF0000"/>
                </a:solidFill>
                <a:latin typeface="Consolas" panose="020B0609020204030204" pitchFamily="49" charset="0"/>
                <a:ea typeface="+mj-ea"/>
              </a:rPr>
              <a:t>HttpServlet</a:t>
            </a:r>
            <a:r>
              <a:rPr lang="zh-TW" altLang="en-US" sz="1800" b="1">
                <a:latin typeface="Consolas" panose="020B0609020204030204" pitchFamily="49" charset="0"/>
                <a:ea typeface="+mj-ea"/>
              </a:rPr>
              <a:t>。</a:t>
            </a:r>
            <a:endParaRPr lang="en-US" altLang="zh-TW" sz="1800" b="1">
              <a:latin typeface="Consolas" panose="020B0609020204030204" pitchFamily="49" charset="0"/>
              <a:ea typeface="+mj-ea"/>
            </a:endParaRPr>
          </a:p>
        </p:txBody>
      </p:sp>
      <p:sp>
        <p:nvSpPr>
          <p:cNvPr id="20" name="內容版面配置區 2">
            <a:extLst>
              <a:ext uri="{FF2B5EF4-FFF2-40B4-BE49-F238E27FC236}">
                <a16:creationId xmlns:a16="http://schemas.microsoft.com/office/drawing/2014/main" id="{75779535-3015-4537-BE37-3EB5CBE0BAFA}"/>
              </a:ext>
            </a:extLst>
          </p:cNvPr>
          <p:cNvSpPr txBox="1">
            <a:spLocks/>
          </p:cNvSpPr>
          <p:nvPr/>
        </p:nvSpPr>
        <p:spPr>
          <a:xfrm>
            <a:off x="0" y="0"/>
            <a:ext cx="8303491" cy="6858000"/>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buFont typeface="Wingdings" pitchFamily="2" charset="2"/>
              <a:buNone/>
            </a:pPr>
            <a:r>
              <a:rPr lang="en-US" altLang="zh-TW" sz="1550">
                <a:latin typeface="Consolas" panose="020B0609020204030204" pitchFamily="49" charset="0"/>
                <a:ea typeface="+mj-ea"/>
              </a:rPr>
              <a:t>【</a:t>
            </a:r>
            <a:r>
              <a:rPr lang="zh-TW" altLang="en-US" sz="1550">
                <a:latin typeface="Consolas" panose="020B0609020204030204" pitchFamily="49" charset="0"/>
                <a:ea typeface="+mj-ea"/>
              </a:rPr>
              <a:t>範例</a:t>
            </a:r>
            <a:r>
              <a:rPr lang="en-US" altLang="zh-TW" sz="1550">
                <a:latin typeface="Consolas" panose="020B0609020204030204" pitchFamily="49" charset="0"/>
                <a:ea typeface="+mj-ea"/>
              </a:rPr>
              <a:t>】extends </a:t>
            </a:r>
            <a:r>
              <a:rPr lang="en-US" altLang="zh-TW" sz="1550">
                <a:solidFill>
                  <a:srgbClr val="FF0000"/>
                </a:solidFill>
                <a:latin typeface="Consolas" panose="020B0609020204030204" pitchFamily="49" charset="0"/>
                <a:ea typeface="+mj-ea"/>
              </a:rPr>
              <a:t>GenericServlet</a:t>
            </a:r>
          </a:p>
          <a:p>
            <a:pPr marL="0" indent="0">
              <a:buFont typeface="Wingdings" pitchFamily="2" charset="2"/>
              <a:buNone/>
            </a:pPr>
            <a:r>
              <a:rPr lang="en-US" altLang="zh-TW" sz="1550">
                <a:solidFill>
                  <a:srgbClr val="CC6227"/>
                </a:solidFill>
                <a:latin typeface="Consolas" panose="020B0609020204030204" pitchFamily="49" charset="0"/>
                <a:ea typeface="+mj-ea"/>
              </a:rPr>
              <a:t>public class </a:t>
            </a:r>
            <a:r>
              <a:rPr lang="en-US" altLang="zh-TW" sz="1550">
                <a:solidFill>
                  <a:srgbClr val="1890C3"/>
                </a:solidFill>
                <a:latin typeface="Consolas" panose="020B0609020204030204" pitchFamily="49" charset="0"/>
                <a:ea typeface="+mj-ea"/>
              </a:rPr>
              <a:t>HelloWorld</a:t>
            </a:r>
            <a:r>
              <a:rPr lang="en-US" altLang="zh-TW" sz="1550">
                <a:latin typeface="Consolas" panose="020B0609020204030204" pitchFamily="49" charset="0"/>
                <a:ea typeface="+mj-ea"/>
              </a:rPr>
              <a:t> </a:t>
            </a:r>
            <a:r>
              <a:rPr lang="en-US" altLang="zh-TW" sz="1550">
                <a:solidFill>
                  <a:srgbClr val="CC6227"/>
                </a:solidFill>
                <a:latin typeface="Consolas" panose="020B0609020204030204" pitchFamily="49" charset="0"/>
                <a:ea typeface="+mj-ea"/>
              </a:rPr>
              <a:t>extends</a:t>
            </a:r>
            <a:r>
              <a:rPr lang="en-US" altLang="zh-TW" sz="1550">
                <a:latin typeface="Consolas" panose="020B0609020204030204" pitchFamily="49" charset="0"/>
                <a:ea typeface="+mj-ea"/>
              </a:rPr>
              <a:t> </a:t>
            </a:r>
            <a:r>
              <a:rPr lang="en-US" altLang="zh-TW" sz="1550">
                <a:solidFill>
                  <a:srgbClr val="1890C3"/>
                </a:solidFill>
                <a:latin typeface="Consolas" panose="020B0609020204030204" pitchFamily="49" charset="0"/>
                <a:ea typeface="+mj-ea"/>
              </a:rPr>
              <a:t>GenericServlet</a:t>
            </a:r>
            <a:r>
              <a:rPr lang="en-US" altLang="zh-TW" sz="1550">
                <a:latin typeface="Consolas" panose="020B0609020204030204" pitchFamily="49" charset="0"/>
                <a:ea typeface="+mj-ea"/>
              </a:rPr>
              <a:t> {</a:t>
            </a:r>
          </a:p>
          <a:p>
            <a:pPr marL="274320" lvl="1" indent="0">
              <a:buFont typeface="Wingdings" pitchFamily="2" charset="2"/>
              <a:buNone/>
            </a:pPr>
            <a:r>
              <a:rPr lang="en-US" altLang="zh-TW" sz="1550">
                <a:latin typeface="Consolas" panose="020B0609020204030204" pitchFamily="49" charset="0"/>
                <a:ea typeface="+mj-ea"/>
              </a:rPr>
              <a:t>@Override</a:t>
            </a:r>
          </a:p>
          <a:p>
            <a:pPr marL="274320" lvl="1" indent="0">
              <a:buFont typeface="Wingdings" pitchFamily="2" charset="2"/>
              <a:buNone/>
            </a:pPr>
            <a:r>
              <a:rPr lang="en-US" altLang="zh-TW" sz="1550">
                <a:solidFill>
                  <a:srgbClr val="CC6227"/>
                </a:solidFill>
                <a:latin typeface="Consolas" panose="020B0609020204030204" pitchFamily="49" charset="0"/>
                <a:ea typeface="+mj-ea"/>
              </a:rPr>
              <a:t>public void </a:t>
            </a:r>
            <a:r>
              <a:rPr lang="en-US" altLang="zh-TW" sz="1550">
                <a:solidFill>
                  <a:srgbClr val="007E39"/>
                </a:solidFill>
                <a:latin typeface="Consolas" panose="020B0609020204030204" pitchFamily="49" charset="0"/>
                <a:ea typeface="+mj-ea"/>
              </a:rPr>
              <a:t>service</a:t>
            </a:r>
            <a:r>
              <a:rPr lang="en-US" altLang="zh-TW" sz="1550">
                <a:latin typeface="Consolas" panose="020B0609020204030204" pitchFamily="49" charset="0"/>
                <a:ea typeface="+mj-ea"/>
              </a:rPr>
              <a:t>(ServletRequest req, ServletResponse res){</a:t>
            </a:r>
          </a:p>
          <a:p>
            <a:pPr marL="274320" lvl="1" indent="0">
              <a:buFont typeface="Wingdings" pitchFamily="2" charset="2"/>
              <a:buNone/>
            </a:pPr>
            <a:r>
              <a:rPr lang="en-US" altLang="zh-TW" sz="1550">
                <a:latin typeface="Consolas" panose="020B0609020204030204" pitchFamily="49" charset="0"/>
                <a:ea typeface="+mj-ea"/>
              </a:rPr>
              <a:t>		//</a:t>
            </a:r>
            <a:r>
              <a:rPr lang="zh-TW" altLang="en-US" sz="1550">
                <a:latin typeface="Consolas" panose="020B0609020204030204" pitchFamily="49" charset="0"/>
                <a:ea typeface="+mj-ea"/>
              </a:rPr>
              <a:t>略</a:t>
            </a:r>
            <a:r>
              <a:rPr lang="en-US" altLang="zh-TW" sz="1550">
                <a:latin typeface="Consolas" panose="020B0609020204030204" pitchFamily="49" charset="0"/>
                <a:ea typeface="+mj-ea"/>
              </a:rPr>
              <a:t>...</a:t>
            </a:r>
          </a:p>
          <a:p>
            <a:pPr marL="548640" lvl="2" indent="0">
              <a:buFont typeface="Wingdings" pitchFamily="2" charset="2"/>
              <a:buNone/>
            </a:pPr>
            <a:r>
              <a:rPr lang="en-US" altLang="zh-TW" sz="1550">
                <a:latin typeface="Consolas" panose="020B0609020204030204" pitchFamily="49" charset="0"/>
                <a:ea typeface="+mj-ea"/>
              </a:rPr>
              <a:t>}</a:t>
            </a:r>
          </a:p>
          <a:p>
            <a:pPr marL="274320" lvl="1" indent="0">
              <a:buFont typeface="Wingdings" pitchFamily="2" charset="2"/>
              <a:buNone/>
            </a:pPr>
            <a:r>
              <a:rPr lang="en-US" altLang="zh-TW" sz="1550">
                <a:latin typeface="Consolas" panose="020B0609020204030204" pitchFamily="49" charset="0"/>
                <a:ea typeface="+mj-ea"/>
              </a:rPr>
              <a:t>}</a:t>
            </a:r>
          </a:p>
          <a:p>
            <a:pPr marL="0" indent="0">
              <a:buFont typeface="Wingdings" pitchFamily="2" charset="2"/>
              <a:buNone/>
            </a:pPr>
            <a:endParaRPr lang="en-US" altLang="zh-TW" sz="1550">
              <a:latin typeface="Consolas" panose="020B0609020204030204" pitchFamily="49" charset="0"/>
              <a:ea typeface="+mj-ea"/>
            </a:endParaRPr>
          </a:p>
          <a:p>
            <a:pPr marL="0" indent="0">
              <a:buFont typeface="Wingdings" pitchFamily="2" charset="2"/>
              <a:buNone/>
            </a:pPr>
            <a:r>
              <a:rPr lang="en-US" altLang="zh-TW" sz="1550">
                <a:latin typeface="Consolas" panose="020B0609020204030204" pitchFamily="49" charset="0"/>
                <a:ea typeface="+mj-ea"/>
              </a:rPr>
              <a:t>【</a:t>
            </a:r>
            <a:r>
              <a:rPr lang="zh-TW" altLang="en-US" sz="1550">
                <a:latin typeface="Consolas" panose="020B0609020204030204" pitchFamily="49" charset="0"/>
                <a:ea typeface="+mj-ea"/>
              </a:rPr>
              <a:t>範例</a:t>
            </a:r>
            <a:r>
              <a:rPr lang="en-US" altLang="zh-TW" sz="1550">
                <a:latin typeface="Consolas" panose="020B0609020204030204" pitchFamily="49" charset="0"/>
                <a:ea typeface="+mj-ea"/>
              </a:rPr>
              <a:t>】extends </a:t>
            </a:r>
            <a:r>
              <a:rPr lang="en-US" altLang="zh-TW" sz="1550">
                <a:solidFill>
                  <a:srgbClr val="FF0000"/>
                </a:solidFill>
                <a:latin typeface="Consolas" panose="020B0609020204030204" pitchFamily="49" charset="0"/>
                <a:ea typeface="+mj-ea"/>
              </a:rPr>
              <a:t>HttpServlet</a:t>
            </a:r>
          </a:p>
          <a:p>
            <a:pPr marL="0" indent="0">
              <a:buFont typeface="Wingdings" pitchFamily="2" charset="2"/>
              <a:buNone/>
            </a:pPr>
            <a:r>
              <a:rPr lang="en-US" altLang="zh-TW" sz="1550">
                <a:solidFill>
                  <a:srgbClr val="CC6227"/>
                </a:solidFill>
                <a:latin typeface="Consolas" panose="020B0609020204030204" pitchFamily="49" charset="0"/>
                <a:ea typeface="+mj-ea"/>
              </a:rPr>
              <a:t>public</a:t>
            </a:r>
            <a:r>
              <a:rPr lang="en-US" altLang="zh-TW" sz="1550">
                <a:latin typeface="Consolas" panose="020B0609020204030204" pitchFamily="49" charset="0"/>
                <a:ea typeface="+mj-ea"/>
              </a:rPr>
              <a:t> </a:t>
            </a:r>
            <a:r>
              <a:rPr lang="en-US" altLang="zh-TW" sz="1550">
                <a:solidFill>
                  <a:srgbClr val="CC6227"/>
                </a:solidFill>
                <a:latin typeface="Consolas" panose="020B0609020204030204" pitchFamily="49" charset="0"/>
                <a:ea typeface="+mj-ea"/>
              </a:rPr>
              <a:t>class</a:t>
            </a:r>
            <a:r>
              <a:rPr lang="en-US" altLang="zh-TW" sz="1550">
                <a:latin typeface="Consolas" panose="020B0609020204030204" pitchFamily="49" charset="0"/>
                <a:ea typeface="+mj-ea"/>
              </a:rPr>
              <a:t> </a:t>
            </a:r>
            <a:r>
              <a:rPr lang="en-US" altLang="zh-TW" sz="1550">
                <a:solidFill>
                  <a:srgbClr val="1890C3"/>
                </a:solidFill>
                <a:latin typeface="Consolas" panose="020B0609020204030204" pitchFamily="49" charset="0"/>
                <a:ea typeface="+mj-ea"/>
              </a:rPr>
              <a:t>HelloWorld</a:t>
            </a:r>
            <a:r>
              <a:rPr lang="en-US" altLang="zh-TW" sz="1550">
                <a:latin typeface="Consolas" panose="020B0609020204030204" pitchFamily="49" charset="0"/>
                <a:ea typeface="+mj-ea"/>
              </a:rPr>
              <a:t> </a:t>
            </a:r>
            <a:r>
              <a:rPr lang="en-US" altLang="zh-TW" sz="1550">
                <a:solidFill>
                  <a:srgbClr val="CC6227"/>
                </a:solidFill>
                <a:latin typeface="Consolas" panose="020B0609020204030204" pitchFamily="49" charset="0"/>
                <a:ea typeface="+mj-ea"/>
              </a:rPr>
              <a:t>extends</a:t>
            </a:r>
            <a:r>
              <a:rPr lang="en-US" altLang="zh-TW" sz="1550">
                <a:latin typeface="Consolas" panose="020B0609020204030204" pitchFamily="49" charset="0"/>
                <a:ea typeface="+mj-ea"/>
              </a:rPr>
              <a:t> </a:t>
            </a:r>
            <a:r>
              <a:rPr lang="en-US" altLang="zh-TW" sz="1550">
                <a:solidFill>
                  <a:srgbClr val="1890C3"/>
                </a:solidFill>
                <a:latin typeface="Consolas" panose="020B0609020204030204" pitchFamily="49" charset="0"/>
                <a:ea typeface="+mj-ea"/>
              </a:rPr>
              <a:t>HttpServlet</a:t>
            </a:r>
            <a:r>
              <a:rPr lang="en-US" altLang="zh-TW" sz="1550">
                <a:latin typeface="Consolas" panose="020B0609020204030204" pitchFamily="49" charset="0"/>
                <a:ea typeface="+mj-ea"/>
              </a:rPr>
              <a:t> {</a:t>
            </a:r>
          </a:p>
          <a:p>
            <a:pPr marL="274320" lvl="1" indent="0">
              <a:buFont typeface="Wingdings" pitchFamily="2" charset="2"/>
              <a:buNone/>
            </a:pPr>
            <a:r>
              <a:rPr lang="en-US" altLang="zh-TW" sz="1550">
                <a:latin typeface="Consolas" panose="020B0609020204030204" pitchFamily="49" charset="0"/>
                <a:ea typeface="+mj-ea"/>
              </a:rPr>
              <a:t>@Override</a:t>
            </a:r>
          </a:p>
          <a:p>
            <a:pPr marL="274320" lvl="1" indent="0">
              <a:buFont typeface="Wingdings" pitchFamily="2" charset="2"/>
              <a:buNone/>
            </a:pPr>
            <a:r>
              <a:rPr lang="en-US" altLang="zh-TW" sz="1550">
                <a:solidFill>
                  <a:srgbClr val="CC6227"/>
                </a:solidFill>
                <a:latin typeface="Consolas" panose="020B0609020204030204" pitchFamily="49" charset="0"/>
                <a:ea typeface="+mj-ea"/>
              </a:rPr>
              <a:t>protected void </a:t>
            </a:r>
            <a:r>
              <a:rPr lang="en-US" altLang="zh-TW" sz="1550">
                <a:solidFill>
                  <a:srgbClr val="007E39"/>
                </a:solidFill>
                <a:latin typeface="Consolas" panose="020B0609020204030204" pitchFamily="49" charset="0"/>
                <a:ea typeface="+mj-ea"/>
              </a:rPr>
              <a:t>doGet</a:t>
            </a:r>
            <a:r>
              <a:rPr lang="en-US" altLang="zh-TW" sz="1550">
                <a:latin typeface="Consolas" panose="020B0609020204030204" pitchFamily="49" charset="0"/>
                <a:ea typeface="+mj-ea"/>
              </a:rPr>
              <a:t>(HttpServletRequest req, HttpServletResponse resp{</a:t>
            </a:r>
          </a:p>
          <a:p>
            <a:pPr marL="548640" lvl="2" indent="0">
              <a:buFont typeface="Wingdings" pitchFamily="2" charset="2"/>
              <a:buNone/>
            </a:pPr>
            <a:r>
              <a:rPr lang="en-US" altLang="zh-TW" sz="1550">
                <a:latin typeface="Consolas" panose="020B0609020204030204" pitchFamily="49" charset="0"/>
                <a:ea typeface="+mj-ea"/>
              </a:rPr>
              <a:t>// </a:t>
            </a:r>
            <a:r>
              <a:rPr lang="zh-TW" altLang="en-US" sz="1550">
                <a:latin typeface="Consolas" panose="020B0609020204030204" pitchFamily="49" charset="0"/>
                <a:ea typeface="+mj-ea"/>
              </a:rPr>
              <a:t>略</a:t>
            </a:r>
            <a:r>
              <a:rPr lang="en-US" altLang="zh-TW" sz="1550">
                <a:latin typeface="Consolas" panose="020B0609020204030204" pitchFamily="49" charset="0"/>
                <a:ea typeface="+mj-ea"/>
              </a:rPr>
              <a:t>...</a:t>
            </a:r>
          </a:p>
          <a:p>
            <a:pPr marL="274320" lvl="1" indent="0">
              <a:buFont typeface="Wingdings" pitchFamily="2" charset="2"/>
              <a:buNone/>
            </a:pPr>
            <a:r>
              <a:rPr lang="en-US" altLang="zh-TW" sz="1550">
                <a:latin typeface="Consolas" panose="020B0609020204030204" pitchFamily="49" charset="0"/>
                <a:ea typeface="+mj-ea"/>
              </a:rPr>
              <a:t>}</a:t>
            </a:r>
          </a:p>
          <a:p>
            <a:pPr marL="274320" lvl="1" indent="0">
              <a:buFont typeface="Wingdings" pitchFamily="2" charset="2"/>
              <a:buNone/>
            </a:pPr>
            <a:r>
              <a:rPr lang="en-US" altLang="zh-TW" sz="1550">
                <a:latin typeface="Consolas" panose="020B0609020204030204" pitchFamily="49" charset="0"/>
                <a:ea typeface="+mj-ea"/>
              </a:rPr>
              <a:t>@Override</a:t>
            </a:r>
          </a:p>
          <a:p>
            <a:pPr marL="274320" lvl="1" indent="0">
              <a:buFont typeface="Wingdings" pitchFamily="2" charset="2"/>
              <a:buNone/>
            </a:pPr>
            <a:r>
              <a:rPr lang="en-US" altLang="zh-TW" sz="1550">
                <a:solidFill>
                  <a:srgbClr val="CC6227"/>
                </a:solidFill>
                <a:latin typeface="Consolas" panose="020B0609020204030204" pitchFamily="49" charset="0"/>
                <a:ea typeface="+mj-ea"/>
              </a:rPr>
              <a:t>protected void </a:t>
            </a:r>
            <a:r>
              <a:rPr lang="en-US" altLang="zh-TW" sz="1550">
                <a:solidFill>
                  <a:srgbClr val="007E39"/>
                </a:solidFill>
                <a:latin typeface="Consolas" panose="020B0609020204030204" pitchFamily="49" charset="0"/>
                <a:ea typeface="+mj-ea"/>
              </a:rPr>
              <a:t>doPost</a:t>
            </a:r>
            <a:r>
              <a:rPr lang="en-US" altLang="zh-TW" sz="1550">
                <a:latin typeface="Consolas" panose="020B0609020204030204" pitchFamily="49" charset="0"/>
                <a:ea typeface="+mj-ea"/>
              </a:rPr>
              <a:t>(HttpServletRequest req, HttpServletResponse resp){</a:t>
            </a:r>
          </a:p>
          <a:p>
            <a:pPr marL="548640" lvl="2" indent="0">
              <a:buNone/>
            </a:pPr>
            <a:r>
              <a:rPr lang="en-US" altLang="zh-TW" sz="1550">
                <a:latin typeface="Consolas" panose="020B0609020204030204" pitchFamily="49" charset="0"/>
                <a:ea typeface="+mj-ea"/>
              </a:rPr>
              <a:t>// </a:t>
            </a:r>
            <a:r>
              <a:rPr lang="zh-TW" altLang="en-US" sz="1550">
                <a:latin typeface="Consolas" panose="020B0609020204030204" pitchFamily="49" charset="0"/>
                <a:ea typeface="+mj-ea"/>
              </a:rPr>
              <a:t>略</a:t>
            </a:r>
            <a:r>
              <a:rPr lang="en-US" altLang="zh-TW" sz="1550">
                <a:latin typeface="Consolas" panose="020B0609020204030204" pitchFamily="49" charset="0"/>
                <a:ea typeface="+mj-ea"/>
              </a:rPr>
              <a:t>...</a:t>
            </a:r>
          </a:p>
          <a:p>
            <a:pPr marL="274320" lvl="1" indent="0">
              <a:buFont typeface="Wingdings" pitchFamily="2" charset="2"/>
              <a:buNone/>
            </a:pPr>
            <a:r>
              <a:rPr lang="en-US" altLang="zh-TW" sz="1550">
                <a:latin typeface="Consolas" panose="020B0609020204030204" pitchFamily="49" charset="0"/>
                <a:ea typeface="+mj-ea"/>
              </a:rPr>
              <a:t>}</a:t>
            </a:r>
          </a:p>
          <a:p>
            <a:pPr marL="0" indent="0">
              <a:buFont typeface="Wingdings" pitchFamily="2" charset="2"/>
              <a:buNone/>
            </a:pPr>
            <a:r>
              <a:rPr lang="en-US" altLang="zh-TW" sz="1550">
                <a:latin typeface="Consolas" panose="020B0609020204030204" pitchFamily="49" charset="0"/>
                <a:ea typeface="+mj-ea"/>
              </a:rPr>
              <a:t>}</a:t>
            </a:r>
          </a:p>
          <a:p>
            <a:pPr marL="0" indent="0">
              <a:buFont typeface="Wingdings" pitchFamily="2" charset="2"/>
              <a:buNone/>
            </a:pPr>
            <a:endParaRPr lang="en-US" altLang="zh-TW" sz="1550">
              <a:latin typeface="Consolas" panose="020B0609020204030204" pitchFamily="49" charset="0"/>
              <a:ea typeface="+mj-ea"/>
            </a:endParaRPr>
          </a:p>
        </p:txBody>
      </p:sp>
    </p:spTree>
    <p:extLst>
      <p:ext uri="{BB962C8B-B14F-4D97-AF65-F5344CB8AC3E}">
        <p14:creationId xmlns:p14="http://schemas.microsoft.com/office/powerpoint/2010/main" val="6520695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77F1DACB-6046-4678-96DE-3779E80A34D4}"/>
              </a:ext>
            </a:extLst>
          </p:cNvPr>
          <p:cNvSpPr>
            <a:spLocks noGrp="1"/>
          </p:cNvSpPr>
          <p:nvPr>
            <p:ph type="sldNum" sz="quarter" idx="12"/>
          </p:nvPr>
        </p:nvSpPr>
        <p:spPr/>
        <p:txBody>
          <a:bodyPr/>
          <a:lstStyle/>
          <a:p>
            <a:fld id="{B521127C-0C56-461F-B517-0D483F216F7D}" type="slidenum">
              <a:rPr lang="zh-TW" altLang="en-US" smtClean="0"/>
              <a:t>34</a:t>
            </a:fld>
            <a:endParaRPr lang="zh-TW" altLang="en-US"/>
          </a:p>
        </p:txBody>
      </p:sp>
      <p:sp>
        <p:nvSpPr>
          <p:cNvPr id="32" name="標題 1"/>
          <p:cNvSpPr>
            <a:spLocks noGrp="1"/>
          </p:cNvSpPr>
          <p:nvPr>
            <p:ph type="title"/>
          </p:nvPr>
        </p:nvSpPr>
        <p:spPr>
          <a:xfrm>
            <a:off x="8303491" y="76200"/>
            <a:ext cx="3888509" cy="695960"/>
          </a:xfrm>
        </p:spPr>
        <p:txBody>
          <a:bodyPr>
            <a:normAutofit/>
          </a:bodyPr>
          <a:lstStyle/>
          <a:p>
            <a:r>
              <a:rPr lang="zh-TW" altLang="en-US">
                <a:solidFill>
                  <a:schemeClr val="tx1"/>
                </a:solidFill>
              </a:rPr>
              <a:t>命名你的程式：註冊</a:t>
            </a:r>
          </a:p>
        </p:txBody>
      </p:sp>
      <p:sp>
        <p:nvSpPr>
          <p:cNvPr id="33" name="文字版面配置區 4"/>
          <p:cNvSpPr>
            <a:spLocks noGrp="1"/>
          </p:cNvSpPr>
          <p:nvPr>
            <p:ph type="body" sz="half" idx="2"/>
          </p:nvPr>
        </p:nvSpPr>
        <p:spPr>
          <a:xfrm>
            <a:off x="8303491" y="772160"/>
            <a:ext cx="3888509" cy="6085840"/>
          </a:xfrm>
        </p:spPr>
        <p:txBody>
          <a:bodyPr>
            <a:normAutofit/>
          </a:bodyPr>
          <a:lstStyle/>
          <a:p>
            <a:pPr algn="just"/>
            <a:r>
              <a:rPr lang="en-US" altLang="zh-TW" sz="1700" b="1">
                <a:latin typeface="Consolas" panose="020B0609020204030204" pitchFamily="49" charset="0"/>
                <a:ea typeface="+mj-ea"/>
              </a:rPr>
              <a:t>Servlet</a:t>
            </a:r>
            <a:r>
              <a:rPr lang="zh-TW" altLang="en-US" sz="1700" b="1">
                <a:latin typeface="Consolas" panose="020B0609020204030204" pitchFamily="49" charset="0"/>
                <a:ea typeface="+mj-ea"/>
              </a:rPr>
              <a:t>並非桌面應用程式，沒有</a:t>
            </a:r>
            <a:r>
              <a:rPr lang="en-US" altLang="zh-TW" sz="1700" b="1">
                <a:latin typeface="Consolas" panose="020B0609020204030204" pitchFamily="49" charset="0"/>
                <a:ea typeface="+mj-ea"/>
              </a:rPr>
              <a:t>main</a:t>
            </a:r>
            <a:r>
              <a:rPr lang="zh-TW" altLang="en-US" sz="1700" b="1">
                <a:latin typeface="Consolas" panose="020B0609020204030204" pitchFamily="49" charset="0"/>
                <a:ea typeface="+mj-ea"/>
              </a:rPr>
              <a:t>方法</a:t>
            </a:r>
            <a:r>
              <a:rPr lang="en-US" altLang="zh-TW" sz="1700" b="1">
                <a:latin typeface="Consolas" panose="020B0609020204030204" pitchFamily="49" charset="0"/>
                <a:ea typeface="+mj-ea"/>
              </a:rPr>
              <a:t>(</a:t>
            </a:r>
            <a:r>
              <a:rPr lang="zh-TW" altLang="en-US" sz="1700" b="1">
                <a:latin typeface="Consolas" panose="020B0609020204030204" pitchFamily="49" charset="0"/>
                <a:ea typeface="+mj-ea"/>
              </a:rPr>
              <a:t>程式進入點</a:t>
            </a:r>
            <a:r>
              <a:rPr lang="en-US" altLang="zh-TW" sz="1700" b="1">
                <a:latin typeface="Consolas" panose="020B0609020204030204" pitchFamily="49" charset="0"/>
                <a:ea typeface="+mj-ea"/>
              </a:rPr>
              <a:t>)</a:t>
            </a:r>
            <a:r>
              <a:rPr lang="zh-TW" altLang="en-US" sz="1700" b="1">
                <a:latin typeface="Consolas" panose="020B0609020204030204" pitchFamily="49" charset="0"/>
                <a:ea typeface="+mj-ea"/>
              </a:rPr>
              <a:t>。</a:t>
            </a:r>
            <a:endParaRPr lang="en-US" altLang="zh-TW" sz="1700" b="1">
              <a:latin typeface="Consolas" panose="020B0609020204030204" pitchFamily="49" charset="0"/>
              <a:ea typeface="+mj-ea"/>
            </a:endParaRPr>
          </a:p>
          <a:p>
            <a:pPr algn="just"/>
            <a:r>
              <a:rPr lang="zh-TW" altLang="en-US" sz="1700" b="1">
                <a:latin typeface="Consolas" panose="020B0609020204030204" pitchFamily="49" charset="0"/>
                <a:ea typeface="+mj-ea"/>
              </a:rPr>
              <a:t>寫好的程式要如何執行</a:t>
            </a:r>
            <a:r>
              <a:rPr lang="en-US" altLang="zh-TW" sz="1700" b="1">
                <a:latin typeface="Consolas" panose="020B0609020204030204" pitchFamily="49" charset="0"/>
                <a:ea typeface="+mj-ea"/>
              </a:rPr>
              <a:t>?</a:t>
            </a:r>
            <a:r>
              <a:rPr lang="zh-TW" altLang="en-US" sz="1700" b="1">
                <a:latin typeface="Consolas" panose="020B0609020204030204" pitchFamily="49" charset="0"/>
                <a:ea typeface="+mj-ea"/>
              </a:rPr>
              <a:t> 由誰來執行</a:t>
            </a:r>
            <a:r>
              <a:rPr lang="en-US" altLang="zh-TW" sz="1700" b="1">
                <a:latin typeface="Consolas" panose="020B0609020204030204" pitchFamily="49" charset="0"/>
                <a:ea typeface="+mj-ea"/>
              </a:rPr>
              <a:t>?</a:t>
            </a:r>
            <a:r>
              <a:rPr lang="zh-TW" altLang="en-US" sz="1700" b="1">
                <a:latin typeface="Consolas" panose="020B0609020204030204" pitchFamily="49" charset="0"/>
                <a:ea typeface="+mj-ea"/>
              </a:rPr>
              <a:t> 誰想要執行</a:t>
            </a:r>
            <a:r>
              <a:rPr lang="en-US" altLang="zh-TW" sz="1700" b="1">
                <a:latin typeface="Consolas" panose="020B0609020204030204" pitchFamily="49" charset="0"/>
                <a:ea typeface="+mj-ea"/>
              </a:rPr>
              <a:t>?</a:t>
            </a:r>
          </a:p>
          <a:p>
            <a:pPr algn="just">
              <a:spcBef>
                <a:spcPts val="0"/>
              </a:spcBef>
            </a:pPr>
            <a:endParaRPr lang="en-US" altLang="zh-TW" sz="1700" b="1">
              <a:latin typeface="Consolas" panose="020B0609020204030204" pitchFamily="49" charset="0"/>
              <a:ea typeface="+mj-ea"/>
            </a:endParaRPr>
          </a:p>
          <a:p>
            <a:pPr algn="ctr">
              <a:spcBef>
                <a:spcPts val="0"/>
              </a:spcBef>
            </a:pPr>
            <a:r>
              <a:rPr lang="en-US" altLang="zh-TW" sz="1700" b="1">
                <a:latin typeface="Consolas" panose="020B0609020204030204" pitchFamily="49" charset="0"/>
                <a:ea typeface="+mj-ea"/>
              </a:rPr>
              <a:t>【</a:t>
            </a:r>
            <a:r>
              <a:rPr lang="zh-TW" altLang="en-US" sz="1700" b="1">
                <a:latin typeface="Consolas" panose="020B0609020204030204" pitchFamily="49" charset="0"/>
                <a:ea typeface="+mj-ea"/>
              </a:rPr>
              <a:t>基本流程</a:t>
            </a:r>
            <a:r>
              <a:rPr lang="en-US" altLang="zh-TW" sz="1700" b="1">
                <a:latin typeface="Consolas" panose="020B0609020204030204" pitchFamily="49" charset="0"/>
                <a:ea typeface="+mj-ea"/>
              </a:rPr>
              <a:t>】</a:t>
            </a:r>
          </a:p>
          <a:p>
            <a:pPr algn="ctr">
              <a:spcBef>
                <a:spcPts val="0"/>
              </a:spcBef>
            </a:pPr>
            <a:r>
              <a:rPr lang="zh-TW" altLang="en-US" sz="1700" b="1">
                <a:latin typeface="Consolas" panose="020B0609020204030204" pitchFamily="49" charset="0"/>
                <a:ea typeface="+mj-ea"/>
              </a:rPr>
              <a:t>客戶端</a:t>
            </a:r>
            <a:r>
              <a:rPr lang="en-US" altLang="zh-TW" sz="1700" b="1">
                <a:latin typeface="Consolas" panose="020B0609020204030204" pitchFamily="49" charset="0"/>
                <a:ea typeface="+mj-ea"/>
              </a:rPr>
              <a:t>(</a:t>
            </a:r>
            <a:r>
              <a:rPr lang="zh-TW" altLang="en-US" sz="1700" b="1">
                <a:latin typeface="Consolas" panose="020B0609020204030204" pitchFamily="49" charset="0"/>
                <a:ea typeface="+mj-ea"/>
              </a:rPr>
              <a:t>網頁使用者</a:t>
            </a:r>
            <a:r>
              <a:rPr lang="en-US" altLang="zh-TW" sz="1700" b="1">
                <a:latin typeface="Consolas" panose="020B0609020204030204" pitchFamily="49" charset="0"/>
                <a:ea typeface="+mj-ea"/>
              </a:rPr>
              <a:t>)</a:t>
            </a:r>
          </a:p>
          <a:p>
            <a:pPr algn="ctr">
              <a:spcBef>
                <a:spcPts val="0"/>
              </a:spcBef>
            </a:pPr>
            <a:r>
              <a:rPr lang="zh-TW" altLang="en-US" sz="1700" b="1">
                <a:latin typeface="Consolas" panose="020B0609020204030204" pitchFamily="49" charset="0"/>
                <a:ea typeface="+mj-ea"/>
              </a:rPr>
              <a:t>請求一支程式資源</a:t>
            </a:r>
            <a:endParaRPr lang="en-US" altLang="zh-TW" sz="1700" b="1">
              <a:latin typeface="Consolas" panose="020B0609020204030204" pitchFamily="49" charset="0"/>
              <a:ea typeface="+mj-ea"/>
            </a:endParaRPr>
          </a:p>
          <a:p>
            <a:pPr algn="ctr">
              <a:spcBef>
                <a:spcPts val="0"/>
              </a:spcBef>
            </a:pPr>
            <a:r>
              <a:rPr lang="zh-TW" altLang="en-US" sz="1700" b="1">
                <a:latin typeface="Consolas" panose="020B0609020204030204" pitchFamily="49" charset="0"/>
                <a:ea typeface="+mj-ea"/>
              </a:rPr>
              <a:t>↓</a:t>
            </a:r>
            <a:endParaRPr lang="en-US" altLang="zh-TW" sz="1700" b="1">
              <a:latin typeface="Consolas" panose="020B0609020204030204" pitchFamily="49" charset="0"/>
              <a:ea typeface="+mj-ea"/>
            </a:endParaRPr>
          </a:p>
          <a:p>
            <a:pPr algn="ctr">
              <a:spcBef>
                <a:spcPts val="0"/>
              </a:spcBef>
            </a:pPr>
            <a:r>
              <a:rPr lang="zh-TW" altLang="en-US" sz="1700" b="1">
                <a:latin typeface="Consolas" panose="020B0609020204030204" pitchFamily="49" charset="0"/>
                <a:ea typeface="+mj-ea"/>
              </a:rPr>
              <a:t>發送</a:t>
            </a:r>
            <a:r>
              <a:rPr lang="en-US" altLang="zh-TW" sz="1700" b="1">
                <a:latin typeface="Consolas" panose="020B0609020204030204" pitchFamily="49" charset="0"/>
                <a:ea typeface="+mj-ea"/>
              </a:rPr>
              <a:t>Http</a:t>
            </a:r>
            <a:r>
              <a:rPr lang="zh-TW" altLang="en-US" sz="1700" b="1">
                <a:latin typeface="Consolas" panose="020B0609020204030204" pitchFamily="49" charset="0"/>
                <a:ea typeface="+mj-ea"/>
              </a:rPr>
              <a:t> </a:t>
            </a:r>
            <a:r>
              <a:rPr lang="en-US" altLang="zh-TW" sz="1700" b="1">
                <a:latin typeface="Consolas" panose="020B0609020204030204" pitchFamily="49" charset="0"/>
                <a:ea typeface="+mj-ea"/>
              </a:rPr>
              <a:t>Request</a:t>
            </a:r>
          </a:p>
          <a:p>
            <a:pPr algn="ctr">
              <a:spcBef>
                <a:spcPts val="0"/>
              </a:spcBef>
            </a:pPr>
            <a:r>
              <a:rPr lang="zh-TW" altLang="en-US" sz="1700" b="1">
                <a:latin typeface="Consolas" panose="020B0609020204030204" pitchFamily="49" charset="0"/>
                <a:ea typeface="+mj-ea"/>
              </a:rPr>
              <a:t>↓</a:t>
            </a:r>
            <a:endParaRPr lang="en-US" altLang="zh-TW" sz="1700" b="1">
              <a:latin typeface="Consolas" panose="020B0609020204030204" pitchFamily="49" charset="0"/>
              <a:ea typeface="+mj-ea"/>
            </a:endParaRPr>
          </a:p>
          <a:p>
            <a:pPr algn="ctr">
              <a:spcBef>
                <a:spcPts val="0"/>
              </a:spcBef>
            </a:pPr>
            <a:r>
              <a:rPr lang="en-US" altLang="zh-TW" sz="1700" b="1">
                <a:latin typeface="Consolas" panose="020B0609020204030204" pitchFamily="49" charset="0"/>
                <a:ea typeface="+mj-ea"/>
              </a:rPr>
              <a:t>Web Server</a:t>
            </a:r>
            <a:r>
              <a:rPr lang="zh-TW" altLang="en-US" sz="1700" b="1">
                <a:latin typeface="Consolas" panose="020B0609020204030204" pitchFamily="49" charset="0"/>
                <a:ea typeface="+mj-ea"/>
              </a:rPr>
              <a:t>接收到請求</a:t>
            </a:r>
            <a:endParaRPr lang="en-US" altLang="zh-TW" sz="1700" b="1">
              <a:latin typeface="Consolas" panose="020B0609020204030204" pitchFamily="49" charset="0"/>
              <a:ea typeface="+mj-ea"/>
            </a:endParaRPr>
          </a:p>
          <a:p>
            <a:pPr algn="ctr">
              <a:spcBef>
                <a:spcPts val="0"/>
              </a:spcBef>
            </a:pPr>
            <a:r>
              <a:rPr lang="zh-TW" altLang="en-US" sz="1700" b="1">
                <a:latin typeface="Consolas" panose="020B0609020204030204" pitchFamily="49" charset="0"/>
                <a:ea typeface="+mj-ea"/>
              </a:rPr>
              <a:t>轉發給</a:t>
            </a:r>
            <a:r>
              <a:rPr lang="en-US" altLang="zh-TW" sz="1700" b="1">
                <a:latin typeface="Consolas" panose="020B0609020204030204" pitchFamily="49" charset="0"/>
                <a:ea typeface="+mj-ea"/>
              </a:rPr>
              <a:t>Web Container</a:t>
            </a:r>
          </a:p>
          <a:p>
            <a:pPr algn="ctr">
              <a:spcBef>
                <a:spcPts val="0"/>
              </a:spcBef>
            </a:pPr>
            <a:r>
              <a:rPr lang="en-US" altLang="zh-TW" sz="1700" b="1">
                <a:latin typeface="Consolas" panose="020B0609020204030204" pitchFamily="49" charset="0"/>
                <a:ea typeface="+mj-ea"/>
              </a:rPr>
              <a:t>(</a:t>
            </a:r>
            <a:r>
              <a:rPr lang="zh-TW" altLang="en-US" sz="1700" b="1">
                <a:latin typeface="Consolas" panose="020B0609020204030204" pitchFamily="49" charset="0"/>
                <a:ea typeface="+mj-ea"/>
              </a:rPr>
              <a:t>在此都是</a:t>
            </a:r>
            <a:r>
              <a:rPr lang="en-US" altLang="zh-TW" sz="1700" b="1">
                <a:latin typeface="Consolas" panose="020B0609020204030204" pitchFamily="49" charset="0"/>
                <a:ea typeface="+mj-ea"/>
              </a:rPr>
              <a:t>Tomcat)</a:t>
            </a:r>
          </a:p>
          <a:p>
            <a:pPr algn="ctr">
              <a:spcBef>
                <a:spcPts val="0"/>
              </a:spcBef>
            </a:pPr>
            <a:r>
              <a:rPr lang="zh-TW" altLang="en-US" sz="1700" b="1">
                <a:latin typeface="Consolas" panose="020B0609020204030204" pitchFamily="49" charset="0"/>
                <a:ea typeface="+mj-ea"/>
              </a:rPr>
              <a:t>↓</a:t>
            </a:r>
            <a:endParaRPr lang="en-US" altLang="zh-TW" sz="1700" b="1">
              <a:latin typeface="Consolas" panose="020B0609020204030204" pitchFamily="49" charset="0"/>
              <a:ea typeface="+mj-ea"/>
            </a:endParaRPr>
          </a:p>
          <a:p>
            <a:pPr algn="ctr">
              <a:spcBef>
                <a:spcPts val="0"/>
              </a:spcBef>
            </a:pPr>
            <a:r>
              <a:rPr lang="en-US" altLang="zh-TW" sz="1700" b="1">
                <a:latin typeface="Consolas" panose="020B0609020204030204" pitchFamily="49" charset="0"/>
                <a:ea typeface="+mj-ea"/>
              </a:rPr>
              <a:t>Web Container</a:t>
            </a:r>
            <a:r>
              <a:rPr lang="zh-TW" altLang="en-US" sz="1700" b="1">
                <a:latin typeface="Consolas" panose="020B0609020204030204" pitchFamily="49" charset="0"/>
                <a:ea typeface="+mj-ea"/>
              </a:rPr>
              <a:t>根據資源名稱</a:t>
            </a:r>
            <a:endParaRPr lang="en-US" altLang="zh-TW" sz="1700" b="1">
              <a:latin typeface="Consolas" panose="020B0609020204030204" pitchFamily="49" charset="0"/>
              <a:ea typeface="+mj-ea"/>
            </a:endParaRPr>
          </a:p>
          <a:p>
            <a:pPr algn="ctr">
              <a:spcBef>
                <a:spcPts val="0"/>
              </a:spcBef>
            </a:pPr>
            <a:r>
              <a:rPr lang="zh-TW" altLang="en-US" sz="1700" b="1">
                <a:latin typeface="Consolas" panose="020B0609020204030204" pitchFamily="49" charset="0"/>
                <a:ea typeface="+mj-ea"/>
              </a:rPr>
              <a:t>執行對應的程式</a:t>
            </a:r>
            <a:endParaRPr lang="en-US" altLang="zh-TW" sz="1700" b="1">
              <a:latin typeface="Consolas" panose="020B0609020204030204" pitchFamily="49" charset="0"/>
              <a:ea typeface="+mj-ea"/>
            </a:endParaRPr>
          </a:p>
          <a:p>
            <a:pPr>
              <a:spcBef>
                <a:spcPts val="0"/>
              </a:spcBef>
            </a:pPr>
            <a:endParaRPr lang="en-US" altLang="zh-TW" sz="1700" b="1">
              <a:latin typeface="Consolas" panose="020B0609020204030204" pitchFamily="49" charset="0"/>
              <a:ea typeface="+mj-ea"/>
            </a:endParaRPr>
          </a:p>
          <a:p>
            <a:pPr>
              <a:spcBef>
                <a:spcPts val="0"/>
              </a:spcBef>
            </a:pPr>
            <a:r>
              <a:rPr lang="zh-TW" altLang="en-US" sz="1700" b="1">
                <a:latin typeface="Consolas" panose="020B0609020204030204" pitchFamily="49" charset="0"/>
                <a:ea typeface="+mj-ea"/>
              </a:rPr>
              <a:t>將程式「命名」的行為，稱之為註冊。</a:t>
            </a:r>
            <a:endParaRPr lang="en-US" altLang="zh-TW" sz="1700" b="1">
              <a:latin typeface="Consolas" panose="020B0609020204030204" pitchFamily="49" charset="0"/>
              <a:ea typeface="+mj-ea"/>
            </a:endParaRPr>
          </a:p>
        </p:txBody>
      </p:sp>
      <p:sp>
        <p:nvSpPr>
          <p:cNvPr id="15" name="向右箭號 14"/>
          <p:cNvSpPr/>
          <p:nvPr/>
        </p:nvSpPr>
        <p:spPr>
          <a:xfrm>
            <a:off x="2789607" y="873299"/>
            <a:ext cx="2282876" cy="803564"/>
          </a:xfrm>
          <a:prstGeom prst="right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TW" b="1">
                <a:latin typeface="Consolas" panose="020B0609020204030204" pitchFamily="49" charset="0"/>
              </a:rPr>
              <a:t>Login.do</a:t>
            </a:r>
            <a:endParaRPr lang="zh-TW" altLang="en-US" b="1">
              <a:latin typeface="Consolas" panose="020B0609020204030204" pitchFamily="49" charset="0"/>
            </a:endParaRPr>
          </a:p>
        </p:txBody>
      </p:sp>
      <p:sp>
        <p:nvSpPr>
          <p:cNvPr id="16" name="文字方塊 15"/>
          <p:cNvSpPr txBox="1"/>
          <p:nvPr/>
        </p:nvSpPr>
        <p:spPr>
          <a:xfrm>
            <a:off x="2512969" y="503967"/>
            <a:ext cx="2723823" cy="369332"/>
          </a:xfrm>
          <a:prstGeom prst="rect">
            <a:avLst/>
          </a:prstGeom>
          <a:noFill/>
        </p:spPr>
        <p:txBody>
          <a:bodyPr wrap="none" rtlCol="0">
            <a:spAutoFit/>
          </a:bodyPr>
          <a:lstStyle/>
          <a:p>
            <a:r>
              <a:rPr lang="zh-TW" altLang="en-US">
                <a:latin typeface="+mj-ea"/>
                <a:ea typeface="+mj-ea"/>
              </a:rPr>
              <a:t>請求執行「登入」的程式</a:t>
            </a:r>
          </a:p>
        </p:txBody>
      </p:sp>
      <p:pic>
        <p:nvPicPr>
          <p:cNvPr id="28" name="圖片 27">
            <a:extLst>
              <a:ext uri="{FF2B5EF4-FFF2-40B4-BE49-F238E27FC236}">
                <a16:creationId xmlns:a16="http://schemas.microsoft.com/office/drawing/2014/main" id="{3D7F99A5-EA3C-45B4-9B18-AC3B206A2324}"/>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5461623" y="319301"/>
            <a:ext cx="2584144" cy="1989790"/>
          </a:xfrm>
          <a:prstGeom prst="rect">
            <a:avLst/>
          </a:prstGeom>
        </p:spPr>
      </p:pic>
      <p:sp>
        <p:nvSpPr>
          <p:cNvPr id="29" name="文字方塊 28"/>
          <p:cNvSpPr txBox="1"/>
          <p:nvPr/>
        </p:nvSpPr>
        <p:spPr>
          <a:xfrm>
            <a:off x="5969409" y="134635"/>
            <a:ext cx="1568571" cy="369332"/>
          </a:xfrm>
          <a:prstGeom prst="rect">
            <a:avLst/>
          </a:prstGeom>
          <a:noFill/>
        </p:spPr>
        <p:txBody>
          <a:bodyPr wrap="none" rtlCol="0">
            <a:spAutoFit/>
          </a:bodyPr>
          <a:lstStyle/>
          <a:p>
            <a:r>
              <a:rPr lang="zh-TW" altLang="en-US">
                <a:latin typeface="+mj-ea"/>
                <a:ea typeface="+mj-ea"/>
              </a:rPr>
              <a:t>你的貓</a:t>
            </a:r>
            <a:r>
              <a:rPr lang="en-US" altLang="zh-TW">
                <a:latin typeface="+mj-ea"/>
                <a:ea typeface="+mj-ea"/>
              </a:rPr>
              <a:t>Server</a:t>
            </a:r>
            <a:endParaRPr lang="zh-TW" altLang="en-US">
              <a:latin typeface="+mj-ea"/>
              <a:ea typeface="+mj-ea"/>
            </a:endParaRPr>
          </a:p>
        </p:txBody>
      </p:sp>
      <p:grpSp>
        <p:nvGrpSpPr>
          <p:cNvPr id="59" name="群組 58"/>
          <p:cNvGrpSpPr/>
          <p:nvPr/>
        </p:nvGrpSpPr>
        <p:grpSpPr>
          <a:xfrm>
            <a:off x="249452" y="134635"/>
            <a:ext cx="2085108" cy="2174456"/>
            <a:chOff x="249452" y="134635"/>
            <a:chExt cx="2085108" cy="2174456"/>
          </a:xfrm>
        </p:grpSpPr>
        <p:pic>
          <p:nvPicPr>
            <p:cNvPr id="3" name="圖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452" y="223983"/>
              <a:ext cx="2085108" cy="2085108"/>
            </a:xfrm>
            <a:prstGeom prst="rect">
              <a:avLst/>
            </a:prstGeom>
          </p:spPr>
        </p:pic>
        <p:sp>
          <p:nvSpPr>
            <p:cNvPr id="30" name="文字方塊 29"/>
            <p:cNvSpPr txBox="1"/>
            <p:nvPr/>
          </p:nvSpPr>
          <p:spPr>
            <a:xfrm>
              <a:off x="507176" y="134635"/>
              <a:ext cx="1569660" cy="369332"/>
            </a:xfrm>
            <a:prstGeom prst="rect">
              <a:avLst/>
            </a:prstGeom>
            <a:noFill/>
          </p:spPr>
          <p:txBody>
            <a:bodyPr wrap="none" rtlCol="0">
              <a:spAutoFit/>
            </a:bodyPr>
            <a:lstStyle/>
            <a:p>
              <a:r>
                <a:rPr lang="zh-TW" altLang="en-US">
                  <a:latin typeface="+mj-ea"/>
                  <a:ea typeface="+mj-ea"/>
                </a:rPr>
                <a:t>客戶端使用者</a:t>
              </a:r>
            </a:p>
          </p:txBody>
        </p:sp>
      </p:grpSp>
      <p:sp>
        <p:nvSpPr>
          <p:cNvPr id="31" name="文字方塊 30"/>
          <p:cNvSpPr txBox="1"/>
          <p:nvPr/>
        </p:nvSpPr>
        <p:spPr>
          <a:xfrm>
            <a:off x="2677276" y="1676863"/>
            <a:ext cx="2395207" cy="276999"/>
          </a:xfrm>
          <a:prstGeom prst="rect">
            <a:avLst/>
          </a:prstGeom>
          <a:noFill/>
        </p:spPr>
        <p:txBody>
          <a:bodyPr wrap="none" rtlCol="0">
            <a:spAutoFit/>
          </a:bodyPr>
          <a:lstStyle/>
          <a:p>
            <a:r>
              <a:rPr lang="en-US" altLang="zh-TW" sz="1200">
                <a:latin typeface="+mj-ea"/>
                <a:ea typeface="+mj-ea"/>
              </a:rPr>
              <a:t>http://localhost/shop/login.do</a:t>
            </a:r>
            <a:endParaRPr lang="zh-TW" altLang="en-US" sz="1200">
              <a:latin typeface="+mj-ea"/>
              <a:ea typeface="+mj-ea"/>
            </a:endParaRPr>
          </a:p>
        </p:txBody>
      </p:sp>
      <p:grpSp>
        <p:nvGrpSpPr>
          <p:cNvPr id="20" name="群組 19"/>
          <p:cNvGrpSpPr/>
          <p:nvPr/>
        </p:nvGrpSpPr>
        <p:grpSpPr>
          <a:xfrm>
            <a:off x="392006" y="2829368"/>
            <a:ext cx="1800000" cy="1800000"/>
            <a:chOff x="507176" y="3177310"/>
            <a:chExt cx="1800000" cy="1800000"/>
          </a:xfrm>
        </p:grpSpPr>
        <p:sp>
          <p:nvSpPr>
            <p:cNvPr id="17" name="橢圓 16"/>
            <p:cNvSpPr/>
            <p:nvPr/>
          </p:nvSpPr>
          <p:spPr>
            <a:xfrm>
              <a:off x="507176" y="3177310"/>
              <a:ext cx="1800000" cy="180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700" b="1">
                <a:latin typeface="Consolas" panose="020B0609020204030204" pitchFamily="49" charset="0"/>
              </a:endParaRPr>
            </a:p>
          </p:txBody>
        </p:sp>
        <p:sp>
          <p:nvSpPr>
            <p:cNvPr id="18" name="文字方塊 17"/>
            <p:cNvSpPr txBox="1"/>
            <p:nvPr/>
          </p:nvSpPr>
          <p:spPr>
            <a:xfrm>
              <a:off x="507176" y="3854172"/>
              <a:ext cx="1800000" cy="446276"/>
            </a:xfrm>
            <a:prstGeom prst="rect">
              <a:avLst/>
            </a:prstGeom>
            <a:noFill/>
          </p:spPr>
          <p:txBody>
            <a:bodyPr wrap="square" rtlCol="0">
              <a:spAutoFit/>
            </a:bodyPr>
            <a:lstStyle/>
            <a:p>
              <a:pPr algn="ctr"/>
              <a:r>
                <a:rPr lang="en-US" altLang="zh-TW" sz="2300">
                  <a:solidFill>
                    <a:schemeClr val="bg1"/>
                  </a:solidFill>
                  <a:latin typeface="Consolas" panose="020B0609020204030204" pitchFamily="49" charset="0"/>
                </a:rPr>
                <a:t>Login.do</a:t>
              </a:r>
              <a:endParaRPr lang="zh-TW" altLang="en-US" sz="2300">
                <a:solidFill>
                  <a:schemeClr val="bg1"/>
                </a:solidFill>
                <a:latin typeface="Consolas" panose="020B0609020204030204" pitchFamily="49" charset="0"/>
              </a:endParaRPr>
            </a:p>
          </p:txBody>
        </p:sp>
      </p:grpSp>
      <p:grpSp>
        <p:nvGrpSpPr>
          <p:cNvPr id="39" name="群組 38"/>
          <p:cNvGrpSpPr/>
          <p:nvPr/>
        </p:nvGrpSpPr>
        <p:grpSpPr>
          <a:xfrm>
            <a:off x="2192006" y="4109091"/>
            <a:ext cx="1800000" cy="1800000"/>
            <a:chOff x="507176" y="3177310"/>
            <a:chExt cx="1800000" cy="1800000"/>
          </a:xfrm>
        </p:grpSpPr>
        <p:sp>
          <p:nvSpPr>
            <p:cNvPr id="40" name="橢圓 39"/>
            <p:cNvSpPr/>
            <p:nvPr/>
          </p:nvSpPr>
          <p:spPr>
            <a:xfrm>
              <a:off x="507176" y="3177310"/>
              <a:ext cx="1800000" cy="180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700" b="1">
                <a:latin typeface="Consolas" panose="020B0609020204030204" pitchFamily="49" charset="0"/>
              </a:endParaRPr>
            </a:p>
          </p:txBody>
        </p:sp>
        <p:sp>
          <p:nvSpPr>
            <p:cNvPr id="41" name="文字方塊 40"/>
            <p:cNvSpPr txBox="1"/>
            <p:nvPr/>
          </p:nvSpPr>
          <p:spPr>
            <a:xfrm>
              <a:off x="507176" y="3854172"/>
              <a:ext cx="1800000" cy="446276"/>
            </a:xfrm>
            <a:prstGeom prst="rect">
              <a:avLst/>
            </a:prstGeom>
            <a:noFill/>
          </p:spPr>
          <p:txBody>
            <a:bodyPr wrap="square" rtlCol="0">
              <a:spAutoFit/>
            </a:bodyPr>
            <a:lstStyle/>
            <a:p>
              <a:pPr algn="ctr"/>
              <a:r>
                <a:rPr lang="en-US" altLang="zh-TW" sz="2300">
                  <a:solidFill>
                    <a:schemeClr val="bg1"/>
                  </a:solidFill>
                  <a:latin typeface="Consolas" panose="020B0609020204030204" pitchFamily="49" charset="0"/>
                </a:rPr>
                <a:t>Logout.do</a:t>
              </a:r>
              <a:endParaRPr lang="zh-TW" altLang="en-US" sz="2300">
                <a:solidFill>
                  <a:schemeClr val="bg1"/>
                </a:solidFill>
                <a:latin typeface="Consolas" panose="020B0609020204030204" pitchFamily="49" charset="0"/>
              </a:endParaRPr>
            </a:p>
          </p:txBody>
        </p:sp>
      </p:grpSp>
      <p:grpSp>
        <p:nvGrpSpPr>
          <p:cNvPr id="42" name="群組 41"/>
          <p:cNvGrpSpPr/>
          <p:nvPr/>
        </p:nvGrpSpPr>
        <p:grpSpPr>
          <a:xfrm>
            <a:off x="4302738" y="3069079"/>
            <a:ext cx="1800000" cy="1800000"/>
            <a:chOff x="507176" y="3177310"/>
            <a:chExt cx="1800000" cy="1800000"/>
          </a:xfrm>
        </p:grpSpPr>
        <p:sp>
          <p:nvSpPr>
            <p:cNvPr id="43" name="橢圓 42"/>
            <p:cNvSpPr/>
            <p:nvPr/>
          </p:nvSpPr>
          <p:spPr>
            <a:xfrm>
              <a:off x="507176" y="3177310"/>
              <a:ext cx="1800000" cy="180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700" b="1">
                <a:latin typeface="Consolas" panose="020B0609020204030204" pitchFamily="49" charset="0"/>
              </a:endParaRPr>
            </a:p>
          </p:txBody>
        </p:sp>
        <p:sp>
          <p:nvSpPr>
            <p:cNvPr id="44" name="文字方塊 43"/>
            <p:cNvSpPr txBox="1"/>
            <p:nvPr/>
          </p:nvSpPr>
          <p:spPr>
            <a:xfrm>
              <a:off x="507176" y="3854172"/>
              <a:ext cx="1800000" cy="446276"/>
            </a:xfrm>
            <a:prstGeom prst="rect">
              <a:avLst/>
            </a:prstGeom>
            <a:noFill/>
          </p:spPr>
          <p:txBody>
            <a:bodyPr wrap="square" rtlCol="0">
              <a:spAutoFit/>
            </a:bodyPr>
            <a:lstStyle/>
            <a:p>
              <a:pPr algn="ctr"/>
              <a:r>
                <a:rPr lang="en-US" altLang="zh-TW" sz="2300">
                  <a:solidFill>
                    <a:schemeClr val="bg1"/>
                  </a:solidFill>
                  <a:latin typeface="Consolas" panose="020B0609020204030204" pitchFamily="49" charset="0"/>
                </a:rPr>
                <a:t>AddItem.do</a:t>
              </a:r>
              <a:endParaRPr lang="zh-TW" altLang="en-US" sz="2300">
                <a:solidFill>
                  <a:schemeClr val="bg1"/>
                </a:solidFill>
                <a:latin typeface="Consolas" panose="020B0609020204030204" pitchFamily="49" charset="0"/>
              </a:endParaRPr>
            </a:p>
          </p:txBody>
        </p:sp>
      </p:grpSp>
      <p:grpSp>
        <p:nvGrpSpPr>
          <p:cNvPr id="45" name="群組 44"/>
          <p:cNvGrpSpPr/>
          <p:nvPr/>
        </p:nvGrpSpPr>
        <p:grpSpPr>
          <a:xfrm>
            <a:off x="6250382" y="4182762"/>
            <a:ext cx="1800000" cy="1800000"/>
            <a:chOff x="507176" y="3177310"/>
            <a:chExt cx="1800000" cy="1800000"/>
          </a:xfrm>
        </p:grpSpPr>
        <p:sp>
          <p:nvSpPr>
            <p:cNvPr id="46" name="橢圓 45"/>
            <p:cNvSpPr/>
            <p:nvPr/>
          </p:nvSpPr>
          <p:spPr>
            <a:xfrm>
              <a:off x="507176" y="3177310"/>
              <a:ext cx="1800000" cy="180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700" b="1">
                <a:latin typeface="Consolas" panose="020B0609020204030204" pitchFamily="49" charset="0"/>
              </a:endParaRPr>
            </a:p>
          </p:txBody>
        </p:sp>
        <p:sp>
          <p:nvSpPr>
            <p:cNvPr id="47" name="文字方塊 46"/>
            <p:cNvSpPr txBox="1"/>
            <p:nvPr/>
          </p:nvSpPr>
          <p:spPr>
            <a:xfrm>
              <a:off x="507176" y="3854172"/>
              <a:ext cx="1800000" cy="446276"/>
            </a:xfrm>
            <a:prstGeom prst="rect">
              <a:avLst/>
            </a:prstGeom>
            <a:noFill/>
          </p:spPr>
          <p:txBody>
            <a:bodyPr wrap="square" rtlCol="0">
              <a:spAutoFit/>
            </a:bodyPr>
            <a:lstStyle/>
            <a:p>
              <a:pPr algn="ctr"/>
              <a:r>
                <a:rPr lang="en-US" altLang="zh-TW" sz="2300">
                  <a:solidFill>
                    <a:schemeClr val="bg1"/>
                  </a:solidFill>
                  <a:latin typeface="Consolas" panose="020B0609020204030204" pitchFamily="49" charset="0"/>
                </a:rPr>
                <a:t>Search.do</a:t>
              </a:r>
              <a:endParaRPr lang="zh-TW" altLang="en-US" sz="2300">
                <a:solidFill>
                  <a:schemeClr val="bg1"/>
                </a:solidFill>
                <a:latin typeface="Consolas" panose="020B0609020204030204" pitchFamily="49" charset="0"/>
              </a:endParaRPr>
            </a:p>
          </p:txBody>
        </p:sp>
      </p:grpSp>
      <p:cxnSp>
        <p:nvCxnSpPr>
          <p:cNvPr id="51" name="弧形接點 50"/>
          <p:cNvCxnSpPr>
            <a:stCxn id="28" idx="2"/>
            <a:endCxn id="17" idx="7"/>
          </p:cNvCxnSpPr>
          <p:nvPr/>
        </p:nvCxnSpPr>
        <p:spPr>
          <a:xfrm rot="5400000">
            <a:off x="3949109" y="288385"/>
            <a:ext cx="783881" cy="4825293"/>
          </a:xfrm>
          <a:prstGeom prst="curvedConnector3">
            <a:avLst>
              <a:gd name="adj1" fmla="val 50000"/>
            </a:avLst>
          </a:prstGeom>
          <a:ln w="76200">
            <a:solidFill>
              <a:srgbClr val="00B050"/>
            </a:solidFill>
            <a:tailEnd type="triangle"/>
          </a:ln>
        </p:spPr>
        <p:style>
          <a:lnRef idx="1">
            <a:schemeClr val="dk1"/>
          </a:lnRef>
          <a:fillRef idx="0">
            <a:schemeClr val="dk1"/>
          </a:fillRef>
          <a:effectRef idx="0">
            <a:schemeClr val="dk1"/>
          </a:effectRef>
          <a:fontRef idx="minor">
            <a:schemeClr val="tx1"/>
          </a:fontRef>
        </p:style>
      </p:cxnSp>
      <p:sp>
        <p:nvSpPr>
          <p:cNvPr id="60" name="文字方塊 59"/>
          <p:cNvSpPr txBox="1"/>
          <p:nvPr/>
        </p:nvSpPr>
        <p:spPr>
          <a:xfrm>
            <a:off x="65784" y="6401287"/>
            <a:ext cx="8276625" cy="415498"/>
          </a:xfrm>
          <a:prstGeom prst="rect">
            <a:avLst/>
          </a:prstGeom>
          <a:noFill/>
        </p:spPr>
        <p:txBody>
          <a:bodyPr wrap="none" rtlCol="0">
            <a:spAutoFit/>
          </a:bodyPr>
          <a:lstStyle/>
          <a:p>
            <a:r>
              <a:rPr lang="zh-TW" altLang="en-US" sz="2100" b="1">
                <a:latin typeface="Consolas" panose="020B0609020204030204" pitchFamily="49" charset="0"/>
                <a:ea typeface="+mj-ea"/>
              </a:rPr>
              <a:t>那麼，程式要在哪裡註冊</a:t>
            </a:r>
            <a:r>
              <a:rPr lang="en-US" altLang="zh-TW" sz="2100" b="1">
                <a:latin typeface="Consolas" panose="020B0609020204030204" pitchFamily="49" charset="0"/>
                <a:ea typeface="+mj-ea"/>
              </a:rPr>
              <a:t>?</a:t>
            </a:r>
            <a:r>
              <a:rPr lang="zh-TW" altLang="en-US" sz="2100" b="1">
                <a:latin typeface="Consolas" panose="020B0609020204030204" pitchFamily="49" charset="0"/>
                <a:ea typeface="+mj-ea"/>
              </a:rPr>
              <a:t> 有兩種方法：</a:t>
            </a:r>
            <a:r>
              <a:rPr lang="en-US" altLang="zh-TW" sz="2100" b="1">
                <a:solidFill>
                  <a:srgbClr val="FF0000"/>
                </a:solidFill>
                <a:latin typeface="Consolas" panose="020B0609020204030204" pitchFamily="49" charset="0"/>
              </a:rPr>
              <a:t>web.xml</a:t>
            </a:r>
            <a:r>
              <a:rPr lang="en-US" altLang="zh-TW" sz="2100" b="1">
                <a:latin typeface="Consolas" panose="020B0609020204030204" pitchFamily="49" charset="0"/>
                <a:ea typeface="+mj-ea"/>
              </a:rPr>
              <a:t> </a:t>
            </a:r>
            <a:r>
              <a:rPr lang="zh-TW" altLang="en-US" sz="2100" b="1">
                <a:latin typeface="Consolas" panose="020B0609020204030204" pitchFamily="49" charset="0"/>
                <a:ea typeface="+mj-ea"/>
              </a:rPr>
              <a:t>與 </a:t>
            </a:r>
            <a:r>
              <a:rPr lang="en-US" altLang="zh-TW" sz="2100" b="1">
                <a:solidFill>
                  <a:srgbClr val="FF0000"/>
                </a:solidFill>
                <a:latin typeface="Consolas" panose="020B0609020204030204" pitchFamily="49" charset="0"/>
              </a:rPr>
              <a:t>annotation</a:t>
            </a:r>
            <a:r>
              <a:rPr lang="zh-TW" altLang="en-US" sz="2100" b="1">
                <a:latin typeface="Consolas" panose="020B0609020204030204" pitchFamily="49" charset="0"/>
                <a:ea typeface="+mj-ea"/>
              </a:rPr>
              <a:t> </a:t>
            </a:r>
          </a:p>
        </p:txBody>
      </p:sp>
      <p:sp>
        <p:nvSpPr>
          <p:cNvPr id="61" name="文字方塊 60"/>
          <p:cNvSpPr txBox="1"/>
          <p:nvPr/>
        </p:nvSpPr>
        <p:spPr>
          <a:xfrm>
            <a:off x="825179" y="2516365"/>
            <a:ext cx="933654" cy="369332"/>
          </a:xfrm>
          <a:prstGeom prst="rect">
            <a:avLst/>
          </a:prstGeom>
          <a:noFill/>
        </p:spPr>
        <p:txBody>
          <a:bodyPr wrap="none" rtlCol="0">
            <a:spAutoFit/>
          </a:bodyPr>
          <a:lstStyle/>
          <a:p>
            <a:r>
              <a:rPr lang="en-US" altLang="zh-TW">
                <a:latin typeface="+mj-ea"/>
                <a:ea typeface="+mj-ea"/>
              </a:rPr>
              <a:t>Servlet</a:t>
            </a:r>
            <a:endParaRPr lang="zh-TW" altLang="en-US">
              <a:latin typeface="+mj-ea"/>
              <a:ea typeface="+mj-ea"/>
            </a:endParaRPr>
          </a:p>
        </p:txBody>
      </p:sp>
      <p:sp>
        <p:nvSpPr>
          <p:cNvPr id="62" name="文字方塊 61"/>
          <p:cNvSpPr txBox="1"/>
          <p:nvPr/>
        </p:nvSpPr>
        <p:spPr>
          <a:xfrm>
            <a:off x="2625179" y="3767840"/>
            <a:ext cx="933654" cy="369332"/>
          </a:xfrm>
          <a:prstGeom prst="rect">
            <a:avLst/>
          </a:prstGeom>
          <a:noFill/>
        </p:spPr>
        <p:txBody>
          <a:bodyPr wrap="none" rtlCol="0">
            <a:spAutoFit/>
          </a:bodyPr>
          <a:lstStyle/>
          <a:p>
            <a:r>
              <a:rPr lang="en-US" altLang="zh-TW">
                <a:latin typeface="+mj-ea"/>
                <a:ea typeface="+mj-ea"/>
              </a:rPr>
              <a:t>Servlet</a:t>
            </a:r>
            <a:endParaRPr lang="zh-TW" altLang="en-US">
              <a:latin typeface="+mj-ea"/>
              <a:ea typeface="+mj-ea"/>
            </a:endParaRPr>
          </a:p>
        </p:txBody>
      </p:sp>
      <p:sp>
        <p:nvSpPr>
          <p:cNvPr id="63" name="文字方塊 62"/>
          <p:cNvSpPr txBox="1"/>
          <p:nvPr/>
        </p:nvSpPr>
        <p:spPr>
          <a:xfrm>
            <a:off x="4735911" y="2723640"/>
            <a:ext cx="933654" cy="369332"/>
          </a:xfrm>
          <a:prstGeom prst="rect">
            <a:avLst/>
          </a:prstGeom>
          <a:noFill/>
        </p:spPr>
        <p:txBody>
          <a:bodyPr wrap="none" rtlCol="0">
            <a:spAutoFit/>
          </a:bodyPr>
          <a:lstStyle/>
          <a:p>
            <a:r>
              <a:rPr lang="en-US" altLang="zh-TW">
                <a:latin typeface="+mj-ea"/>
                <a:ea typeface="+mj-ea"/>
              </a:rPr>
              <a:t>Servlet</a:t>
            </a:r>
            <a:endParaRPr lang="zh-TW" altLang="en-US">
              <a:latin typeface="+mj-ea"/>
              <a:ea typeface="+mj-ea"/>
            </a:endParaRPr>
          </a:p>
        </p:txBody>
      </p:sp>
      <p:sp>
        <p:nvSpPr>
          <p:cNvPr id="64" name="文字方塊 63"/>
          <p:cNvSpPr txBox="1"/>
          <p:nvPr/>
        </p:nvSpPr>
        <p:spPr>
          <a:xfrm>
            <a:off x="6683555" y="3822885"/>
            <a:ext cx="933654" cy="369332"/>
          </a:xfrm>
          <a:prstGeom prst="rect">
            <a:avLst/>
          </a:prstGeom>
          <a:noFill/>
        </p:spPr>
        <p:txBody>
          <a:bodyPr wrap="none" rtlCol="0">
            <a:spAutoFit/>
          </a:bodyPr>
          <a:lstStyle/>
          <a:p>
            <a:r>
              <a:rPr lang="en-US" altLang="zh-TW">
                <a:latin typeface="+mj-ea"/>
                <a:ea typeface="+mj-ea"/>
              </a:rPr>
              <a:t>Servlet</a:t>
            </a:r>
            <a:endParaRPr lang="zh-TW" altLang="en-US">
              <a:latin typeface="+mj-ea"/>
              <a:ea typeface="+mj-ea"/>
            </a:endParaRPr>
          </a:p>
        </p:txBody>
      </p:sp>
    </p:spTree>
    <p:extLst>
      <p:ext uri="{BB962C8B-B14F-4D97-AF65-F5344CB8AC3E}">
        <p14:creationId xmlns:p14="http://schemas.microsoft.com/office/powerpoint/2010/main" val="14813133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77F1DACB-6046-4678-96DE-3779E80A34D4}"/>
              </a:ext>
            </a:extLst>
          </p:cNvPr>
          <p:cNvSpPr>
            <a:spLocks noGrp="1"/>
          </p:cNvSpPr>
          <p:nvPr>
            <p:ph type="sldNum" sz="quarter" idx="12"/>
          </p:nvPr>
        </p:nvSpPr>
        <p:spPr/>
        <p:txBody>
          <a:bodyPr/>
          <a:lstStyle/>
          <a:p>
            <a:fld id="{B521127C-0C56-461F-B517-0D483F216F7D}" type="slidenum">
              <a:rPr lang="zh-TW" altLang="en-US" smtClean="0"/>
              <a:t>35</a:t>
            </a:fld>
            <a:endParaRPr lang="zh-TW" altLang="en-US"/>
          </a:p>
        </p:txBody>
      </p:sp>
      <p:sp>
        <p:nvSpPr>
          <p:cNvPr id="32" name="標題 1"/>
          <p:cNvSpPr>
            <a:spLocks noGrp="1"/>
          </p:cNvSpPr>
          <p:nvPr>
            <p:ph type="title"/>
          </p:nvPr>
        </p:nvSpPr>
        <p:spPr>
          <a:xfrm>
            <a:off x="8303491" y="-117762"/>
            <a:ext cx="3888509" cy="695960"/>
          </a:xfrm>
        </p:spPr>
        <p:txBody>
          <a:bodyPr>
            <a:noAutofit/>
          </a:bodyPr>
          <a:lstStyle/>
          <a:p>
            <a:pPr algn="ctr"/>
            <a:r>
              <a:rPr lang="zh-TW" altLang="en-US">
                <a:solidFill>
                  <a:schemeClr val="tx1"/>
                </a:solidFill>
              </a:rPr>
              <a:t>註冊：</a:t>
            </a:r>
            <a:r>
              <a:rPr lang="en-US" altLang="zh-TW">
                <a:solidFill>
                  <a:schemeClr val="tx1"/>
                </a:solidFill>
              </a:rPr>
              <a:t>annotation</a:t>
            </a:r>
            <a:endParaRPr lang="zh-TW" altLang="en-US">
              <a:solidFill>
                <a:schemeClr val="tx1"/>
              </a:solidFill>
            </a:endParaRPr>
          </a:p>
        </p:txBody>
      </p:sp>
      <p:sp>
        <p:nvSpPr>
          <p:cNvPr id="33" name="文字版面配置區 4"/>
          <p:cNvSpPr>
            <a:spLocks noGrp="1"/>
          </p:cNvSpPr>
          <p:nvPr>
            <p:ph type="body" sz="half" idx="2"/>
          </p:nvPr>
        </p:nvSpPr>
        <p:spPr>
          <a:xfrm>
            <a:off x="8303491" y="587433"/>
            <a:ext cx="3888509" cy="6085840"/>
          </a:xfrm>
        </p:spPr>
        <p:txBody>
          <a:bodyPr>
            <a:normAutofit/>
          </a:bodyPr>
          <a:lstStyle/>
          <a:p>
            <a:pPr algn="just"/>
            <a:r>
              <a:rPr lang="en-US" altLang="zh-TW" sz="1800" b="1">
                <a:latin typeface="Consolas" panose="020B0609020204030204" pitchFamily="49" charset="0"/>
                <a:ea typeface="+mj-ea"/>
              </a:rPr>
              <a:t>Servlet 3.0(2009/09)</a:t>
            </a:r>
            <a:r>
              <a:rPr lang="zh-TW" altLang="en-US" sz="1800" b="1">
                <a:latin typeface="Consolas" panose="020B0609020204030204" pitchFamily="49" charset="0"/>
                <a:ea typeface="+mj-ea"/>
              </a:rPr>
              <a:t>新增的功能</a:t>
            </a:r>
            <a:endParaRPr lang="en-US" altLang="zh-TW" sz="1800" b="1">
              <a:latin typeface="Consolas" panose="020B0609020204030204" pitchFamily="49" charset="0"/>
              <a:ea typeface="+mj-ea"/>
            </a:endParaRPr>
          </a:p>
          <a:p>
            <a:pPr algn="just"/>
            <a:r>
              <a:rPr lang="zh-TW" altLang="en-US" sz="1800" b="1">
                <a:latin typeface="Consolas" panose="020B0609020204030204" pitchFamily="49" charset="0"/>
                <a:ea typeface="+mj-ea"/>
              </a:rPr>
              <a:t>提供一個簡便的方法讓程式設計師能輕鬆的註冊</a:t>
            </a:r>
            <a:r>
              <a:rPr lang="en-US" altLang="zh-TW" sz="1800" b="1">
                <a:latin typeface="Consolas" panose="020B0609020204030204" pitchFamily="49" charset="0"/>
                <a:ea typeface="+mj-ea"/>
              </a:rPr>
              <a:t>Servlet</a:t>
            </a:r>
            <a:r>
              <a:rPr lang="zh-TW" altLang="en-US" sz="1800" b="1">
                <a:latin typeface="Consolas" panose="020B0609020204030204" pitchFamily="49" charset="0"/>
                <a:ea typeface="+mj-ea"/>
              </a:rPr>
              <a:t>，簡化開發流程，並增加程式可讀性。</a:t>
            </a:r>
            <a:endParaRPr lang="en-US" altLang="zh-TW" sz="1800" b="1">
              <a:latin typeface="Consolas" panose="020B0609020204030204" pitchFamily="49" charset="0"/>
              <a:ea typeface="+mj-ea"/>
            </a:endParaRPr>
          </a:p>
          <a:p>
            <a:pPr algn="just"/>
            <a:r>
              <a:rPr lang="zh-TW" altLang="en-US" sz="1800" b="1">
                <a:latin typeface="Consolas" panose="020B0609020204030204" pitchFamily="49" charset="0"/>
                <a:ea typeface="+mj-ea"/>
              </a:rPr>
              <a:t>如欲註冊一支</a:t>
            </a:r>
            <a:r>
              <a:rPr lang="en-US" altLang="zh-TW" sz="1800" b="1">
                <a:latin typeface="Consolas" panose="020B0609020204030204" pitchFamily="49" charset="0"/>
                <a:ea typeface="+mj-ea"/>
              </a:rPr>
              <a:t>Servlet</a:t>
            </a:r>
            <a:r>
              <a:rPr lang="zh-TW" altLang="en-US" sz="1800" b="1">
                <a:latin typeface="Consolas" panose="020B0609020204030204" pitchFamily="49" charset="0"/>
                <a:ea typeface="+mj-ea"/>
              </a:rPr>
              <a:t>，只需在其</a:t>
            </a:r>
            <a:r>
              <a:rPr lang="en-US" altLang="zh-TW" sz="1800" b="1">
                <a:latin typeface="Consolas" panose="020B0609020204030204" pitchFamily="49" charset="0"/>
                <a:ea typeface="+mj-ea"/>
              </a:rPr>
              <a:t>Class</a:t>
            </a:r>
            <a:r>
              <a:rPr lang="zh-TW" altLang="en-US" sz="1800" b="1">
                <a:latin typeface="Consolas" panose="020B0609020204030204" pitchFamily="49" charset="0"/>
                <a:ea typeface="+mj-ea"/>
              </a:rPr>
              <a:t>上方撰寫</a:t>
            </a:r>
            <a:r>
              <a:rPr lang="en-US" altLang="zh-TW" sz="1800" b="1">
                <a:latin typeface="Consolas" panose="020B0609020204030204" pitchFamily="49" charset="0"/>
                <a:ea typeface="+mj-ea"/>
              </a:rPr>
              <a:t>@WebServlet</a:t>
            </a:r>
            <a:r>
              <a:rPr lang="zh-TW" altLang="en-US" sz="1800" b="1">
                <a:latin typeface="Consolas" panose="020B0609020204030204" pitchFamily="49" charset="0"/>
                <a:ea typeface="+mj-ea"/>
              </a:rPr>
              <a:t>即可。</a:t>
            </a:r>
            <a:endParaRPr lang="en-US" altLang="zh-TW" sz="1800" b="1">
              <a:latin typeface="Consolas" panose="020B0609020204030204" pitchFamily="49" charset="0"/>
              <a:ea typeface="+mj-ea"/>
            </a:endParaRPr>
          </a:p>
          <a:p>
            <a:pPr algn="ctr">
              <a:spcBef>
                <a:spcPts val="1800"/>
              </a:spcBef>
            </a:pPr>
            <a:r>
              <a:rPr lang="zh-TW" altLang="en-US" sz="1800" b="1">
                <a:latin typeface="Consolas" panose="020B0609020204030204" pitchFamily="49" charset="0"/>
                <a:ea typeface="+mj-ea"/>
              </a:rPr>
              <a:t>最簡單的寫法為</a:t>
            </a:r>
            <a:endParaRPr lang="en-US" altLang="zh-TW" sz="1800" b="1">
              <a:latin typeface="Consolas" panose="020B0609020204030204" pitchFamily="49" charset="0"/>
              <a:ea typeface="+mj-ea"/>
            </a:endParaRPr>
          </a:p>
          <a:p>
            <a:pPr algn="ctr">
              <a:spcBef>
                <a:spcPts val="0"/>
              </a:spcBef>
            </a:pPr>
            <a:r>
              <a:rPr lang="en-US" altLang="zh-TW" sz="1800" b="1">
                <a:latin typeface="Consolas" panose="020B0609020204030204" pitchFamily="49" charset="0"/>
                <a:ea typeface="+mj-ea"/>
              </a:rPr>
              <a:t>@WebServlet("/ServletName")</a:t>
            </a:r>
          </a:p>
          <a:p>
            <a:pPr>
              <a:spcBef>
                <a:spcPts val="1800"/>
              </a:spcBef>
            </a:pPr>
            <a:r>
              <a:rPr lang="zh-TW" altLang="en-US" sz="1800" b="1">
                <a:solidFill>
                  <a:srgbClr val="FF0000"/>
                </a:solidFill>
                <a:latin typeface="Consolas" panose="020B0609020204030204" pitchFamily="49" charset="0"/>
                <a:ea typeface="+mj-ea"/>
              </a:rPr>
              <a:t>務必注意名稱不可重複，且一定要加上</a:t>
            </a:r>
            <a:r>
              <a:rPr lang="en-US" altLang="zh-TW" sz="1800" b="1">
                <a:solidFill>
                  <a:srgbClr val="FF0000"/>
                </a:solidFill>
                <a:latin typeface="Consolas" panose="020B0609020204030204" pitchFamily="49" charset="0"/>
                <a:ea typeface="+mj-ea"/>
              </a:rPr>
              <a:t>"/"</a:t>
            </a:r>
            <a:r>
              <a:rPr lang="zh-TW" altLang="en-US" sz="1800" b="1">
                <a:latin typeface="Consolas" panose="020B0609020204030204" pitchFamily="49" charset="0"/>
                <a:ea typeface="+mj-ea"/>
              </a:rPr>
              <a:t>，如果忘了加上</a:t>
            </a:r>
            <a:r>
              <a:rPr lang="en-US" altLang="zh-TW" sz="1800" b="1">
                <a:latin typeface="Consolas" panose="020B0609020204030204" pitchFamily="49" charset="0"/>
                <a:ea typeface="+mj-ea"/>
              </a:rPr>
              <a:t>"/"</a:t>
            </a:r>
            <a:r>
              <a:rPr lang="zh-TW" altLang="en-US" sz="1800" b="1">
                <a:latin typeface="Consolas" panose="020B0609020204030204" pitchFamily="49" charset="0"/>
                <a:ea typeface="+mj-ea"/>
              </a:rPr>
              <a:t>，則整個</a:t>
            </a:r>
            <a:r>
              <a:rPr lang="en-US" altLang="zh-TW" sz="1800" b="1">
                <a:latin typeface="Consolas" panose="020B0609020204030204" pitchFamily="49" charset="0"/>
                <a:ea typeface="+mj-ea"/>
              </a:rPr>
              <a:t>Server</a:t>
            </a:r>
            <a:r>
              <a:rPr lang="zh-TW" altLang="en-US" sz="1800" b="1">
                <a:latin typeface="Consolas" panose="020B0609020204030204" pitchFamily="49" charset="0"/>
                <a:ea typeface="+mj-ea"/>
              </a:rPr>
              <a:t>會無法起動。</a:t>
            </a:r>
            <a:r>
              <a:rPr lang="en-US" altLang="zh-TW" sz="1800" b="1">
                <a:latin typeface="Consolas" panose="020B0609020204030204" pitchFamily="49" charset="0"/>
                <a:ea typeface="+mj-ea"/>
              </a:rPr>
              <a:t>(Server</a:t>
            </a:r>
            <a:r>
              <a:rPr lang="zh-TW" altLang="en-US" sz="1800" b="1">
                <a:latin typeface="Consolas" panose="020B0609020204030204" pitchFamily="49" charset="0"/>
                <a:ea typeface="+mj-ea"/>
              </a:rPr>
              <a:t>起動時會掃描所有</a:t>
            </a:r>
            <a:r>
              <a:rPr lang="en-US" altLang="zh-TW" sz="1800" b="1">
                <a:latin typeface="Consolas" panose="020B0609020204030204" pitchFamily="49" charset="0"/>
                <a:ea typeface="+mj-ea"/>
              </a:rPr>
              <a:t>Servlet</a:t>
            </a:r>
            <a:r>
              <a:rPr lang="zh-TW" altLang="en-US" sz="1800" b="1">
                <a:latin typeface="Consolas" panose="020B0609020204030204" pitchFamily="49" charset="0"/>
                <a:ea typeface="+mj-ea"/>
              </a:rPr>
              <a:t>註冊的名稱</a:t>
            </a:r>
            <a:r>
              <a:rPr lang="en-US" altLang="zh-TW" sz="1800" b="1">
                <a:latin typeface="Consolas" panose="020B0609020204030204" pitchFamily="49" charset="0"/>
                <a:ea typeface="+mj-ea"/>
              </a:rPr>
              <a:t>)</a:t>
            </a:r>
          </a:p>
          <a:p>
            <a:pPr>
              <a:spcBef>
                <a:spcPts val="1800"/>
              </a:spcBef>
            </a:pPr>
            <a:r>
              <a:rPr lang="en-US" altLang="zh-TW" sz="1800" b="1">
                <a:latin typeface="Consolas" panose="020B0609020204030204" pitchFamily="49" charset="0"/>
                <a:ea typeface="+mj-ea"/>
              </a:rPr>
              <a:t>@WebServlet</a:t>
            </a:r>
            <a:r>
              <a:rPr lang="zh-TW" altLang="en-US" sz="1800" b="1">
                <a:latin typeface="Consolas" panose="020B0609020204030204" pitchFamily="49" charset="0"/>
                <a:ea typeface="+mj-ea"/>
              </a:rPr>
              <a:t>之中可以加上其他屬性如</a:t>
            </a:r>
            <a:r>
              <a:rPr lang="en-US" altLang="zh-TW" sz="1800" b="1">
                <a:latin typeface="Consolas" panose="020B0609020204030204" pitchFamily="49" charset="0"/>
                <a:ea typeface="+mj-ea"/>
              </a:rPr>
              <a:t>loadOnStartup</a:t>
            </a:r>
            <a:r>
              <a:rPr lang="zh-TW" altLang="en-US" sz="1800" b="1">
                <a:latin typeface="Consolas" panose="020B0609020204030204" pitchFamily="49" charset="0"/>
                <a:ea typeface="+mj-ea"/>
              </a:rPr>
              <a:t>、</a:t>
            </a:r>
            <a:r>
              <a:rPr lang="en-US" altLang="zh-TW" sz="1800" b="1">
                <a:latin typeface="Consolas" panose="020B0609020204030204" pitchFamily="49" charset="0"/>
                <a:ea typeface="+mj-ea"/>
              </a:rPr>
              <a:t>urlPatterns</a:t>
            </a:r>
            <a:r>
              <a:rPr lang="zh-TW" altLang="en-US" sz="1800" b="1">
                <a:latin typeface="Consolas" panose="020B0609020204030204" pitchFamily="49" charset="0"/>
                <a:ea typeface="+mj-ea"/>
              </a:rPr>
              <a:t>、</a:t>
            </a:r>
            <a:r>
              <a:rPr lang="en-US" altLang="zh-TW" sz="1800" b="1">
                <a:latin typeface="Consolas" panose="020B0609020204030204" pitchFamily="49" charset="0"/>
                <a:ea typeface="+mj-ea"/>
              </a:rPr>
              <a:t>description</a:t>
            </a:r>
            <a:r>
              <a:rPr lang="zh-TW" altLang="en-US" sz="1800" b="1">
                <a:latin typeface="Consolas" panose="020B0609020204030204" pitchFamily="49" charset="0"/>
                <a:ea typeface="+mj-ea"/>
              </a:rPr>
              <a:t>、</a:t>
            </a:r>
            <a:r>
              <a:rPr lang="en-US" altLang="zh-TW" sz="1800" b="1">
                <a:latin typeface="Consolas" panose="020B0609020204030204" pitchFamily="49" charset="0"/>
              </a:rPr>
              <a:t>name</a:t>
            </a:r>
            <a:r>
              <a:rPr lang="zh-TW" altLang="en-US" sz="1800" b="1">
                <a:latin typeface="Consolas" panose="020B0609020204030204" pitchFamily="49" charset="0"/>
                <a:ea typeface="+mj-ea"/>
              </a:rPr>
              <a:t>等。</a:t>
            </a:r>
            <a:endParaRPr lang="en-US" altLang="zh-TW" sz="1800" b="1">
              <a:latin typeface="Consolas" panose="020B0609020204030204" pitchFamily="49" charset="0"/>
              <a:ea typeface="+mj-ea"/>
            </a:endParaRPr>
          </a:p>
          <a:p>
            <a:pPr>
              <a:spcBef>
                <a:spcPts val="1800"/>
              </a:spcBef>
            </a:pPr>
            <a:r>
              <a:rPr lang="zh-TW" altLang="en-US" sz="1800" b="1">
                <a:latin typeface="Consolas" panose="020B0609020204030204" pitchFamily="49" charset="0"/>
                <a:ea typeface="+mj-ea"/>
              </a:rPr>
              <a:t>另外一個註冊方法會寫在</a:t>
            </a:r>
            <a:r>
              <a:rPr lang="en-US" altLang="zh-TW" sz="1800" b="1">
                <a:latin typeface="Consolas" panose="020B0609020204030204" pitchFamily="49" charset="0"/>
                <a:ea typeface="+mj-ea"/>
              </a:rPr>
              <a:t>web.xml</a:t>
            </a:r>
            <a:r>
              <a:rPr lang="zh-TW" altLang="en-US" sz="1800" b="1">
                <a:latin typeface="Consolas" panose="020B0609020204030204" pitchFamily="49" charset="0"/>
                <a:ea typeface="+mj-ea"/>
              </a:rPr>
              <a:t>裡</a:t>
            </a:r>
            <a:endParaRPr lang="en-US" altLang="zh-TW" sz="1800" b="1">
              <a:latin typeface="Consolas" panose="020B0609020204030204" pitchFamily="49" charset="0"/>
              <a:ea typeface="+mj-ea"/>
            </a:endParaRPr>
          </a:p>
        </p:txBody>
      </p:sp>
      <p:sp>
        <p:nvSpPr>
          <p:cNvPr id="20" name="內容版面配置區 2">
            <a:extLst>
              <a:ext uri="{FF2B5EF4-FFF2-40B4-BE49-F238E27FC236}">
                <a16:creationId xmlns:a16="http://schemas.microsoft.com/office/drawing/2014/main" id="{75779535-3015-4537-BE37-3EB5CBE0BAFA}"/>
              </a:ext>
            </a:extLst>
          </p:cNvPr>
          <p:cNvSpPr txBox="1">
            <a:spLocks/>
          </p:cNvSpPr>
          <p:nvPr/>
        </p:nvSpPr>
        <p:spPr>
          <a:xfrm>
            <a:off x="0" y="0"/>
            <a:ext cx="8303491" cy="6858000"/>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spcBef>
                <a:spcPts val="600"/>
              </a:spcBef>
              <a:buFont typeface="Wingdings" pitchFamily="2" charset="2"/>
              <a:buNone/>
            </a:pPr>
            <a:r>
              <a:rPr lang="en-US" altLang="zh-TW" sz="1500">
                <a:solidFill>
                  <a:srgbClr val="0070C0"/>
                </a:solidFill>
                <a:latin typeface="Consolas" panose="020B0609020204030204" pitchFamily="49" charset="0"/>
                <a:ea typeface="+mj-ea"/>
              </a:rPr>
              <a:t>@WebServlet(</a:t>
            </a:r>
            <a:r>
              <a:rPr lang="en-US" altLang="zh-TW" sz="1500">
                <a:solidFill>
                  <a:srgbClr val="FF0000"/>
                </a:solidFill>
                <a:latin typeface="Consolas" panose="020B0609020204030204" pitchFamily="49" charset="0"/>
                <a:ea typeface="+mj-ea"/>
              </a:rPr>
              <a:t>"/HelloWorld.do"</a:t>
            </a:r>
            <a:r>
              <a:rPr lang="en-US" altLang="zh-TW" sz="1500">
                <a:solidFill>
                  <a:srgbClr val="0070C0"/>
                </a:solidFill>
                <a:latin typeface="Consolas" panose="020B0609020204030204" pitchFamily="49" charset="0"/>
                <a:ea typeface="+mj-ea"/>
              </a:rPr>
              <a:t>)</a:t>
            </a:r>
          </a:p>
          <a:p>
            <a:pPr marL="0" indent="0">
              <a:spcBef>
                <a:spcPts val="600"/>
              </a:spcBef>
              <a:buFont typeface="Wingdings" pitchFamily="2" charset="2"/>
              <a:buNone/>
            </a:pPr>
            <a:r>
              <a:rPr lang="en-US" altLang="zh-TW" sz="1500">
                <a:latin typeface="Consolas" panose="020B0609020204030204" pitchFamily="49" charset="0"/>
                <a:ea typeface="+mj-ea"/>
              </a:rPr>
              <a:t>public class HelloWorld extends HttpServlet {</a:t>
            </a:r>
          </a:p>
          <a:p>
            <a:pPr marL="274320" lvl="1" indent="0">
              <a:spcBef>
                <a:spcPts val="600"/>
              </a:spcBef>
              <a:buFont typeface="Wingdings" pitchFamily="2" charset="2"/>
              <a:buNone/>
            </a:pPr>
            <a:r>
              <a:rPr lang="en-US" altLang="zh-TW" sz="1500">
                <a:latin typeface="Consolas" panose="020B0609020204030204" pitchFamily="49" charset="0"/>
                <a:ea typeface="+mj-ea"/>
              </a:rPr>
              <a:t>@Override</a:t>
            </a:r>
          </a:p>
          <a:p>
            <a:pPr marL="274320" lvl="1" indent="0">
              <a:spcBef>
                <a:spcPts val="600"/>
              </a:spcBef>
              <a:buFont typeface="Wingdings" pitchFamily="2" charset="2"/>
              <a:buNone/>
            </a:pPr>
            <a:r>
              <a:rPr lang="en-US" altLang="zh-TW" sz="1500">
                <a:latin typeface="Consolas" panose="020B0609020204030204" pitchFamily="49" charset="0"/>
                <a:ea typeface="+mj-ea"/>
              </a:rPr>
              <a:t>protected void doGet(HttpServletRequest req, HttpServletResponse resp{</a:t>
            </a:r>
          </a:p>
          <a:p>
            <a:pPr marL="548640" lvl="2" indent="0">
              <a:spcBef>
                <a:spcPts val="600"/>
              </a:spcBef>
              <a:buFont typeface="Wingdings" pitchFamily="2" charset="2"/>
              <a:buNone/>
            </a:pPr>
            <a:r>
              <a:rPr lang="en-US" altLang="zh-TW" sz="1500">
                <a:latin typeface="Consolas" panose="020B0609020204030204" pitchFamily="49" charset="0"/>
                <a:ea typeface="+mj-ea"/>
              </a:rPr>
              <a:t>// </a:t>
            </a:r>
            <a:r>
              <a:rPr lang="zh-TW" altLang="en-US" sz="1500">
                <a:latin typeface="Consolas" panose="020B0609020204030204" pitchFamily="49" charset="0"/>
                <a:ea typeface="+mj-ea"/>
              </a:rPr>
              <a:t>略</a:t>
            </a:r>
            <a:r>
              <a:rPr lang="en-US" altLang="zh-TW" sz="1500">
                <a:latin typeface="Consolas" panose="020B0609020204030204" pitchFamily="49" charset="0"/>
                <a:ea typeface="+mj-ea"/>
              </a:rPr>
              <a:t>...</a:t>
            </a:r>
          </a:p>
          <a:p>
            <a:pPr marL="274320" lvl="1" indent="0">
              <a:spcBef>
                <a:spcPts val="600"/>
              </a:spcBef>
              <a:buFont typeface="Wingdings" pitchFamily="2" charset="2"/>
              <a:buNone/>
            </a:pPr>
            <a:r>
              <a:rPr lang="en-US" altLang="zh-TW" sz="1500">
                <a:latin typeface="Consolas" panose="020B0609020204030204" pitchFamily="49" charset="0"/>
                <a:ea typeface="+mj-ea"/>
              </a:rPr>
              <a:t>}</a:t>
            </a:r>
          </a:p>
          <a:p>
            <a:pPr marL="0" indent="0">
              <a:spcBef>
                <a:spcPts val="600"/>
              </a:spcBef>
              <a:buFont typeface="Wingdings" pitchFamily="2" charset="2"/>
              <a:buNone/>
            </a:pPr>
            <a:r>
              <a:rPr lang="en-US" altLang="zh-TW" sz="1500">
                <a:latin typeface="Consolas" panose="020B0609020204030204" pitchFamily="49" charset="0"/>
                <a:ea typeface="+mj-ea"/>
              </a:rPr>
              <a:t>}</a:t>
            </a:r>
          </a:p>
          <a:p>
            <a:pPr marL="0" indent="0">
              <a:spcBef>
                <a:spcPts val="600"/>
              </a:spcBef>
              <a:buFont typeface="Wingdings" pitchFamily="2" charset="2"/>
              <a:buNone/>
            </a:pPr>
            <a:endParaRPr lang="en-US" altLang="zh-TW" sz="1500">
              <a:latin typeface="Consolas" panose="020B0609020204030204" pitchFamily="49" charset="0"/>
              <a:ea typeface="+mj-ea"/>
            </a:endParaRPr>
          </a:p>
          <a:p>
            <a:pPr marL="0" indent="0">
              <a:spcBef>
                <a:spcPts val="600"/>
              </a:spcBef>
              <a:buNone/>
            </a:pPr>
            <a:r>
              <a:rPr lang="en-US" altLang="zh-TW" sz="1500">
                <a:solidFill>
                  <a:srgbClr val="0070C0"/>
                </a:solidFill>
                <a:latin typeface="Consolas" panose="020B0609020204030204" pitchFamily="49" charset="0"/>
                <a:ea typeface="+mj-ea"/>
              </a:rPr>
              <a:t>@WebServlet(urlPatterns=</a:t>
            </a:r>
            <a:r>
              <a:rPr lang="en-US" altLang="zh-TW" sz="1500">
                <a:solidFill>
                  <a:srgbClr val="FF0000"/>
                </a:solidFill>
                <a:latin typeface="Consolas" panose="020B0609020204030204" pitchFamily="49" charset="0"/>
                <a:ea typeface="+mj-ea"/>
              </a:rPr>
              <a:t>"/HelloWorld.do"</a:t>
            </a:r>
            <a:r>
              <a:rPr lang="en-US" altLang="zh-TW" sz="1500">
                <a:solidFill>
                  <a:srgbClr val="0070C0"/>
                </a:solidFill>
                <a:latin typeface="Consolas" panose="020B0609020204030204" pitchFamily="49" charset="0"/>
                <a:ea typeface="+mj-ea"/>
              </a:rPr>
              <a:t>)</a:t>
            </a:r>
          </a:p>
          <a:p>
            <a:pPr marL="0" indent="0">
              <a:spcBef>
                <a:spcPts val="600"/>
              </a:spcBef>
              <a:buNone/>
            </a:pPr>
            <a:r>
              <a:rPr lang="en-US" altLang="zh-TW" sz="1500">
                <a:latin typeface="Consolas" panose="020B0609020204030204" pitchFamily="49" charset="0"/>
                <a:ea typeface="+mj-ea"/>
              </a:rPr>
              <a:t>public class HelloWorld extends HttpServlet {</a:t>
            </a:r>
          </a:p>
          <a:p>
            <a:pPr marL="274320" lvl="1" indent="0">
              <a:spcBef>
                <a:spcPts val="600"/>
              </a:spcBef>
              <a:buNone/>
            </a:pPr>
            <a:r>
              <a:rPr lang="en-US" altLang="zh-TW" sz="1500">
                <a:latin typeface="Consolas" panose="020B0609020204030204" pitchFamily="49" charset="0"/>
                <a:ea typeface="+mj-ea"/>
              </a:rPr>
              <a:t>@Override</a:t>
            </a:r>
          </a:p>
          <a:p>
            <a:pPr marL="274320" lvl="1" indent="0">
              <a:spcBef>
                <a:spcPts val="600"/>
              </a:spcBef>
              <a:buNone/>
            </a:pPr>
            <a:r>
              <a:rPr lang="en-US" altLang="zh-TW" sz="1500">
                <a:latin typeface="Consolas" panose="020B0609020204030204" pitchFamily="49" charset="0"/>
                <a:ea typeface="+mj-ea"/>
              </a:rPr>
              <a:t>protected void doGet(HttpServletRequest req, HttpServletResponse resp{</a:t>
            </a:r>
          </a:p>
          <a:p>
            <a:pPr marL="548640" lvl="2" indent="0">
              <a:spcBef>
                <a:spcPts val="600"/>
              </a:spcBef>
              <a:buNone/>
            </a:pPr>
            <a:r>
              <a:rPr lang="en-US" altLang="zh-TW" sz="1500">
                <a:latin typeface="Consolas" panose="020B0609020204030204" pitchFamily="49" charset="0"/>
                <a:ea typeface="+mj-ea"/>
              </a:rPr>
              <a:t>// </a:t>
            </a:r>
            <a:r>
              <a:rPr lang="zh-TW" altLang="en-US" sz="1500">
                <a:latin typeface="Consolas" panose="020B0609020204030204" pitchFamily="49" charset="0"/>
                <a:ea typeface="+mj-ea"/>
              </a:rPr>
              <a:t>略</a:t>
            </a:r>
            <a:r>
              <a:rPr lang="en-US" altLang="zh-TW" sz="1500">
                <a:latin typeface="Consolas" panose="020B0609020204030204" pitchFamily="49" charset="0"/>
                <a:ea typeface="+mj-ea"/>
              </a:rPr>
              <a:t>...</a:t>
            </a:r>
          </a:p>
          <a:p>
            <a:pPr marL="274320" lvl="1" indent="0">
              <a:spcBef>
                <a:spcPts val="600"/>
              </a:spcBef>
              <a:buNone/>
            </a:pPr>
            <a:r>
              <a:rPr lang="en-US" altLang="zh-TW" sz="1500">
                <a:latin typeface="Consolas" panose="020B0609020204030204" pitchFamily="49" charset="0"/>
                <a:ea typeface="+mj-ea"/>
              </a:rPr>
              <a:t>}</a:t>
            </a:r>
          </a:p>
          <a:p>
            <a:pPr marL="0" indent="0">
              <a:spcBef>
                <a:spcPts val="600"/>
              </a:spcBef>
              <a:buNone/>
            </a:pPr>
            <a:r>
              <a:rPr lang="en-US" altLang="zh-TW" sz="1500">
                <a:latin typeface="Consolas" panose="020B0609020204030204" pitchFamily="49" charset="0"/>
                <a:ea typeface="+mj-ea"/>
              </a:rPr>
              <a:t>}</a:t>
            </a:r>
          </a:p>
          <a:p>
            <a:pPr marL="0" indent="0">
              <a:spcBef>
                <a:spcPts val="600"/>
              </a:spcBef>
              <a:buNone/>
            </a:pPr>
            <a:endParaRPr lang="en-US" altLang="zh-TW" sz="1500">
              <a:latin typeface="Consolas" panose="020B0609020204030204" pitchFamily="49" charset="0"/>
              <a:ea typeface="+mj-ea"/>
            </a:endParaRPr>
          </a:p>
          <a:p>
            <a:pPr marL="0" indent="0">
              <a:spcBef>
                <a:spcPts val="600"/>
              </a:spcBef>
              <a:buNone/>
            </a:pPr>
            <a:r>
              <a:rPr lang="en-US" altLang="zh-TW" sz="1500">
                <a:solidFill>
                  <a:srgbClr val="0070C0"/>
                </a:solidFill>
                <a:latin typeface="Consolas" panose="020B0609020204030204" pitchFamily="49" charset="0"/>
                <a:ea typeface="+mj-ea"/>
              </a:rPr>
              <a:t>@WebServlet(urlPatterns=</a:t>
            </a:r>
            <a:r>
              <a:rPr lang="en-US" altLang="zh-TW" sz="1500">
                <a:solidFill>
                  <a:srgbClr val="FF0000"/>
                </a:solidFill>
                <a:latin typeface="Consolas" panose="020B0609020204030204" pitchFamily="49" charset="0"/>
                <a:ea typeface="+mj-ea"/>
              </a:rPr>
              <a:t>"/HelloWorld.do"</a:t>
            </a:r>
            <a:r>
              <a:rPr lang="en-US" altLang="zh-TW" sz="1500">
                <a:solidFill>
                  <a:srgbClr val="0070C0"/>
                </a:solidFill>
                <a:latin typeface="Consolas" panose="020B0609020204030204" pitchFamily="49" charset="0"/>
                <a:ea typeface="+mj-ea"/>
              </a:rPr>
              <a:t>, loadOnStartup = 3)</a:t>
            </a:r>
          </a:p>
          <a:p>
            <a:pPr marL="0" indent="0">
              <a:spcBef>
                <a:spcPts val="600"/>
              </a:spcBef>
              <a:buNone/>
            </a:pPr>
            <a:r>
              <a:rPr lang="en-US" altLang="zh-TW" sz="1500">
                <a:latin typeface="Consolas" panose="020B0609020204030204" pitchFamily="49" charset="0"/>
                <a:ea typeface="+mj-ea"/>
              </a:rPr>
              <a:t>public class HelloWorld extends HttpServlet {</a:t>
            </a:r>
          </a:p>
          <a:p>
            <a:pPr marL="274320" lvl="1" indent="0">
              <a:spcBef>
                <a:spcPts val="600"/>
              </a:spcBef>
              <a:buNone/>
            </a:pPr>
            <a:r>
              <a:rPr lang="en-US" altLang="zh-TW" sz="1500">
                <a:latin typeface="Consolas" panose="020B0609020204030204" pitchFamily="49" charset="0"/>
                <a:ea typeface="+mj-ea"/>
              </a:rPr>
              <a:t>@Override</a:t>
            </a:r>
          </a:p>
          <a:p>
            <a:pPr marL="274320" lvl="1" indent="0">
              <a:spcBef>
                <a:spcPts val="600"/>
              </a:spcBef>
              <a:buNone/>
            </a:pPr>
            <a:r>
              <a:rPr lang="en-US" altLang="zh-TW" sz="1500">
                <a:latin typeface="Consolas" panose="020B0609020204030204" pitchFamily="49" charset="0"/>
                <a:ea typeface="+mj-ea"/>
              </a:rPr>
              <a:t>protected void doGet(HttpServletRequest req, HttpServletResponse resp{</a:t>
            </a:r>
          </a:p>
          <a:p>
            <a:pPr marL="548640" lvl="2" indent="0">
              <a:spcBef>
                <a:spcPts val="600"/>
              </a:spcBef>
              <a:buNone/>
            </a:pPr>
            <a:r>
              <a:rPr lang="en-US" altLang="zh-TW" sz="1500">
                <a:latin typeface="Consolas" panose="020B0609020204030204" pitchFamily="49" charset="0"/>
                <a:ea typeface="+mj-ea"/>
              </a:rPr>
              <a:t>// </a:t>
            </a:r>
            <a:r>
              <a:rPr lang="zh-TW" altLang="en-US" sz="1500">
                <a:latin typeface="Consolas" panose="020B0609020204030204" pitchFamily="49" charset="0"/>
                <a:ea typeface="+mj-ea"/>
              </a:rPr>
              <a:t>略</a:t>
            </a:r>
            <a:r>
              <a:rPr lang="en-US" altLang="zh-TW" sz="1500">
                <a:latin typeface="Consolas" panose="020B0609020204030204" pitchFamily="49" charset="0"/>
                <a:ea typeface="+mj-ea"/>
              </a:rPr>
              <a:t>...</a:t>
            </a:r>
          </a:p>
          <a:p>
            <a:pPr marL="274320" lvl="1" indent="0">
              <a:spcBef>
                <a:spcPts val="600"/>
              </a:spcBef>
              <a:buNone/>
            </a:pPr>
            <a:r>
              <a:rPr lang="en-US" altLang="zh-TW" sz="1500">
                <a:latin typeface="Consolas" panose="020B0609020204030204" pitchFamily="49" charset="0"/>
                <a:ea typeface="+mj-ea"/>
              </a:rPr>
              <a:t>}</a:t>
            </a:r>
          </a:p>
          <a:p>
            <a:pPr marL="0" indent="0">
              <a:spcBef>
                <a:spcPts val="600"/>
              </a:spcBef>
              <a:buNone/>
            </a:pPr>
            <a:r>
              <a:rPr lang="en-US" altLang="zh-TW" sz="1500">
                <a:latin typeface="Consolas" panose="020B0609020204030204" pitchFamily="49" charset="0"/>
                <a:ea typeface="+mj-ea"/>
              </a:rPr>
              <a:t>}</a:t>
            </a:r>
          </a:p>
        </p:txBody>
      </p:sp>
    </p:spTree>
    <p:extLst>
      <p:ext uri="{BB962C8B-B14F-4D97-AF65-F5344CB8AC3E}">
        <p14:creationId xmlns:p14="http://schemas.microsoft.com/office/powerpoint/2010/main" val="41930546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sz="half" idx="2"/>
          </p:nvPr>
        </p:nvSpPr>
        <p:spPr>
          <a:xfrm>
            <a:off x="8299450" y="893910"/>
            <a:ext cx="3892551" cy="4642658"/>
          </a:xfrm>
        </p:spPr>
        <p:txBody>
          <a:bodyPr>
            <a:noAutofit/>
          </a:bodyPr>
          <a:lstStyle/>
          <a:p>
            <a:r>
              <a:rPr lang="en-US" altLang="zh-TW" sz="1900" b="1">
                <a:latin typeface="Consolas" panose="020B0609020204030204" pitchFamily="49" charset="0"/>
                <a:ea typeface="+mj-ea"/>
              </a:rPr>
              <a:t>web.xml</a:t>
            </a:r>
            <a:r>
              <a:rPr lang="zh-TW" altLang="en-US" sz="1900" b="1">
                <a:latin typeface="Consolas" panose="020B0609020204030204" pitchFamily="49" charset="0"/>
                <a:ea typeface="+mj-ea"/>
              </a:rPr>
              <a:t>檔案是</a:t>
            </a:r>
            <a:r>
              <a:rPr lang="en-US" altLang="zh-TW" sz="1900" b="1">
                <a:latin typeface="Consolas" panose="020B0609020204030204" pitchFamily="49" charset="0"/>
                <a:ea typeface="+mj-ea"/>
              </a:rPr>
              <a:t>Java Web</a:t>
            </a:r>
            <a:r>
              <a:rPr lang="zh-TW" altLang="en-US" sz="1900" b="1">
                <a:latin typeface="Consolas" panose="020B0609020204030204" pitchFamily="49" charset="0"/>
                <a:ea typeface="+mj-ea"/>
              </a:rPr>
              <a:t>專案中的一個配置檔案。</a:t>
            </a:r>
            <a:endParaRPr lang="en-US" altLang="zh-TW" sz="1900" b="1">
              <a:latin typeface="Consolas" panose="020B0609020204030204" pitchFamily="49" charset="0"/>
              <a:ea typeface="+mj-ea"/>
            </a:endParaRPr>
          </a:p>
          <a:p>
            <a:r>
              <a:rPr lang="zh-TW" altLang="en-US" sz="1900" b="1">
                <a:latin typeface="Consolas" panose="020B0609020204030204" pitchFamily="49" charset="0"/>
                <a:ea typeface="+mj-ea"/>
              </a:rPr>
              <a:t>當伺服器啟動時，伺服器就會預先讀取每一個</a:t>
            </a:r>
            <a:r>
              <a:rPr lang="en-US" altLang="zh-TW" sz="1900" b="1">
                <a:latin typeface="Consolas" panose="020B0609020204030204" pitchFamily="49" charset="0"/>
                <a:ea typeface="+mj-ea"/>
              </a:rPr>
              <a:t>Web App</a:t>
            </a:r>
            <a:r>
              <a:rPr lang="zh-TW" altLang="en-US" sz="1900" b="1">
                <a:latin typeface="Consolas" panose="020B0609020204030204" pitchFamily="49" charset="0"/>
                <a:ea typeface="+mj-ea"/>
              </a:rPr>
              <a:t>的</a:t>
            </a:r>
            <a:r>
              <a:rPr lang="en-US" altLang="zh-TW" sz="1900" b="1">
                <a:latin typeface="Consolas" panose="020B0609020204030204" pitchFamily="49" charset="0"/>
                <a:ea typeface="+mj-ea"/>
              </a:rPr>
              <a:t>web.xml</a:t>
            </a:r>
            <a:r>
              <a:rPr lang="zh-TW" altLang="en-US" sz="1900" b="1">
                <a:latin typeface="Consolas" panose="020B0609020204030204" pitchFamily="49" charset="0"/>
                <a:ea typeface="+mj-ea"/>
              </a:rPr>
              <a:t>檔，用來提供該</a:t>
            </a:r>
            <a:r>
              <a:rPr lang="en-US" altLang="zh-TW" sz="1900" b="1">
                <a:latin typeface="Consolas" panose="020B0609020204030204" pitchFamily="49" charset="0"/>
                <a:ea typeface="+mj-ea"/>
              </a:rPr>
              <a:t>Web App</a:t>
            </a:r>
            <a:r>
              <a:rPr lang="zh-TW" altLang="en-US" sz="1900" b="1">
                <a:latin typeface="Consolas" panose="020B0609020204030204" pitchFamily="49" charset="0"/>
                <a:ea typeface="+mj-ea"/>
              </a:rPr>
              <a:t>的資訊給伺服器。</a:t>
            </a:r>
          </a:p>
          <a:p>
            <a:r>
              <a:rPr lang="zh-TW" altLang="en-US" sz="1900" b="1">
                <a:latin typeface="Consolas" panose="020B0609020204030204" pitchFamily="49" charset="0"/>
                <a:ea typeface="+mj-ea"/>
              </a:rPr>
              <a:t>此檔案包含它所屬的</a:t>
            </a:r>
            <a:r>
              <a:rPr lang="en-US" altLang="zh-TW" sz="1900" b="1">
                <a:latin typeface="Consolas" panose="020B0609020204030204" pitchFamily="49" charset="0"/>
                <a:ea typeface="+mj-ea"/>
              </a:rPr>
              <a:t>Web App</a:t>
            </a:r>
            <a:r>
              <a:rPr lang="zh-TW" altLang="en-US" sz="1900" b="1">
                <a:latin typeface="Consolas" panose="020B0609020204030204" pitchFamily="49" charset="0"/>
                <a:ea typeface="+mj-ea"/>
              </a:rPr>
              <a:t>組態資訊，可讓你完全控制所屬的</a:t>
            </a:r>
            <a:r>
              <a:rPr lang="en-US" altLang="zh-TW" sz="1900" b="1">
                <a:latin typeface="Consolas" panose="020B0609020204030204" pitchFamily="49" charset="0"/>
                <a:ea typeface="+mj-ea"/>
              </a:rPr>
              <a:t>Web App</a:t>
            </a:r>
            <a:r>
              <a:rPr lang="zh-TW" altLang="en-US" sz="1900" b="1">
                <a:latin typeface="Consolas" panose="020B0609020204030204" pitchFamily="49" charset="0"/>
                <a:ea typeface="+mj-ea"/>
              </a:rPr>
              <a:t>行為，如</a:t>
            </a:r>
            <a:r>
              <a:rPr lang="en-US" altLang="zh-TW" sz="1900" b="1">
                <a:latin typeface="Consolas" panose="020B0609020204030204" pitchFamily="49" charset="0"/>
                <a:ea typeface="+mj-ea"/>
              </a:rPr>
              <a:t>Servlet</a:t>
            </a:r>
            <a:r>
              <a:rPr lang="zh-TW" altLang="en-US" sz="1900" b="1">
                <a:latin typeface="Consolas" panose="020B0609020204030204" pitchFamily="49" charset="0"/>
                <a:ea typeface="+mj-ea"/>
              </a:rPr>
              <a:t>、</a:t>
            </a:r>
            <a:r>
              <a:rPr lang="en-US" altLang="zh-TW" sz="1900" b="1">
                <a:latin typeface="Consolas" panose="020B0609020204030204" pitchFamily="49" charset="0"/>
                <a:ea typeface="+mj-ea"/>
              </a:rPr>
              <a:t>Filter</a:t>
            </a:r>
            <a:r>
              <a:rPr lang="zh-TW" altLang="en-US" sz="1900" b="1">
                <a:latin typeface="Consolas" panose="020B0609020204030204" pitchFamily="49" charset="0"/>
                <a:ea typeface="+mj-ea"/>
              </a:rPr>
              <a:t>、</a:t>
            </a:r>
            <a:r>
              <a:rPr lang="en-US" altLang="zh-TW" sz="1900" b="1">
                <a:latin typeface="Consolas" panose="020B0609020204030204" pitchFamily="49" charset="0"/>
                <a:ea typeface="+mj-ea"/>
              </a:rPr>
              <a:t>Listener</a:t>
            </a:r>
            <a:r>
              <a:rPr lang="zh-TW" altLang="en-US" sz="1900" b="1">
                <a:latin typeface="Consolas" panose="020B0609020204030204" pitchFamily="49" charset="0"/>
                <a:ea typeface="+mj-ea"/>
              </a:rPr>
              <a:t>的註冊、</a:t>
            </a:r>
            <a:r>
              <a:rPr lang="en-US" altLang="zh-TW" sz="1900" b="1">
                <a:latin typeface="Consolas" panose="020B0609020204030204" pitchFamily="49" charset="0"/>
                <a:ea typeface="+mj-ea"/>
              </a:rPr>
              <a:t>URL</a:t>
            </a:r>
            <a:r>
              <a:rPr lang="zh-TW" altLang="en-US" sz="1900" b="1">
                <a:latin typeface="Consolas" panose="020B0609020204030204" pitchFamily="49" charset="0"/>
                <a:ea typeface="+mj-ea"/>
              </a:rPr>
              <a:t>對應、歡迎檔、錯誤頁面、預設</a:t>
            </a:r>
            <a:r>
              <a:rPr lang="en-US" altLang="zh-TW" sz="1900" b="1">
                <a:latin typeface="Consolas" panose="020B0609020204030204" pitchFamily="49" charset="0"/>
                <a:ea typeface="+mj-ea"/>
              </a:rPr>
              <a:t>App</a:t>
            </a:r>
            <a:r>
              <a:rPr lang="zh-TW" altLang="en-US" sz="1900" b="1">
                <a:latin typeface="Consolas" panose="020B0609020204030204" pitchFamily="49" charset="0"/>
                <a:ea typeface="+mj-ea"/>
              </a:rPr>
              <a:t>起始參數</a:t>
            </a:r>
            <a:r>
              <a:rPr lang="en-US" altLang="zh-TW" sz="1900" b="1">
                <a:latin typeface="Consolas" panose="020B0609020204030204" pitchFamily="49" charset="0"/>
                <a:ea typeface="+mj-ea"/>
              </a:rPr>
              <a:t>…</a:t>
            </a:r>
            <a:r>
              <a:rPr lang="zh-TW" altLang="en-US" sz="1900" b="1">
                <a:latin typeface="Consolas" panose="020B0609020204030204" pitchFamily="49" charset="0"/>
                <a:ea typeface="+mj-ea"/>
              </a:rPr>
              <a:t>等。</a:t>
            </a:r>
            <a:endParaRPr lang="en-US" altLang="zh-TW" sz="1900" b="1">
              <a:latin typeface="Consolas" panose="020B0609020204030204" pitchFamily="49" charset="0"/>
              <a:ea typeface="+mj-ea"/>
            </a:endParaRPr>
          </a:p>
          <a:p>
            <a:r>
              <a:rPr lang="zh-TW" altLang="en-US" sz="1900" b="1">
                <a:latin typeface="Consolas" panose="020B0609020204030204" pitchFamily="49" charset="0"/>
                <a:ea typeface="+mj-ea"/>
              </a:rPr>
              <a:t>此檔案不是</a:t>
            </a:r>
            <a:r>
              <a:rPr lang="en-US" altLang="zh-TW" sz="1900" b="1">
                <a:latin typeface="Consolas" panose="020B0609020204030204" pitchFamily="49" charset="0"/>
                <a:ea typeface="+mj-ea"/>
              </a:rPr>
              <a:t>Web App</a:t>
            </a:r>
            <a:r>
              <a:rPr lang="zh-TW" altLang="en-US" sz="1900" b="1">
                <a:latin typeface="Consolas" panose="020B0609020204030204" pitchFamily="49" charset="0"/>
                <a:ea typeface="+mj-ea"/>
              </a:rPr>
              <a:t>必需的，但可以增加</a:t>
            </a:r>
            <a:r>
              <a:rPr lang="en-US" altLang="zh-TW" sz="1900" b="1">
                <a:latin typeface="Consolas" panose="020B0609020204030204" pitchFamily="49" charset="0"/>
                <a:ea typeface="+mj-ea"/>
              </a:rPr>
              <a:t>Web App</a:t>
            </a:r>
            <a:r>
              <a:rPr lang="zh-TW" altLang="en-US" sz="1900" b="1">
                <a:latin typeface="Consolas" panose="020B0609020204030204" pitchFamily="49" charset="0"/>
                <a:ea typeface="+mj-ea"/>
              </a:rPr>
              <a:t>的彈性。</a:t>
            </a:r>
          </a:p>
        </p:txBody>
      </p:sp>
      <p:sp>
        <p:nvSpPr>
          <p:cNvPr id="4" name="投影片編號版面配置區 3">
            <a:extLst>
              <a:ext uri="{FF2B5EF4-FFF2-40B4-BE49-F238E27FC236}">
                <a16:creationId xmlns:a16="http://schemas.microsoft.com/office/drawing/2014/main" id="{DE0C7043-5B7F-4E55-B9C2-004C86B4F74C}"/>
              </a:ext>
            </a:extLst>
          </p:cNvPr>
          <p:cNvSpPr>
            <a:spLocks noGrp="1"/>
          </p:cNvSpPr>
          <p:nvPr>
            <p:ph type="sldNum" sz="quarter" idx="12"/>
          </p:nvPr>
        </p:nvSpPr>
        <p:spPr/>
        <p:txBody>
          <a:bodyPr/>
          <a:lstStyle/>
          <a:p>
            <a:fld id="{B521127C-0C56-461F-B517-0D483F216F7D}" type="slidenum">
              <a:rPr lang="zh-TW" altLang="en-US" smtClean="0"/>
              <a:t>36</a:t>
            </a:fld>
            <a:endParaRPr lang="zh-TW" altLang="en-US"/>
          </a:p>
        </p:txBody>
      </p:sp>
      <p:sp>
        <p:nvSpPr>
          <p:cNvPr id="6" name="文字方塊 5">
            <a:extLst>
              <a:ext uri="{FF2B5EF4-FFF2-40B4-BE49-F238E27FC236}">
                <a16:creationId xmlns:a16="http://schemas.microsoft.com/office/drawing/2014/main" id="{4048B39A-AA08-42D9-9BD6-CAADFE654C73}"/>
              </a:ext>
            </a:extLst>
          </p:cNvPr>
          <p:cNvSpPr txBox="1"/>
          <p:nvPr/>
        </p:nvSpPr>
        <p:spPr>
          <a:xfrm>
            <a:off x="0" y="0"/>
            <a:ext cx="8299450" cy="4401205"/>
          </a:xfrm>
          <a:prstGeom prst="rect">
            <a:avLst/>
          </a:prstGeom>
          <a:noFill/>
        </p:spPr>
        <p:txBody>
          <a:bodyPr wrap="square" rtlCol="0">
            <a:spAutoFit/>
          </a:bodyPr>
          <a:lstStyle/>
          <a:p>
            <a:r>
              <a:rPr lang="zh-TW" altLang="en-US" sz="2000">
                <a:latin typeface="Consolas" panose="020B0609020204030204" pitchFamily="49" charset="0"/>
                <a:ea typeface="+mj-ea"/>
              </a:rPr>
              <a:t>標準設定如下</a:t>
            </a:r>
            <a:r>
              <a:rPr lang="en-US" altLang="zh-TW" sz="2000">
                <a:latin typeface="Consolas" panose="020B0609020204030204" pitchFamily="49" charset="0"/>
                <a:ea typeface="+mj-ea"/>
              </a:rPr>
              <a:t>:</a:t>
            </a:r>
          </a:p>
          <a:p>
            <a:pPr lvl="1"/>
            <a:r>
              <a:rPr lang="en-US" altLang="zh-TW" sz="2000">
                <a:latin typeface="Consolas" panose="020B0609020204030204" pitchFamily="49" charset="0"/>
                <a:ea typeface="+mj-ea"/>
              </a:rPr>
              <a:t>Web.xml</a:t>
            </a:r>
            <a:r>
              <a:rPr lang="zh-TW" altLang="en-US" sz="2000">
                <a:latin typeface="Consolas" panose="020B0609020204030204" pitchFamily="49" charset="0"/>
                <a:ea typeface="+mj-ea"/>
              </a:rPr>
              <a:t>第一行宣告</a:t>
            </a:r>
            <a:r>
              <a:rPr lang="en-US" altLang="zh-TW" sz="2000">
                <a:latin typeface="Consolas" panose="020B0609020204030204" pitchFamily="49" charset="0"/>
                <a:ea typeface="+mj-ea"/>
              </a:rPr>
              <a:t>XML</a:t>
            </a:r>
            <a:r>
              <a:rPr lang="zh-TW" altLang="en-US" sz="2000">
                <a:latin typeface="Consolas" panose="020B0609020204030204" pitchFamily="49" charset="0"/>
                <a:ea typeface="+mj-ea"/>
              </a:rPr>
              <a:t>版本</a:t>
            </a:r>
            <a:r>
              <a:rPr lang="en-US" altLang="zh-TW" sz="2000">
                <a:latin typeface="Consolas" panose="020B0609020204030204" pitchFamily="49" charset="0"/>
                <a:ea typeface="+mj-ea"/>
              </a:rPr>
              <a:t>:</a:t>
            </a:r>
          </a:p>
          <a:p>
            <a:pPr lvl="2"/>
            <a:r>
              <a:rPr lang="en-US" altLang="zh-TW" sz="2000">
                <a:latin typeface="Consolas" panose="020B0609020204030204" pitchFamily="49" charset="0"/>
                <a:ea typeface="+mj-ea"/>
              </a:rPr>
              <a:t>&lt;?xml version="1.0" encoding="UTF-8"?&gt;</a:t>
            </a:r>
          </a:p>
          <a:p>
            <a:pPr lvl="1"/>
            <a:r>
              <a:rPr lang="zh-TW" altLang="en-US" sz="2000">
                <a:latin typeface="Consolas" panose="020B0609020204030204" pitchFamily="49" charset="0"/>
                <a:ea typeface="+mj-ea"/>
              </a:rPr>
              <a:t>第二行指定此檔案所用的</a:t>
            </a:r>
            <a:r>
              <a:rPr lang="en-US" altLang="zh-TW" sz="2000">
                <a:latin typeface="Consolas" panose="020B0609020204030204" pitchFamily="49" charset="0"/>
                <a:ea typeface="+mj-ea"/>
              </a:rPr>
              <a:t>DTD(Document Type Definition)</a:t>
            </a:r>
            <a:r>
              <a:rPr lang="zh-TW" altLang="en-US" sz="2000">
                <a:latin typeface="Consolas" panose="020B0609020204030204" pitchFamily="49" charset="0"/>
                <a:ea typeface="+mj-ea"/>
              </a:rPr>
              <a:t>或</a:t>
            </a:r>
            <a:r>
              <a:rPr lang="en-US" altLang="zh-TW" sz="2000" err="1">
                <a:latin typeface="Consolas" panose="020B0609020204030204" pitchFamily="49" charset="0"/>
                <a:ea typeface="+mj-ea"/>
              </a:rPr>
              <a:t>XMLSchema</a:t>
            </a:r>
            <a:r>
              <a:rPr lang="zh-TW" altLang="en-US" sz="2000">
                <a:latin typeface="Consolas" panose="020B0609020204030204" pitchFamily="49" charset="0"/>
                <a:ea typeface="+mj-ea"/>
              </a:rPr>
              <a:t>檔，所有的部署描述檔都以這兩行</a:t>
            </a:r>
            <a:r>
              <a:rPr lang="en-US" altLang="zh-TW" sz="2000">
                <a:latin typeface="Consolas" panose="020B0609020204030204" pitchFamily="49" charset="0"/>
                <a:ea typeface="+mj-ea"/>
              </a:rPr>
              <a:t>(</a:t>
            </a:r>
            <a:r>
              <a:rPr lang="zh-TW" altLang="en-US" sz="2000">
                <a:latin typeface="Consolas" panose="020B0609020204030204" pitchFamily="49" charset="0"/>
                <a:ea typeface="+mj-ea"/>
              </a:rPr>
              <a:t>或類似的宣告</a:t>
            </a:r>
            <a:r>
              <a:rPr lang="en-US" altLang="zh-TW" sz="2000">
                <a:latin typeface="Consolas" panose="020B0609020204030204" pitchFamily="49" charset="0"/>
                <a:ea typeface="+mj-ea"/>
              </a:rPr>
              <a:t>)</a:t>
            </a:r>
            <a:r>
              <a:rPr lang="zh-TW" altLang="en-US" sz="2000">
                <a:latin typeface="Consolas" panose="020B0609020204030204" pitchFamily="49" charset="0"/>
                <a:ea typeface="+mj-ea"/>
              </a:rPr>
              <a:t>做為開始</a:t>
            </a:r>
            <a:r>
              <a:rPr lang="en-US" altLang="zh-TW" sz="2000">
                <a:latin typeface="Consolas" panose="020B0609020204030204" pitchFamily="49" charset="0"/>
                <a:ea typeface="+mj-ea"/>
              </a:rPr>
              <a:t>:</a:t>
            </a:r>
          </a:p>
          <a:p>
            <a:pPr lvl="2"/>
            <a:r>
              <a:rPr lang="en-US" altLang="zh-TW" sz="2000">
                <a:latin typeface="Consolas" panose="020B0609020204030204" pitchFamily="49" charset="0"/>
                <a:ea typeface="+mj-ea"/>
              </a:rPr>
              <a:t>&lt;web-app </a:t>
            </a:r>
            <a:r>
              <a:rPr lang="en-US" altLang="zh-TW" sz="2000" err="1">
                <a:latin typeface="Consolas" panose="020B0609020204030204" pitchFamily="49" charset="0"/>
                <a:ea typeface="+mj-ea"/>
              </a:rPr>
              <a:t>xmlns:xsi</a:t>
            </a:r>
            <a:r>
              <a:rPr lang="en-US" altLang="zh-TW" sz="2000">
                <a:latin typeface="Consolas" panose="020B0609020204030204" pitchFamily="49" charset="0"/>
                <a:ea typeface="+mj-ea"/>
              </a:rPr>
              <a:t>="http://www.w3.org/2001/XMLSchema-instance" //…</a:t>
            </a:r>
            <a:r>
              <a:rPr lang="zh-TW" altLang="en-US" sz="2000">
                <a:latin typeface="Consolas" panose="020B0609020204030204" pitchFamily="49" charset="0"/>
                <a:ea typeface="+mj-ea"/>
              </a:rPr>
              <a:t>中略</a:t>
            </a:r>
            <a:endParaRPr lang="en-US" altLang="zh-TW" sz="2000">
              <a:latin typeface="Consolas" panose="020B0609020204030204" pitchFamily="49" charset="0"/>
              <a:ea typeface="+mj-ea"/>
            </a:endParaRPr>
          </a:p>
          <a:p>
            <a:pPr lvl="2"/>
            <a:r>
              <a:rPr lang="en-US" altLang="zh-TW" sz="2000">
                <a:latin typeface="Consolas" panose="020B0609020204030204" pitchFamily="49" charset="0"/>
                <a:ea typeface="+mj-ea"/>
              </a:rPr>
              <a:t>version="4.0"&gt;</a:t>
            </a:r>
          </a:p>
          <a:p>
            <a:pPr lvl="1"/>
            <a:r>
              <a:rPr lang="zh-TW" altLang="en-US" sz="2000">
                <a:latin typeface="Consolas" panose="020B0609020204030204" pitchFamily="49" charset="0"/>
                <a:ea typeface="+mj-ea"/>
              </a:rPr>
              <a:t>註</a:t>
            </a:r>
            <a:r>
              <a:rPr lang="en-US" altLang="zh-TW" sz="2000">
                <a:latin typeface="Consolas" panose="020B0609020204030204" pitchFamily="49" charset="0"/>
                <a:ea typeface="+mj-ea"/>
              </a:rPr>
              <a:t>:</a:t>
            </a:r>
            <a:r>
              <a:rPr lang="zh-TW" altLang="en-US" sz="2000">
                <a:latin typeface="Consolas" panose="020B0609020204030204" pitchFamily="49" charset="0"/>
                <a:ea typeface="+mj-ea"/>
              </a:rPr>
              <a:t>各個版本的</a:t>
            </a:r>
            <a:r>
              <a:rPr lang="en-US" altLang="zh-TW" sz="2000">
                <a:latin typeface="Consolas" panose="020B0609020204030204" pitchFamily="49" charset="0"/>
                <a:ea typeface="+mj-ea"/>
              </a:rPr>
              <a:t>Servlet</a:t>
            </a:r>
            <a:r>
              <a:rPr lang="zh-TW" altLang="en-US" sz="2000">
                <a:latin typeface="Consolas" panose="020B0609020204030204" pitchFamily="49" charset="0"/>
                <a:ea typeface="+mj-ea"/>
              </a:rPr>
              <a:t>頂層標籤略有不同</a:t>
            </a:r>
            <a:endParaRPr lang="en-US" altLang="zh-TW" sz="2000">
              <a:latin typeface="Consolas" panose="020B0609020204030204" pitchFamily="49" charset="0"/>
              <a:ea typeface="+mj-ea"/>
            </a:endParaRPr>
          </a:p>
          <a:p>
            <a:pPr lvl="1"/>
            <a:endParaRPr lang="en-US" altLang="zh-TW" sz="2000">
              <a:latin typeface="Consolas" panose="020B0609020204030204" pitchFamily="49" charset="0"/>
              <a:ea typeface="+mj-ea"/>
            </a:endParaRPr>
          </a:p>
          <a:p>
            <a:pPr lvl="1"/>
            <a:r>
              <a:rPr lang="zh-TW" altLang="en-US" sz="2000">
                <a:latin typeface="Consolas" panose="020B0609020204030204" pitchFamily="49" charset="0"/>
                <a:ea typeface="+mj-ea"/>
              </a:rPr>
              <a:t>其餘在</a:t>
            </a:r>
            <a:r>
              <a:rPr lang="en-US" altLang="zh-TW" sz="2000">
                <a:solidFill>
                  <a:srgbClr val="FF0000"/>
                </a:solidFill>
                <a:latin typeface="Consolas" panose="020B0609020204030204" pitchFamily="49" charset="0"/>
                <a:ea typeface="+mj-ea"/>
              </a:rPr>
              <a:t>&lt;web-app&gt;</a:t>
            </a:r>
            <a:r>
              <a:rPr lang="zh-TW" altLang="en-US" sz="2000">
                <a:latin typeface="Consolas" panose="020B0609020204030204" pitchFamily="49" charset="0"/>
                <a:ea typeface="+mj-ea"/>
              </a:rPr>
              <a:t>與</a:t>
            </a:r>
            <a:r>
              <a:rPr lang="en-US" altLang="zh-TW" sz="2000">
                <a:solidFill>
                  <a:srgbClr val="FF0000"/>
                </a:solidFill>
                <a:latin typeface="Consolas" panose="020B0609020204030204" pitchFamily="49" charset="0"/>
                <a:ea typeface="+mj-ea"/>
              </a:rPr>
              <a:t>&lt;/web-app&gt;</a:t>
            </a:r>
            <a:r>
              <a:rPr lang="zh-TW" altLang="en-US" sz="2000">
                <a:latin typeface="Consolas" panose="020B0609020204030204" pitchFamily="49" charset="0"/>
                <a:ea typeface="+mj-ea"/>
              </a:rPr>
              <a:t>間的文字為檔案主體，用來提供該</a:t>
            </a:r>
            <a:r>
              <a:rPr lang="en-US" altLang="zh-TW" sz="2000">
                <a:latin typeface="Consolas" panose="020B0609020204030204" pitchFamily="49" charset="0"/>
                <a:ea typeface="+mj-ea"/>
              </a:rPr>
              <a:t>Web App</a:t>
            </a:r>
            <a:r>
              <a:rPr lang="zh-TW" altLang="en-US" sz="2000">
                <a:latin typeface="Consolas" panose="020B0609020204030204" pitchFamily="49" charset="0"/>
                <a:ea typeface="+mj-ea"/>
              </a:rPr>
              <a:t>的資訊給伺服器。</a:t>
            </a:r>
            <a:endParaRPr lang="en-US" altLang="zh-TW" sz="2000">
              <a:latin typeface="Consolas" panose="020B0609020204030204" pitchFamily="49" charset="0"/>
              <a:ea typeface="+mj-ea"/>
            </a:endParaRPr>
          </a:p>
        </p:txBody>
      </p:sp>
      <p:sp>
        <p:nvSpPr>
          <p:cNvPr id="9" name="矩形 8"/>
          <p:cNvSpPr/>
          <p:nvPr/>
        </p:nvSpPr>
        <p:spPr>
          <a:xfrm>
            <a:off x="8331201" y="191144"/>
            <a:ext cx="3860800" cy="549381"/>
          </a:xfrm>
          <a:prstGeom prst="rect">
            <a:avLst/>
          </a:prstGeom>
        </p:spPr>
        <p:txBody>
          <a:bodyPr wrap="square">
            <a:spAutoFit/>
          </a:bodyPr>
          <a:lstStyle/>
          <a:p>
            <a:pPr algn="ctr" defTabSz="914400">
              <a:lnSpc>
                <a:spcPct val="90000"/>
              </a:lnSpc>
              <a:spcBef>
                <a:spcPct val="0"/>
              </a:spcBef>
            </a:pPr>
            <a:r>
              <a:rPr lang="en-US" altLang="zh-TW" sz="3300" b="1">
                <a:latin typeface="+mj-lt"/>
                <a:ea typeface="+mj-ea"/>
                <a:cs typeface="+mj-cs"/>
              </a:rPr>
              <a:t>web.xml </a:t>
            </a:r>
            <a:r>
              <a:rPr lang="zh-TW" altLang="en-US" sz="3300" b="1">
                <a:latin typeface="+mj-lt"/>
                <a:ea typeface="+mj-ea"/>
                <a:cs typeface="+mj-cs"/>
              </a:rPr>
              <a:t>部署描述檔</a:t>
            </a:r>
          </a:p>
        </p:txBody>
      </p:sp>
    </p:spTree>
    <p:extLst>
      <p:ext uri="{BB962C8B-B14F-4D97-AF65-F5344CB8AC3E}">
        <p14:creationId xmlns:p14="http://schemas.microsoft.com/office/powerpoint/2010/main" val="5704733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sz="half" idx="2"/>
          </p:nvPr>
        </p:nvSpPr>
        <p:spPr>
          <a:xfrm>
            <a:off x="8331201" y="889630"/>
            <a:ext cx="3892551" cy="4791733"/>
          </a:xfrm>
        </p:spPr>
        <p:txBody>
          <a:bodyPr>
            <a:noAutofit/>
          </a:bodyPr>
          <a:lstStyle/>
          <a:p>
            <a:r>
              <a:rPr lang="zh-TW" altLang="en-US" sz="2300" b="1">
                <a:latin typeface="Consolas" panose="020B0609020204030204" pitchFamily="49" charset="0"/>
                <a:ea typeface="+mj-ea"/>
              </a:rPr>
              <a:t>一支</a:t>
            </a:r>
            <a:r>
              <a:rPr lang="en-US" altLang="zh-TW" sz="2300" b="1">
                <a:latin typeface="Consolas" panose="020B0609020204030204" pitchFamily="49" charset="0"/>
                <a:ea typeface="+mj-ea"/>
              </a:rPr>
              <a:t>Servlet</a:t>
            </a:r>
            <a:r>
              <a:rPr lang="zh-TW" altLang="en-US" sz="2300" b="1">
                <a:latin typeface="Consolas" panose="020B0609020204030204" pitchFamily="49" charset="0"/>
                <a:ea typeface="+mj-ea"/>
              </a:rPr>
              <a:t>程式可以有多個內部註冊名稱</a:t>
            </a:r>
            <a:r>
              <a:rPr lang="en-US" altLang="zh-TW" sz="2300" b="1">
                <a:latin typeface="Consolas" panose="020B0609020204030204" pitchFamily="49" charset="0"/>
                <a:ea typeface="+mj-ea"/>
              </a:rPr>
              <a:t>(name)</a:t>
            </a:r>
            <a:r>
              <a:rPr lang="zh-TW" altLang="en-US" sz="2300" b="1">
                <a:latin typeface="Consolas" panose="020B0609020204030204" pitchFamily="49" charset="0"/>
                <a:ea typeface="+mj-ea"/>
              </a:rPr>
              <a:t>，每個內部註冊名稱會對應到一個</a:t>
            </a:r>
            <a:r>
              <a:rPr lang="en-US" altLang="zh-TW" sz="2300" b="1">
                <a:latin typeface="Consolas" panose="020B0609020204030204" pitchFamily="49" charset="0"/>
                <a:ea typeface="+mj-ea"/>
              </a:rPr>
              <a:t>Servlet</a:t>
            </a:r>
            <a:r>
              <a:rPr lang="zh-TW" altLang="en-US" sz="2300" b="1">
                <a:latin typeface="Consolas" panose="020B0609020204030204" pitchFamily="49" charset="0"/>
                <a:ea typeface="+mj-ea"/>
              </a:rPr>
              <a:t>實體。</a:t>
            </a:r>
            <a:endParaRPr lang="en-US" altLang="zh-TW" sz="2300" b="1">
              <a:latin typeface="Consolas" panose="020B0609020204030204" pitchFamily="49" charset="0"/>
              <a:ea typeface="+mj-ea"/>
            </a:endParaRPr>
          </a:p>
          <a:p>
            <a:r>
              <a:rPr lang="en-US" altLang="zh-TW" sz="2300" b="1">
                <a:latin typeface="Consolas" panose="020B0609020204030204" pitchFamily="49" charset="0"/>
                <a:ea typeface="+mj-ea"/>
              </a:rPr>
              <a:t>【url-pattern</a:t>
            </a:r>
            <a:r>
              <a:rPr lang="zh-TW" altLang="en-US" sz="2300" b="1">
                <a:latin typeface="Consolas" panose="020B0609020204030204" pitchFamily="49" charset="0"/>
                <a:ea typeface="+mj-ea"/>
              </a:rPr>
              <a:t>命名</a:t>
            </a:r>
            <a:r>
              <a:rPr lang="en-US" altLang="zh-TW" sz="2300" b="1">
                <a:latin typeface="Consolas" panose="020B0609020204030204" pitchFamily="49" charset="0"/>
                <a:ea typeface="+mj-ea"/>
              </a:rPr>
              <a:t>】</a:t>
            </a:r>
          </a:p>
          <a:p>
            <a:r>
              <a:rPr lang="zh-TW" altLang="en-US" sz="2300" b="1">
                <a:latin typeface="Consolas" panose="020B0609020204030204" pitchFamily="49" charset="0"/>
                <a:ea typeface="+mj-ea"/>
              </a:rPr>
              <a:t>務必注意要加入斜線</a:t>
            </a:r>
            <a:r>
              <a:rPr lang="en-US" altLang="zh-TW" sz="2300" b="1">
                <a:latin typeface="Consolas" panose="020B0609020204030204" pitchFamily="49" charset="0"/>
                <a:ea typeface="+mj-ea"/>
              </a:rPr>
              <a:t>"/"</a:t>
            </a:r>
            <a:r>
              <a:rPr lang="zh-TW" altLang="en-US" sz="2300" b="1">
                <a:latin typeface="Consolas" panose="020B0609020204030204" pitchFamily="49" charset="0"/>
                <a:ea typeface="+mj-ea"/>
              </a:rPr>
              <a:t>，且不可重複命名；若有以上情況，則伺服器會無法啟動。</a:t>
            </a:r>
            <a:endParaRPr lang="en-US" altLang="zh-TW" sz="2300" b="1">
              <a:latin typeface="Consolas" panose="020B0609020204030204" pitchFamily="49" charset="0"/>
              <a:ea typeface="+mj-ea"/>
            </a:endParaRPr>
          </a:p>
          <a:p>
            <a:endParaRPr lang="en-US" altLang="zh-TW" sz="2300" b="1">
              <a:latin typeface="Consolas" panose="020B0609020204030204" pitchFamily="49" charset="0"/>
              <a:ea typeface="+mj-ea"/>
            </a:endParaRPr>
          </a:p>
          <a:p>
            <a:endParaRPr lang="zh-TW" altLang="en-US" sz="2300" b="1">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DE0C7043-5B7F-4E55-B9C2-004C86B4F74C}"/>
              </a:ext>
            </a:extLst>
          </p:cNvPr>
          <p:cNvSpPr>
            <a:spLocks noGrp="1"/>
          </p:cNvSpPr>
          <p:nvPr>
            <p:ph type="sldNum" sz="quarter" idx="12"/>
          </p:nvPr>
        </p:nvSpPr>
        <p:spPr/>
        <p:txBody>
          <a:bodyPr/>
          <a:lstStyle/>
          <a:p>
            <a:fld id="{B521127C-0C56-461F-B517-0D483F216F7D}" type="slidenum">
              <a:rPr lang="zh-TW" altLang="en-US" smtClean="0"/>
              <a:t>37</a:t>
            </a:fld>
            <a:endParaRPr lang="zh-TW" altLang="en-US"/>
          </a:p>
        </p:txBody>
      </p:sp>
      <p:sp>
        <p:nvSpPr>
          <p:cNvPr id="6" name="文字方塊 5">
            <a:extLst>
              <a:ext uri="{FF2B5EF4-FFF2-40B4-BE49-F238E27FC236}">
                <a16:creationId xmlns:a16="http://schemas.microsoft.com/office/drawing/2014/main" id="{4048B39A-AA08-42D9-9BD6-CAADFE654C73}"/>
              </a:ext>
            </a:extLst>
          </p:cNvPr>
          <p:cNvSpPr txBox="1"/>
          <p:nvPr/>
        </p:nvSpPr>
        <p:spPr>
          <a:xfrm>
            <a:off x="0" y="0"/>
            <a:ext cx="8299450" cy="5016758"/>
          </a:xfrm>
          <a:prstGeom prst="rect">
            <a:avLst/>
          </a:prstGeom>
          <a:noFill/>
        </p:spPr>
        <p:txBody>
          <a:bodyPr wrap="square" rtlCol="0">
            <a:spAutoFit/>
          </a:bodyPr>
          <a:lstStyle/>
          <a:p>
            <a:pPr>
              <a:spcBef>
                <a:spcPts val="600"/>
              </a:spcBef>
            </a:pPr>
            <a:r>
              <a:rPr lang="en-US" altLang="zh-TW" sz="2000">
                <a:latin typeface="Consolas" panose="020B0609020204030204" pitchFamily="49" charset="0"/>
                <a:ea typeface="+mj-ea"/>
              </a:rPr>
              <a:t>&lt;?xml version="1.0" encoding="UTF-8"?&gt;</a:t>
            </a:r>
          </a:p>
          <a:p>
            <a:pPr>
              <a:spcBef>
                <a:spcPts val="600"/>
              </a:spcBef>
            </a:pPr>
            <a:r>
              <a:rPr lang="en-US" altLang="zh-TW" sz="2000">
                <a:latin typeface="Consolas" panose="020B0609020204030204" pitchFamily="49" charset="0"/>
                <a:ea typeface="+mj-ea"/>
              </a:rPr>
              <a:t>//…</a:t>
            </a:r>
            <a:r>
              <a:rPr lang="zh-TW" altLang="en-US" sz="2000">
                <a:latin typeface="Consolas" panose="020B0609020204030204" pitchFamily="49" charset="0"/>
                <a:ea typeface="+mj-ea"/>
              </a:rPr>
              <a:t>前略</a:t>
            </a:r>
            <a:endParaRPr lang="en-US" altLang="zh-TW" sz="2000">
              <a:latin typeface="Consolas" panose="020B0609020204030204" pitchFamily="49" charset="0"/>
              <a:ea typeface="+mj-ea"/>
            </a:endParaRPr>
          </a:p>
          <a:p>
            <a:pPr>
              <a:spcBef>
                <a:spcPts val="600"/>
              </a:spcBef>
            </a:pPr>
            <a:endParaRPr lang="en-US" altLang="zh-TW" sz="2000">
              <a:latin typeface="Consolas" panose="020B0609020204030204" pitchFamily="49" charset="0"/>
              <a:ea typeface="+mj-ea"/>
            </a:endParaRPr>
          </a:p>
          <a:p>
            <a:pPr>
              <a:spcBef>
                <a:spcPts val="600"/>
              </a:spcBef>
            </a:pPr>
            <a:r>
              <a:rPr lang="en-US" altLang="zh-TW" sz="2000">
                <a:latin typeface="Consolas" panose="020B0609020204030204" pitchFamily="49" charset="0"/>
                <a:ea typeface="+mj-ea"/>
              </a:rPr>
              <a:t>&lt;web-app&gt;</a:t>
            </a:r>
          </a:p>
          <a:p>
            <a:pPr>
              <a:spcBef>
                <a:spcPts val="600"/>
              </a:spcBef>
            </a:pPr>
            <a:r>
              <a:rPr lang="en-US" altLang="zh-TW" sz="2000">
                <a:latin typeface="Consolas" panose="020B0609020204030204" pitchFamily="49" charset="0"/>
                <a:ea typeface="+mj-ea"/>
              </a:rPr>
              <a:t>	&lt;servlet&gt;</a:t>
            </a:r>
          </a:p>
          <a:p>
            <a:pPr>
              <a:spcBef>
                <a:spcPts val="600"/>
              </a:spcBef>
            </a:pPr>
            <a:r>
              <a:rPr lang="en-US" altLang="zh-TW" sz="2000">
                <a:latin typeface="Consolas" panose="020B0609020204030204" pitchFamily="49" charset="0"/>
                <a:ea typeface="+mj-ea"/>
              </a:rPr>
              <a:t>		&lt;servlet-name&gt;</a:t>
            </a:r>
            <a:r>
              <a:rPr lang="en-US" altLang="zh-TW" sz="2000">
                <a:solidFill>
                  <a:srgbClr val="FF0000"/>
                </a:solidFill>
                <a:latin typeface="Consolas" panose="020B0609020204030204" pitchFamily="49" charset="0"/>
                <a:ea typeface="+mj-ea"/>
              </a:rPr>
              <a:t>myServlet</a:t>
            </a:r>
            <a:r>
              <a:rPr lang="en-US" altLang="zh-TW" sz="2000">
                <a:latin typeface="Consolas" panose="020B0609020204030204" pitchFamily="49" charset="0"/>
                <a:ea typeface="+mj-ea"/>
              </a:rPr>
              <a:t>&lt;/servlet-name&gt;</a:t>
            </a:r>
          </a:p>
          <a:p>
            <a:pPr>
              <a:spcBef>
                <a:spcPts val="600"/>
              </a:spcBef>
            </a:pPr>
            <a:r>
              <a:rPr lang="en-US" altLang="zh-TW" sz="2000">
                <a:latin typeface="Consolas" panose="020B0609020204030204" pitchFamily="49" charset="0"/>
                <a:ea typeface="+mj-ea"/>
              </a:rPr>
              <a:t>		&lt;servlet-class&gt;tw.ch1.HelloWorld&lt;/servlet-class&gt;</a:t>
            </a:r>
          </a:p>
          <a:p>
            <a:pPr>
              <a:spcBef>
                <a:spcPts val="600"/>
              </a:spcBef>
            </a:pPr>
            <a:r>
              <a:rPr lang="en-US" altLang="zh-TW" sz="2000">
                <a:latin typeface="Consolas" panose="020B0609020204030204" pitchFamily="49" charset="0"/>
                <a:ea typeface="+mj-ea"/>
              </a:rPr>
              <a:t>	&lt;/servlet&gt;</a:t>
            </a:r>
          </a:p>
          <a:p>
            <a:pPr>
              <a:spcBef>
                <a:spcPts val="600"/>
              </a:spcBef>
            </a:pPr>
            <a:r>
              <a:rPr lang="en-US" altLang="zh-TW" sz="2000">
                <a:latin typeface="Consolas" panose="020B0609020204030204" pitchFamily="49" charset="0"/>
                <a:ea typeface="+mj-ea"/>
              </a:rPr>
              <a:t>	&lt;servlet-mapping&gt;</a:t>
            </a:r>
          </a:p>
          <a:p>
            <a:pPr>
              <a:spcBef>
                <a:spcPts val="600"/>
              </a:spcBef>
            </a:pPr>
            <a:r>
              <a:rPr lang="en-US" altLang="zh-TW" sz="2000">
                <a:latin typeface="Consolas" panose="020B0609020204030204" pitchFamily="49" charset="0"/>
                <a:ea typeface="+mj-ea"/>
              </a:rPr>
              <a:t>		&lt;servlet-name&gt;</a:t>
            </a:r>
            <a:r>
              <a:rPr lang="en-US" altLang="zh-TW" sz="2000">
                <a:solidFill>
                  <a:srgbClr val="FF0000"/>
                </a:solidFill>
                <a:latin typeface="Consolas" panose="020B0609020204030204" pitchFamily="49" charset="0"/>
                <a:ea typeface="+mj-ea"/>
              </a:rPr>
              <a:t>myServlet</a:t>
            </a:r>
            <a:r>
              <a:rPr lang="en-US" altLang="zh-TW" sz="2000">
                <a:latin typeface="Consolas" panose="020B0609020204030204" pitchFamily="49" charset="0"/>
                <a:ea typeface="+mj-ea"/>
              </a:rPr>
              <a:t>&lt;/servlet-name&gt;</a:t>
            </a:r>
          </a:p>
          <a:p>
            <a:pPr>
              <a:spcBef>
                <a:spcPts val="600"/>
              </a:spcBef>
            </a:pPr>
            <a:r>
              <a:rPr lang="en-US" altLang="zh-TW" sz="2000">
                <a:latin typeface="Consolas" panose="020B0609020204030204" pitchFamily="49" charset="0"/>
                <a:ea typeface="+mj-ea"/>
              </a:rPr>
              <a:t>		&lt;url-pattern&gt;/Hello&lt;/url-pattern&gt;</a:t>
            </a:r>
          </a:p>
          <a:p>
            <a:pPr>
              <a:spcBef>
                <a:spcPts val="600"/>
              </a:spcBef>
            </a:pPr>
            <a:r>
              <a:rPr lang="en-US" altLang="zh-TW" sz="2000">
                <a:latin typeface="Consolas" panose="020B0609020204030204" pitchFamily="49" charset="0"/>
                <a:ea typeface="+mj-ea"/>
              </a:rPr>
              <a:t>	&lt;/servlet-mapping&gt;</a:t>
            </a:r>
          </a:p>
          <a:p>
            <a:pPr>
              <a:spcBef>
                <a:spcPts val="600"/>
              </a:spcBef>
            </a:pPr>
            <a:r>
              <a:rPr lang="en-US" altLang="zh-TW" sz="2000">
                <a:latin typeface="Consolas" panose="020B0609020204030204" pitchFamily="49" charset="0"/>
                <a:ea typeface="+mj-ea"/>
              </a:rPr>
              <a:t>&lt;/web-app&gt;</a:t>
            </a:r>
            <a:endParaRPr lang="en-US" altLang="zh-TW">
              <a:latin typeface="Consolas" panose="020B0609020204030204" pitchFamily="49" charset="0"/>
              <a:ea typeface="+mj-ea"/>
            </a:endParaRPr>
          </a:p>
        </p:txBody>
      </p:sp>
      <p:sp>
        <p:nvSpPr>
          <p:cNvPr id="9" name="矩形 8"/>
          <p:cNvSpPr/>
          <p:nvPr/>
        </p:nvSpPr>
        <p:spPr>
          <a:xfrm>
            <a:off x="8331201" y="204994"/>
            <a:ext cx="3860800" cy="535531"/>
          </a:xfrm>
          <a:prstGeom prst="rect">
            <a:avLst/>
          </a:prstGeom>
        </p:spPr>
        <p:txBody>
          <a:bodyPr wrap="square">
            <a:spAutoFit/>
          </a:bodyPr>
          <a:lstStyle/>
          <a:p>
            <a:pPr algn="ctr" defTabSz="914400">
              <a:lnSpc>
                <a:spcPct val="90000"/>
              </a:lnSpc>
              <a:spcBef>
                <a:spcPct val="0"/>
              </a:spcBef>
            </a:pPr>
            <a:r>
              <a:rPr lang="en-US" altLang="zh-TW" sz="3200" b="1">
                <a:latin typeface="+mj-lt"/>
                <a:ea typeface="+mj-ea"/>
                <a:cs typeface="+mj-cs"/>
              </a:rPr>
              <a:t>SERVLET</a:t>
            </a:r>
            <a:r>
              <a:rPr lang="zh-TW" altLang="en-US" sz="3200" b="1">
                <a:latin typeface="+mj-lt"/>
                <a:ea typeface="+mj-ea"/>
                <a:cs typeface="+mj-cs"/>
              </a:rPr>
              <a:t>註冊：</a:t>
            </a:r>
            <a:r>
              <a:rPr lang="en-US" altLang="zh-TW" sz="3200" b="1">
                <a:latin typeface="+mj-lt"/>
                <a:ea typeface="+mj-ea"/>
                <a:cs typeface="+mj-cs"/>
              </a:rPr>
              <a:t>XML</a:t>
            </a:r>
            <a:endParaRPr lang="zh-TW" altLang="en-US" sz="3200" b="1">
              <a:latin typeface="+mj-lt"/>
              <a:ea typeface="+mj-ea"/>
              <a:cs typeface="+mj-cs"/>
            </a:endParaRPr>
          </a:p>
        </p:txBody>
      </p:sp>
      <p:sp>
        <p:nvSpPr>
          <p:cNvPr id="7" name="文字方塊 6">
            <a:extLst>
              <a:ext uri="{FF2B5EF4-FFF2-40B4-BE49-F238E27FC236}">
                <a16:creationId xmlns:a16="http://schemas.microsoft.com/office/drawing/2014/main" id="{9D635F89-3D3F-40F1-8832-E57C5337CC48}"/>
              </a:ext>
            </a:extLst>
          </p:cNvPr>
          <p:cNvSpPr txBox="1"/>
          <p:nvPr/>
        </p:nvSpPr>
        <p:spPr>
          <a:xfrm>
            <a:off x="2729537" y="566465"/>
            <a:ext cx="4165307" cy="646331"/>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zh-TW" altLang="en-US">
                <a:latin typeface="+mj-ea"/>
                <a:ea typeface="+mj-ea"/>
              </a:rPr>
              <a:t>一支</a:t>
            </a:r>
            <a:r>
              <a:rPr lang="en-US" altLang="zh-TW">
                <a:latin typeface="+mj-ea"/>
                <a:ea typeface="+mj-ea"/>
              </a:rPr>
              <a:t>Servlet</a:t>
            </a:r>
            <a:r>
              <a:rPr lang="zh-TW" altLang="en-US">
                <a:latin typeface="+mj-ea"/>
                <a:ea typeface="+mj-ea"/>
              </a:rPr>
              <a:t>程式可以有多個註冊名稱，</a:t>
            </a:r>
            <a:endParaRPr lang="en-US" altLang="zh-TW">
              <a:latin typeface="+mj-ea"/>
              <a:ea typeface="+mj-ea"/>
            </a:endParaRPr>
          </a:p>
          <a:p>
            <a:r>
              <a:rPr lang="zh-TW" altLang="en-US">
                <a:latin typeface="+mj-ea"/>
                <a:ea typeface="+mj-ea"/>
              </a:rPr>
              <a:t>每個註冊名稱會對應到一個</a:t>
            </a:r>
            <a:r>
              <a:rPr lang="en-US" altLang="zh-TW">
                <a:latin typeface="+mj-ea"/>
                <a:ea typeface="+mj-ea"/>
              </a:rPr>
              <a:t>Servlet</a:t>
            </a:r>
            <a:r>
              <a:rPr lang="zh-TW" altLang="en-US">
                <a:latin typeface="+mj-ea"/>
                <a:ea typeface="+mj-ea"/>
              </a:rPr>
              <a:t>實體</a:t>
            </a:r>
          </a:p>
        </p:txBody>
      </p:sp>
      <p:cxnSp>
        <p:nvCxnSpPr>
          <p:cNvPr id="8" name="直線單箭頭接點 7">
            <a:extLst>
              <a:ext uri="{FF2B5EF4-FFF2-40B4-BE49-F238E27FC236}">
                <a16:creationId xmlns:a16="http://schemas.microsoft.com/office/drawing/2014/main" id="{D3189F02-2597-4E4D-B2DD-18BCCA8F0494}"/>
              </a:ext>
            </a:extLst>
          </p:cNvPr>
          <p:cNvCxnSpPr/>
          <p:nvPr/>
        </p:nvCxnSpPr>
        <p:spPr>
          <a:xfrm flipV="1">
            <a:off x="3742931" y="1668981"/>
            <a:ext cx="977629" cy="2281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文字方塊 9">
            <a:extLst>
              <a:ext uri="{FF2B5EF4-FFF2-40B4-BE49-F238E27FC236}">
                <a16:creationId xmlns:a16="http://schemas.microsoft.com/office/drawing/2014/main" id="{8A599438-9ADE-48BD-88F7-3EAEAC64D1D6}"/>
              </a:ext>
            </a:extLst>
          </p:cNvPr>
          <p:cNvSpPr txBox="1"/>
          <p:nvPr/>
        </p:nvSpPr>
        <p:spPr>
          <a:xfrm>
            <a:off x="4720560" y="1495158"/>
            <a:ext cx="1569660"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zh-TW" altLang="en-US">
                <a:latin typeface="+mj-ea"/>
                <a:ea typeface="+mj-ea"/>
              </a:rPr>
              <a:t>內部註冊名稱</a:t>
            </a:r>
          </a:p>
        </p:txBody>
      </p:sp>
      <p:cxnSp>
        <p:nvCxnSpPr>
          <p:cNvPr id="11" name="直線單箭頭接點 10">
            <a:extLst>
              <a:ext uri="{FF2B5EF4-FFF2-40B4-BE49-F238E27FC236}">
                <a16:creationId xmlns:a16="http://schemas.microsoft.com/office/drawing/2014/main" id="{B82BBBEC-A715-4FD0-8A35-7669E9AD0F52}"/>
              </a:ext>
            </a:extLst>
          </p:cNvPr>
          <p:cNvCxnSpPr>
            <a:cxnSpLocks/>
          </p:cNvCxnSpPr>
          <p:nvPr/>
        </p:nvCxnSpPr>
        <p:spPr>
          <a:xfrm>
            <a:off x="4720560" y="2686077"/>
            <a:ext cx="953678" cy="3473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文字方塊 11">
            <a:extLst>
              <a:ext uri="{FF2B5EF4-FFF2-40B4-BE49-F238E27FC236}">
                <a16:creationId xmlns:a16="http://schemas.microsoft.com/office/drawing/2014/main" id="{06BF0554-2A30-417A-ABBB-FEE6C14CB492}"/>
              </a:ext>
            </a:extLst>
          </p:cNvPr>
          <p:cNvSpPr txBox="1"/>
          <p:nvPr/>
        </p:nvSpPr>
        <p:spPr>
          <a:xfrm>
            <a:off x="5674238" y="2848766"/>
            <a:ext cx="1395318"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TW">
                <a:latin typeface="+mj-ea"/>
                <a:ea typeface="+mj-ea"/>
              </a:rPr>
              <a:t>Servlet</a:t>
            </a:r>
            <a:r>
              <a:rPr lang="zh-TW" altLang="en-US">
                <a:latin typeface="+mj-ea"/>
                <a:ea typeface="+mj-ea"/>
              </a:rPr>
              <a:t>實體</a:t>
            </a:r>
          </a:p>
        </p:txBody>
      </p:sp>
      <p:sp>
        <p:nvSpPr>
          <p:cNvPr id="13" name="文字方塊 12">
            <a:extLst>
              <a:ext uri="{FF2B5EF4-FFF2-40B4-BE49-F238E27FC236}">
                <a16:creationId xmlns:a16="http://schemas.microsoft.com/office/drawing/2014/main" id="{1529EB9F-7282-4976-BDD0-A6906C5E57F6}"/>
              </a:ext>
            </a:extLst>
          </p:cNvPr>
          <p:cNvSpPr txBox="1"/>
          <p:nvPr/>
        </p:nvSpPr>
        <p:spPr>
          <a:xfrm>
            <a:off x="2729537" y="5163792"/>
            <a:ext cx="4132029" cy="646331"/>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TW">
                <a:latin typeface="+mj-ea"/>
                <a:ea typeface="+mj-ea"/>
              </a:rPr>
              <a:t>url-pattern</a:t>
            </a:r>
            <a:r>
              <a:rPr lang="zh-TW" altLang="en-US">
                <a:latin typeface="+mj-ea"/>
                <a:ea typeface="+mj-ea"/>
              </a:rPr>
              <a:t>則根據註冊名稱尋找實體，</a:t>
            </a:r>
            <a:endParaRPr lang="en-US" altLang="zh-TW">
              <a:latin typeface="+mj-ea"/>
              <a:ea typeface="+mj-ea"/>
            </a:endParaRPr>
          </a:p>
          <a:p>
            <a:r>
              <a:rPr lang="zh-TW" altLang="en-US">
                <a:latin typeface="+mj-ea"/>
                <a:ea typeface="+mj-ea"/>
              </a:rPr>
              <a:t>同一個名稱可有多個</a:t>
            </a:r>
            <a:r>
              <a:rPr lang="en-US" altLang="zh-TW">
                <a:latin typeface="+mj-ea"/>
                <a:ea typeface="+mj-ea"/>
              </a:rPr>
              <a:t>url-pattern</a:t>
            </a:r>
            <a:endParaRPr lang="zh-TW" altLang="en-US">
              <a:latin typeface="+mj-ea"/>
              <a:ea typeface="+mj-ea"/>
            </a:endParaRPr>
          </a:p>
        </p:txBody>
      </p:sp>
      <p:cxnSp>
        <p:nvCxnSpPr>
          <p:cNvPr id="14" name="直線單箭頭接點 13">
            <a:extLst>
              <a:ext uri="{FF2B5EF4-FFF2-40B4-BE49-F238E27FC236}">
                <a16:creationId xmlns:a16="http://schemas.microsoft.com/office/drawing/2014/main" id="{AC6C491B-3A4D-4A7A-B79B-DBC413266C83}"/>
              </a:ext>
            </a:extLst>
          </p:cNvPr>
          <p:cNvCxnSpPr/>
          <p:nvPr/>
        </p:nvCxnSpPr>
        <p:spPr>
          <a:xfrm>
            <a:off x="4017041" y="4213199"/>
            <a:ext cx="348792" cy="95059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622159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sz="half" idx="2"/>
          </p:nvPr>
        </p:nvSpPr>
        <p:spPr>
          <a:xfrm>
            <a:off x="8306018" y="736657"/>
            <a:ext cx="3892551" cy="4791733"/>
          </a:xfrm>
        </p:spPr>
        <p:txBody>
          <a:bodyPr vert="horz" lIns="91440" tIns="45720" rIns="91440" bIns="45720" rtlCol="0" anchor="t">
            <a:noAutofit/>
          </a:bodyPr>
          <a:lstStyle/>
          <a:p>
            <a:pPr>
              <a:spcBef>
                <a:spcPts val="600"/>
              </a:spcBef>
            </a:pPr>
            <a:r>
              <a:rPr lang="zh-TW" altLang="en-US" sz="1600" b="1">
                <a:latin typeface="Consolas" panose="020B0609020204030204" pitchFamily="49" charset="0"/>
                <a:ea typeface="+mj-ea"/>
              </a:rPr>
              <a:t>有三種對應設定，提供更彈性的處理方式，如附加參數、</a:t>
            </a:r>
            <a:r>
              <a:rPr lang="en-US" altLang="zh-TW" sz="1600" b="1">
                <a:latin typeface="Consolas" panose="020B0609020204030204" pitchFamily="49" charset="0"/>
                <a:ea typeface="+mj-ea"/>
              </a:rPr>
              <a:t>Restful</a:t>
            </a:r>
            <a:r>
              <a:rPr lang="zh-TW" altLang="en-US" sz="1600" b="1">
                <a:latin typeface="Consolas" panose="020B0609020204030204" pitchFamily="49" charset="0"/>
                <a:ea typeface="+mj-ea"/>
              </a:rPr>
              <a:t>風格、同類路徑過濾等等。</a:t>
            </a:r>
            <a:endParaRPr lang="en-US" altLang="zh-TW" sz="1600" b="1">
              <a:latin typeface="Consolas" panose="020B0609020204030204" pitchFamily="49" charset="0"/>
              <a:ea typeface="+mj-ea"/>
            </a:endParaRPr>
          </a:p>
          <a:p>
            <a:pPr>
              <a:spcBef>
                <a:spcPts val="600"/>
              </a:spcBef>
            </a:pPr>
            <a:r>
              <a:rPr lang="en-US" altLang="zh-TW" sz="1600" b="1">
                <a:latin typeface="Consolas" panose="020B0609020204030204" pitchFamily="49" charset="0"/>
                <a:ea typeface="+mj-ea"/>
              </a:rPr>
              <a:t>【</a:t>
            </a:r>
            <a:r>
              <a:rPr lang="zh-TW" altLang="en-US" sz="1600" b="1">
                <a:latin typeface="Consolas" panose="020B0609020204030204" pitchFamily="49" charset="0"/>
                <a:ea typeface="+mj-ea"/>
              </a:rPr>
              <a:t>完全對應</a:t>
            </a:r>
            <a:r>
              <a:rPr lang="en-US" altLang="zh-TW" sz="1600" b="1">
                <a:latin typeface="Consolas" panose="020B0609020204030204" pitchFamily="49" charset="0"/>
                <a:ea typeface="+mj-ea"/>
              </a:rPr>
              <a:t>】</a:t>
            </a:r>
          </a:p>
          <a:p>
            <a:pPr>
              <a:spcBef>
                <a:spcPts val="600"/>
              </a:spcBef>
            </a:pPr>
            <a:r>
              <a:rPr lang="en-US" altLang="zh-TW" sz="1600" b="1">
                <a:latin typeface="Consolas" panose="020B0609020204030204" pitchFamily="49" charset="0"/>
                <a:ea typeface="+mj-ea"/>
              </a:rPr>
              <a:t>/Hello/</a:t>
            </a:r>
            <a:r>
              <a:rPr lang="en-US" altLang="zh-TW" sz="1600" b="1" err="1">
                <a:latin typeface="Consolas" panose="020B0609020204030204" pitchFamily="49" charset="0"/>
                <a:ea typeface="+mj-ea"/>
              </a:rPr>
              <a:t>DoSomethingServlet</a:t>
            </a:r>
            <a:endParaRPr lang="en-US" altLang="zh-TW" sz="1600" b="1">
              <a:latin typeface="Consolas" panose="020B0609020204030204" pitchFamily="49" charset="0"/>
              <a:ea typeface="+mj-ea"/>
            </a:endParaRPr>
          </a:p>
          <a:p>
            <a:pPr>
              <a:spcBef>
                <a:spcPts val="600"/>
              </a:spcBef>
            </a:pPr>
            <a:endParaRPr lang="en-US" altLang="zh-TW" sz="1600" b="1">
              <a:latin typeface="Consolas" panose="020B0609020204030204" pitchFamily="49" charset="0"/>
              <a:ea typeface="+mj-ea"/>
            </a:endParaRPr>
          </a:p>
          <a:p>
            <a:pPr>
              <a:spcBef>
                <a:spcPts val="600"/>
              </a:spcBef>
            </a:pPr>
            <a:r>
              <a:rPr lang="en-US" altLang="zh-TW" sz="1600" b="1">
                <a:latin typeface="Consolas" panose="020B0609020204030204" pitchFamily="49" charset="0"/>
                <a:ea typeface="+mj-ea"/>
              </a:rPr>
              <a:t>【</a:t>
            </a:r>
            <a:r>
              <a:rPr lang="zh-TW" altLang="en-US" sz="1600" b="1">
                <a:latin typeface="Consolas" panose="020B0609020204030204" pitchFamily="49" charset="0"/>
                <a:ea typeface="+mj-ea"/>
              </a:rPr>
              <a:t>前置路徑對應</a:t>
            </a:r>
            <a:r>
              <a:rPr lang="en-US" altLang="zh-TW" sz="1600" b="1">
                <a:latin typeface="Consolas" panose="020B0609020204030204" pitchFamily="49" charset="0"/>
                <a:ea typeface="+mj-ea"/>
              </a:rPr>
              <a:t>】</a:t>
            </a:r>
          </a:p>
          <a:p>
            <a:pPr>
              <a:spcBef>
                <a:spcPts val="600"/>
              </a:spcBef>
            </a:pPr>
            <a:r>
              <a:rPr lang="en-US" altLang="zh-TW" sz="1600" b="1">
                <a:latin typeface="Consolas" panose="020B0609020204030204" pitchFamily="49" charset="0"/>
                <a:ea typeface="+mj-ea"/>
              </a:rPr>
              <a:t>/Hello/*</a:t>
            </a:r>
          </a:p>
          <a:p>
            <a:pPr>
              <a:spcBef>
                <a:spcPts val="600"/>
              </a:spcBef>
            </a:pPr>
            <a:r>
              <a:rPr lang="en-US" altLang="zh-TW" sz="1600" b="1">
                <a:latin typeface="Consolas" panose="020B0609020204030204" pitchFamily="49" charset="0"/>
                <a:ea typeface="+mj-ea"/>
              </a:rPr>
              <a:t>(</a:t>
            </a:r>
            <a:r>
              <a:rPr lang="zh-TW" altLang="en-US" sz="1600" b="1">
                <a:latin typeface="Consolas" panose="020B0609020204030204" pitchFamily="49" charset="0"/>
                <a:ea typeface="+mj-ea"/>
              </a:rPr>
              <a:t>沒有 </a:t>
            </a:r>
            <a:r>
              <a:rPr lang="en-US" altLang="zh-TW" sz="1600" b="1">
                <a:latin typeface="Consolas" panose="020B0609020204030204" pitchFamily="49" charset="0"/>
                <a:ea typeface="+mj-ea"/>
              </a:rPr>
              <a:t>/AAA/*/BBB </a:t>
            </a:r>
            <a:r>
              <a:rPr lang="zh-TW" altLang="en-US" sz="1600" b="1">
                <a:latin typeface="Consolas" panose="020B0609020204030204" pitchFamily="49" charset="0"/>
                <a:ea typeface="+mj-ea"/>
              </a:rPr>
              <a:t>這種寫法</a:t>
            </a:r>
            <a:r>
              <a:rPr lang="en-US" altLang="zh-TW" sz="1600" b="1">
                <a:latin typeface="Consolas" panose="020B0609020204030204" pitchFamily="49" charset="0"/>
                <a:ea typeface="+mj-ea"/>
              </a:rPr>
              <a:t>)</a:t>
            </a:r>
          </a:p>
          <a:p>
            <a:pPr>
              <a:spcBef>
                <a:spcPts val="600"/>
              </a:spcBef>
            </a:pPr>
            <a:endParaRPr lang="en-US" altLang="zh-TW" sz="1600" b="1">
              <a:latin typeface="Consolas" panose="020B0609020204030204" pitchFamily="49" charset="0"/>
              <a:ea typeface="+mj-ea"/>
            </a:endParaRPr>
          </a:p>
          <a:p>
            <a:pPr>
              <a:spcBef>
                <a:spcPts val="600"/>
              </a:spcBef>
            </a:pPr>
            <a:r>
              <a:rPr lang="en-US" altLang="zh-TW" sz="1600" b="1">
                <a:latin typeface="Consolas" panose="020B0609020204030204" pitchFamily="49" charset="0"/>
                <a:ea typeface="+mj-ea"/>
              </a:rPr>
              <a:t>【</a:t>
            </a:r>
            <a:r>
              <a:rPr lang="zh-TW" altLang="en-US" sz="1600" b="1">
                <a:latin typeface="Consolas" panose="020B0609020204030204" pitchFamily="49" charset="0"/>
                <a:ea typeface="+mj-ea"/>
              </a:rPr>
              <a:t>副檔名對應</a:t>
            </a:r>
            <a:r>
              <a:rPr lang="en-US" altLang="zh-TW" sz="1600" b="1">
                <a:latin typeface="Consolas" panose="020B0609020204030204" pitchFamily="49" charset="0"/>
                <a:ea typeface="+mj-ea"/>
              </a:rPr>
              <a:t>(</a:t>
            </a:r>
            <a:r>
              <a:rPr lang="zh-TW" altLang="en-US" sz="1600" b="1">
                <a:latin typeface="Consolas" panose="020B0609020204030204" pitchFamily="49" charset="0"/>
                <a:ea typeface="+mj-ea"/>
              </a:rPr>
              <a:t>延伸檔名對應</a:t>
            </a:r>
            <a:r>
              <a:rPr lang="en-US" altLang="zh-TW" sz="1600" b="1">
                <a:latin typeface="Consolas" panose="020B0609020204030204" pitchFamily="49" charset="0"/>
                <a:ea typeface="+mj-ea"/>
              </a:rPr>
              <a:t>)】</a:t>
            </a:r>
          </a:p>
          <a:p>
            <a:pPr>
              <a:spcBef>
                <a:spcPts val="600"/>
              </a:spcBef>
            </a:pPr>
            <a:r>
              <a:rPr lang="en-US" altLang="zh-TW" sz="1600" b="1">
                <a:latin typeface="Consolas"/>
                <a:ea typeface="微軟正黑體"/>
              </a:rPr>
              <a:t>*.aa</a:t>
            </a:r>
          </a:p>
          <a:p>
            <a:pPr>
              <a:spcBef>
                <a:spcPts val="600"/>
              </a:spcBef>
            </a:pPr>
            <a:endParaRPr lang="en-US" altLang="zh-TW" sz="1600" b="1">
              <a:latin typeface="Consolas" panose="020B0609020204030204" pitchFamily="49" charset="0"/>
              <a:ea typeface="+mj-ea"/>
            </a:endParaRPr>
          </a:p>
          <a:p>
            <a:pPr>
              <a:spcBef>
                <a:spcPts val="600"/>
              </a:spcBef>
            </a:pPr>
            <a:r>
              <a:rPr lang="zh-TW" altLang="en-US" sz="1600" b="1">
                <a:latin typeface="Consolas" panose="020B0609020204030204" pitchFamily="49" charset="0"/>
                <a:ea typeface="+mj-ea"/>
              </a:rPr>
              <a:t>若以上三種都有設定，則以</a:t>
            </a:r>
            <a:endParaRPr lang="en-US" altLang="zh-TW" sz="1600" b="1">
              <a:latin typeface="Consolas" panose="020B0609020204030204" pitchFamily="49" charset="0"/>
              <a:ea typeface="+mj-ea"/>
            </a:endParaRPr>
          </a:p>
          <a:p>
            <a:pPr>
              <a:spcBef>
                <a:spcPts val="600"/>
              </a:spcBef>
            </a:pPr>
            <a:r>
              <a:rPr lang="en-US" altLang="zh-TW" sz="1600" b="1">
                <a:latin typeface="Consolas" panose="020B0609020204030204" pitchFamily="49" charset="0"/>
                <a:ea typeface="+mj-ea"/>
              </a:rPr>
              <a:t>【</a:t>
            </a:r>
            <a:r>
              <a:rPr lang="zh-TW" altLang="en-US" sz="1600" b="1">
                <a:latin typeface="Consolas" panose="020B0609020204030204" pitchFamily="49" charset="0"/>
                <a:ea typeface="+mj-ea"/>
              </a:rPr>
              <a:t>完全對應</a:t>
            </a:r>
            <a:r>
              <a:rPr lang="en-US" altLang="zh-TW" sz="1600" b="1">
                <a:latin typeface="Consolas" panose="020B0609020204030204" pitchFamily="49" charset="0"/>
                <a:ea typeface="+mj-ea"/>
              </a:rPr>
              <a:t>】</a:t>
            </a:r>
            <a:r>
              <a:rPr lang="zh-TW" altLang="en-US" sz="1600" b="1">
                <a:latin typeface="Consolas" panose="020B0609020204030204" pitchFamily="49" charset="0"/>
                <a:ea typeface="+mj-ea"/>
              </a:rPr>
              <a:t>→</a:t>
            </a:r>
            <a:r>
              <a:rPr lang="en-US" altLang="zh-TW" sz="1600" b="1">
                <a:latin typeface="Consolas" panose="020B0609020204030204" pitchFamily="49" charset="0"/>
                <a:ea typeface="+mj-ea"/>
              </a:rPr>
              <a:t>【</a:t>
            </a:r>
            <a:r>
              <a:rPr lang="zh-TW" altLang="en-US" sz="1600" b="1">
                <a:latin typeface="Consolas" panose="020B0609020204030204" pitchFamily="49" charset="0"/>
                <a:ea typeface="+mj-ea"/>
              </a:rPr>
              <a:t>前置路徑</a:t>
            </a:r>
            <a:r>
              <a:rPr lang="en-US" altLang="zh-TW" sz="1600" b="1">
                <a:latin typeface="Consolas" panose="020B0609020204030204" pitchFamily="49" charset="0"/>
                <a:ea typeface="+mj-ea"/>
              </a:rPr>
              <a:t>】</a:t>
            </a:r>
            <a:r>
              <a:rPr lang="zh-TW" altLang="en-US" sz="1600" b="1">
                <a:latin typeface="Consolas" panose="020B0609020204030204" pitchFamily="49" charset="0"/>
                <a:ea typeface="+mj-ea"/>
              </a:rPr>
              <a:t>→</a:t>
            </a:r>
            <a:r>
              <a:rPr lang="en-US" altLang="zh-TW" sz="1600" b="1">
                <a:latin typeface="Consolas" panose="020B0609020204030204" pitchFamily="49" charset="0"/>
                <a:ea typeface="+mj-ea"/>
              </a:rPr>
              <a:t>【</a:t>
            </a:r>
            <a:r>
              <a:rPr lang="zh-TW" altLang="en-US" sz="1600" b="1">
                <a:latin typeface="Consolas" panose="020B0609020204030204" pitchFamily="49" charset="0"/>
                <a:ea typeface="+mj-ea"/>
              </a:rPr>
              <a:t>副檔名</a:t>
            </a:r>
            <a:r>
              <a:rPr lang="en-US" altLang="zh-TW" sz="1600" b="1">
                <a:latin typeface="Consolas" panose="020B0609020204030204" pitchFamily="49" charset="0"/>
                <a:ea typeface="+mj-ea"/>
              </a:rPr>
              <a:t>】</a:t>
            </a:r>
          </a:p>
          <a:p>
            <a:pPr>
              <a:spcBef>
                <a:spcPts val="600"/>
              </a:spcBef>
            </a:pPr>
            <a:r>
              <a:rPr lang="zh-TW" altLang="en-US" sz="1600" b="1">
                <a:latin typeface="Consolas" panose="020B0609020204030204" pitchFamily="49" charset="0"/>
                <a:ea typeface="+mj-ea"/>
              </a:rPr>
              <a:t>為執行順序。</a:t>
            </a:r>
          </a:p>
        </p:txBody>
      </p:sp>
      <p:sp>
        <p:nvSpPr>
          <p:cNvPr id="4" name="投影片編號版面配置區 3">
            <a:extLst>
              <a:ext uri="{FF2B5EF4-FFF2-40B4-BE49-F238E27FC236}">
                <a16:creationId xmlns:a16="http://schemas.microsoft.com/office/drawing/2014/main" id="{DE0C7043-5B7F-4E55-B9C2-004C86B4F74C}"/>
              </a:ext>
            </a:extLst>
          </p:cNvPr>
          <p:cNvSpPr>
            <a:spLocks noGrp="1"/>
          </p:cNvSpPr>
          <p:nvPr>
            <p:ph type="sldNum" sz="quarter" idx="12"/>
          </p:nvPr>
        </p:nvSpPr>
        <p:spPr/>
        <p:txBody>
          <a:bodyPr/>
          <a:lstStyle/>
          <a:p>
            <a:fld id="{B521127C-0C56-461F-B517-0D483F216F7D}" type="slidenum">
              <a:rPr lang="zh-TW" altLang="en-US" smtClean="0"/>
              <a:t>38</a:t>
            </a:fld>
            <a:endParaRPr lang="zh-TW" altLang="en-US"/>
          </a:p>
        </p:txBody>
      </p:sp>
      <p:sp>
        <p:nvSpPr>
          <p:cNvPr id="6" name="文字方塊 5">
            <a:extLst>
              <a:ext uri="{FF2B5EF4-FFF2-40B4-BE49-F238E27FC236}">
                <a16:creationId xmlns:a16="http://schemas.microsoft.com/office/drawing/2014/main" id="{4048B39A-AA08-42D9-9BD6-CAADFE654C73}"/>
              </a:ext>
            </a:extLst>
          </p:cNvPr>
          <p:cNvSpPr txBox="1"/>
          <p:nvPr/>
        </p:nvSpPr>
        <p:spPr>
          <a:xfrm>
            <a:off x="0" y="0"/>
            <a:ext cx="8299450" cy="4555093"/>
          </a:xfrm>
          <a:prstGeom prst="rect">
            <a:avLst/>
          </a:prstGeom>
          <a:noFill/>
        </p:spPr>
        <p:txBody>
          <a:bodyPr wrap="square" lIns="91440" tIns="45720" rIns="91440" bIns="45720" rtlCol="0" anchor="t">
            <a:spAutoFit/>
          </a:bodyPr>
          <a:lstStyle/>
          <a:p>
            <a:pPr>
              <a:spcBef>
                <a:spcPts val="1800"/>
              </a:spcBef>
            </a:pPr>
            <a:r>
              <a:rPr lang="en-US" altLang="zh-TW" sz="2000" dirty="0">
                <a:latin typeface="Consolas"/>
                <a:ea typeface="微軟正黑體"/>
              </a:rPr>
              <a:t>&lt;servlet-mapping&gt;</a:t>
            </a:r>
          </a:p>
          <a:p>
            <a:pPr>
              <a:spcBef>
                <a:spcPts val="1800"/>
              </a:spcBef>
            </a:pPr>
            <a:r>
              <a:rPr lang="en-US" altLang="zh-TW" sz="2000" dirty="0">
                <a:latin typeface="Consolas"/>
                <a:ea typeface="微軟正黑體"/>
              </a:rPr>
              <a:t>	&lt;servlet-name&gt;</a:t>
            </a:r>
            <a:r>
              <a:rPr lang="en-US" altLang="zh-TW" sz="2000" dirty="0" err="1">
                <a:latin typeface="Consolas"/>
                <a:ea typeface="微軟正黑體"/>
              </a:rPr>
              <a:t>myServlet</a:t>
            </a:r>
            <a:r>
              <a:rPr lang="en-US" altLang="zh-TW" sz="2000" dirty="0">
                <a:latin typeface="Consolas"/>
                <a:ea typeface="微軟正黑體"/>
              </a:rPr>
              <a:t>&lt;/servlet-name&gt;</a:t>
            </a:r>
          </a:p>
          <a:p>
            <a:pPr>
              <a:spcBef>
                <a:spcPts val="1800"/>
              </a:spcBef>
            </a:pPr>
            <a:r>
              <a:rPr lang="en-US" altLang="zh-TW" sz="2000" dirty="0">
                <a:latin typeface="Consolas"/>
                <a:ea typeface="微軟正黑體"/>
              </a:rPr>
              <a:t>	&lt;</a:t>
            </a:r>
            <a:r>
              <a:rPr lang="en-US" altLang="zh-TW" sz="2000" dirty="0" err="1">
                <a:latin typeface="Consolas"/>
                <a:ea typeface="微軟正黑體"/>
              </a:rPr>
              <a:t>url</a:t>
            </a:r>
            <a:r>
              <a:rPr lang="en-US" altLang="zh-TW" sz="2000" dirty="0">
                <a:latin typeface="Consolas"/>
                <a:ea typeface="微軟正黑體"/>
              </a:rPr>
              <a:t>-pattern&gt;</a:t>
            </a:r>
            <a:r>
              <a:rPr lang="zh-TW" altLang="en-US" sz="2000" dirty="0">
                <a:latin typeface="Consolas"/>
                <a:ea typeface="微軟正黑體"/>
              </a:rPr>
              <a:t> </a:t>
            </a:r>
            <a:r>
              <a:rPr lang="en-US" altLang="zh-TW" sz="2000" dirty="0">
                <a:solidFill>
                  <a:srgbClr val="FF0000"/>
                </a:solidFill>
                <a:latin typeface="Consolas"/>
                <a:ea typeface="微軟正黑體"/>
              </a:rPr>
              <a:t>/Hello/*</a:t>
            </a:r>
            <a:r>
              <a:rPr lang="zh-TW" altLang="en-US" sz="2000" dirty="0">
                <a:solidFill>
                  <a:srgbClr val="FF0000"/>
                </a:solidFill>
                <a:latin typeface="Consolas"/>
                <a:ea typeface="微軟正黑體"/>
              </a:rPr>
              <a:t> </a:t>
            </a:r>
            <a:r>
              <a:rPr lang="en-US" altLang="zh-TW" sz="2000" dirty="0">
                <a:latin typeface="Consolas"/>
                <a:ea typeface="微軟正黑體"/>
              </a:rPr>
              <a:t>&lt;/</a:t>
            </a:r>
            <a:r>
              <a:rPr lang="en-US" altLang="zh-TW" sz="2000" dirty="0" err="1">
                <a:latin typeface="Consolas"/>
                <a:ea typeface="微軟正黑體"/>
              </a:rPr>
              <a:t>url</a:t>
            </a:r>
            <a:r>
              <a:rPr lang="en-US" altLang="zh-TW" sz="2000" dirty="0">
                <a:latin typeface="Consolas"/>
                <a:ea typeface="微軟正黑體"/>
              </a:rPr>
              <a:t>-pattern&gt;</a:t>
            </a:r>
          </a:p>
          <a:p>
            <a:pPr>
              <a:spcBef>
                <a:spcPts val="1800"/>
              </a:spcBef>
            </a:pPr>
            <a:r>
              <a:rPr lang="en-US" altLang="zh-TW" sz="2000" dirty="0">
                <a:latin typeface="Consolas"/>
                <a:ea typeface="微軟正黑體"/>
              </a:rPr>
              <a:t>&lt;/servlet-mapping&gt;</a:t>
            </a:r>
          </a:p>
          <a:p>
            <a:pPr>
              <a:spcBef>
                <a:spcPts val="1800"/>
              </a:spcBef>
            </a:pPr>
            <a:r>
              <a:rPr lang="en-US" altLang="zh-TW" sz="2000" dirty="0">
                <a:latin typeface="Consolas"/>
                <a:ea typeface="微軟正黑體"/>
              </a:rPr>
              <a:t>&lt;servlet-mapping&gt;</a:t>
            </a:r>
          </a:p>
          <a:p>
            <a:pPr>
              <a:spcBef>
                <a:spcPts val="1800"/>
              </a:spcBef>
            </a:pPr>
            <a:r>
              <a:rPr lang="en-US" altLang="zh-TW" sz="2000" dirty="0">
                <a:latin typeface="Consolas"/>
                <a:ea typeface="微軟正黑體"/>
              </a:rPr>
              <a:t>	&lt;servlet-name&gt;</a:t>
            </a:r>
            <a:r>
              <a:rPr lang="en-US" altLang="zh-TW" sz="2000" dirty="0" err="1">
                <a:latin typeface="Consolas"/>
                <a:ea typeface="微軟正黑體"/>
              </a:rPr>
              <a:t>myServlet</a:t>
            </a:r>
            <a:r>
              <a:rPr lang="en-US" altLang="zh-TW" sz="2000" dirty="0">
                <a:latin typeface="Consolas"/>
                <a:ea typeface="微軟正黑體"/>
              </a:rPr>
              <a:t>&lt;/servlet-name&gt;</a:t>
            </a:r>
          </a:p>
          <a:p>
            <a:pPr>
              <a:spcBef>
                <a:spcPts val="1800"/>
              </a:spcBef>
            </a:pPr>
            <a:r>
              <a:rPr lang="en-US" altLang="zh-TW" sz="2000" dirty="0">
                <a:latin typeface="Consolas"/>
                <a:ea typeface="微軟正黑體"/>
              </a:rPr>
              <a:t>	&lt;</a:t>
            </a:r>
            <a:r>
              <a:rPr lang="en-US" altLang="zh-TW" sz="2000" dirty="0" err="1">
                <a:latin typeface="Consolas"/>
                <a:ea typeface="微軟正黑體"/>
              </a:rPr>
              <a:t>url</a:t>
            </a:r>
            <a:r>
              <a:rPr lang="en-US" altLang="zh-TW" sz="2000" dirty="0">
                <a:latin typeface="Consolas"/>
                <a:ea typeface="微軟正黑體"/>
              </a:rPr>
              <a:t>-pattern&gt;</a:t>
            </a:r>
            <a:r>
              <a:rPr lang="zh-TW" altLang="en-US" sz="2000" dirty="0">
                <a:latin typeface="Consolas"/>
                <a:ea typeface="微軟正黑體"/>
              </a:rPr>
              <a:t> </a:t>
            </a:r>
            <a:r>
              <a:rPr lang="en-US" altLang="zh-TW" sz="2000" dirty="0">
                <a:solidFill>
                  <a:srgbClr val="FF0000"/>
                </a:solidFill>
                <a:latin typeface="Consolas"/>
                <a:ea typeface="微軟正黑體"/>
              </a:rPr>
              <a:t>*.aa</a:t>
            </a:r>
            <a:r>
              <a:rPr lang="zh-TW" altLang="en-US" sz="2000" dirty="0">
                <a:solidFill>
                  <a:srgbClr val="FF0000"/>
                </a:solidFill>
                <a:latin typeface="Consolas"/>
                <a:ea typeface="微軟正黑體"/>
              </a:rPr>
              <a:t> </a:t>
            </a:r>
            <a:r>
              <a:rPr lang="en-US" altLang="zh-TW" sz="2000" dirty="0">
                <a:latin typeface="Consolas"/>
                <a:ea typeface="微軟正黑體"/>
              </a:rPr>
              <a:t>&lt;/</a:t>
            </a:r>
            <a:r>
              <a:rPr lang="en-US" altLang="zh-TW" sz="2000" dirty="0" err="1">
                <a:latin typeface="Consolas"/>
                <a:ea typeface="微軟正黑體"/>
              </a:rPr>
              <a:t>url</a:t>
            </a:r>
            <a:r>
              <a:rPr lang="en-US" altLang="zh-TW" sz="2000" dirty="0">
                <a:latin typeface="Consolas"/>
                <a:ea typeface="微軟正黑體"/>
              </a:rPr>
              <a:t>-pattern&gt;</a:t>
            </a:r>
          </a:p>
          <a:p>
            <a:pPr>
              <a:spcBef>
                <a:spcPts val="1800"/>
              </a:spcBef>
            </a:pPr>
            <a:r>
              <a:rPr lang="en-US" altLang="zh-TW" sz="2000" dirty="0">
                <a:latin typeface="Consolas"/>
                <a:ea typeface="微軟正黑體"/>
              </a:rPr>
              <a:t>&lt;/servlet-mapping&gt;</a:t>
            </a:r>
          </a:p>
          <a:p>
            <a:pPr>
              <a:spcBef>
                <a:spcPts val="600"/>
              </a:spcBef>
            </a:pPr>
            <a:endParaRPr lang="en-US" altLang="zh-TW" sz="2000">
              <a:latin typeface="Consolas" panose="020B0609020204030204" pitchFamily="49" charset="0"/>
              <a:ea typeface="+mj-ea"/>
            </a:endParaRPr>
          </a:p>
        </p:txBody>
      </p:sp>
      <p:sp>
        <p:nvSpPr>
          <p:cNvPr id="9" name="矩形 8"/>
          <p:cNvSpPr/>
          <p:nvPr/>
        </p:nvSpPr>
        <p:spPr>
          <a:xfrm>
            <a:off x="8331200" y="82574"/>
            <a:ext cx="3860800" cy="577081"/>
          </a:xfrm>
          <a:prstGeom prst="rect">
            <a:avLst/>
          </a:prstGeom>
        </p:spPr>
        <p:txBody>
          <a:bodyPr wrap="square">
            <a:spAutoFit/>
          </a:bodyPr>
          <a:lstStyle/>
          <a:p>
            <a:pPr algn="ctr" defTabSz="914400">
              <a:lnSpc>
                <a:spcPct val="90000"/>
              </a:lnSpc>
              <a:spcBef>
                <a:spcPct val="0"/>
              </a:spcBef>
            </a:pPr>
            <a:r>
              <a:rPr lang="en-US" altLang="zh-TW" sz="3500" b="1">
                <a:latin typeface="+mj-lt"/>
                <a:ea typeface="+mj-ea"/>
                <a:cs typeface="+mj-cs"/>
              </a:rPr>
              <a:t>URL</a:t>
            </a:r>
            <a:r>
              <a:rPr lang="zh-TW" altLang="en-US" sz="3500" b="1">
                <a:latin typeface="+mj-lt"/>
                <a:ea typeface="+mj-ea"/>
                <a:cs typeface="+mj-cs"/>
              </a:rPr>
              <a:t>路徑對應</a:t>
            </a:r>
          </a:p>
        </p:txBody>
      </p:sp>
      <p:sp>
        <p:nvSpPr>
          <p:cNvPr id="19" name="文字方塊 18">
            <a:extLst>
              <a:ext uri="{FF2B5EF4-FFF2-40B4-BE49-F238E27FC236}">
                <a16:creationId xmlns:a16="http://schemas.microsoft.com/office/drawing/2014/main" id="{7D0D74EB-528C-40EA-89E7-DC0A86D7364C}"/>
              </a:ext>
            </a:extLst>
          </p:cNvPr>
          <p:cNvSpPr txBox="1"/>
          <p:nvPr/>
        </p:nvSpPr>
        <p:spPr>
          <a:xfrm>
            <a:off x="3191933" y="1828605"/>
            <a:ext cx="4201214"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TW" altLang="en-US">
                <a:latin typeface="Consolas" panose="020B0609020204030204" pitchFamily="49" charset="0"/>
                <a:ea typeface="+mj-ea"/>
              </a:rPr>
              <a:t>前置路徑對應</a:t>
            </a:r>
            <a:r>
              <a:rPr lang="en-US" altLang="zh-TW">
                <a:latin typeface="Consolas" panose="020B0609020204030204" pitchFamily="49" charset="0"/>
                <a:ea typeface="+mj-ea"/>
              </a:rPr>
              <a:t>:/HelloServlet/parame</a:t>
            </a:r>
            <a:endParaRPr lang="zh-TW" altLang="en-US">
              <a:latin typeface="Consolas" panose="020B0609020204030204" pitchFamily="49" charset="0"/>
              <a:ea typeface="+mj-ea"/>
            </a:endParaRPr>
          </a:p>
        </p:txBody>
      </p:sp>
      <p:cxnSp>
        <p:nvCxnSpPr>
          <p:cNvPr id="20" name="直線單箭頭接點 19">
            <a:extLst>
              <a:ext uri="{FF2B5EF4-FFF2-40B4-BE49-F238E27FC236}">
                <a16:creationId xmlns:a16="http://schemas.microsoft.com/office/drawing/2014/main" id="{BF272C8D-2E71-422E-908D-21345CB12B39}"/>
              </a:ext>
            </a:extLst>
          </p:cNvPr>
          <p:cNvCxnSpPr>
            <a:cxnSpLocks/>
          </p:cNvCxnSpPr>
          <p:nvPr/>
        </p:nvCxnSpPr>
        <p:spPr>
          <a:xfrm>
            <a:off x="4039560" y="1481050"/>
            <a:ext cx="461913" cy="3487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文字方塊 20">
            <a:extLst>
              <a:ext uri="{FF2B5EF4-FFF2-40B4-BE49-F238E27FC236}">
                <a16:creationId xmlns:a16="http://schemas.microsoft.com/office/drawing/2014/main" id="{CD025C9A-2118-43E6-8D22-7ADF0C2E634D}"/>
              </a:ext>
            </a:extLst>
          </p:cNvPr>
          <p:cNvSpPr txBox="1"/>
          <p:nvPr/>
        </p:nvSpPr>
        <p:spPr>
          <a:xfrm>
            <a:off x="2851519" y="4080721"/>
            <a:ext cx="5003293"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zh-TW" altLang="en-US">
                <a:latin typeface="Consolas" panose="020B0609020204030204" pitchFamily="49" charset="0"/>
                <a:ea typeface="+mj-ea"/>
              </a:rPr>
              <a:t>副檔名對應</a:t>
            </a:r>
            <a:r>
              <a:rPr lang="en-US" altLang="zh-TW">
                <a:latin typeface="Consolas" panose="020B0609020204030204" pitchFamily="49" charset="0"/>
                <a:ea typeface="+mj-ea"/>
              </a:rPr>
              <a:t>(</a:t>
            </a:r>
            <a:r>
              <a:rPr lang="zh-TW" altLang="en-US">
                <a:latin typeface="Consolas" panose="020B0609020204030204" pitchFamily="49" charset="0"/>
                <a:ea typeface="+mj-ea"/>
              </a:rPr>
              <a:t>延伸檔名對應</a:t>
            </a:r>
            <a:r>
              <a:rPr lang="en-US" altLang="zh-TW">
                <a:latin typeface="Consolas" panose="020B0609020204030204" pitchFamily="49" charset="0"/>
                <a:ea typeface="+mj-ea"/>
              </a:rPr>
              <a:t>):/</a:t>
            </a:r>
            <a:r>
              <a:rPr lang="en-US" altLang="zh-TW" err="1">
                <a:latin typeface="Consolas" panose="020B0609020204030204" pitchFamily="49" charset="0"/>
                <a:ea typeface="+mj-ea"/>
              </a:rPr>
              <a:t>DoSomething.aa</a:t>
            </a:r>
            <a:endParaRPr lang="zh-TW" altLang="en-US">
              <a:latin typeface="Consolas" panose="020B0609020204030204" pitchFamily="49" charset="0"/>
              <a:ea typeface="+mj-ea"/>
            </a:endParaRPr>
          </a:p>
        </p:txBody>
      </p:sp>
      <p:cxnSp>
        <p:nvCxnSpPr>
          <p:cNvPr id="22" name="直線單箭頭接點 21">
            <a:extLst>
              <a:ext uri="{FF2B5EF4-FFF2-40B4-BE49-F238E27FC236}">
                <a16:creationId xmlns:a16="http://schemas.microsoft.com/office/drawing/2014/main" id="{84CAFA18-8302-4229-B8AF-1456F66CEC64}"/>
              </a:ext>
            </a:extLst>
          </p:cNvPr>
          <p:cNvCxnSpPr>
            <a:cxnSpLocks/>
          </p:cNvCxnSpPr>
          <p:nvPr/>
        </p:nvCxnSpPr>
        <p:spPr>
          <a:xfrm>
            <a:off x="3023773" y="3596282"/>
            <a:ext cx="461913" cy="3487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p14="http://schemas.microsoft.com/office/powerpoint/2010/main" Requires="p14">
          <p:contentPart p14:bwMode="auto" r:id="rId2">
            <p14:nvContentPartPr>
              <p14:cNvPr id="2" name="筆跡 1">
                <a:extLst>
                  <a:ext uri="{FF2B5EF4-FFF2-40B4-BE49-F238E27FC236}">
                    <a16:creationId xmlns:a16="http://schemas.microsoft.com/office/drawing/2014/main" id="{2FBDD744-CCAE-EE38-03E9-223E1A703D7F}"/>
                  </a:ext>
                </a:extLst>
              </p14:cNvPr>
              <p14:cNvContentPartPr/>
              <p14:nvPr/>
            </p14:nvContentPartPr>
            <p14:xfrm>
              <a:off x="10561086" y="5167995"/>
              <a:ext cx="9525" cy="9525"/>
            </p14:xfrm>
          </p:contentPart>
        </mc:Choice>
        <mc:Fallback>
          <p:pic>
            <p:nvPicPr>
              <p:cNvPr id="2" name="筆跡 1">
                <a:extLst>
                  <a:ext uri="{FF2B5EF4-FFF2-40B4-BE49-F238E27FC236}">
                    <a16:creationId xmlns:a16="http://schemas.microsoft.com/office/drawing/2014/main" id="{2FBDD744-CCAE-EE38-03E9-223E1A703D7F}"/>
                  </a:ext>
                </a:extLst>
              </p:cNvPr>
              <p:cNvPicPr/>
              <p:nvPr/>
            </p:nvPicPr>
            <p:blipFill>
              <a:blip r:embed="rId3"/>
              <a:stretch>
                <a:fillRect/>
              </a:stretch>
            </p:blipFill>
            <p:spPr>
              <a:xfrm>
                <a:off x="10540304" y="5147213"/>
                <a:ext cx="51955" cy="51955"/>
              </a:xfrm>
              <a:prstGeom prst="rect">
                <a:avLst/>
              </a:prstGeom>
            </p:spPr>
          </p:pic>
        </mc:Fallback>
      </mc:AlternateContent>
    </p:spTree>
    <p:extLst>
      <p:ext uri="{BB962C8B-B14F-4D97-AF65-F5344CB8AC3E}">
        <p14:creationId xmlns:p14="http://schemas.microsoft.com/office/powerpoint/2010/main" val="20174209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A3D0CE2-91FF-49B3-A5D8-181E900D7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58AEBD96-C315-4F53-9D9E-0E20E993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78916AAA-66F6-4DFA-88ED-7E27CF6B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6" name="Group 15">
            <a:extLst>
              <a:ext uri="{FF2B5EF4-FFF2-40B4-BE49-F238E27FC236}">
                <a16:creationId xmlns:a16="http://schemas.microsoft.com/office/drawing/2014/main" id="{A137D43F-BAD6-47F1-AA65-AEEA38A2FF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17" name="Oval 16">
              <a:extLst>
                <a:ext uri="{FF2B5EF4-FFF2-40B4-BE49-F238E27FC236}">
                  <a16:creationId xmlns:a16="http://schemas.microsoft.com/office/drawing/2014/main" id="{D512C9B2-6B22-4211-A940-FCD7C2CD0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8" name="Oval 17">
              <a:extLst>
                <a:ext uri="{FF2B5EF4-FFF2-40B4-BE49-F238E27FC236}">
                  <a16:creationId xmlns:a16="http://schemas.microsoft.com/office/drawing/2014/main" id="{85F7DB84-CDE7-46F8-90DD-9D048A7D5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sp>
      </p:grpSp>
      <p:sp useBgFill="1">
        <p:nvSpPr>
          <p:cNvPr id="20" name="Rectangle 19">
            <a:extLst>
              <a:ext uri="{FF2B5EF4-FFF2-40B4-BE49-F238E27FC236}">
                <a16:creationId xmlns:a16="http://schemas.microsoft.com/office/drawing/2014/main" id="{C3D25154-9EF7-4C33-9AAC-7B3BE089FE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文字方塊 3">
            <a:extLst>
              <a:ext uri="{FF2B5EF4-FFF2-40B4-BE49-F238E27FC236}">
                <a16:creationId xmlns:a16="http://schemas.microsoft.com/office/drawing/2014/main" id="{4C0C7DFB-F839-4192-B53B-1812E6CE4CEC}"/>
              </a:ext>
            </a:extLst>
          </p:cNvPr>
          <p:cNvSpPr txBox="1"/>
          <p:nvPr/>
        </p:nvSpPr>
        <p:spPr>
          <a:xfrm>
            <a:off x="1051560" y="643468"/>
            <a:ext cx="9966960" cy="359243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zh-TW" altLang="en-US" sz="8900" b="1" cap="all">
                <a:latin typeface="+mj-lt"/>
                <a:ea typeface="+mj-ea"/>
                <a:cs typeface="+mj-cs"/>
              </a:rPr>
              <a:t>第四節</a:t>
            </a:r>
            <a:endParaRPr lang="en-US" altLang="zh-TW" sz="8900" b="1" cap="all">
              <a:latin typeface="+mj-lt"/>
              <a:ea typeface="+mj-ea"/>
              <a:cs typeface="+mj-cs"/>
            </a:endParaRPr>
          </a:p>
          <a:p>
            <a:pPr defTabSz="914400">
              <a:lnSpc>
                <a:spcPct val="80000"/>
              </a:lnSpc>
              <a:spcBef>
                <a:spcPct val="0"/>
              </a:spcBef>
              <a:spcAft>
                <a:spcPts val="600"/>
              </a:spcAft>
            </a:pPr>
            <a:r>
              <a:rPr lang="zh-TW" altLang="en-US" sz="8900" b="1" cap="all">
                <a:latin typeface="+mj-lt"/>
                <a:ea typeface="+mj-ea"/>
                <a:cs typeface="+mj-cs"/>
              </a:rPr>
              <a:t>初識 請求與回應</a:t>
            </a:r>
            <a:endParaRPr lang="en-US" altLang="zh-TW" sz="8900" b="1" cap="all">
              <a:latin typeface="+mj-lt"/>
              <a:ea typeface="+mj-ea"/>
              <a:cs typeface="+mj-cs"/>
            </a:endParaRPr>
          </a:p>
        </p:txBody>
      </p:sp>
      <p:sp>
        <p:nvSpPr>
          <p:cNvPr id="22" name="Rectangle 21">
            <a:extLst>
              <a:ext uri="{FF2B5EF4-FFF2-40B4-BE49-F238E27FC236}">
                <a16:creationId xmlns:a16="http://schemas.microsoft.com/office/drawing/2014/main" id="{1604E8C0-C927-4C06-A96A-BF3323BA7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95831"/>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9DCECFD5-4C30-4892-9FF0-540E17955A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111496"/>
            <a:ext cx="1080904" cy="1080902"/>
            <a:chOff x="10245590" y="5111496"/>
            <a:chExt cx="1080904" cy="1080902"/>
          </a:xfrm>
        </p:grpSpPr>
        <p:sp>
          <p:nvSpPr>
            <p:cNvPr id="25" name="Oval 24">
              <a:extLst>
                <a:ext uri="{FF2B5EF4-FFF2-40B4-BE49-F238E27FC236}">
                  <a16:creationId xmlns:a16="http://schemas.microsoft.com/office/drawing/2014/main" id="{95C67F70-EAFE-425C-8422-591620A96D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5590" y="5111496"/>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26" name="Oval 25">
              <a:extLst>
                <a:ext uri="{FF2B5EF4-FFF2-40B4-BE49-F238E27FC236}">
                  <a16:creationId xmlns:a16="http://schemas.microsoft.com/office/drawing/2014/main" id="{D47FA16B-C217-4D91-84EA-5B0846BDDA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53681" y="5219586"/>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5" name="投影片編號版面配置區 4">
            <a:extLst>
              <a:ext uri="{FF2B5EF4-FFF2-40B4-BE49-F238E27FC236}">
                <a16:creationId xmlns:a16="http://schemas.microsoft.com/office/drawing/2014/main" id="{5D23B375-A6D2-4583-8FE9-BFCCCFBD241B}"/>
              </a:ext>
            </a:extLst>
          </p:cNvPr>
          <p:cNvSpPr>
            <a:spLocks noGrp="1"/>
          </p:cNvSpPr>
          <p:nvPr>
            <p:ph type="sldNum" sz="quarter" idx="12"/>
          </p:nvPr>
        </p:nvSpPr>
        <p:spPr>
          <a:xfrm>
            <a:off x="10189108" y="5342324"/>
            <a:ext cx="1193868" cy="640080"/>
          </a:xfrm>
        </p:spPr>
        <p:txBody>
          <a:bodyPr vert="horz" lIns="91440" tIns="45720" rIns="91440" bIns="45720" rtlCol="0" anchor="ctr">
            <a:normAutofit/>
          </a:bodyPr>
          <a:lstStyle/>
          <a:p>
            <a:pPr>
              <a:spcAft>
                <a:spcPts val="600"/>
              </a:spcAft>
            </a:pPr>
            <a:fld id="{B521127C-0C56-461F-B517-0D483F216F7D}" type="slidenum">
              <a:rPr lang="en-US" altLang="zh-TW" sz="2800" b="1" kern="1200">
                <a:solidFill>
                  <a:srgbClr val="FFFFFF"/>
                </a:solidFill>
                <a:latin typeface="+mj-lt"/>
                <a:ea typeface="+mn-ea"/>
                <a:cs typeface="+mn-cs"/>
              </a:rPr>
              <a:pPr>
                <a:spcAft>
                  <a:spcPts val="600"/>
                </a:spcAft>
              </a:pPr>
              <a:t>39</a:t>
            </a:fld>
            <a:endParaRPr lang="en-US" altLang="zh-TW" sz="2800" b="1" kern="1200">
              <a:solidFill>
                <a:srgbClr val="FFFFFF"/>
              </a:solidFill>
              <a:latin typeface="+mj-lt"/>
              <a:ea typeface="+mn-ea"/>
              <a:cs typeface="+mn-cs"/>
            </a:endParaRPr>
          </a:p>
        </p:txBody>
      </p:sp>
    </p:spTree>
    <p:extLst>
      <p:ext uri="{BB962C8B-B14F-4D97-AF65-F5344CB8AC3E}">
        <p14:creationId xmlns:p14="http://schemas.microsoft.com/office/powerpoint/2010/main" val="26797996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sz="half" idx="2"/>
          </p:nvPr>
        </p:nvSpPr>
        <p:spPr>
          <a:xfrm>
            <a:off x="8299450" y="871451"/>
            <a:ext cx="3892551" cy="5986549"/>
          </a:xfrm>
        </p:spPr>
        <p:txBody>
          <a:bodyPr>
            <a:noAutofit/>
          </a:bodyPr>
          <a:lstStyle/>
          <a:p>
            <a:r>
              <a:rPr lang="zh-TW" altLang="en-US" sz="2000" b="1">
                <a:latin typeface="Consolas" panose="020B0609020204030204" pitchFamily="49" charset="0"/>
                <a:ea typeface="+mj-ea"/>
              </a:rPr>
              <a:t>通訊協定是指「電腦間互相通訊的方式」。</a:t>
            </a:r>
            <a:endParaRPr lang="en-US" altLang="zh-TW" sz="2000" b="1">
              <a:latin typeface="Consolas" panose="020B0609020204030204" pitchFamily="49" charset="0"/>
              <a:ea typeface="+mj-ea"/>
            </a:endParaRPr>
          </a:p>
          <a:p>
            <a:r>
              <a:rPr lang="en-US" altLang="zh-TW" sz="2000" b="1">
                <a:latin typeface="Consolas" panose="020B0609020204030204" pitchFamily="49" charset="0"/>
                <a:ea typeface="+mj-ea"/>
              </a:rPr>
              <a:t>HTTP</a:t>
            </a:r>
            <a:r>
              <a:rPr lang="zh-TW" altLang="en-US" sz="2000" b="1">
                <a:latin typeface="Consolas" panose="020B0609020204030204" pitchFamily="49" charset="0"/>
                <a:ea typeface="+mj-ea"/>
              </a:rPr>
              <a:t>通訊協定則是「客戶端與伺服器溝通的方式」。</a:t>
            </a:r>
            <a:endParaRPr lang="en-US" altLang="zh-TW" sz="2000" b="1">
              <a:latin typeface="Consolas" panose="020B0609020204030204" pitchFamily="49" charset="0"/>
              <a:ea typeface="+mj-ea"/>
            </a:endParaRPr>
          </a:p>
          <a:p>
            <a:r>
              <a:rPr lang="en-US" altLang="zh-TW" sz="2000" b="1">
                <a:latin typeface="Consolas" panose="020B0609020204030204" pitchFamily="49" charset="0"/>
                <a:ea typeface="+mj-ea"/>
              </a:rPr>
              <a:t>【HTTP</a:t>
            </a:r>
            <a:r>
              <a:rPr lang="zh-TW" altLang="en-US" sz="2000" b="1">
                <a:latin typeface="Consolas" panose="020B0609020204030204" pitchFamily="49" charset="0"/>
                <a:ea typeface="+mj-ea"/>
              </a:rPr>
              <a:t>通訊協定的兩大特性</a:t>
            </a:r>
            <a:r>
              <a:rPr lang="en-US" altLang="zh-TW" sz="2000" b="1">
                <a:latin typeface="Consolas" panose="020B0609020204030204" pitchFamily="49" charset="0"/>
                <a:ea typeface="+mj-ea"/>
              </a:rPr>
              <a:t>】</a:t>
            </a:r>
          </a:p>
          <a:p>
            <a:r>
              <a:rPr lang="en-US" altLang="zh-TW" sz="2000" b="1">
                <a:latin typeface="Consolas" panose="020B0609020204030204" pitchFamily="49" charset="0"/>
                <a:ea typeface="+mj-ea"/>
              </a:rPr>
              <a:t>1.</a:t>
            </a:r>
            <a:r>
              <a:rPr lang="zh-TW" altLang="en-US" sz="2000" b="1">
                <a:latin typeface="Consolas" panose="020B0609020204030204" pitchFamily="49" charset="0"/>
                <a:ea typeface="+mj-ea"/>
              </a:rPr>
              <a:t>無狀態協定</a:t>
            </a:r>
            <a:endParaRPr lang="en-US" altLang="zh-TW" sz="2000" b="1">
              <a:latin typeface="Consolas" panose="020B0609020204030204" pitchFamily="49" charset="0"/>
              <a:ea typeface="+mj-ea"/>
            </a:endParaRPr>
          </a:p>
          <a:p>
            <a:r>
              <a:rPr lang="en-US" altLang="zh-TW" sz="2000" b="1">
                <a:latin typeface="Consolas" panose="020B0609020204030204" pitchFamily="49" charset="0"/>
                <a:ea typeface="+mj-ea"/>
              </a:rPr>
              <a:t>2.</a:t>
            </a:r>
            <a:r>
              <a:rPr lang="zh-TW" altLang="en-US" sz="2000" b="1">
                <a:latin typeface="Consolas" panose="020B0609020204030204" pitchFamily="49" charset="0"/>
                <a:ea typeface="+mj-ea"/>
              </a:rPr>
              <a:t>基於請求</a:t>
            </a:r>
            <a:r>
              <a:rPr lang="en-US" altLang="zh-TW" sz="2000" b="1">
                <a:latin typeface="Consolas" panose="020B0609020204030204" pitchFamily="49" charset="0"/>
                <a:ea typeface="+mj-ea"/>
              </a:rPr>
              <a:t>/</a:t>
            </a:r>
            <a:r>
              <a:rPr lang="zh-TW" altLang="en-US" sz="2000" b="1">
                <a:latin typeface="Consolas" panose="020B0609020204030204" pitchFamily="49" charset="0"/>
                <a:ea typeface="+mj-ea"/>
              </a:rPr>
              <a:t>回應的模型</a:t>
            </a:r>
            <a:endParaRPr lang="en-US" altLang="zh-TW" sz="2000" b="1">
              <a:latin typeface="Consolas" panose="020B0609020204030204" pitchFamily="49" charset="0"/>
              <a:ea typeface="+mj-ea"/>
            </a:endParaRPr>
          </a:p>
          <a:p>
            <a:endParaRPr lang="en-US" altLang="zh-TW" sz="2000" b="1">
              <a:latin typeface="Consolas" panose="020B0609020204030204" pitchFamily="49" charset="0"/>
              <a:ea typeface="+mj-ea"/>
            </a:endParaRPr>
          </a:p>
          <a:p>
            <a:r>
              <a:rPr lang="en-US" altLang="zh-TW" sz="2000" b="1">
                <a:latin typeface="Consolas" panose="020B0609020204030204" pitchFamily="49" charset="0"/>
                <a:ea typeface="+mj-ea"/>
              </a:rPr>
              <a:t>【</a:t>
            </a:r>
            <a:r>
              <a:rPr lang="zh-TW" altLang="en-US" sz="2000" b="1">
                <a:latin typeface="Consolas" panose="020B0609020204030204" pitchFamily="49" charset="0"/>
                <a:ea typeface="+mj-ea"/>
              </a:rPr>
              <a:t>主從式架構</a:t>
            </a:r>
            <a:r>
              <a:rPr lang="en-US" altLang="zh-TW" sz="2000" b="1">
                <a:latin typeface="Consolas" panose="020B0609020204030204" pitchFamily="49" charset="0"/>
                <a:ea typeface="+mj-ea"/>
              </a:rPr>
              <a:t>】</a:t>
            </a:r>
          </a:p>
          <a:p>
            <a:r>
              <a:rPr lang="zh-TW" altLang="en-US" sz="2000" b="1">
                <a:latin typeface="Consolas" panose="020B0609020204030204" pitchFamily="49" charset="0"/>
                <a:ea typeface="+mj-ea"/>
              </a:rPr>
              <a:t>也稱為客戶端</a:t>
            </a:r>
            <a:r>
              <a:rPr lang="en-US" altLang="zh-TW" sz="2000" b="1">
                <a:latin typeface="Consolas" panose="020B0609020204030204" pitchFamily="49" charset="0"/>
                <a:ea typeface="+mj-ea"/>
              </a:rPr>
              <a:t>/</a:t>
            </a:r>
            <a:r>
              <a:rPr lang="zh-TW" altLang="en-US" sz="2000" b="1">
                <a:latin typeface="Consolas" panose="020B0609020204030204" pitchFamily="49" charset="0"/>
                <a:ea typeface="+mj-ea"/>
              </a:rPr>
              <a:t>伺服器架構，由多台</a:t>
            </a:r>
            <a:r>
              <a:rPr lang="en-US" altLang="zh-TW" sz="2000" b="1">
                <a:latin typeface="Consolas" panose="020B0609020204030204" pitchFamily="49" charset="0"/>
                <a:ea typeface="+mj-ea"/>
              </a:rPr>
              <a:t>Client</a:t>
            </a:r>
            <a:r>
              <a:rPr lang="zh-TW" altLang="en-US" sz="2000" b="1">
                <a:latin typeface="Consolas" panose="020B0609020204030204" pitchFamily="49" charset="0"/>
                <a:ea typeface="+mj-ea"/>
              </a:rPr>
              <a:t>對一台</a:t>
            </a:r>
            <a:r>
              <a:rPr lang="en-US" altLang="zh-TW" sz="2000" b="1">
                <a:latin typeface="Consolas" panose="020B0609020204030204" pitchFamily="49" charset="0"/>
                <a:ea typeface="+mj-ea"/>
              </a:rPr>
              <a:t>Server</a:t>
            </a:r>
            <a:r>
              <a:rPr lang="zh-TW" altLang="en-US" sz="2000" b="1">
                <a:latin typeface="Consolas" panose="020B0609020204030204" pitchFamily="49" charset="0"/>
                <a:ea typeface="+mj-ea"/>
              </a:rPr>
              <a:t>提出請求</a:t>
            </a:r>
            <a:r>
              <a:rPr lang="en-US" altLang="zh-TW" sz="2000" b="1">
                <a:latin typeface="Consolas" panose="020B0609020204030204" pitchFamily="49" charset="0"/>
                <a:ea typeface="+mj-ea"/>
              </a:rPr>
              <a:t>(Request)</a:t>
            </a:r>
            <a:r>
              <a:rPr lang="zh-TW" altLang="en-US" sz="2000" b="1">
                <a:latin typeface="Consolas" panose="020B0609020204030204" pitchFamily="49" charset="0"/>
                <a:ea typeface="+mj-ea"/>
              </a:rPr>
              <a:t>。與之對應的為</a:t>
            </a:r>
            <a:r>
              <a:rPr lang="en-US" altLang="zh-TW" sz="2000" b="1">
                <a:latin typeface="Consolas" panose="020B0609020204030204" pitchFamily="49" charset="0"/>
                <a:ea typeface="+mj-ea"/>
              </a:rPr>
              <a:t>P2P</a:t>
            </a:r>
            <a:r>
              <a:rPr lang="en-US" altLang="zh-TW" sz="2000" b="1">
                <a:latin typeface="Consolas" panose="020B0609020204030204" pitchFamily="49" charset="0"/>
              </a:rPr>
              <a:t> (peer to peer)</a:t>
            </a:r>
            <a:r>
              <a:rPr lang="zh-TW" altLang="en-US" sz="2000" b="1">
                <a:latin typeface="Consolas" panose="020B0609020204030204" pitchFamily="49" charset="0"/>
                <a:ea typeface="+mj-ea"/>
              </a:rPr>
              <a:t>架構，客戶端同時也扮演伺服器的角色。</a:t>
            </a:r>
            <a:endParaRPr lang="en-US" altLang="zh-TW" sz="2000" b="1">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DE0C7043-5B7F-4E55-B9C2-004C86B4F74C}"/>
              </a:ext>
            </a:extLst>
          </p:cNvPr>
          <p:cNvSpPr>
            <a:spLocks noGrp="1"/>
          </p:cNvSpPr>
          <p:nvPr>
            <p:ph type="sldNum" sz="quarter" idx="12"/>
          </p:nvPr>
        </p:nvSpPr>
        <p:spPr/>
        <p:txBody>
          <a:bodyPr/>
          <a:lstStyle/>
          <a:p>
            <a:fld id="{B521127C-0C56-461F-B517-0D483F216F7D}" type="slidenum">
              <a:rPr lang="zh-TW" altLang="en-US" smtClean="0"/>
              <a:t>40</a:t>
            </a:fld>
            <a:endParaRPr lang="zh-TW" altLang="en-US"/>
          </a:p>
        </p:txBody>
      </p:sp>
      <p:sp>
        <p:nvSpPr>
          <p:cNvPr id="9" name="矩形 8"/>
          <p:cNvSpPr/>
          <p:nvPr/>
        </p:nvSpPr>
        <p:spPr>
          <a:xfrm>
            <a:off x="8355492" y="175433"/>
            <a:ext cx="3860800" cy="535531"/>
          </a:xfrm>
          <a:prstGeom prst="rect">
            <a:avLst/>
          </a:prstGeom>
        </p:spPr>
        <p:txBody>
          <a:bodyPr wrap="square">
            <a:spAutoFit/>
          </a:bodyPr>
          <a:lstStyle/>
          <a:p>
            <a:pPr algn="ctr" defTabSz="914400">
              <a:lnSpc>
                <a:spcPct val="90000"/>
              </a:lnSpc>
              <a:spcBef>
                <a:spcPct val="0"/>
              </a:spcBef>
            </a:pPr>
            <a:r>
              <a:rPr lang="en-US" altLang="zh-TW" sz="3200" b="1">
                <a:latin typeface="+mj-lt"/>
                <a:ea typeface="+mj-ea"/>
                <a:cs typeface="+mj-cs"/>
              </a:rPr>
              <a:t>HTTP</a:t>
            </a:r>
            <a:r>
              <a:rPr lang="zh-TW" altLang="en-US" sz="3200" b="1">
                <a:latin typeface="+mj-lt"/>
                <a:ea typeface="+mj-ea"/>
                <a:cs typeface="+mj-cs"/>
              </a:rPr>
              <a:t>通訊協定</a:t>
            </a:r>
            <a:endParaRPr lang="en-US" altLang="zh-TW" sz="3200" b="1" cap="all">
              <a:latin typeface="+mj-lt"/>
              <a:ea typeface="+mj-ea"/>
              <a:cs typeface="+mj-cs"/>
            </a:endParaRPr>
          </a:p>
        </p:txBody>
      </p:sp>
      <p:pic>
        <p:nvPicPr>
          <p:cNvPr id="19" name="圖片 18">
            <a:extLst>
              <a:ext uri="{FF2B5EF4-FFF2-40B4-BE49-F238E27FC236}">
                <a16:creationId xmlns:a16="http://schemas.microsoft.com/office/drawing/2014/main" id="{311216E7-2044-4BDC-8C64-2F349B54CB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6587" y="870918"/>
            <a:ext cx="790701" cy="1007898"/>
          </a:xfrm>
          <a:prstGeom prst="rect">
            <a:avLst/>
          </a:prstGeom>
        </p:spPr>
      </p:pic>
      <p:pic>
        <p:nvPicPr>
          <p:cNvPr id="20" name="圖片 19" descr="一張含有 文字, 顯示 的圖片&#10;&#10;自動產生的描述">
            <a:extLst>
              <a:ext uri="{FF2B5EF4-FFF2-40B4-BE49-F238E27FC236}">
                <a16:creationId xmlns:a16="http://schemas.microsoft.com/office/drawing/2014/main" id="{42F84208-1A82-4D36-A556-8C8A1A4C3C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207" y="902716"/>
            <a:ext cx="932184" cy="944301"/>
          </a:xfrm>
          <a:prstGeom prst="rect">
            <a:avLst/>
          </a:prstGeom>
        </p:spPr>
      </p:pic>
      <p:cxnSp>
        <p:nvCxnSpPr>
          <p:cNvPr id="21" name="直線單箭頭接點 20">
            <a:extLst>
              <a:ext uri="{FF2B5EF4-FFF2-40B4-BE49-F238E27FC236}">
                <a16:creationId xmlns:a16="http://schemas.microsoft.com/office/drawing/2014/main" id="{F4F7ABCF-1550-4903-AEBF-4846D8A01C5D}"/>
              </a:ext>
            </a:extLst>
          </p:cNvPr>
          <p:cNvCxnSpPr>
            <a:cxnSpLocks/>
          </p:cNvCxnSpPr>
          <p:nvPr/>
        </p:nvCxnSpPr>
        <p:spPr>
          <a:xfrm>
            <a:off x="2751427" y="1202905"/>
            <a:ext cx="244934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a:extLst>
              <a:ext uri="{FF2B5EF4-FFF2-40B4-BE49-F238E27FC236}">
                <a16:creationId xmlns:a16="http://schemas.microsoft.com/office/drawing/2014/main" id="{DA080A57-4949-4F23-8A89-83275619A305}"/>
              </a:ext>
            </a:extLst>
          </p:cNvPr>
          <p:cNvCxnSpPr>
            <a:cxnSpLocks/>
          </p:cNvCxnSpPr>
          <p:nvPr/>
        </p:nvCxnSpPr>
        <p:spPr>
          <a:xfrm flipH="1">
            <a:off x="2733984" y="1678038"/>
            <a:ext cx="244934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文字方塊 23">
            <a:extLst>
              <a:ext uri="{FF2B5EF4-FFF2-40B4-BE49-F238E27FC236}">
                <a16:creationId xmlns:a16="http://schemas.microsoft.com/office/drawing/2014/main" id="{AA19D652-A1F7-471F-8969-78AC06BEA2EB}"/>
              </a:ext>
            </a:extLst>
          </p:cNvPr>
          <p:cNvSpPr txBox="1"/>
          <p:nvPr/>
        </p:nvSpPr>
        <p:spPr>
          <a:xfrm>
            <a:off x="3103501" y="673735"/>
            <a:ext cx="1745195" cy="369332"/>
          </a:xfrm>
          <a:prstGeom prst="rect">
            <a:avLst/>
          </a:prstGeom>
          <a:noFill/>
        </p:spPr>
        <p:txBody>
          <a:bodyPr wrap="square" rtlCol="0">
            <a:spAutoFit/>
          </a:bodyPr>
          <a:lstStyle/>
          <a:p>
            <a:pPr algn="ctr"/>
            <a:r>
              <a:rPr lang="en-US" altLang="zh-TW">
                <a:latin typeface="Consolas" panose="020B0609020204030204" pitchFamily="49" charset="0"/>
                <a:ea typeface="+mj-ea"/>
              </a:rPr>
              <a:t>Http Request</a:t>
            </a:r>
            <a:endParaRPr lang="zh-TW" altLang="en-US">
              <a:latin typeface="Consolas" panose="020B0609020204030204" pitchFamily="49" charset="0"/>
              <a:ea typeface="+mj-ea"/>
            </a:endParaRPr>
          </a:p>
        </p:txBody>
      </p:sp>
      <p:sp>
        <p:nvSpPr>
          <p:cNvPr id="25" name="文字方塊 24">
            <a:extLst>
              <a:ext uri="{FF2B5EF4-FFF2-40B4-BE49-F238E27FC236}">
                <a16:creationId xmlns:a16="http://schemas.microsoft.com/office/drawing/2014/main" id="{80DA59B2-ACF2-4F22-B3FC-17CFB4391258}"/>
              </a:ext>
            </a:extLst>
          </p:cNvPr>
          <p:cNvSpPr txBox="1"/>
          <p:nvPr/>
        </p:nvSpPr>
        <p:spPr>
          <a:xfrm>
            <a:off x="3012095" y="1878816"/>
            <a:ext cx="1928788" cy="369332"/>
          </a:xfrm>
          <a:prstGeom prst="rect">
            <a:avLst/>
          </a:prstGeom>
          <a:noFill/>
        </p:spPr>
        <p:txBody>
          <a:bodyPr wrap="square" rtlCol="0">
            <a:spAutoFit/>
          </a:bodyPr>
          <a:lstStyle/>
          <a:p>
            <a:pPr algn="ctr"/>
            <a:r>
              <a:rPr lang="en-US" altLang="zh-TW">
                <a:latin typeface="Consolas" panose="020B0609020204030204" pitchFamily="49" charset="0"/>
                <a:ea typeface="+mj-ea"/>
              </a:rPr>
              <a:t>Http Response</a:t>
            </a:r>
            <a:endParaRPr lang="zh-TW" altLang="en-US">
              <a:latin typeface="Consolas" panose="020B0609020204030204" pitchFamily="49" charset="0"/>
              <a:ea typeface="+mj-ea"/>
            </a:endParaRPr>
          </a:p>
        </p:txBody>
      </p:sp>
      <p:sp>
        <p:nvSpPr>
          <p:cNvPr id="26" name="文字方塊 25">
            <a:extLst>
              <a:ext uri="{FF2B5EF4-FFF2-40B4-BE49-F238E27FC236}">
                <a16:creationId xmlns:a16="http://schemas.microsoft.com/office/drawing/2014/main" id="{8A620388-243F-4A44-ACDE-87A82DAE4A15}"/>
              </a:ext>
            </a:extLst>
          </p:cNvPr>
          <p:cNvSpPr txBox="1"/>
          <p:nvPr/>
        </p:nvSpPr>
        <p:spPr>
          <a:xfrm>
            <a:off x="619390" y="501585"/>
            <a:ext cx="1081817" cy="369332"/>
          </a:xfrm>
          <a:prstGeom prst="rect">
            <a:avLst/>
          </a:prstGeom>
          <a:noFill/>
        </p:spPr>
        <p:txBody>
          <a:bodyPr wrap="square" rtlCol="0">
            <a:spAutoFit/>
          </a:bodyPr>
          <a:lstStyle/>
          <a:p>
            <a:pPr algn="ctr"/>
            <a:r>
              <a:rPr lang="en-US" altLang="zh-TW">
                <a:latin typeface="Consolas" panose="020B0609020204030204" pitchFamily="49" charset="0"/>
                <a:ea typeface="+mj-ea"/>
              </a:rPr>
              <a:t>Client</a:t>
            </a:r>
            <a:endParaRPr lang="zh-TW" altLang="en-US">
              <a:latin typeface="Consolas" panose="020B0609020204030204" pitchFamily="49" charset="0"/>
              <a:ea typeface="+mj-ea"/>
            </a:endParaRPr>
          </a:p>
        </p:txBody>
      </p:sp>
      <p:sp>
        <p:nvSpPr>
          <p:cNvPr id="27" name="文字方塊 26">
            <a:extLst>
              <a:ext uri="{FF2B5EF4-FFF2-40B4-BE49-F238E27FC236}">
                <a16:creationId xmlns:a16="http://schemas.microsoft.com/office/drawing/2014/main" id="{E0CB1D23-7F8B-4F24-AD97-842FDDFA87A6}"/>
              </a:ext>
            </a:extLst>
          </p:cNvPr>
          <p:cNvSpPr txBox="1"/>
          <p:nvPr/>
        </p:nvSpPr>
        <p:spPr>
          <a:xfrm>
            <a:off x="6217504" y="501586"/>
            <a:ext cx="1008865" cy="369332"/>
          </a:xfrm>
          <a:prstGeom prst="rect">
            <a:avLst/>
          </a:prstGeom>
          <a:noFill/>
        </p:spPr>
        <p:txBody>
          <a:bodyPr wrap="square" rtlCol="0">
            <a:spAutoFit/>
          </a:bodyPr>
          <a:lstStyle/>
          <a:p>
            <a:pPr algn="ctr"/>
            <a:r>
              <a:rPr lang="en-US" altLang="zh-TW">
                <a:latin typeface="Consolas" panose="020B0609020204030204" pitchFamily="49" charset="0"/>
                <a:ea typeface="+mj-ea"/>
              </a:rPr>
              <a:t>Server</a:t>
            </a:r>
            <a:endParaRPr lang="zh-TW" altLang="en-US">
              <a:latin typeface="Consolas" panose="020B0609020204030204" pitchFamily="49" charset="0"/>
              <a:ea typeface="+mj-ea"/>
            </a:endParaRPr>
          </a:p>
        </p:txBody>
      </p:sp>
      <p:sp>
        <p:nvSpPr>
          <p:cNvPr id="28" name="文字方塊 27">
            <a:extLst>
              <a:ext uri="{FF2B5EF4-FFF2-40B4-BE49-F238E27FC236}">
                <a16:creationId xmlns:a16="http://schemas.microsoft.com/office/drawing/2014/main" id="{FF70E413-8F28-4892-8595-66FE25A830FA}"/>
              </a:ext>
            </a:extLst>
          </p:cNvPr>
          <p:cNvSpPr txBox="1"/>
          <p:nvPr/>
        </p:nvSpPr>
        <p:spPr>
          <a:xfrm>
            <a:off x="367519" y="2248148"/>
            <a:ext cx="1723550" cy="784830"/>
          </a:xfrm>
          <a:prstGeom prst="rect">
            <a:avLst/>
          </a:prstGeom>
          <a:noFill/>
        </p:spPr>
        <p:txBody>
          <a:bodyPr wrap="none" rtlCol="0">
            <a:spAutoFit/>
          </a:bodyPr>
          <a:lstStyle/>
          <a:p>
            <a:pPr algn="ctr"/>
            <a:r>
              <a:rPr lang="zh-TW" altLang="en-US" sz="1500">
                <a:latin typeface="Consolas" panose="020B0609020204030204" pitchFamily="49" charset="0"/>
                <a:ea typeface="+mj-ea"/>
              </a:rPr>
              <a:t>請求一張圖片</a:t>
            </a:r>
            <a:endParaRPr lang="en-US" altLang="zh-TW" sz="1500">
              <a:latin typeface="Consolas" panose="020B0609020204030204" pitchFamily="49" charset="0"/>
              <a:ea typeface="+mj-ea"/>
            </a:endParaRPr>
          </a:p>
          <a:p>
            <a:pPr algn="ctr"/>
            <a:r>
              <a:rPr lang="zh-TW" altLang="en-US" sz="1500">
                <a:latin typeface="Consolas" panose="020B0609020204030204" pitchFamily="49" charset="0"/>
                <a:ea typeface="+mj-ea"/>
              </a:rPr>
              <a:t>請求一個網頁</a:t>
            </a:r>
            <a:endParaRPr lang="en-US" altLang="zh-TW" sz="1500">
              <a:latin typeface="Consolas" panose="020B0609020204030204" pitchFamily="49" charset="0"/>
              <a:ea typeface="+mj-ea"/>
            </a:endParaRPr>
          </a:p>
          <a:p>
            <a:pPr algn="ctr"/>
            <a:r>
              <a:rPr lang="zh-TW" altLang="en-US" sz="1500">
                <a:latin typeface="Consolas" panose="020B0609020204030204" pitchFamily="49" charset="0"/>
                <a:ea typeface="+mj-ea"/>
              </a:rPr>
              <a:t>請求執行一支程式</a:t>
            </a:r>
            <a:endParaRPr lang="en-US" altLang="zh-TW" sz="1500">
              <a:latin typeface="Consolas" panose="020B0609020204030204" pitchFamily="49" charset="0"/>
              <a:ea typeface="+mj-ea"/>
            </a:endParaRPr>
          </a:p>
        </p:txBody>
      </p:sp>
      <p:sp>
        <p:nvSpPr>
          <p:cNvPr id="29" name="文字方塊 28">
            <a:extLst>
              <a:ext uri="{FF2B5EF4-FFF2-40B4-BE49-F238E27FC236}">
                <a16:creationId xmlns:a16="http://schemas.microsoft.com/office/drawing/2014/main" id="{1006C0F3-82AD-4059-9A57-C55A35B1BF6A}"/>
              </a:ext>
            </a:extLst>
          </p:cNvPr>
          <p:cNvSpPr txBox="1"/>
          <p:nvPr/>
        </p:nvSpPr>
        <p:spPr>
          <a:xfrm>
            <a:off x="5088379" y="2248148"/>
            <a:ext cx="3267113" cy="784830"/>
          </a:xfrm>
          <a:prstGeom prst="rect">
            <a:avLst/>
          </a:prstGeom>
          <a:noFill/>
        </p:spPr>
        <p:txBody>
          <a:bodyPr wrap="square" rtlCol="0">
            <a:spAutoFit/>
          </a:bodyPr>
          <a:lstStyle/>
          <a:p>
            <a:pPr algn="ctr"/>
            <a:r>
              <a:rPr lang="zh-TW" altLang="en-US" sz="1500">
                <a:latin typeface="Consolas" panose="020B0609020204030204" pitchFamily="49" charset="0"/>
                <a:ea typeface="+mj-ea"/>
              </a:rPr>
              <a:t>回應一張圖片</a:t>
            </a:r>
            <a:endParaRPr lang="en-US" altLang="zh-TW" sz="1500">
              <a:latin typeface="Consolas" panose="020B0609020204030204" pitchFamily="49" charset="0"/>
              <a:ea typeface="+mj-ea"/>
            </a:endParaRPr>
          </a:p>
          <a:p>
            <a:pPr algn="ctr"/>
            <a:r>
              <a:rPr lang="zh-TW" altLang="en-US" sz="1500">
                <a:latin typeface="Consolas" panose="020B0609020204030204" pitchFamily="49" charset="0"/>
                <a:ea typeface="+mj-ea"/>
              </a:rPr>
              <a:t>回應一個網頁</a:t>
            </a:r>
            <a:endParaRPr lang="en-US" altLang="zh-TW" sz="1500">
              <a:latin typeface="Consolas" panose="020B0609020204030204" pitchFamily="49" charset="0"/>
              <a:ea typeface="+mj-ea"/>
            </a:endParaRPr>
          </a:p>
          <a:p>
            <a:pPr algn="ctr"/>
            <a:r>
              <a:rPr lang="zh-TW" altLang="en-US" sz="1500">
                <a:latin typeface="Consolas" panose="020B0609020204030204" pitchFamily="49" charset="0"/>
                <a:ea typeface="+mj-ea"/>
              </a:rPr>
              <a:t>執行一支程式，回應執行結果</a:t>
            </a:r>
            <a:endParaRPr lang="en-US" altLang="zh-TW" sz="1500">
              <a:latin typeface="Consolas" panose="020B0609020204030204" pitchFamily="49" charset="0"/>
              <a:ea typeface="+mj-ea"/>
            </a:endParaRPr>
          </a:p>
        </p:txBody>
      </p:sp>
      <p:sp>
        <p:nvSpPr>
          <p:cNvPr id="31" name="文字方塊 30"/>
          <p:cNvSpPr txBox="1"/>
          <p:nvPr/>
        </p:nvSpPr>
        <p:spPr>
          <a:xfrm>
            <a:off x="152400" y="3665179"/>
            <a:ext cx="8147050" cy="3139321"/>
          </a:xfrm>
          <a:prstGeom prst="rect">
            <a:avLst/>
          </a:prstGeom>
          <a:noFill/>
        </p:spPr>
        <p:txBody>
          <a:bodyPr wrap="square" rtlCol="0">
            <a:spAutoFit/>
          </a:bodyPr>
          <a:lstStyle/>
          <a:p>
            <a:r>
              <a:rPr lang="zh-TW" altLang="en-US" sz="2200">
                <a:latin typeface="+mj-ea"/>
                <a:ea typeface="+mj-ea"/>
              </a:rPr>
              <a:t>試想，請求執行以下程式，需要附上什麼資訊</a:t>
            </a:r>
            <a:r>
              <a:rPr lang="en-US" altLang="zh-TW" sz="2200">
                <a:latin typeface="+mj-ea"/>
                <a:ea typeface="+mj-ea"/>
              </a:rPr>
              <a:t>?</a:t>
            </a:r>
            <a:r>
              <a:rPr lang="zh-TW" altLang="en-US" sz="2200">
                <a:latin typeface="+mj-ea"/>
                <a:ea typeface="+mj-ea"/>
              </a:rPr>
              <a:t> 會得到什麼回應</a:t>
            </a:r>
            <a:r>
              <a:rPr lang="en-US" altLang="zh-TW" sz="2200">
                <a:latin typeface="+mj-ea"/>
                <a:ea typeface="+mj-ea"/>
              </a:rPr>
              <a:t>?</a:t>
            </a:r>
            <a:r>
              <a:rPr lang="zh-TW" altLang="en-US" sz="2200">
                <a:latin typeface="+mj-ea"/>
                <a:ea typeface="+mj-ea"/>
              </a:rPr>
              <a:t> </a:t>
            </a:r>
            <a:endParaRPr lang="en-US" altLang="zh-TW" sz="2200">
              <a:latin typeface="+mj-ea"/>
              <a:ea typeface="+mj-ea"/>
            </a:endParaRPr>
          </a:p>
          <a:p>
            <a:pPr marL="342900" indent="-342900">
              <a:buFont typeface="+mj-lt"/>
              <a:buAutoNum type="arabicPeriod"/>
            </a:pPr>
            <a:r>
              <a:rPr lang="zh-TW" altLang="en-US" sz="2200">
                <a:latin typeface="+mj-ea"/>
                <a:ea typeface="+mj-ea"/>
              </a:rPr>
              <a:t>請求執行「取得所有商品資訊」的程式。</a:t>
            </a:r>
            <a:endParaRPr lang="en-US" altLang="zh-TW" sz="2200">
              <a:latin typeface="+mj-ea"/>
              <a:ea typeface="+mj-ea"/>
            </a:endParaRPr>
          </a:p>
          <a:p>
            <a:pPr marL="342900" indent="-342900">
              <a:buFont typeface="+mj-lt"/>
              <a:buAutoNum type="arabicPeriod"/>
            </a:pPr>
            <a:r>
              <a:rPr lang="zh-TW" altLang="en-US" sz="2200">
                <a:latin typeface="+mj-ea"/>
                <a:ea typeface="+mj-ea"/>
              </a:rPr>
              <a:t>請求執行「登入」的程式。</a:t>
            </a:r>
            <a:endParaRPr lang="en-US" altLang="zh-TW" sz="2200">
              <a:latin typeface="+mj-ea"/>
              <a:ea typeface="+mj-ea"/>
            </a:endParaRPr>
          </a:p>
          <a:p>
            <a:pPr marL="342900" indent="-342900">
              <a:buFont typeface="+mj-lt"/>
              <a:buAutoNum type="arabicPeriod"/>
            </a:pPr>
            <a:r>
              <a:rPr lang="zh-TW" altLang="en-US" sz="2200">
                <a:latin typeface="+mj-ea"/>
                <a:ea typeface="+mj-ea"/>
              </a:rPr>
              <a:t>請求執行「把我的</a:t>
            </a:r>
            <a:r>
              <a:rPr lang="en-US" altLang="zh-TW" sz="2200">
                <a:latin typeface="+mj-ea"/>
                <a:ea typeface="+mj-ea"/>
              </a:rPr>
              <a:t>PDF</a:t>
            </a:r>
            <a:r>
              <a:rPr lang="zh-TW" altLang="en-US" sz="2200">
                <a:latin typeface="+mj-ea"/>
                <a:ea typeface="+mj-ea"/>
              </a:rPr>
              <a:t>存在雲端」的程式。</a:t>
            </a:r>
            <a:endParaRPr lang="en-US" altLang="zh-TW" sz="2200">
              <a:latin typeface="+mj-ea"/>
              <a:ea typeface="+mj-ea"/>
            </a:endParaRPr>
          </a:p>
          <a:p>
            <a:pPr marL="342900" indent="-342900">
              <a:buFont typeface="+mj-lt"/>
              <a:buAutoNum type="arabicPeriod"/>
            </a:pPr>
            <a:r>
              <a:rPr lang="zh-TW" altLang="en-US" sz="2200">
                <a:latin typeface="+mj-ea"/>
                <a:ea typeface="+mj-ea"/>
              </a:rPr>
              <a:t>請求執行「查詢這期統一發票中獎號碼，順便幫我看一下輸入的這組號碼有沒有中獎」的程式。</a:t>
            </a:r>
            <a:endParaRPr lang="en-US" altLang="zh-TW" sz="2200">
              <a:latin typeface="+mj-ea"/>
              <a:ea typeface="+mj-ea"/>
            </a:endParaRPr>
          </a:p>
          <a:p>
            <a:pPr marL="342900" indent="-342900">
              <a:buFont typeface="+mj-lt"/>
              <a:buAutoNum type="arabicPeriod"/>
            </a:pPr>
            <a:endParaRPr lang="en-US" altLang="zh-TW" sz="2200">
              <a:latin typeface="+mj-ea"/>
              <a:ea typeface="+mj-ea"/>
            </a:endParaRPr>
          </a:p>
          <a:p>
            <a:r>
              <a:rPr lang="zh-TW" altLang="en-US" sz="2200">
                <a:latin typeface="+mj-ea"/>
                <a:ea typeface="+mj-ea"/>
              </a:rPr>
              <a:t>那麼，要如何「接收使用者</a:t>
            </a:r>
            <a:r>
              <a:rPr lang="en-US" altLang="zh-TW" sz="2200">
                <a:latin typeface="+mj-ea"/>
                <a:ea typeface="+mj-ea"/>
              </a:rPr>
              <a:t>(</a:t>
            </a:r>
            <a:r>
              <a:rPr lang="zh-TW" altLang="en-US" sz="2200">
                <a:latin typeface="+mj-ea"/>
                <a:ea typeface="+mj-ea"/>
              </a:rPr>
              <a:t>客戶端</a:t>
            </a:r>
            <a:r>
              <a:rPr lang="en-US" altLang="zh-TW" sz="2200">
                <a:latin typeface="+mj-ea"/>
                <a:ea typeface="+mj-ea"/>
              </a:rPr>
              <a:t>)</a:t>
            </a:r>
            <a:r>
              <a:rPr lang="zh-TW" altLang="en-US" sz="2200">
                <a:latin typeface="+mj-ea"/>
                <a:ea typeface="+mj-ea"/>
              </a:rPr>
              <a:t>的請求資訊」</a:t>
            </a:r>
            <a:endParaRPr lang="en-US" altLang="zh-TW" sz="2200">
              <a:latin typeface="+mj-ea"/>
              <a:ea typeface="+mj-ea"/>
            </a:endParaRPr>
          </a:p>
          <a:p>
            <a:r>
              <a:rPr lang="zh-TW" altLang="en-US" sz="2200">
                <a:latin typeface="+mj-ea"/>
                <a:ea typeface="+mj-ea"/>
              </a:rPr>
              <a:t>以及，要如何「回應客戶端訊息」呢</a:t>
            </a:r>
            <a:r>
              <a:rPr lang="en-US" altLang="zh-TW" sz="2200">
                <a:latin typeface="+mj-ea"/>
                <a:ea typeface="+mj-ea"/>
              </a:rPr>
              <a:t>?</a:t>
            </a:r>
          </a:p>
        </p:txBody>
      </p:sp>
    </p:spTree>
    <p:extLst>
      <p:ext uri="{BB962C8B-B14F-4D97-AF65-F5344CB8AC3E}">
        <p14:creationId xmlns:p14="http://schemas.microsoft.com/office/powerpoint/2010/main" val="37511462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sz="half" idx="2"/>
          </p:nvPr>
        </p:nvSpPr>
        <p:spPr>
          <a:xfrm>
            <a:off x="8299450" y="871451"/>
            <a:ext cx="3892551" cy="5986549"/>
          </a:xfrm>
        </p:spPr>
        <p:txBody>
          <a:bodyPr>
            <a:noAutofit/>
          </a:bodyPr>
          <a:lstStyle/>
          <a:p>
            <a:pPr>
              <a:spcBef>
                <a:spcPts val="600"/>
              </a:spcBef>
            </a:pPr>
            <a:r>
              <a:rPr lang="en-US" altLang="zh-TW" sz="1500" b="1">
                <a:latin typeface="Consolas" panose="020B0609020204030204" pitchFamily="49" charset="0"/>
                <a:ea typeface="+mj-ea"/>
              </a:rPr>
              <a:t>HTTP</a:t>
            </a:r>
            <a:r>
              <a:rPr lang="zh-TW" altLang="en-US" sz="1500" b="1">
                <a:latin typeface="Consolas" panose="020B0609020204030204" pitchFamily="49" charset="0"/>
                <a:ea typeface="+mj-ea"/>
              </a:rPr>
              <a:t> </a:t>
            </a:r>
            <a:r>
              <a:rPr lang="en-US" altLang="zh-TW" sz="1500" b="1">
                <a:latin typeface="Consolas" panose="020B0609020204030204" pitchFamily="49" charset="0"/>
                <a:ea typeface="+mj-ea"/>
              </a:rPr>
              <a:t>1.1</a:t>
            </a:r>
            <a:r>
              <a:rPr lang="zh-TW" altLang="en-US" sz="1500" b="1">
                <a:latin typeface="Consolas" panose="020B0609020204030204" pitchFamily="49" charset="0"/>
                <a:ea typeface="+mj-ea"/>
              </a:rPr>
              <a:t>定義了</a:t>
            </a:r>
            <a:r>
              <a:rPr lang="en-US" altLang="zh-TW" sz="1500" b="1">
                <a:latin typeface="Consolas" panose="020B0609020204030204" pitchFamily="49" charset="0"/>
                <a:ea typeface="+mj-ea"/>
              </a:rPr>
              <a:t>8</a:t>
            </a:r>
            <a:r>
              <a:rPr lang="zh-TW" altLang="en-US" sz="1500" b="1">
                <a:latin typeface="Consolas" panose="020B0609020204030204" pitchFamily="49" charset="0"/>
                <a:ea typeface="+mj-ea"/>
              </a:rPr>
              <a:t>種請求方法，</a:t>
            </a:r>
            <a:endParaRPr lang="en-US" altLang="zh-TW" sz="1500" b="1">
              <a:latin typeface="Consolas" panose="020B0609020204030204" pitchFamily="49" charset="0"/>
              <a:ea typeface="+mj-ea"/>
            </a:endParaRPr>
          </a:p>
          <a:p>
            <a:pPr>
              <a:spcBef>
                <a:spcPts val="600"/>
              </a:spcBef>
            </a:pPr>
            <a:r>
              <a:rPr lang="zh-TW" altLang="en-US" sz="1500" b="1">
                <a:latin typeface="Consolas" panose="020B0609020204030204" pitchFamily="49" charset="0"/>
                <a:ea typeface="+mj-ea"/>
              </a:rPr>
              <a:t>分別是</a:t>
            </a:r>
            <a:r>
              <a:rPr lang="en-US" altLang="zh-TW" sz="1500" b="1">
                <a:latin typeface="Consolas" panose="020B0609020204030204" pitchFamily="49" charset="0"/>
                <a:ea typeface="+mj-ea"/>
              </a:rPr>
              <a:t>GET</a:t>
            </a:r>
            <a:r>
              <a:rPr lang="zh-TW" altLang="en-US" sz="1500" b="1">
                <a:latin typeface="Consolas" panose="020B0609020204030204" pitchFamily="49" charset="0"/>
                <a:ea typeface="+mj-ea"/>
              </a:rPr>
              <a:t>、</a:t>
            </a:r>
            <a:r>
              <a:rPr lang="en-US" altLang="zh-TW" sz="1500" b="1">
                <a:latin typeface="Consolas" panose="020B0609020204030204" pitchFamily="49" charset="0"/>
                <a:ea typeface="+mj-ea"/>
              </a:rPr>
              <a:t>POST</a:t>
            </a:r>
            <a:r>
              <a:rPr lang="zh-TW" altLang="en-US" sz="1500" b="1">
                <a:latin typeface="Consolas" panose="020B0609020204030204" pitchFamily="49" charset="0"/>
                <a:ea typeface="+mj-ea"/>
              </a:rPr>
              <a:t>與其他</a:t>
            </a:r>
            <a:r>
              <a:rPr lang="en-US" altLang="zh-TW" sz="1500" b="1">
                <a:latin typeface="Consolas" panose="020B0609020204030204" pitchFamily="49" charset="0"/>
                <a:ea typeface="+mj-ea"/>
              </a:rPr>
              <a:t>6</a:t>
            </a:r>
            <a:r>
              <a:rPr lang="zh-TW" altLang="en-US" sz="1500" b="1">
                <a:latin typeface="Consolas" panose="020B0609020204030204" pitchFamily="49" charset="0"/>
                <a:ea typeface="+mj-ea"/>
              </a:rPr>
              <a:t>種。</a:t>
            </a:r>
            <a:endParaRPr lang="en-US" altLang="zh-TW" sz="1500" b="1">
              <a:latin typeface="Consolas" panose="020B0609020204030204" pitchFamily="49" charset="0"/>
              <a:ea typeface="+mj-ea"/>
            </a:endParaRPr>
          </a:p>
          <a:p>
            <a:pPr>
              <a:spcBef>
                <a:spcPts val="600"/>
              </a:spcBef>
            </a:pPr>
            <a:r>
              <a:rPr lang="en-US" altLang="zh-TW" sz="1500" b="1">
                <a:latin typeface="Consolas" panose="020B0609020204030204" pitchFamily="49" charset="0"/>
                <a:ea typeface="+mj-ea"/>
              </a:rPr>
              <a:t>【GET</a:t>
            </a:r>
            <a:r>
              <a:rPr lang="zh-TW" altLang="en-US" sz="1500" b="1">
                <a:latin typeface="Consolas" panose="020B0609020204030204" pitchFamily="49" charset="0"/>
                <a:ea typeface="+mj-ea"/>
              </a:rPr>
              <a:t>請求</a:t>
            </a:r>
            <a:r>
              <a:rPr lang="en-US" altLang="zh-TW" sz="1500" b="1">
                <a:latin typeface="Consolas" panose="020B0609020204030204" pitchFamily="49" charset="0"/>
                <a:ea typeface="+mj-ea"/>
              </a:rPr>
              <a:t>】</a:t>
            </a:r>
          </a:p>
          <a:p>
            <a:pPr marL="457200" indent="-457200">
              <a:spcBef>
                <a:spcPts val="600"/>
              </a:spcBef>
              <a:buFont typeface="+mj-lt"/>
              <a:buAutoNum type="arabicPeriod"/>
            </a:pPr>
            <a:r>
              <a:rPr lang="zh-TW" altLang="en-US" sz="1500" b="1">
                <a:latin typeface="Consolas" panose="020B0609020204030204" pitchFamily="49" charset="0"/>
                <a:ea typeface="+mj-ea"/>
              </a:rPr>
              <a:t>在網址列直接輸入資源</a:t>
            </a:r>
            <a:r>
              <a:rPr lang="en-US" altLang="zh-TW" sz="1500" b="1">
                <a:latin typeface="Consolas" panose="020B0609020204030204" pitchFamily="49" charset="0"/>
                <a:ea typeface="+mj-ea"/>
              </a:rPr>
              <a:t>URI</a:t>
            </a:r>
            <a:r>
              <a:rPr lang="zh-TW" altLang="en-US" sz="1500" b="1">
                <a:latin typeface="Consolas" panose="020B0609020204030204" pitchFamily="49" charset="0"/>
                <a:ea typeface="+mj-ea"/>
              </a:rPr>
              <a:t>、使用</a:t>
            </a:r>
            <a:r>
              <a:rPr lang="en-US" altLang="zh-TW" sz="1500" b="1">
                <a:latin typeface="Consolas" panose="020B0609020204030204" pitchFamily="49" charset="0"/>
                <a:ea typeface="+mj-ea"/>
              </a:rPr>
              <a:t>&lt;a href='URI'&gt;</a:t>
            </a:r>
            <a:r>
              <a:rPr lang="zh-TW" altLang="en-US" sz="1500" b="1">
                <a:latin typeface="Consolas" panose="020B0609020204030204" pitchFamily="49" charset="0"/>
                <a:ea typeface="+mj-ea"/>
              </a:rPr>
              <a:t>，或使用</a:t>
            </a:r>
            <a:r>
              <a:rPr lang="en-US" altLang="zh-TW" sz="1500" b="1">
                <a:latin typeface="Consolas" panose="020B0609020204030204" pitchFamily="49" charset="0"/>
                <a:ea typeface="+mj-ea"/>
              </a:rPr>
              <a:t>&lt;form method='GET'&gt;</a:t>
            </a:r>
            <a:r>
              <a:rPr lang="zh-TW" altLang="en-US" sz="1500" b="1">
                <a:latin typeface="Consolas" panose="020B0609020204030204" pitchFamily="49" charset="0"/>
                <a:ea typeface="+mj-ea"/>
              </a:rPr>
              <a:t>都可送出</a:t>
            </a:r>
            <a:r>
              <a:rPr lang="en-US" altLang="zh-TW" sz="1500" b="1">
                <a:latin typeface="Consolas" panose="020B0609020204030204" pitchFamily="49" charset="0"/>
                <a:ea typeface="+mj-ea"/>
              </a:rPr>
              <a:t>GET</a:t>
            </a:r>
            <a:r>
              <a:rPr lang="zh-TW" altLang="en-US" sz="1500" b="1">
                <a:latin typeface="Consolas" panose="020B0609020204030204" pitchFamily="49" charset="0"/>
                <a:ea typeface="+mj-ea"/>
              </a:rPr>
              <a:t>請求。</a:t>
            </a:r>
            <a:endParaRPr lang="en-US" altLang="zh-TW" sz="1500" b="1">
              <a:latin typeface="Consolas" panose="020B0609020204030204" pitchFamily="49" charset="0"/>
              <a:ea typeface="+mj-ea"/>
            </a:endParaRPr>
          </a:p>
          <a:p>
            <a:pPr marL="457200" indent="-457200">
              <a:spcBef>
                <a:spcPts val="600"/>
              </a:spcBef>
              <a:buFont typeface="+mj-lt"/>
              <a:buAutoNum type="arabicPeriod"/>
            </a:pPr>
            <a:r>
              <a:rPr lang="zh-TW" altLang="en-US" sz="1500" b="1">
                <a:latin typeface="Consolas" panose="020B0609020204030204" pitchFamily="49" charset="0"/>
                <a:ea typeface="+mj-ea"/>
              </a:rPr>
              <a:t>歷史紀錄會記錄送出的請求參數</a:t>
            </a:r>
            <a:r>
              <a:rPr lang="en-US" altLang="zh-TW" sz="1500" b="1">
                <a:latin typeface="Consolas" panose="020B0609020204030204" pitchFamily="49" charset="0"/>
                <a:ea typeface="+mj-ea"/>
              </a:rPr>
              <a:t>(Query String)</a:t>
            </a:r>
            <a:r>
              <a:rPr lang="zh-TW" altLang="en-US" sz="1500" b="1">
                <a:latin typeface="Consolas" panose="020B0609020204030204" pitchFamily="49" charset="0"/>
                <a:ea typeface="+mj-ea"/>
              </a:rPr>
              <a:t>。</a:t>
            </a:r>
            <a:endParaRPr lang="en-US" altLang="zh-TW" sz="1500" b="1">
              <a:latin typeface="Consolas" panose="020B0609020204030204" pitchFamily="49" charset="0"/>
              <a:ea typeface="+mj-ea"/>
            </a:endParaRPr>
          </a:p>
          <a:p>
            <a:pPr marL="457200" indent="-457200">
              <a:spcBef>
                <a:spcPts val="600"/>
              </a:spcBef>
              <a:buFont typeface="+mj-lt"/>
              <a:buAutoNum type="arabicPeriod"/>
            </a:pPr>
            <a:r>
              <a:rPr lang="zh-TW" altLang="en-US" sz="1500" b="1">
                <a:latin typeface="Consolas" panose="020B0609020204030204" pitchFamily="49" charset="0"/>
                <a:ea typeface="+mj-ea"/>
              </a:rPr>
              <a:t>請求參數的長度有限制，超出會截斷或報錯，每個瀏覽器的長度限制都不同</a:t>
            </a:r>
            <a:endParaRPr lang="en-US" altLang="zh-TW" sz="1500" b="1">
              <a:latin typeface="Consolas" panose="020B0609020204030204" pitchFamily="49" charset="0"/>
              <a:ea typeface="+mj-ea"/>
            </a:endParaRPr>
          </a:p>
          <a:p>
            <a:pPr>
              <a:spcBef>
                <a:spcPts val="1200"/>
              </a:spcBef>
            </a:pPr>
            <a:r>
              <a:rPr lang="en-US" altLang="zh-TW" sz="1500" b="1">
                <a:latin typeface="Consolas" panose="020B0609020204030204" pitchFamily="49" charset="0"/>
                <a:ea typeface="+mj-ea"/>
              </a:rPr>
              <a:t>【POST</a:t>
            </a:r>
            <a:r>
              <a:rPr lang="zh-TW" altLang="en-US" sz="1500" b="1">
                <a:latin typeface="Consolas" panose="020B0609020204030204" pitchFamily="49" charset="0"/>
                <a:ea typeface="+mj-ea"/>
              </a:rPr>
              <a:t>請求</a:t>
            </a:r>
            <a:r>
              <a:rPr lang="en-US" altLang="zh-TW" sz="1500" b="1">
                <a:latin typeface="Consolas" panose="020B0609020204030204" pitchFamily="49" charset="0"/>
                <a:ea typeface="+mj-ea"/>
              </a:rPr>
              <a:t>】</a:t>
            </a:r>
          </a:p>
          <a:p>
            <a:pPr marL="342900" indent="-342900">
              <a:spcBef>
                <a:spcPts val="600"/>
              </a:spcBef>
              <a:buFont typeface="+mj-lt"/>
              <a:buAutoNum type="arabicPeriod"/>
            </a:pPr>
            <a:r>
              <a:rPr lang="zh-TW" altLang="en-US" sz="1500" b="1">
                <a:latin typeface="Consolas" panose="020B0609020204030204" pitchFamily="49" charset="0"/>
                <a:ea typeface="+mj-ea"/>
              </a:rPr>
              <a:t>使用</a:t>
            </a:r>
            <a:r>
              <a:rPr lang="en-US" altLang="zh-TW" sz="1500" b="1">
                <a:latin typeface="Consolas" panose="020B0609020204030204" pitchFamily="49" charset="0"/>
                <a:ea typeface="+mj-ea"/>
              </a:rPr>
              <a:t>&lt;form method='POST'&gt;</a:t>
            </a:r>
            <a:r>
              <a:rPr lang="zh-TW" altLang="en-US" sz="1500" b="1">
                <a:latin typeface="Consolas" panose="020B0609020204030204" pitchFamily="49" charset="0"/>
                <a:ea typeface="+mj-ea"/>
              </a:rPr>
              <a:t>或使用</a:t>
            </a:r>
            <a:r>
              <a:rPr lang="en-US" altLang="zh-TW" sz="1500" b="1">
                <a:latin typeface="Consolas" panose="020B0609020204030204" pitchFamily="49" charset="0"/>
                <a:ea typeface="+mj-ea"/>
              </a:rPr>
              <a:t>JavaScript</a:t>
            </a:r>
            <a:r>
              <a:rPr lang="zh-TW" altLang="en-US" sz="1500" b="1">
                <a:latin typeface="Consolas" panose="020B0609020204030204" pitchFamily="49" charset="0"/>
                <a:ea typeface="+mj-ea"/>
              </a:rPr>
              <a:t>送出。</a:t>
            </a:r>
            <a:endParaRPr lang="en-US" altLang="zh-TW" sz="1500" b="1">
              <a:latin typeface="Consolas" panose="020B0609020204030204" pitchFamily="49" charset="0"/>
              <a:ea typeface="+mj-ea"/>
            </a:endParaRPr>
          </a:p>
          <a:p>
            <a:pPr marL="342900" indent="-342900">
              <a:spcBef>
                <a:spcPts val="600"/>
              </a:spcBef>
              <a:buFont typeface="+mj-lt"/>
              <a:buAutoNum type="arabicPeriod"/>
            </a:pPr>
            <a:r>
              <a:rPr lang="zh-TW" altLang="en-US" sz="1500" b="1">
                <a:latin typeface="Consolas" panose="020B0609020204030204" pitchFamily="49" charset="0"/>
                <a:ea typeface="+mj-ea"/>
              </a:rPr>
              <a:t>長度沒有限制，上傳檔案請使用</a:t>
            </a:r>
            <a:r>
              <a:rPr lang="en-US" altLang="zh-TW" sz="1500" b="1">
                <a:latin typeface="Consolas" panose="020B0609020204030204" pitchFamily="49" charset="0"/>
                <a:ea typeface="+mj-ea"/>
              </a:rPr>
              <a:t>POST</a:t>
            </a:r>
            <a:r>
              <a:rPr lang="zh-TW" altLang="en-US" sz="1500" b="1">
                <a:latin typeface="Consolas" panose="020B0609020204030204" pitchFamily="49" charset="0"/>
                <a:ea typeface="+mj-ea"/>
              </a:rPr>
              <a:t>。</a:t>
            </a:r>
            <a:endParaRPr lang="en-US" altLang="zh-TW" sz="1500" b="1">
              <a:latin typeface="Consolas" panose="020B0609020204030204" pitchFamily="49" charset="0"/>
              <a:ea typeface="+mj-ea"/>
            </a:endParaRPr>
          </a:p>
          <a:p>
            <a:pPr marL="342900" indent="-342900">
              <a:spcBef>
                <a:spcPts val="600"/>
              </a:spcBef>
              <a:buFont typeface="+mj-lt"/>
              <a:buAutoNum type="arabicPeriod"/>
            </a:pPr>
            <a:r>
              <a:rPr lang="zh-TW" altLang="en-US" sz="1500" b="1">
                <a:latin typeface="Consolas" panose="020B0609020204030204" pitchFamily="49" charset="0"/>
                <a:ea typeface="+mj-ea"/>
              </a:rPr>
              <a:t>與其他所有方法都屬於明文傳輸</a:t>
            </a:r>
            <a:r>
              <a:rPr lang="en-US" altLang="zh-TW" sz="1500" b="1">
                <a:latin typeface="Consolas" panose="020B0609020204030204" pitchFamily="49" charset="0"/>
                <a:ea typeface="+mj-ea"/>
              </a:rPr>
              <a:t>(</a:t>
            </a:r>
            <a:r>
              <a:rPr lang="zh-TW" altLang="en-US" sz="1500" b="1">
                <a:latin typeface="Consolas" panose="020B0609020204030204" pitchFamily="49" charset="0"/>
                <a:ea typeface="+mj-ea"/>
              </a:rPr>
              <a:t>未加密</a:t>
            </a:r>
            <a:r>
              <a:rPr lang="en-US" altLang="zh-TW" sz="1500" b="1">
                <a:latin typeface="Consolas" panose="020B0609020204030204" pitchFamily="49" charset="0"/>
                <a:ea typeface="+mj-ea"/>
              </a:rPr>
              <a:t>)</a:t>
            </a:r>
          </a:p>
          <a:p>
            <a:pPr>
              <a:spcBef>
                <a:spcPts val="1200"/>
              </a:spcBef>
            </a:pPr>
            <a:endParaRPr lang="en-US" altLang="zh-TW" sz="1500" b="1">
              <a:latin typeface="Consolas" panose="020B0609020204030204" pitchFamily="49" charset="0"/>
              <a:ea typeface="+mj-ea"/>
            </a:endParaRPr>
          </a:p>
          <a:p>
            <a:pPr>
              <a:spcBef>
                <a:spcPts val="1200"/>
              </a:spcBef>
            </a:pPr>
            <a:r>
              <a:rPr lang="en-US" altLang="zh-TW" sz="1500" b="1">
                <a:latin typeface="Consolas" panose="020B0609020204030204" pitchFamily="49" charset="0"/>
                <a:ea typeface="+mj-ea"/>
              </a:rPr>
              <a:t>【</a:t>
            </a:r>
            <a:r>
              <a:rPr lang="zh-TW" altLang="en-US" sz="1500" b="1">
                <a:latin typeface="Consolas" panose="020B0609020204030204" pitchFamily="49" charset="0"/>
                <a:ea typeface="+mj-ea"/>
              </a:rPr>
              <a:t>其他六種</a:t>
            </a:r>
            <a:r>
              <a:rPr lang="en-US" altLang="zh-TW" sz="1500" b="1">
                <a:latin typeface="Consolas" panose="020B0609020204030204" pitchFamily="49" charset="0"/>
                <a:ea typeface="+mj-ea"/>
              </a:rPr>
              <a:t>】</a:t>
            </a:r>
          </a:p>
          <a:p>
            <a:pPr>
              <a:spcBef>
                <a:spcPts val="600"/>
              </a:spcBef>
            </a:pPr>
            <a:r>
              <a:rPr lang="en-US" altLang="zh-TW" sz="1500" b="1">
                <a:latin typeface="Consolas" panose="020B0609020204030204" pitchFamily="49" charset="0"/>
                <a:ea typeface="+mj-ea"/>
              </a:rPr>
              <a:t>HEAD</a:t>
            </a:r>
            <a:r>
              <a:rPr lang="zh-TW" altLang="en-US" sz="1500" b="1">
                <a:latin typeface="Consolas" panose="020B0609020204030204" pitchFamily="49" charset="0"/>
                <a:ea typeface="+mj-ea"/>
              </a:rPr>
              <a:t>、</a:t>
            </a:r>
            <a:r>
              <a:rPr lang="en-US" altLang="zh-TW" sz="1500" b="1">
                <a:latin typeface="Consolas" panose="020B0609020204030204" pitchFamily="49" charset="0"/>
                <a:ea typeface="+mj-ea"/>
              </a:rPr>
              <a:t>PUT</a:t>
            </a:r>
            <a:r>
              <a:rPr lang="zh-TW" altLang="en-US" sz="1500" b="1">
                <a:latin typeface="Consolas" panose="020B0609020204030204" pitchFamily="49" charset="0"/>
                <a:ea typeface="+mj-ea"/>
              </a:rPr>
              <a:t>、</a:t>
            </a:r>
            <a:r>
              <a:rPr lang="en-US" altLang="zh-TW" sz="1500" b="1">
                <a:latin typeface="Consolas" panose="020B0609020204030204" pitchFamily="49" charset="0"/>
                <a:ea typeface="+mj-ea"/>
              </a:rPr>
              <a:t>DELETE</a:t>
            </a:r>
            <a:r>
              <a:rPr lang="zh-TW" altLang="en-US" sz="1500" b="1">
                <a:latin typeface="Consolas" panose="020B0609020204030204" pitchFamily="49" charset="0"/>
                <a:ea typeface="+mj-ea"/>
              </a:rPr>
              <a:t>、</a:t>
            </a:r>
            <a:r>
              <a:rPr lang="en-US" altLang="zh-TW" sz="1500" b="1">
                <a:latin typeface="Consolas" panose="020B0609020204030204" pitchFamily="49" charset="0"/>
                <a:ea typeface="+mj-ea"/>
              </a:rPr>
              <a:t>OPTIONS</a:t>
            </a:r>
            <a:r>
              <a:rPr lang="zh-TW" altLang="en-US" sz="1500" b="1">
                <a:latin typeface="Consolas" panose="020B0609020204030204" pitchFamily="49" charset="0"/>
                <a:ea typeface="+mj-ea"/>
              </a:rPr>
              <a:t>、</a:t>
            </a:r>
            <a:r>
              <a:rPr lang="en-US" altLang="zh-TW" sz="1500" b="1">
                <a:latin typeface="Consolas" panose="020B0609020204030204" pitchFamily="49" charset="0"/>
                <a:ea typeface="+mj-ea"/>
              </a:rPr>
              <a:t>TRACE</a:t>
            </a:r>
            <a:r>
              <a:rPr lang="zh-TW" altLang="en-US" sz="1500" b="1">
                <a:latin typeface="Consolas" panose="020B0609020204030204" pitchFamily="49" charset="0"/>
                <a:ea typeface="+mj-ea"/>
              </a:rPr>
              <a:t>、</a:t>
            </a:r>
            <a:r>
              <a:rPr lang="en-US" altLang="zh-TW" sz="1500" b="1">
                <a:latin typeface="Consolas" panose="020B0609020204030204" pitchFamily="49" charset="0"/>
                <a:ea typeface="+mj-ea"/>
              </a:rPr>
              <a:t>CONNECT</a:t>
            </a:r>
          </a:p>
        </p:txBody>
      </p:sp>
      <p:sp>
        <p:nvSpPr>
          <p:cNvPr id="4" name="投影片編號版面配置區 3">
            <a:extLst>
              <a:ext uri="{FF2B5EF4-FFF2-40B4-BE49-F238E27FC236}">
                <a16:creationId xmlns:a16="http://schemas.microsoft.com/office/drawing/2014/main" id="{DE0C7043-5B7F-4E55-B9C2-004C86B4F74C}"/>
              </a:ext>
            </a:extLst>
          </p:cNvPr>
          <p:cNvSpPr>
            <a:spLocks noGrp="1"/>
          </p:cNvSpPr>
          <p:nvPr>
            <p:ph type="sldNum" sz="quarter" idx="12"/>
          </p:nvPr>
        </p:nvSpPr>
        <p:spPr/>
        <p:txBody>
          <a:bodyPr/>
          <a:lstStyle/>
          <a:p>
            <a:fld id="{B521127C-0C56-461F-B517-0D483F216F7D}" type="slidenum">
              <a:rPr lang="zh-TW" altLang="en-US" smtClean="0"/>
              <a:t>41</a:t>
            </a:fld>
            <a:endParaRPr lang="zh-TW" altLang="en-US"/>
          </a:p>
        </p:txBody>
      </p:sp>
      <p:sp>
        <p:nvSpPr>
          <p:cNvPr id="9" name="矩形 8"/>
          <p:cNvSpPr/>
          <p:nvPr/>
        </p:nvSpPr>
        <p:spPr>
          <a:xfrm>
            <a:off x="8355492" y="175433"/>
            <a:ext cx="3860800" cy="535531"/>
          </a:xfrm>
          <a:prstGeom prst="rect">
            <a:avLst/>
          </a:prstGeom>
        </p:spPr>
        <p:txBody>
          <a:bodyPr wrap="square">
            <a:spAutoFit/>
          </a:bodyPr>
          <a:lstStyle/>
          <a:p>
            <a:pPr algn="ctr" defTabSz="914400">
              <a:lnSpc>
                <a:spcPct val="90000"/>
              </a:lnSpc>
              <a:spcBef>
                <a:spcPct val="0"/>
              </a:spcBef>
            </a:pPr>
            <a:r>
              <a:rPr lang="en-US" altLang="zh-TW" sz="3200" b="1" cap="all">
                <a:latin typeface="+mj-lt"/>
                <a:ea typeface="+mj-ea"/>
                <a:cs typeface="+mj-cs"/>
              </a:rPr>
              <a:t>HTTP</a:t>
            </a:r>
            <a:r>
              <a:rPr lang="zh-TW" altLang="en-US" sz="3200" b="1" cap="all">
                <a:latin typeface="+mj-lt"/>
                <a:ea typeface="+mj-ea"/>
                <a:cs typeface="+mj-cs"/>
              </a:rPr>
              <a:t>八種請求方法</a:t>
            </a:r>
            <a:endParaRPr lang="en-US" altLang="zh-TW" sz="3200" b="1" cap="all">
              <a:latin typeface="+mj-lt"/>
              <a:ea typeface="+mj-ea"/>
              <a:cs typeface="+mj-cs"/>
            </a:endParaRPr>
          </a:p>
        </p:txBody>
      </p:sp>
      <p:sp>
        <p:nvSpPr>
          <p:cNvPr id="16" name="文字方塊 15"/>
          <p:cNvSpPr txBox="1"/>
          <p:nvPr/>
        </p:nvSpPr>
        <p:spPr>
          <a:xfrm>
            <a:off x="138233" y="871451"/>
            <a:ext cx="8054421" cy="1938992"/>
          </a:xfrm>
          <a:prstGeom prst="rect">
            <a:avLst/>
          </a:prstGeom>
          <a:noFill/>
        </p:spPr>
        <p:txBody>
          <a:bodyPr wrap="square" rtlCol="0">
            <a:spAutoFit/>
          </a:bodyPr>
          <a:lstStyle/>
          <a:p>
            <a:r>
              <a:rPr lang="zh-TW" altLang="en-US" sz="2000">
                <a:latin typeface="Consolas" panose="020B0609020204030204" pitchFamily="49" charset="0"/>
                <a:ea typeface="+mj-ea"/>
              </a:rPr>
              <a:t>請求執行指定程式</a:t>
            </a:r>
            <a:endParaRPr lang="en-US" altLang="zh-TW" sz="2000">
              <a:latin typeface="Consolas" panose="020B0609020204030204" pitchFamily="49" charset="0"/>
              <a:ea typeface="+mj-ea"/>
            </a:endParaRPr>
          </a:p>
          <a:p>
            <a:r>
              <a:rPr lang="en-US" altLang="zh-TW" sz="2000">
                <a:latin typeface="Consolas" panose="020B0609020204030204" pitchFamily="49" charset="0"/>
                <a:ea typeface="+mj-ea"/>
              </a:rPr>
              <a:t>http://localhost:8080/MyProject/</a:t>
            </a:r>
            <a:r>
              <a:rPr lang="en-US" altLang="zh-TW" sz="2000">
                <a:solidFill>
                  <a:srgbClr val="FF0000"/>
                </a:solidFill>
                <a:latin typeface="Consolas" panose="020B0609020204030204" pitchFamily="49" charset="0"/>
                <a:ea typeface="+mj-ea"/>
              </a:rPr>
              <a:t>GetSomething.do</a:t>
            </a:r>
          </a:p>
          <a:p>
            <a:r>
              <a:rPr lang="en-US" altLang="zh-TW" sz="2000">
                <a:latin typeface="Consolas" panose="020B0609020204030204" pitchFamily="49" charset="0"/>
                <a:ea typeface="+mj-ea"/>
              </a:rPr>
              <a:t>&lt;a href='</a:t>
            </a:r>
            <a:r>
              <a:rPr lang="en-US" altLang="zh-TW" sz="2000">
                <a:solidFill>
                  <a:srgbClr val="FF0000"/>
                </a:solidFill>
                <a:latin typeface="Consolas" panose="020B0609020204030204" pitchFamily="49" charset="0"/>
                <a:ea typeface="+mj-ea"/>
              </a:rPr>
              <a:t>DoSomething.do</a:t>
            </a:r>
            <a:r>
              <a:rPr lang="en-US" altLang="zh-TW" sz="2000">
                <a:latin typeface="Consolas" panose="020B0609020204030204" pitchFamily="49" charset="0"/>
                <a:ea typeface="+mj-ea"/>
              </a:rPr>
              <a:t>'&gt;</a:t>
            </a:r>
          </a:p>
          <a:p>
            <a:endParaRPr lang="en-US" altLang="zh-TW" sz="2000">
              <a:latin typeface="Consolas" panose="020B0609020204030204" pitchFamily="49" charset="0"/>
              <a:ea typeface="+mj-ea"/>
            </a:endParaRPr>
          </a:p>
          <a:p>
            <a:r>
              <a:rPr lang="zh-TW" altLang="en-US" sz="2000">
                <a:latin typeface="Consolas" panose="020B0609020204030204" pitchFamily="49" charset="0"/>
                <a:ea typeface="+mj-ea"/>
              </a:rPr>
              <a:t>帶上參數</a:t>
            </a:r>
            <a:r>
              <a:rPr lang="en-US" altLang="zh-TW" sz="2000">
                <a:latin typeface="Consolas" panose="020B0609020204030204" pitchFamily="49" charset="0"/>
                <a:ea typeface="+mj-ea"/>
              </a:rPr>
              <a:t>(QueryString)</a:t>
            </a:r>
            <a:r>
              <a:rPr lang="zh-TW" altLang="en-US" sz="2000">
                <a:latin typeface="Consolas" panose="020B0609020204030204" pitchFamily="49" charset="0"/>
                <a:ea typeface="+mj-ea"/>
              </a:rPr>
              <a:t>的</a:t>
            </a:r>
            <a:r>
              <a:rPr lang="en-US" altLang="zh-TW" sz="2000">
                <a:latin typeface="Consolas" panose="020B0609020204030204" pitchFamily="49" charset="0"/>
                <a:ea typeface="+mj-ea"/>
              </a:rPr>
              <a:t>GET</a:t>
            </a:r>
            <a:r>
              <a:rPr lang="zh-TW" altLang="en-US" sz="2000">
                <a:latin typeface="Consolas" panose="020B0609020204030204" pitchFamily="49" charset="0"/>
                <a:ea typeface="+mj-ea"/>
              </a:rPr>
              <a:t>寫法</a:t>
            </a:r>
            <a:endParaRPr lang="en-US" altLang="zh-TW" sz="2000">
              <a:latin typeface="Consolas" panose="020B0609020204030204" pitchFamily="49" charset="0"/>
              <a:ea typeface="+mj-ea"/>
            </a:endParaRPr>
          </a:p>
          <a:p>
            <a:r>
              <a:rPr lang="en-US" altLang="zh-TW" sz="2000">
                <a:latin typeface="Consolas" panose="020B0609020204030204" pitchFamily="49" charset="0"/>
                <a:ea typeface="+mj-ea"/>
              </a:rPr>
              <a:t>http://localhost:8080/MyProject/Login.do?userName=allen</a:t>
            </a:r>
          </a:p>
        </p:txBody>
      </p:sp>
      <p:sp>
        <p:nvSpPr>
          <p:cNvPr id="17" name="文字方塊 16"/>
          <p:cNvSpPr txBox="1"/>
          <p:nvPr/>
        </p:nvSpPr>
        <p:spPr>
          <a:xfrm>
            <a:off x="138233" y="4068111"/>
            <a:ext cx="7920424" cy="2677656"/>
          </a:xfrm>
          <a:prstGeom prst="rect">
            <a:avLst/>
          </a:prstGeom>
          <a:noFill/>
        </p:spPr>
        <p:txBody>
          <a:bodyPr wrap="square" rtlCol="0">
            <a:spAutoFit/>
          </a:bodyPr>
          <a:lstStyle/>
          <a:p>
            <a:r>
              <a:rPr lang="en-US" altLang="zh-TW" sz="2000">
                <a:latin typeface="Consolas" panose="020B0609020204030204" pitchFamily="49" charset="0"/>
                <a:ea typeface="+mj-ea"/>
              </a:rPr>
              <a:t>&lt;form action='</a:t>
            </a:r>
            <a:r>
              <a:rPr lang="en-US" altLang="zh-TW" sz="2000">
                <a:solidFill>
                  <a:srgbClr val="FF0000"/>
                </a:solidFill>
                <a:latin typeface="Consolas" panose="020B0609020204030204" pitchFamily="49" charset="0"/>
                <a:ea typeface="+mj-ea"/>
              </a:rPr>
              <a:t>Login.do</a:t>
            </a:r>
            <a:r>
              <a:rPr lang="en-US" altLang="zh-TW" sz="2000">
                <a:latin typeface="Consolas" panose="020B0609020204030204" pitchFamily="49" charset="0"/>
                <a:ea typeface="+mj-ea"/>
              </a:rPr>
              <a:t>' method='</a:t>
            </a:r>
            <a:r>
              <a:rPr lang="en-US" altLang="zh-TW" sz="2000">
                <a:solidFill>
                  <a:srgbClr val="FF0000"/>
                </a:solidFill>
                <a:latin typeface="Consolas" panose="020B0609020204030204" pitchFamily="49" charset="0"/>
                <a:ea typeface="+mj-ea"/>
              </a:rPr>
              <a:t>post</a:t>
            </a:r>
            <a:r>
              <a:rPr lang="en-US" altLang="zh-TW" sz="2000">
                <a:latin typeface="Consolas" panose="020B0609020204030204" pitchFamily="49" charset="0"/>
                <a:ea typeface="+mj-ea"/>
              </a:rPr>
              <a:t>' &gt;</a:t>
            </a:r>
          </a:p>
          <a:p>
            <a:pPr lvl="1"/>
            <a:r>
              <a:rPr lang="zh-TW" altLang="en-US" sz="2000">
                <a:latin typeface="Consolas" panose="020B0609020204030204" pitchFamily="49" charset="0"/>
                <a:ea typeface="+mj-ea"/>
              </a:rPr>
              <a:t>姓名：</a:t>
            </a:r>
            <a:r>
              <a:rPr lang="en-US" altLang="zh-TW" sz="2000">
                <a:latin typeface="Consolas" panose="020B0609020204030204" pitchFamily="49" charset="0"/>
                <a:ea typeface="+mj-ea"/>
              </a:rPr>
              <a:t>&lt;input</a:t>
            </a:r>
            <a:r>
              <a:rPr lang="zh-TW" altLang="en-US" sz="2000">
                <a:latin typeface="Consolas" panose="020B0609020204030204" pitchFamily="49" charset="0"/>
                <a:ea typeface="+mj-ea"/>
              </a:rPr>
              <a:t> </a:t>
            </a:r>
            <a:r>
              <a:rPr lang="en-US" altLang="zh-TW" sz="2000">
                <a:latin typeface="Consolas" panose="020B0609020204030204" pitchFamily="49" charset="0"/>
                <a:ea typeface="+mj-ea"/>
              </a:rPr>
              <a:t>type='text' </a:t>
            </a:r>
            <a:r>
              <a:rPr lang="en-US" altLang="zh-TW" sz="2000">
                <a:solidFill>
                  <a:srgbClr val="FF0000"/>
                </a:solidFill>
                <a:latin typeface="Consolas" panose="020B0609020204030204" pitchFamily="49" charset="0"/>
                <a:ea typeface="+mj-ea"/>
              </a:rPr>
              <a:t>name</a:t>
            </a:r>
            <a:r>
              <a:rPr lang="en-US" altLang="zh-TW" sz="2000">
                <a:latin typeface="Consolas" panose="020B0609020204030204" pitchFamily="49" charset="0"/>
                <a:ea typeface="+mj-ea"/>
              </a:rPr>
              <a:t>='userName'&gt;</a:t>
            </a:r>
          </a:p>
          <a:p>
            <a:pPr lvl="1"/>
            <a:r>
              <a:rPr lang="zh-TW" altLang="en-US" sz="2000">
                <a:latin typeface="Consolas" panose="020B0609020204030204" pitchFamily="49" charset="0"/>
                <a:ea typeface="+mj-ea"/>
              </a:rPr>
              <a:t>年齡：</a:t>
            </a:r>
            <a:r>
              <a:rPr lang="en-US" altLang="zh-TW" sz="2000">
                <a:latin typeface="Consolas" panose="020B0609020204030204" pitchFamily="49" charset="0"/>
                <a:ea typeface="+mj-ea"/>
              </a:rPr>
              <a:t>&lt;input type='number' </a:t>
            </a:r>
            <a:r>
              <a:rPr lang="en-US" altLang="zh-TW" sz="2000">
                <a:solidFill>
                  <a:srgbClr val="FF0000"/>
                </a:solidFill>
                <a:latin typeface="Consolas" panose="020B0609020204030204" pitchFamily="49" charset="0"/>
                <a:ea typeface="+mj-ea"/>
              </a:rPr>
              <a:t>name</a:t>
            </a:r>
            <a:r>
              <a:rPr lang="en-US" altLang="zh-TW" sz="2000">
                <a:latin typeface="Consolas" panose="020B0609020204030204" pitchFamily="49" charset="0"/>
                <a:ea typeface="+mj-ea"/>
              </a:rPr>
              <a:t>='userAge'&gt;</a:t>
            </a:r>
          </a:p>
          <a:p>
            <a:r>
              <a:rPr lang="en-US" altLang="zh-TW" sz="2000">
                <a:latin typeface="Consolas" panose="020B0609020204030204" pitchFamily="49" charset="0"/>
                <a:ea typeface="+mj-ea"/>
              </a:rPr>
              <a:t>&lt;/form&gt;</a:t>
            </a:r>
          </a:p>
          <a:p>
            <a:endParaRPr lang="en-US" altLang="zh-TW" sz="2000">
              <a:latin typeface="Consolas" panose="020B0609020204030204" pitchFamily="49" charset="0"/>
              <a:ea typeface="+mj-ea"/>
            </a:endParaRPr>
          </a:p>
          <a:p>
            <a:endParaRPr lang="en-US" altLang="zh-TW" sz="2000">
              <a:latin typeface="Consolas" panose="020B0609020204030204" pitchFamily="49" charset="0"/>
              <a:ea typeface="+mj-ea"/>
            </a:endParaRPr>
          </a:p>
          <a:p>
            <a:r>
              <a:rPr lang="zh-TW" altLang="en-US" sz="1600">
                <a:latin typeface="Consolas" panose="020B0609020204030204" pitchFamily="49" charset="0"/>
                <a:ea typeface="+mj-ea"/>
              </a:rPr>
              <a:t>補充：使用</a:t>
            </a:r>
            <a:r>
              <a:rPr lang="en-US" altLang="zh-TW" sz="1600">
                <a:latin typeface="Consolas" panose="020B0609020204030204" pitchFamily="49" charset="0"/>
                <a:ea typeface="+mj-ea"/>
              </a:rPr>
              <a:t>JavaScript</a:t>
            </a:r>
            <a:r>
              <a:rPr lang="zh-TW" altLang="en-US" sz="1600">
                <a:latin typeface="Consolas" panose="020B0609020204030204" pitchFamily="49" charset="0"/>
                <a:ea typeface="+mj-ea"/>
              </a:rPr>
              <a:t>送出</a:t>
            </a:r>
            <a:endParaRPr lang="en-US" altLang="zh-TW" sz="1600">
              <a:latin typeface="Consolas" panose="020B0609020204030204" pitchFamily="49" charset="0"/>
              <a:ea typeface="+mj-ea"/>
            </a:endParaRPr>
          </a:p>
          <a:p>
            <a:r>
              <a:rPr lang="en-US" altLang="zh-TW" sz="1600">
                <a:latin typeface="Consolas" panose="020B0609020204030204" pitchFamily="49" charset="0"/>
                <a:ea typeface="+mj-ea"/>
              </a:rPr>
              <a:t>1.</a:t>
            </a:r>
            <a:r>
              <a:rPr lang="zh-TW" altLang="en-US" sz="1600">
                <a:latin typeface="Consolas" panose="020B0609020204030204" pitchFamily="49" charset="0"/>
                <a:ea typeface="+mj-ea"/>
              </a:rPr>
              <a:t>使用</a:t>
            </a:r>
            <a:r>
              <a:rPr lang="en-US" altLang="zh-TW" sz="1600">
                <a:latin typeface="Consolas" panose="020B0609020204030204" pitchFamily="49" charset="0"/>
                <a:ea typeface="+mj-ea"/>
              </a:rPr>
              <a:t>document.createElement('form')</a:t>
            </a:r>
            <a:r>
              <a:rPr lang="zh-TW" altLang="en-US" sz="1600">
                <a:latin typeface="Consolas" panose="020B0609020204030204" pitchFamily="49" charset="0"/>
                <a:ea typeface="+mj-ea"/>
              </a:rPr>
              <a:t>創建</a:t>
            </a:r>
            <a:r>
              <a:rPr lang="en-US" altLang="zh-TW" sz="1600">
                <a:latin typeface="Consolas" panose="020B0609020204030204" pitchFamily="49" charset="0"/>
                <a:ea typeface="+mj-ea"/>
              </a:rPr>
              <a:t>&lt;form&gt;</a:t>
            </a:r>
            <a:r>
              <a:rPr lang="zh-TW" altLang="en-US" sz="1600">
                <a:latin typeface="Consolas" panose="020B0609020204030204" pitchFamily="49" charset="0"/>
                <a:ea typeface="+mj-ea"/>
              </a:rPr>
              <a:t>元素。</a:t>
            </a:r>
            <a:endParaRPr lang="en-US" altLang="zh-TW" sz="1600">
              <a:latin typeface="Consolas" panose="020B0609020204030204" pitchFamily="49" charset="0"/>
              <a:ea typeface="+mj-ea"/>
            </a:endParaRPr>
          </a:p>
          <a:p>
            <a:r>
              <a:rPr lang="en-US" altLang="zh-TW" sz="1600">
                <a:latin typeface="Consolas" panose="020B0609020204030204" pitchFamily="49" charset="0"/>
                <a:ea typeface="+mj-ea"/>
              </a:rPr>
              <a:t>2.</a:t>
            </a:r>
            <a:r>
              <a:rPr lang="zh-TW" altLang="en-US" sz="1600">
                <a:latin typeface="Consolas" panose="020B0609020204030204" pitchFamily="49" charset="0"/>
                <a:ea typeface="+mj-ea"/>
              </a:rPr>
              <a:t>使用</a:t>
            </a:r>
            <a:r>
              <a:rPr lang="en-US" altLang="zh-TW" sz="1600">
                <a:latin typeface="Consolas" panose="020B0609020204030204" pitchFamily="49" charset="0"/>
                <a:ea typeface="+mj-ea"/>
              </a:rPr>
              <a:t>AJAX</a:t>
            </a:r>
            <a:r>
              <a:rPr lang="zh-TW" altLang="en-US" sz="1600">
                <a:latin typeface="Consolas" panose="020B0609020204030204" pitchFamily="49" charset="0"/>
                <a:ea typeface="+mj-ea"/>
              </a:rPr>
              <a:t>發送非同步請求</a:t>
            </a:r>
            <a:endParaRPr lang="en-US" altLang="zh-TW" sz="1600">
              <a:latin typeface="Consolas" panose="020B0609020204030204" pitchFamily="49" charset="0"/>
              <a:ea typeface="+mj-ea"/>
            </a:endParaRPr>
          </a:p>
        </p:txBody>
      </p:sp>
      <p:sp>
        <p:nvSpPr>
          <p:cNvPr id="23" name="文字方塊 22"/>
          <p:cNvSpPr txBox="1"/>
          <p:nvPr/>
        </p:nvSpPr>
        <p:spPr>
          <a:xfrm>
            <a:off x="0" y="218885"/>
            <a:ext cx="1401018" cy="553998"/>
          </a:xfrm>
          <a:prstGeom prst="rect">
            <a:avLst/>
          </a:prstGeom>
          <a:noFill/>
        </p:spPr>
        <p:txBody>
          <a:bodyPr wrap="square" rtlCol="0">
            <a:spAutoFit/>
          </a:bodyPr>
          <a:lstStyle/>
          <a:p>
            <a:r>
              <a:rPr lang="en-US" altLang="zh-TW" sz="3000">
                <a:latin typeface="Consolas" panose="020B0609020204030204" pitchFamily="49" charset="0"/>
                <a:ea typeface="+mj-ea"/>
              </a:rPr>
              <a:t>【GET】</a:t>
            </a:r>
          </a:p>
        </p:txBody>
      </p:sp>
      <p:sp>
        <p:nvSpPr>
          <p:cNvPr id="30" name="文字方塊 29"/>
          <p:cNvSpPr txBox="1"/>
          <p:nvPr/>
        </p:nvSpPr>
        <p:spPr>
          <a:xfrm>
            <a:off x="0" y="3292255"/>
            <a:ext cx="1579418" cy="553998"/>
          </a:xfrm>
          <a:prstGeom prst="rect">
            <a:avLst/>
          </a:prstGeom>
          <a:noFill/>
        </p:spPr>
        <p:txBody>
          <a:bodyPr wrap="square" rtlCol="0">
            <a:spAutoFit/>
          </a:bodyPr>
          <a:lstStyle/>
          <a:p>
            <a:r>
              <a:rPr lang="en-US" altLang="zh-TW" sz="3000">
                <a:latin typeface="Consolas" panose="020B0609020204030204" pitchFamily="49" charset="0"/>
                <a:ea typeface="+mj-ea"/>
              </a:rPr>
              <a:t>【POST】</a:t>
            </a:r>
          </a:p>
        </p:txBody>
      </p:sp>
    </p:spTree>
    <p:extLst>
      <p:ext uri="{BB962C8B-B14F-4D97-AF65-F5344CB8AC3E}">
        <p14:creationId xmlns:p14="http://schemas.microsoft.com/office/powerpoint/2010/main" val="35512110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sz="half" idx="2"/>
          </p:nvPr>
        </p:nvSpPr>
        <p:spPr>
          <a:xfrm>
            <a:off x="8299450" y="1481051"/>
            <a:ext cx="3892551" cy="4642658"/>
          </a:xfrm>
        </p:spPr>
        <p:txBody>
          <a:bodyPr>
            <a:noAutofit/>
          </a:bodyPr>
          <a:lstStyle/>
          <a:p>
            <a:r>
              <a:rPr lang="en-US" altLang="zh-TW" sz="2000" b="1">
                <a:latin typeface="Consolas" panose="020B0609020204030204" pitchFamily="49" charset="0"/>
                <a:ea typeface="+mj-ea"/>
              </a:rPr>
              <a:t>HttpServletRequest</a:t>
            </a:r>
            <a:r>
              <a:rPr lang="zh-TW" altLang="en-US" sz="2000" b="1">
                <a:latin typeface="Consolas" panose="020B0609020204030204" pitchFamily="49" charset="0"/>
                <a:ea typeface="+mj-ea"/>
              </a:rPr>
              <a:t>繼承自</a:t>
            </a:r>
            <a:r>
              <a:rPr lang="en-US" altLang="zh-TW" sz="2000" b="1">
                <a:latin typeface="Consolas" panose="020B0609020204030204" pitchFamily="49" charset="0"/>
                <a:ea typeface="+mj-ea"/>
              </a:rPr>
              <a:t>ServletRequest</a:t>
            </a:r>
          </a:p>
          <a:p>
            <a:r>
              <a:rPr lang="zh-TW" altLang="en-US" sz="2000" b="1">
                <a:latin typeface="Consolas" panose="020B0609020204030204" pitchFamily="49" charset="0"/>
                <a:ea typeface="+mj-ea"/>
              </a:rPr>
              <a:t>介面中定義了許多實用方法，可使用這些方法取得客戶端送過來的</a:t>
            </a:r>
            <a:r>
              <a:rPr lang="en-US" altLang="zh-TW" sz="2000" b="1">
                <a:latin typeface="Consolas" panose="020B0609020204030204" pitchFamily="49" charset="0"/>
                <a:ea typeface="+mj-ea"/>
              </a:rPr>
              <a:t>param(</a:t>
            </a:r>
            <a:r>
              <a:rPr lang="zh-TW" altLang="en-US" sz="2000" b="1">
                <a:latin typeface="Consolas" panose="020B0609020204030204" pitchFamily="49" charset="0"/>
                <a:ea typeface="+mj-ea"/>
              </a:rPr>
              <a:t>參數</a:t>
            </a:r>
            <a:r>
              <a:rPr lang="en-US" altLang="zh-TW" sz="2000" b="1">
                <a:latin typeface="Consolas" panose="020B0609020204030204" pitchFamily="49" charset="0"/>
                <a:ea typeface="+mj-ea"/>
              </a:rPr>
              <a:t>)</a:t>
            </a:r>
            <a:r>
              <a:rPr lang="zh-TW" altLang="en-US" sz="2000" b="1">
                <a:latin typeface="Consolas" panose="020B0609020204030204" pitchFamily="49" charset="0"/>
                <a:ea typeface="+mj-ea"/>
              </a:rPr>
              <a:t>。</a:t>
            </a:r>
            <a:endParaRPr lang="en-US" altLang="zh-TW" sz="2000" b="1">
              <a:latin typeface="Consolas" panose="020B0609020204030204" pitchFamily="49" charset="0"/>
              <a:ea typeface="+mj-ea"/>
            </a:endParaRPr>
          </a:p>
          <a:p>
            <a:r>
              <a:rPr lang="zh-TW" altLang="en-US" sz="2000" b="1">
                <a:latin typeface="Consolas" panose="020B0609020204030204" pitchFamily="49" charset="0"/>
                <a:ea typeface="+mj-ea"/>
              </a:rPr>
              <a:t>實作由</a:t>
            </a:r>
            <a:r>
              <a:rPr lang="en-US" altLang="zh-TW" sz="2000" b="1">
                <a:latin typeface="Consolas" panose="020B0609020204030204" pitchFamily="49" charset="0"/>
                <a:ea typeface="+mj-ea"/>
              </a:rPr>
              <a:t>Container(</a:t>
            </a:r>
            <a:r>
              <a:rPr lang="zh-TW" altLang="en-US" sz="2000" b="1">
                <a:latin typeface="Consolas" panose="020B0609020204030204" pitchFamily="49" charset="0"/>
                <a:ea typeface="+mj-ea"/>
              </a:rPr>
              <a:t>伺服器</a:t>
            </a:r>
            <a:r>
              <a:rPr lang="en-US" altLang="zh-TW" sz="2000" b="1">
                <a:latin typeface="Consolas" panose="020B0609020204030204" pitchFamily="49" charset="0"/>
                <a:ea typeface="+mj-ea"/>
              </a:rPr>
              <a:t>)</a:t>
            </a:r>
            <a:r>
              <a:rPr lang="zh-TW" altLang="en-US" sz="2000" b="1">
                <a:latin typeface="Consolas" panose="020B0609020204030204" pitchFamily="49" charset="0"/>
                <a:ea typeface="+mj-ea"/>
              </a:rPr>
              <a:t>完成，於建立</a:t>
            </a:r>
            <a:r>
              <a:rPr lang="fr-FR" altLang="zh-TW" sz="2000" b="1">
                <a:latin typeface="Consolas" panose="020B0609020204030204" pitchFamily="49" charset="0"/>
                <a:ea typeface="+mj-ea"/>
              </a:rPr>
              <a:t>ServletRequest</a:t>
            </a:r>
            <a:r>
              <a:rPr lang="zh-TW" altLang="en-US" sz="2000" b="1">
                <a:latin typeface="Consolas" panose="020B0609020204030204" pitchFamily="49" charset="0"/>
                <a:ea typeface="+mj-ea"/>
              </a:rPr>
              <a:t>實體後，呼叫</a:t>
            </a:r>
            <a:r>
              <a:rPr lang="en-US" altLang="zh-TW" sz="2000" b="1">
                <a:latin typeface="Consolas" panose="020B0609020204030204" pitchFamily="49" charset="0"/>
                <a:ea typeface="+mj-ea"/>
              </a:rPr>
              <a:t>HttpServlet</a:t>
            </a:r>
            <a:r>
              <a:rPr lang="zh-TW" altLang="en-US" sz="2000" b="1">
                <a:latin typeface="Consolas" panose="020B0609020204030204" pitchFamily="49" charset="0"/>
                <a:ea typeface="+mj-ea"/>
              </a:rPr>
              <a:t>的</a:t>
            </a:r>
            <a:r>
              <a:rPr lang="fr-FR" altLang="zh-TW" sz="2000" b="1">
                <a:latin typeface="Consolas" panose="020B0609020204030204" pitchFamily="49" charset="0"/>
                <a:ea typeface="+mj-ea"/>
              </a:rPr>
              <a:t>service(ServletRequest,ServletResponse)</a:t>
            </a:r>
            <a:r>
              <a:rPr lang="zh-TW" altLang="en-US" sz="2000" b="1">
                <a:latin typeface="Consolas" panose="020B0609020204030204" pitchFamily="49" charset="0"/>
                <a:ea typeface="+mj-ea"/>
              </a:rPr>
              <a:t>，並將其當作引數傳入，其後進行強制轉型成</a:t>
            </a:r>
            <a:r>
              <a:rPr lang="en-US" altLang="zh-TW" sz="2000" b="1">
                <a:latin typeface="Consolas" panose="020B0609020204030204" pitchFamily="49" charset="0"/>
                <a:ea typeface="+mj-ea"/>
              </a:rPr>
              <a:t>HttpServlet</a:t>
            </a:r>
            <a:r>
              <a:rPr lang="fr-FR" altLang="zh-TW" sz="2000" b="1">
                <a:latin typeface="Consolas" panose="020B0609020204030204" pitchFamily="49" charset="0"/>
                <a:ea typeface="+mj-ea"/>
              </a:rPr>
              <a:t>Request</a:t>
            </a:r>
            <a:r>
              <a:rPr lang="zh-TW" altLang="en-US" sz="2000" b="1">
                <a:latin typeface="Consolas" panose="020B0609020204030204" pitchFamily="49" charset="0"/>
                <a:ea typeface="+mj-ea"/>
              </a:rPr>
              <a:t>，以供</a:t>
            </a:r>
            <a:r>
              <a:rPr lang="en-US" altLang="zh-TW" sz="2000" b="1">
                <a:latin typeface="Consolas" panose="020B0609020204030204" pitchFamily="49" charset="0"/>
                <a:ea typeface="+mj-ea"/>
              </a:rPr>
              <a:t>HttpServlet</a:t>
            </a:r>
            <a:r>
              <a:rPr lang="zh-TW" altLang="en-US" sz="2000" b="1">
                <a:latin typeface="Consolas" panose="020B0609020204030204" pitchFamily="49" charset="0"/>
                <a:ea typeface="+mj-ea"/>
              </a:rPr>
              <a:t>使用。</a:t>
            </a:r>
            <a:endParaRPr lang="en-US" altLang="zh-TW" sz="2000" b="1">
              <a:latin typeface="Consolas" panose="020B0609020204030204" pitchFamily="49" charset="0"/>
              <a:ea typeface="+mj-ea"/>
            </a:endParaRPr>
          </a:p>
          <a:p>
            <a:endParaRPr lang="en-US" altLang="zh-TW" sz="2000" b="1">
              <a:latin typeface="Consolas" panose="020B0609020204030204" pitchFamily="49" charset="0"/>
              <a:ea typeface="+mj-ea"/>
            </a:endParaRPr>
          </a:p>
          <a:p>
            <a:endParaRPr lang="en-US" altLang="zh-TW" sz="2000" b="1">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DE0C7043-5B7F-4E55-B9C2-004C86B4F74C}"/>
              </a:ext>
            </a:extLst>
          </p:cNvPr>
          <p:cNvSpPr>
            <a:spLocks noGrp="1"/>
          </p:cNvSpPr>
          <p:nvPr>
            <p:ph type="sldNum" sz="quarter" idx="12"/>
          </p:nvPr>
        </p:nvSpPr>
        <p:spPr/>
        <p:txBody>
          <a:bodyPr/>
          <a:lstStyle/>
          <a:p>
            <a:fld id="{B521127C-0C56-461F-B517-0D483F216F7D}" type="slidenum">
              <a:rPr lang="zh-TW" altLang="en-US" smtClean="0"/>
              <a:t>42</a:t>
            </a:fld>
            <a:endParaRPr lang="zh-TW" altLang="en-US"/>
          </a:p>
        </p:txBody>
      </p:sp>
      <p:sp>
        <p:nvSpPr>
          <p:cNvPr id="6" name="文字方塊 5">
            <a:extLst>
              <a:ext uri="{FF2B5EF4-FFF2-40B4-BE49-F238E27FC236}">
                <a16:creationId xmlns:a16="http://schemas.microsoft.com/office/drawing/2014/main" id="{4048B39A-AA08-42D9-9BD6-CAADFE654C73}"/>
              </a:ext>
            </a:extLst>
          </p:cNvPr>
          <p:cNvSpPr txBox="1"/>
          <p:nvPr/>
        </p:nvSpPr>
        <p:spPr>
          <a:xfrm>
            <a:off x="0" y="0"/>
            <a:ext cx="8299450" cy="6555641"/>
          </a:xfrm>
          <a:prstGeom prst="rect">
            <a:avLst/>
          </a:prstGeom>
          <a:noFill/>
        </p:spPr>
        <p:txBody>
          <a:bodyPr wrap="square" rtlCol="0">
            <a:spAutoFit/>
          </a:bodyPr>
          <a:lstStyle/>
          <a:p>
            <a:pPr marL="457200" indent="-457200">
              <a:buFont typeface="+mj-lt"/>
              <a:buAutoNum type="arabicPeriod"/>
            </a:pPr>
            <a:r>
              <a:rPr lang="en-US" altLang="zh-TW" sz="2100">
                <a:solidFill>
                  <a:srgbClr val="1890C3"/>
                </a:solidFill>
                <a:latin typeface="Consolas" panose="020B0609020204030204" pitchFamily="49" charset="0"/>
                <a:ea typeface="+mj-ea"/>
              </a:rPr>
              <a:t>String</a:t>
            </a:r>
            <a:r>
              <a:rPr lang="en-US" altLang="zh-TW" sz="2100">
                <a:latin typeface="Consolas" panose="020B0609020204030204" pitchFamily="49" charset="0"/>
                <a:ea typeface="+mj-ea"/>
              </a:rPr>
              <a:t> getParameter(String name):</a:t>
            </a:r>
          </a:p>
          <a:p>
            <a:pPr lvl="1"/>
            <a:r>
              <a:rPr lang="zh-TW" altLang="en-US" sz="2100">
                <a:latin typeface="Consolas" panose="020B0609020204030204" pitchFamily="49" charset="0"/>
                <a:ea typeface="+mj-ea"/>
              </a:rPr>
              <a:t>使用</a:t>
            </a:r>
            <a:r>
              <a:rPr lang="en-US" altLang="zh-TW" sz="2100">
                <a:latin typeface="Consolas" panose="020B0609020204030204" pitchFamily="49" charset="0"/>
                <a:ea typeface="+mj-ea"/>
              </a:rPr>
              <a:t>Clinet</a:t>
            </a:r>
            <a:r>
              <a:rPr lang="zh-TW" altLang="en-US" sz="2100">
                <a:latin typeface="Consolas" panose="020B0609020204030204" pitchFamily="49" charset="0"/>
                <a:ea typeface="+mj-ea"/>
              </a:rPr>
              <a:t>設定好的參數名稱</a:t>
            </a:r>
            <a:r>
              <a:rPr lang="en-US" altLang="zh-TW" sz="2100">
                <a:latin typeface="Consolas" panose="020B0609020204030204" pitchFamily="49" charset="0"/>
                <a:ea typeface="+mj-ea"/>
              </a:rPr>
              <a:t>(name)</a:t>
            </a:r>
            <a:r>
              <a:rPr lang="zh-TW" altLang="en-US" sz="2100">
                <a:latin typeface="Consolas" panose="020B0609020204030204" pitchFamily="49" charset="0"/>
                <a:ea typeface="+mj-ea"/>
              </a:rPr>
              <a:t>，取得「字串」參數值。</a:t>
            </a:r>
            <a:endParaRPr lang="en-US" altLang="zh-TW" sz="2100">
              <a:latin typeface="Consolas" panose="020B0609020204030204" pitchFamily="49" charset="0"/>
              <a:ea typeface="+mj-ea"/>
            </a:endParaRPr>
          </a:p>
          <a:p>
            <a:pPr lvl="1"/>
            <a:endParaRPr lang="zh-TW" altLang="en-US" sz="2100">
              <a:latin typeface="Consolas" panose="020B0609020204030204" pitchFamily="49" charset="0"/>
              <a:ea typeface="+mj-ea"/>
            </a:endParaRPr>
          </a:p>
          <a:p>
            <a:pPr marL="457200" indent="-457200">
              <a:buFont typeface="+mj-lt"/>
              <a:buAutoNum type="arabicPeriod"/>
            </a:pPr>
            <a:r>
              <a:rPr lang="en-US" altLang="zh-TW" sz="2100">
                <a:solidFill>
                  <a:srgbClr val="1890C3"/>
                </a:solidFill>
                <a:latin typeface="Consolas" panose="020B0609020204030204" pitchFamily="49" charset="0"/>
                <a:ea typeface="+mj-ea"/>
              </a:rPr>
              <a:t>Map&lt;String, String[]&gt; </a:t>
            </a:r>
            <a:r>
              <a:rPr lang="en-US" altLang="zh-TW" sz="2100">
                <a:latin typeface="Consolas" panose="020B0609020204030204" pitchFamily="49" charset="0"/>
                <a:ea typeface="+mj-ea"/>
              </a:rPr>
              <a:t>getParameterMap( ):</a:t>
            </a:r>
          </a:p>
          <a:p>
            <a:pPr lvl="1"/>
            <a:r>
              <a:rPr lang="zh-TW" altLang="en-US" sz="2100">
                <a:latin typeface="Consolas" panose="020B0609020204030204" pitchFamily="49" charset="0"/>
                <a:ea typeface="+mj-ea"/>
              </a:rPr>
              <a:t>取得所有參數名稱、參數值，以</a:t>
            </a:r>
            <a:r>
              <a:rPr lang="en-US" altLang="zh-TW" sz="2100">
                <a:latin typeface="Consolas" panose="020B0609020204030204" pitchFamily="49" charset="0"/>
                <a:ea typeface="+mj-ea"/>
              </a:rPr>
              <a:t>Key</a:t>
            </a:r>
            <a:r>
              <a:rPr lang="zh-TW" altLang="en-US" sz="2100">
                <a:latin typeface="Consolas" panose="020B0609020204030204" pitchFamily="49" charset="0"/>
                <a:ea typeface="+mj-ea"/>
              </a:rPr>
              <a:t>、</a:t>
            </a:r>
            <a:r>
              <a:rPr lang="en-US" altLang="zh-TW" sz="2100">
                <a:latin typeface="Consolas" panose="020B0609020204030204" pitchFamily="49" charset="0"/>
                <a:ea typeface="+mj-ea"/>
              </a:rPr>
              <a:t>Value</a:t>
            </a:r>
            <a:r>
              <a:rPr lang="zh-TW" altLang="en-US" sz="2100">
                <a:latin typeface="Consolas" panose="020B0609020204030204" pitchFamily="49" charset="0"/>
                <a:ea typeface="+mj-ea"/>
              </a:rPr>
              <a:t>方式存成</a:t>
            </a:r>
            <a:r>
              <a:rPr lang="en-US" altLang="zh-TW" sz="2100">
                <a:latin typeface="Consolas" panose="020B0609020204030204" pitchFamily="49" charset="0"/>
                <a:ea typeface="+mj-ea"/>
              </a:rPr>
              <a:t>Map</a:t>
            </a:r>
            <a:r>
              <a:rPr lang="zh-TW" altLang="en-US" sz="2100">
                <a:latin typeface="Consolas" panose="020B0609020204030204" pitchFamily="49" charset="0"/>
                <a:ea typeface="+mj-ea"/>
              </a:rPr>
              <a:t>物件。</a:t>
            </a:r>
            <a:endParaRPr lang="en-US" altLang="zh-TW" sz="2100">
              <a:latin typeface="Consolas" panose="020B0609020204030204" pitchFamily="49" charset="0"/>
              <a:ea typeface="+mj-ea"/>
            </a:endParaRPr>
          </a:p>
          <a:p>
            <a:pPr lvl="1"/>
            <a:endParaRPr lang="zh-TW" altLang="en-US" sz="2100">
              <a:latin typeface="Consolas" panose="020B0609020204030204" pitchFamily="49" charset="0"/>
              <a:ea typeface="+mj-ea"/>
            </a:endParaRPr>
          </a:p>
          <a:p>
            <a:pPr marL="457200" indent="-457200">
              <a:buFont typeface="+mj-lt"/>
              <a:buAutoNum type="arabicPeriod"/>
            </a:pPr>
            <a:r>
              <a:rPr lang="en-US" altLang="zh-TW" sz="2100" dirty="0">
                <a:solidFill>
                  <a:srgbClr val="1890C3"/>
                </a:solidFill>
                <a:latin typeface="Consolas" panose="020B0609020204030204" pitchFamily="49" charset="0"/>
                <a:ea typeface="+mj-ea"/>
              </a:rPr>
              <a:t>Enumeration</a:t>
            </a:r>
            <a:r>
              <a:rPr lang="en-US" altLang="zh-TW" sz="2100" dirty="0">
                <a:latin typeface="Consolas" panose="020B0609020204030204" pitchFamily="49" charset="0"/>
                <a:ea typeface="+mj-ea"/>
              </a:rPr>
              <a:t> </a:t>
            </a:r>
            <a:r>
              <a:rPr lang="en-US" altLang="zh-TW" sz="2100" dirty="0" err="1">
                <a:latin typeface="Consolas" panose="020B0609020204030204" pitchFamily="49" charset="0"/>
                <a:ea typeface="+mj-ea"/>
              </a:rPr>
              <a:t>getParameterNames</a:t>
            </a:r>
            <a:r>
              <a:rPr lang="en-US" altLang="zh-TW" sz="2100">
                <a:latin typeface="Consolas" panose="020B0609020204030204" pitchFamily="49" charset="0"/>
                <a:ea typeface="+mj-ea"/>
              </a:rPr>
              <a:t>( ):</a:t>
            </a:r>
          </a:p>
          <a:p>
            <a:pPr lvl="1"/>
            <a:r>
              <a:rPr lang="zh-TW" altLang="en-US" sz="2100">
                <a:latin typeface="Consolas" panose="020B0609020204030204" pitchFamily="49" charset="0"/>
                <a:ea typeface="+mj-ea"/>
              </a:rPr>
              <a:t>取得所有參數名稱，存成</a:t>
            </a:r>
            <a:r>
              <a:rPr lang="en-US" altLang="zh-TW" sz="2100">
                <a:latin typeface="Consolas" panose="020B0609020204030204" pitchFamily="49" charset="0"/>
                <a:ea typeface="+mj-ea"/>
              </a:rPr>
              <a:t>Enumeration</a:t>
            </a:r>
            <a:r>
              <a:rPr lang="zh-TW" altLang="en-US" sz="2100">
                <a:latin typeface="Consolas" panose="020B0609020204030204" pitchFamily="49" charset="0"/>
                <a:ea typeface="+mj-ea"/>
              </a:rPr>
              <a:t>物件。</a:t>
            </a:r>
            <a:endParaRPr lang="en-US" altLang="zh-TW" sz="2100">
              <a:latin typeface="Consolas" panose="020B0609020204030204" pitchFamily="49" charset="0"/>
              <a:ea typeface="+mj-ea"/>
            </a:endParaRPr>
          </a:p>
          <a:p>
            <a:pPr lvl="1"/>
            <a:r>
              <a:rPr lang="en-US" altLang="zh-TW" sz="2100">
                <a:latin typeface="Consolas" panose="020B0609020204030204" pitchFamily="49" charset="0"/>
                <a:ea typeface="+mj-ea"/>
              </a:rPr>
              <a:t>【Enumeration</a:t>
            </a:r>
            <a:r>
              <a:rPr lang="zh-TW" altLang="en-US" sz="2100">
                <a:latin typeface="Consolas" panose="020B0609020204030204" pitchFamily="49" charset="0"/>
                <a:ea typeface="+mj-ea"/>
              </a:rPr>
              <a:t>介面</a:t>
            </a:r>
            <a:r>
              <a:rPr lang="en-US" altLang="zh-TW" sz="2100">
                <a:latin typeface="Consolas" panose="020B0609020204030204" pitchFamily="49" charset="0"/>
                <a:ea typeface="+mj-ea"/>
              </a:rPr>
              <a:t>】</a:t>
            </a:r>
          </a:p>
          <a:p>
            <a:pPr lvl="2"/>
            <a:r>
              <a:rPr lang="zh-TW" altLang="en-US" sz="2100">
                <a:latin typeface="Consolas" panose="020B0609020204030204" pitchFamily="49" charset="0"/>
                <a:ea typeface="+mj-ea"/>
              </a:rPr>
              <a:t>在</a:t>
            </a:r>
            <a:r>
              <a:rPr lang="en-US" altLang="zh-TW" sz="2100">
                <a:latin typeface="Consolas" panose="020B0609020204030204" pitchFamily="49" charset="0"/>
                <a:ea typeface="+mj-ea"/>
              </a:rPr>
              <a:t>JDK</a:t>
            </a:r>
            <a:r>
              <a:rPr lang="zh-TW" altLang="en-US" sz="2100">
                <a:latin typeface="Consolas" panose="020B0609020204030204" pitchFamily="49" charset="0"/>
                <a:ea typeface="+mj-ea"/>
              </a:rPr>
              <a:t> </a:t>
            </a:r>
            <a:r>
              <a:rPr lang="en-US" altLang="zh-TW" sz="2100">
                <a:latin typeface="Consolas" panose="020B0609020204030204" pitchFamily="49" charset="0"/>
                <a:ea typeface="+mj-ea"/>
              </a:rPr>
              <a:t>5</a:t>
            </a:r>
            <a:r>
              <a:rPr lang="zh-TW" altLang="en-US" sz="2100">
                <a:latin typeface="Consolas" panose="020B0609020204030204" pitchFamily="49" charset="0"/>
                <a:ea typeface="+mj-ea"/>
              </a:rPr>
              <a:t> 時加入的舊介面，較不容易使用，建議轉型成</a:t>
            </a:r>
            <a:r>
              <a:rPr lang="en-US" altLang="zh-TW" sz="2100">
                <a:latin typeface="Consolas" panose="020B0609020204030204" pitchFamily="49" charset="0"/>
                <a:ea typeface="+mj-ea"/>
              </a:rPr>
              <a:t>ArrayList</a:t>
            </a:r>
            <a:r>
              <a:rPr lang="zh-TW" altLang="en-US" sz="2100">
                <a:latin typeface="Consolas" panose="020B0609020204030204" pitchFamily="49" charset="0"/>
                <a:ea typeface="+mj-ea"/>
              </a:rPr>
              <a:t>型別。</a:t>
            </a:r>
            <a:endParaRPr lang="en-US" altLang="zh-TW" sz="2100">
              <a:latin typeface="Consolas" panose="020B0609020204030204" pitchFamily="49" charset="0"/>
              <a:ea typeface="+mj-ea"/>
            </a:endParaRPr>
          </a:p>
          <a:p>
            <a:pPr lvl="2"/>
            <a:r>
              <a:rPr lang="en-US" altLang="zh-TW" sz="2100">
                <a:latin typeface="Consolas" panose="020B0609020204030204" pitchFamily="49" charset="0"/>
                <a:ea typeface="+mj-ea"/>
              </a:rPr>
              <a:t>ArrayList&lt;T&gt; list = Collections.list(enumeration);</a:t>
            </a:r>
          </a:p>
          <a:p>
            <a:pPr lvl="1"/>
            <a:endParaRPr lang="zh-TW" altLang="en-US" sz="2100">
              <a:latin typeface="Consolas" panose="020B0609020204030204" pitchFamily="49" charset="0"/>
              <a:ea typeface="+mj-ea"/>
            </a:endParaRPr>
          </a:p>
          <a:p>
            <a:pPr marL="457200" indent="-457200">
              <a:buFont typeface="+mj-lt"/>
              <a:buAutoNum type="arabicPeriod"/>
            </a:pPr>
            <a:r>
              <a:rPr lang="en-US" altLang="zh-TW" sz="2100">
                <a:solidFill>
                  <a:srgbClr val="1890C3"/>
                </a:solidFill>
                <a:latin typeface="Consolas" panose="020B0609020204030204" pitchFamily="49" charset="0"/>
                <a:ea typeface="+mj-ea"/>
              </a:rPr>
              <a:t>String[] </a:t>
            </a:r>
            <a:r>
              <a:rPr lang="en-US" altLang="zh-TW" sz="2100">
                <a:latin typeface="Consolas" panose="020B0609020204030204" pitchFamily="49" charset="0"/>
                <a:ea typeface="+mj-ea"/>
              </a:rPr>
              <a:t>getParameterValues(String name):</a:t>
            </a:r>
          </a:p>
          <a:p>
            <a:pPr lvl="1"/>
            <a:r>
              <a:rPr lang="zh-TW" altLang="en-US" sz="2100">
                <a:latin typeface="Consolas" panose="020B0609020204030204" pitchFamily="49" charset="0"/>
                <a:ea typeface="+mj-ea"/>
              </a:rPr>
              <a:t>使用參數名稱取得</a:t>
            </a:r>
            <a:r>
              <a:rPr lang="en-US" altLang="zh-TW" sz="2100">
                <a:latin typeface="Consolas" panose="020B0609020204030204" pitchFamily="49" charset="0"/>
                <a:ea typeface="+mj-ea"/>
              </a:rPr>
              <a:t>Client</a:t>
            </a:r>
            <a:r>
              <a:rPr lang="zh-TW" altLang="en-US" sz="2100">
                <a:latin typeface="Consolas" panose="020B0609020204030204" pitchFamily="49" charset="0"/>
                <a:ea typeface="+mj-ea"/>
              </a:rPr>
              <a:t>端傳過來的所有參數值。</a:t>
            </a:r>
            <a:endParaRPr lang="en-US" altLang="zh-TW" sz="2100">
              <a:latin typeface="Consolas" panose="020B0609020204030204" pitchFamily="49" charset="0"/>
              <a:ea typeface="+mj-ea"/>
            </a:endParaRPr>
          </a:p>
          <a:p>
            <a:pPr lvl="1"/>
            <a:r>
              <a:rPr lang="zh-TW" altLang="en-US" sz="2100">
                <a:latin typeface="Consolas" panose="020B0609020204030204" pitchFamily="49" charset="0"/>
                <a:ea typeface="+mj-ea"/>
              </a:rPr>
              <a:t>也可使用</a:t>
            </a:r>
            <a:r>
              <a:rPr lang="en-US" altLang="zh-TW" sz="2100">
                <a:latin typeface="Consolas" panose="020B0609020204030204" pitchFamily="49" charset="0"/>
                <a:ea typeface="+mj-ea"/>
              </a:rPr>
              <a:t>List&lt;String&gt; </a:t>
            </a:r>
            <a:r>
              <a:rPr lang="en-US" altLang="zh-TW" sz="2100">
                <a:latin typeface="Consolas" panose="020B0609020204030204" pitchFamily="49" charset="0"/>
              </a:rPr>
              <a:t>list</a:t>
            </a:r>
            <a:r>
              <a:rPr lang="en-US" altLang="zh-TW" sz="2100">
                <a:latin typeface="Consolas" panose="020B0609020204030204" pitchFamily="49" charset="0"/>
                <a:ea typeface="+mj-ea"/>
              </a:rPr>
              <a:t> = Arrays.asList(String[]);</a:t>
            </a:r>
          </a:p>
          <a:p>
            <a:pPr lvl="1"/>
            <a:r>
              <a:rPr lang="zh-TW" altLang="en-US" sz="2100">
                <a:latin typeface="Consolas" panose="020B0609020204030204" pitchFamily="49" charset="0"/>
                <a:ea typeface="+mj-ea"/>
              </a:rPr>
              <a:t>取得</a:t>
            </a:r>
            <a:r>
              <a:rPr lang="en-US" altLang="zh-TW" sz="2100">
                <a:latin typeface="Consolas" panose="020B0609020204030204" pitchFamily="49" charset="0"/>
                <a:ea typeface="+mj-ea"/>
              </a:rPr>
              <a:t>List</a:t>
            </a:r>
            <a:r>
              <a:rPr lang="zh-TW" altLang="en-US" sz="2100">
                <a:latin typeface="Consolas" panose="020B0609020204030204" pitchFamily="49" charset="0"/>
                <a:ea typeface="+mj-ea"/>
              </a:rPr>
              <a:t>物件。</a:t>
            </a:r>
            <a:endParaRPr lang="en-US" altLang="zh-TW" sz="2100">
              <a:latin typeface="Consolas" panose="020B0609020204030204" pitchFamily="49" charset="0"/>
              <a:ea typeface="+mj-ea"/>
            </a:endParaRPr>
          </a:p>
          <a:p>
            <a:pPr marL="457200" indent="-457200">
              <a:buFont typeface="+mj-lt"/>
              <a:buAutoNum type="arabicPeriod"/>
            </a:pPr>
            <a:endParaRPr lang="zh-TW" altLang="en-US" sz="2100">
              <a:latin typeface="Consolas" panose="020B0609020204030204" pitchFamily="49" charset="0"/>
              <a:ea typeface="+mj-ea"/>
            </a:endParaRPr>
          </a:p>
          <a:p>
            <a:pPr marL="457200" indent="-457200">
              <a:buFont typeface="+mj-lt"/>
              <a:buAutoNum type="arabicPeriod"/>
            </a:pPr>
            <a:r>
              <a:rPr lang="en-US" altLang="zh-TW" sz="2100">
                <a:solidFill>
                  <a:srgbClr val="CC6227"/>
                </a:solidFill>
                <a:latin typeface="Consolas" panose="020B0609020204030204" pitchFamily="49" charset="0"/>
                <a:ea typeface="+mj-ea"/>
              </a:rPr>
              <a:t>void</a:t>
            </a:r>
            <a:r>
              <a:rPr lang="en-US" altLang="zh-TW" sz="2100">
                <a:latin typeface="Consolas" panose="020B0609020204030204" pitchFamily="49" charset="0"/>
                <a:ea typeface="+mj-ea"/>
              </a:rPr>
              <a:t> setCharacterEncoding(String encoding):</a:t>
            </a:r>
          </a:p>
          <a:p>
            <a:pPr lvl="1"/>
            <a:r>
              <a:rPr lang="zh-TW" altLang="en-US" sz="2100">
                <a:latin typeface="Consolas" panose="020B0609020204030204" pitchFamily="49" charset="0"/>
                <a:ea typeface="+mj-ea"/>
              </a:rPr>
              <a:t>設定</a:t>
            </a:r>
            <a:r>
              <a:rPr lang="en-US" altLang="zh-TW" sz="2100">
                <a:latin typeface="Consolas" panose="020B0609020204030204" pitchFamily="49" charset="0"/>
                <a:ea typeface="+mj-ea"/>
              </a:rPr>
              <a:t>request</a:t>
            </a:r>
            <a:r>
              <a:rPr lang="zh-TW" altLang="en-US" sz="2100">
                <a:latin typeface="Consolas" panose="020B0609020204030204" pitchFamily="49" charset="0"/>
                <a:ea typeface="+mj-ea"/>
              </a:rPr>
              <a:t>的字元編碼。</a:t>
            </a:r>
          </a:p>
        </p:txBody>
      </p:sp>
      <p:sp>
        <p:nvSpPr>
          <p:cNvPr id="9" name="矩形 8"/>
          <p:cNvSpPr/>
          <p:nvPr/>
        </p:nvSpPr>
        <p:spPr>
          <a:xfrm>
            <a:off x="8355492" y="175433"/>
            <a:ext cx="3860800" cy="978729"/>
          </a:xfrm>
          <a:prstGeom prst="rect">
            <a:avLst/>
          </a:prstGeom>
        </p:spPr>
        <p:txBody>
          <a:bodyPr wrap="square">
            <a:spAutoFit/>
          </a:bodyPr>
          <a:lstStyle/>
          <a:p>
            <a:pPr algn="ctr" defTabSz="914400">
              <a:lnSpc>
                <a:spcPct val="90000"/>
              </a:lnSpc>
              <a:spcBef>
                <a:spcPct val="0"/>
              </a:spcBef>
            </a:pPr>
            <a:r>
              <a:rPr lang="en-US" altLang="zh-TW" sz="3200" b="1">
                <a:latin typeface="+mj-lt"/>
                <a:ea typeface="+mj-ea"/>
                <a:cs typeface="+mj-cs"/>
              </a:rPr>
              <a:t>Http</a:t>
            </a:r>
            <a:r>
              <a:rPr lang="en-US" altLang="zh-TW" sz="3200" b="1"/>
              <a:t>Servlet</a:t>
            </a:r>
            <a:r>
              <a:rPr lang="en-US" altLang="zh-TW" sz="3200" b="1">
                <a:latin typeface="+mj-lt"/>
                <a:ea typeface="+mj-ea"/>
                <a:cs typeface="+mj-cs"/>
              </a:rPr>
              <a:t>Request</a:t>
            </a:r>
          </a:p>
          <a:p>
            <a:pPr algn="ctr" defTabSz="914400">
              <a:lnSpc>
                <a:spcPct val="90000"/>
              </a:lnSpc>
              <a:spcBef>
                <a:spcPct val="0"/>
              </a:spcBef>
            </a:pPr>
            <a:r>
              <a:rPr lang="zh-TW" altLang="en-US" sz="3200" b="1" cap="all">
                <a:latin typeface="+mj-lt"/>
                <a:ea typeface="+mj-ea"/>
                <a:cs typeface="+mj-cs"/>
              </a:rPr>
              <a:t>介面基本方法介紹</a:t>
            </a:r>
            <a:endParaRPr lang="en-US" altLang="zh-TW" sz="3200" b="1" cap="all">
              <a:latin typeface="+mj-lt"/>
              <a:ea typeface="+mj-ea"/>
              <a:cs typeface="+mj-cs"/>
            </a:endParaRPr>
          </a:p>
        </p:txBody>
      </p:sp>
    </p:spTree>
    <p:extLst>
      <p:ext uri="{BB962C8B-B14F-4D97-AF65-F5344CB8AC3E}">
        <p14:creationId xmlns:p14="http://schemas.microsoft.com/office/powerpoint/2010/main" val="16664616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sz="half" idx="2"/>
          </p:nvPr>
        </p:nvSpPr>
        <p:spPr>
          <a:xfrm>
            <a:off x="8299450" y="1481051"/>
            <a:ext cx="3892551" cy="4541058"/>
          </a:xfrm>
        </p:spPr>
        <p:txBody>
          <a:bodyPr>
            <a:noAutofit/>
          </a:bodyPr>
          <a:lstStyle/>
          <a:p>
            <a:r>
              <a:rPr lang="en-US" altLang="zh-TW" sz="2000" b="1">
                <a:latin typeface="Consolas" panose="020B0609020204030204" pitchFamily="49" charset="0"/>
                <a:ea typeface="+mj-ea"/>
              </a:rPr>
              <a:t>HttpServletResponse</a:t>
            </a:r>
            <a:r>
              <a:rPr lang="zh-TW" altLang="en-US" sz="2000" b="1">
                <a:latin typeface="Consolas" panose="020B0609020204030204" pitchFamily="49" charset="0"/>
                <a:ea typeface="+mj-ea"/>
              </a:rPr>
              <a:t>繼承</a:t>
            </a:r>
            <a:r>
              <a:rPr lang="en-US" altLang="zh-TW" sz="2000" b="1">
                <a:latin typeface="Consolas" panose="020B0609020204030204" pitchFamily="49" charset="0"/>
                <a:ea typeface="+mj-ea"/>
              </a:rPr>
              <a:t>ServletResponse</a:t>
            </a:r>
          </a:p>
          <a:p>
            <a:r>
              <a:rPr lang="zh-TW" altLang="en-US" sz="2000" b="1">
                <a:latin typeface="Consolas" panose="020B0609020204030204" pitchFamily="49" charset="0"/>
                <a:ea typeface="+mj-ea"/>
              </a:rPr>
              <a:t>介面中定義了許多實用方法，可使用這些方法對客戶端進行回應。</a:t>
            </a:r>
            <a:endParaRPr lang="en-US" altLang="zh-TW" sz="2000" b="1">
              <a:latin typeface="Consolas" panose="020B0609020204030204" pitchFamily="49" charset="0"/>
              <a:ea typeface="+mj-ea"/>
            </a:endParaRPr>
          </a:p>
          <a:p>
            <a:r>
              <a:rPr lang="zh-TW" altLang="en-US" sz="2000" b="1">
                <a:latin typeface="Consolas" panose="020B0609020204030204" pitchFamily="49" charset="0"/>
                <a:ea typeface="+mj-ea"/>
              </a:rPr>
              <a:t>實作由</a:t>
            </a:r>
            <a:r>
              <a:rPr lang="en-US" altLang="zh-TW" sz="2000" b="1">
                <a:latin typeface="Consolas" panose="020B0609020204030204" pitchFamily="49" charset="0"/>
                <a:ea typeface="+mj-ea"/>
              </a:rPr>
              <a:t>Container(</a:t>
            </a:r>
            <a:r>
              <a:rPr lang="zh-TW" altLang="en-US" sz="2000" b="1">
                <a:latin typeface="Consolas" panose="020B0609020204030204" pitchFamily="49" charset="0"/>
                <a:ea typeface="+mj-ea"/>
              </a:rPr>
              <a:t>伺服器</a:t>
            </a:r>
            <a:r>
              <a:rPr lang="en-US" altLang="zh-TW" sz="2000" b="1">
                <a:latin typeface="Consolas" panose="020B0609020204030204" pitchFamily="49" charset="0"/>
                <a:ea typeface="+mj-ea"/>
              </a:rPr>
              <a:t>)</a:t>
            </a:r>
            <a:r>
              <a:rPr lang="zh-TW" altLang="en-US" sz="2000" b="1">
                <a:latin typeface="Consolas" panose="020B0609020204030204" pitchFamily="49" charset="0"/>
                <a:ea typeface="+mj-ea"/>
              </a:rPr>
              <a:t>完成，於建立</a:t>
            </a:r>
            <a:r>
              <a:rPr lang="fr-FR" altLang="zh-TW" sz="2000" b="1">
                <a:latin typeface="Consolas" panose="020B0609020204030204" pitchFamily="49" charset="0"/>
                <a:ea typeface="+mj-ea"/>
              </a:rPr>
              <a:t>ServletResponse</a:t>
            </a:r>
            <a:r>
              <a:rPr lang="zh-TW" altLang="en-US" sz="2000" b="1">
                <a:latin typeface="Consolas" panose="020B0609020204030204" pitchFamily="49" charset="0"/>
                <a:ea typeface="+mj-ea"/>
              </a:rPr>
              <a:t>實體後，呼叫</a:t>
            </a:r>
            <a:r>
              <a:rPr lang="en-US" altLang="zh-TW" sz="2000" b="1">
                <a:latin typeface="Consolas" panose="020B0609020204030204" pitchFamily="49" charset="0"/>
                <a:ea typeface="+mj-ea"/>
              </a:rPr>
              <a:t>HttpServlet</a:t>
            </a:r>
            <a:r>
              <a:rPr lang="zh-TW" altLang="en-US" sz="2000" b="1">
                <a:latin typeface="Consolas" panose="020B0609020204030204" pitchFamily="49" charset="0"/>
                <a:ea typeface="+mj-ea"/>
              </a:rPr>
              <a:t>的</a:t>
            </a:r>
            <a:r>
              <a:rPr lang="fr-FR" altLang="zh-TW" sz="2000" b="1">
                <a:latin typeface="Consolas" panose="020B0609020204030204" pitchFamily="49" charset="0"/>
                <a:ea typeface="+mj-ea"/>
              </a:rPr>
              <a:t>service(ServletRequest,ServletResponse)</a:t>
            </a:r>
            <a:r>
              <a:rPr lang="zh-TW" altLang="en-US" sz="2000" b="1">
                <a:latin typeface="Consolas" panose="020B0609020204030204" pitchFamily="49" charset="0"/>
                <a:ea typeface="+mj-ea"/>
              </a:rPr>
              <a:t>，並將其當作引數傳入，其後進行強制轉型成</a:t>
            </a:r>
            <a:r>
              <a:rPr lang="en-US" altLang="zh-TW" sz="2000" b="1">
                <a:latin typeface="Consolas" panose="020B0609020204030204" pitchFamily="49" charset="0"/>
                <a:ea typeface="+mj-ea"/>
              </a:rPr>
              <a:t>HttpServletResponse</a:t>
            </a:r>
            <a:r>
              <a:rPr lang="zh-TW" altLang="en-US" sz="2000" b="1">
                <a:latin typeface="Consolas" panose="020B0609020204030204" pitchFamily="49" charset="0"/>
                <a:ea typeface="+mj-ea"/>
              </a:rPr>
              <a:t>，以供</a:t>
            </a:r>
            <a:r>
              <a:rPr lang="en-US" altLang="zh-TW" sz="2000" b="1">
                <a:latin typeface="Consolas" panose="020B0609020204030204" pitchFamily="49" charset="0"/>
                <a:ea typeface="+mj-ea"/>
              </a:rPr>
              <a:t>HttpServlet</a:t>
            </a:r>
            <a:r>
              <a:rPr lang="zh-TW" altLang="en-US" sz="2000" b="1">
                <a:latin typeface="Consolas" panose="020B0609020204030204" pitchFamily="49" charset="0"/>
                <a:ea typeface="+mj-ea"/>
              </a:rPr>
              <a:t>使用。</a:t>
            </a:r>
            <a:endParaRPr lang="en-US" altLang="zh-TW" sz="2000" b="1">
              <a:latin typeface="Consolas" panose="020B0609020204030204" pitchFamily="49" charset="0"/>
              <a:ea typeface="+mj-ea"/>
            </a:endParaRPr>
          </a:p>
          <a:p>
            <a:endParaRPr lang="en-US" altLang="zh-TW" sz="2000" b="1">
              <a:latin typeface="Consolas" panose="020B0609020204030204" pitchFamily="49" charset="0"/>
              <a:ea typeface="+mj-ea"/>
            </a:endParaRPr>
          </a:p>
          <a:p>
            <a:endParaRPr lang="en-US" altLang="zh-TW" sz="2000" b="1">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DE0C7043-5B7F-4E55-B9C2-004C86B4F74C}"/>
              </a:ext>
            </a:extLst>
          </p:cNvPr>
          <p:cNvSpPr>
            <a:spLocks noGrp="1"/>
          </p:cNvSpPr>
          <p:nvPr>
            <p:ph type="sldNum" sz="quarter" idx="12"/>
          </p:nvPr>
        </p:nvSpPr>
        <p:spPr/>
        <p:txBody>
          <a:bodyPr/>
          <a:lstStyle/>
          <a:p>
            <a:fld id="{B521127C-0C56-461F-B517-0D483F216F7D}" type="slidenum">
              <a:rPr lang="zh-TW" altLang="en-US" smtClean="0"/>
              <a:t>43</a:t>
            </a:fld>
            <a:endParaRPr lang="zh-TW" altLang="en-US"/>
          </a:p>
        </p:txBody>
      </p:sp>
      <p:sp>
        <p:nvSpPr>
          <p:cNvPr id="6" name="文字方塊 5">
            <a:extLst>
              <a:ext uri="{FF2B5EF4-FFF2-40B4-BE49-F238E27FC236}">
                <a16:creationId xmlns:a16="http://schemas.microsoft.com/office/drawing/2014/main" id="{4048B39A-AA08-42D9-9BD6-CAADFE654C73}"/>
              </a:ext>
            </a:extLst>
          </p:cNvPr>
          <p:cNvSpPr txBox="1"/>
          <p:nvPr/>
        </p:nvSpPr>
        <p:spPr>
          <a:xfrm>
            <a:off x="0" y="0"/>
            <a:ext cx="8299450" cy="6863417"/>
          </a:xfrm>
          <a:prstGeom prst="rect">
            <a:avLst/>
          </a:prstGeom>
          <a:noFill/>
        </p:spPr>
        <p:txBody>
          <a:bodyPr wrap="square" rtlCol="0">
            <a:spAutoFit/>
          </a:bodyPr>
          <a:lstStyle/>
          <a:p>
            <a:pPr marL="457200" indent="-457200">
              <a:buFont typeface="+mj-lt"/>
              <a:buAutoNum type="arabicPeriod"/>
            </a:pPr>
            <a:r>
              <a:rPr lang="en-US" altLang="zh-TW" sz="2200">
                <a:solidFill>
                  <a:srgbClr val="CC6227"/>
                </a:solidFill>
                <a:latin typeface="Consolas" panose="020B0609020204030204" pitchFamily="49" charset="0"/>
                <a:ea typeface="+mj-ea"/>
              </a:rPr>
              <a:t>void</a:t>
            </a:r>
            <a:r>
              <a:rPr lang="en-US" altLang="zh-TW" sz="2200">
                <a:latin typeface="Consolas" panose="020B0609020204030204" pitchFamily="49" charset="0"/>
                <a:ea typeface="+mj-ea"/>
              </a:rPr>
              <a:t> setContentType(String type):</a:t>
            </a:r>
            <a:r>
              <a:rPr lang="zh-TW" altLang="en-US" sz="2200">
                <a:latin typeface="Consolas" panose="020B0609020204030204" pitchFamily="49" charset="0"/>
                <a:ea typeface="+mj-ea"/>
              </a:rPr>
              <a:t>設定回應類型</a:t>
            </a:r>
            <a:endParaRPr lang="en-US" altLang="zh-TW" sz="2200">
              <a:latin typeface="Consolas" panose="020B0609020204030204" pitchFamily="49" charset="0"/>
              <a:ea typeface="+mj-ea"/>
            </a:endParaRPr>
          </a:p>
          <a:p>
            <a:pPr lvl="1"/>
            <a:r>
              <a:rPr lang="en-US" altLang="zh-TW" sz="2200">
                <a:latin typeface="Consolas" panose="020B0609020204030204" pitchFamily="49" charset="0"/>
                <a:ea typeface="+mj-ea"/>
              </a:rPr>
              <a:t>【</a:t>
            </a:r>
            <a:r>
              <a:rPr lang="zh-TW" altLang="en-US" sz="2200">
                <a:latin typeface="Consolas" panose="020B0609020204030204" pitchFamily="49" charset="0"/>
                <a:ea typeface="+mj-ea"/>
              </a:rPr>
              <a:t>引數範例</a:t>
            </a:r>
            <a:r>
              <a:rPr lang="en-US" altLang="zh-TW" sz="2200">
                <a:latin typeface="Consolas" panose="020B0609020204030204" pitchFamily="49" charset="0"/>
                <a:ea typeface="+mj-ea"/>
              </a:rPr>
              <a:t>】"text/</a:t>
            </a:r>
            <a:r>
              <a:rPr lang="en-US" altLang="zh-TW" sz="2200" err="1">
                <a:latin typeface="Consolas" panose="020B0609020204030204" pitchFamily="49" charset="0"/>
                <a:ea typeface="+mj-ea"/>
              </a:rPr>
              <a:t>html;charset</a:t>
            </a:r>
            <a:r>
              <a:rPr lang="en-US" altLang="zh-TW" sz="2200">
                <a:latin typeface="Consolas" panose="020B0609020204030204" pitchFamily="49" charset="0"/>
                <a:ea typeface="+mj-ea"/>
              </a:rPr>
              <a:t>=UTF-8"</a:t>
            </a:r>
          </a:p>
          <a:p>
            <a:pPr lvl="1"/>
            <a:r>
              <a:rPr lang="en-US" altLang="zh-TW" sz="2200">
                <a:latin typeface="Consolas" panose="020B0609020204030204" pitchFamily="49" charset="0"/>
                <a:ea typeface="+mj-ea"/>
              </a:rPr>
              <a:t>【</a:t>
            </a:r>
            <a:r>
              <a:rPr lang="zh-TW" altLang="en-US" sz="2200">
                <a:latin typeface="Consolas" panose="020B0609020204030204" pitchFamily="49" charset="0"/>
                <a:ea typeface="+mj-ea"/>
              </a:rPr>
              <a:t>常用型別</a:t>
            </a:r>
            <a:r>
              <a:rPr lang="en-US" altLang="zh-TW" sz="2200">
                <a:latin typeface="Consolas" panose="020B0609020204030204" pitchFamily="49" charset="0"/>
                <a:ea typeface="+mj-ea"/>
              </a:rPr>
              <a:t>】--Google</a:t>
            </a:r>
            <a:r>
              <a:rPr lang="zh-TW" altLang="en-US" sz="2200">
                <a:latin typeface="Consolas" panose="020B0609020204030204" pitchFamily="49" charset="0"/>
                <a:ea typeface="+mj-ea"/>
              </a:rPr>
              <a:t>關鍵字</a:t>
            </a:r>
            <a:r>
              <a:rPr lang="en-US" altLang="zh-TW" sz="2200">
                <a:latin typeface="Consolas" panose="020B0609020204030204" pitchFamily="49" charset="0"/>
                <a:ea typeface="+mj-ea"/>
              </a:rPr>
              <a:t>:</a:t>
            </a:r>
            <a:r>
              <a:rPr lang="zh-TW" altLang="en-US" sz="2200">
                <a:solidFill>
                  <a:srgbClr val="FF0000"/>
                </a:solidFill>
                <a:latin typeface="Consolas" panose="020B0609020204030204" pitchFamily="49" charset="0"/>
                <a:ea typeface="+mj-ea"/>
              </a:rPr>
              <a:t>型別</a:t>
            </a:r>
            <a:r>
              <a:rPr lang="en-US" altLang="zh-TW" sz="2200">
                <a:solidFill>
                  <a:srgbClr val="FF0000"/>
                </a:solidFill>
                <a:latin typeface="Consolas" panose="020B0609020204030204" pitchFamily="49" charset="0"/>
                <a:ea typeface="+mj-ea"/>
              </a:rPr>
              <a:t>+</a:t>
            </a:r>
            <a:r>
              <a:rPr lang="en-US" altLang="zh-TW" sz="2200" err="1">
                <a:solidFill>
                  <a:srgbClr val="FF0000"/>
                </a:solidFill>
                <a:latin typeface="Consolas" panose="020B0609020204030204" pitchFamily="49" charset="0"/>
                <a:ea typeface="+mj-ea"/>
              </a:rPr>
              <a:t>MimeType</a:t>
            </a:r>
            <a:endParaRPr lang="en-US" altLang="zh-TW" sz="2200">
              <a:solidFill>
                <a:srgbClr val="FF0000"/>
              </a:solidFill>
              <a:latin typeface="Consolas" panose="020B0609020204030204" pitchFamily="49" charset="0"/>
              <a:ea typeface="+mj-ea"/>
            </a:endParaRPr>
          </a:p>
          <a:p>
            <a:pPr lvl="1"/>
            <a:r>
              <a:rPr lang="en-US" altLang="zh-TW" sz="2200">
                <a:latin typeface="Consolas" panose="020B0609020204030204" pitchFamily="49" charset="0"/>
                <a:ea typeface="+mj-ea"/>
              </a:rPr>
              <a:t>	"text/plain";	//</a:t>
            </a:r>
            <a:r>
              <a:rPr lang="zh-TW" altLang="en-US" sz="2200">
                <a:latin typeface="Consolas" panose="020B0609020204030204" pitchFamily="49" charset="0"/>
                <a:ea typeface="+mj-ea"/>
              </a:rPr>
              <a:t>純文字</a:t>
            </a:r>
            <a:endParaRPr lang="en-US" altLang="zh-TW" sz="2200">
              <a:latin typeface="Consolas" panose="020B0609020204030204" pitchFamily="49" charset="0"/>
              <a:ea typeface="+mj-ea"/>
            </a:endParaRPr>
          </a:p>
          <a:p>
            <a:pPr lvl="1"/>
            <a:r>
              <a:rPr lang="en-US" altLang="zh-TW" sz="2200">
                <a:latin typeface="Consolas" panose="020B0609020204030204" pitchFamily="49" charset="0"/>
                <a:ea typeface="+mj-ea"/>
              </a:rPr>
              <a:t>	"text/xml";		//XML</a:t>
            </a:r>
            <a:r>
              <a:rPr lang="zh-TW" altLang="en-US" sz="2200">
                <a:latin typeface="Consolas" panose="020B0609020204030204" pitchFamily="49" charset="0"/>
                <a:ea typeface="+mj-ea"/>
              </a:rPr>
              <a:t>格式文件</a:t>
            </a:r>
            <a:endParaRPr lang="en-US" altLang="zh-TW" sz="2200">
              <a:latin typeface="Consolas" panose="020B0609020204030204" pitchFamily="49" charset="0"/>
              <a:ea typeface="+mj-ea"/>
            </a:endParaRPr>
          </a:p>
          <a:p>
            <a:pPr lvl="1"/>
            <a:r>
              <a:rPr lang="en-US" altLang="zh-TW" sz="2200">
                <a:latin typeface="Consolas" panose="020B0609020204030204" pitchFamily="49" charset="0"/>
                <a:ea typeface="+mj-ea"/>
              </a:rPr>
              <a:t>	"text/html"	;	//HTML</a:t>
            </a:r>
            <a:r>
              <a:rPr lang="zh-TW" altLang="en-US" sz="2200">
                <a:latin typeface="Consolas" panose="020B0609020204030204" pitchFamily="49" charset="0"/>
                <a:ea typeface="+mj-ea"/>
              </a:rPr>
              <a:t>格式文件</a:t>
            </a:r>
            <a:endParaRPr lang="en-US" altLang="zh-TW" sz="2200">
              <a:latin typeface="Consolas" panose="020B0609020204030204" pitchFamily="49" charset="0"/>
              <a:ea typeface="+mj-ea"/>
            </a:endParaRPr>
          </a:p>
          <a:p>
            <a:pPr lvl="1"/>
            <a:r>
              <a:rPr lang="en-US" altLang="zh-TW" sz="2200">
                <a:latin typeface="Consolas" panose="020B0609020204030204" pitchFamily="49" charset="0"/>
                <a:ea typeface="+mj-ea"/>
              </a:rPr>
              <a:t>	"image/jpeg";	//jpg</a:t>
            </a:r>
            <a:r>
              <a:rPr lang="zh-TW" altLang="en-US" sz="2200">
                <a:latin typeface="Consolas" panose="020B0609020204030204" pitchFamily="49" charset="0"/>
                <a:ea typeface="+mj-ea"/>
              </a:rPr>
              <a:t>格式圖片</a:t>
            </a:r>
            <a:endParaRPr lang="en-US" altLang="zh-TW" sz="2200">
              <a:latin typeface="Consolas" panose="020B0609020204030204" pitchFamily="49" charset="0"/>
              <a:ea typeface="+mj-ea"/>
            </a:endParaRPr>
          </a:p>
          <a:p>
            <a:pPr lvl="1"/>
            <a:r>
              <a:rPr lang="en-US" altLang="zh-TW" sz="2200">
                <a:latin typeface="Consolas" panose="020B0609020204030204" pitchFamily="49" charset="0"/>
                <a:ea typeface="+mj-ea"/>
              </a:rPr>
              <a:t>	"application/</a:t>
            </a:r>
            <a:r>
              <a:rPr lang="en-US" altLang="zh-TW" sz="2200" err="1">
                <a:latin typeface="Consolas" panose="020B0609020204030204" pitchFamily="49" charset="0"/>
                <a:ea typeface="+mj-ea"/>
              </a:rPr>
              <a:t>json</a:t>
            </a:r>
            <a:r>
              <a:rPr lang="en-US" altLang="zh-TW" sz="2200">
                <a:latin typeface="Consolas" panose="020B0609020204030204" pitchFamily="49" charset="0"/>
                <a:ea typeface="+mj-ea"/>
              </a:rPr>
              <a:t>";	//JSON</a:t>
            </a:r>
            <a:r>
              <a:rPr lang="zh-TW" altLang="en-US" sz="2200">
                <a:latin typeface="Consolas" panose="020B0609020204030204" pitchFamily="49" charset="0"/>
                <a:ea typeface="+mj-ea"/>
              </a:rPr>
              <a:t>格式文件</a:t>
            </a:r>
            <a:endParaRPr lang="en-US" altLang="zh-TW" sz="2200">
              <a:latin typeface="Consolas" panose="020B0609020204030204" pitchFamily="49" charset="0"/>
              <a:ea typeface="+mj-ea"/>
            </a:endParaRPr>
          </a:p>
          <a:p>
            <a:pPr lvl="1"/>
            <a:endParaRPr lang="en-US" altLang="zh-TW" sz="2200">
              <a:latin typeface="Consolas" panose="020B0609020204030204" pitchFamily="49" charset="0"/>
              <a:ea typeface="+mj-ea"/>
            </a:endParaRPr>
          </a:p>
          <a:p>
            <a:pPr marL="457200" indent="-457200">
              <a:buFont typeface="+mj-lt"/>
              <a:buAutoNum type="arabicPeriod"/>
            </a:pPr>
            <a:r>
              <a:rPr lang="en-US" altLang="zh-TW" sz="2200">
                <a:solidFill>
                  <a:srgbClr val="1890C3"/>
                </a:solidFill>
                <a:latin typeface="Consolas" panose="020B0609020204030204" pitchFamily="49" charset="0"/>
                <a:ea typeface="+mj-ea"/>
              </a:rPr>
              <a:t>PrintWriter</a:t>
            </a:r>
            <a:r>
              <a:rPr lang="zh-TW" altLang="en-US" sz="2200">
                <a:latin typeface="Consolas" panose="020B0609020204030204" pitchFamily="49" charset="0"/>
                <a:ea typeface="+mj-ea"/>
              </a:rPr>
              <a:t> </a:t>
            </a:r>
            <a:r>
              <a:rPr lang="en-US" altLang="zh-TW" sz="2200">
                <a:latin typeface="Consolas" panose="020B0609020204030204" pitchFamily="49" charset="0"/>
                <a:ea typeface="+mj-ea"/>
              </a:rPr>
              <a:t>getWriter(</a:t>
            </a:r>
            <a:r>
              <a:rPr lang="zh-TW" altLang="en-US" sz="2200">
                <a:latin typeface="Consolas" panose="020B0609020204030204" pitchFamily="49" charset="0"/>
                <a:ea typeface="+mj-ea"/>
              </a:rPr>
              <a:t> </a:t>
            </a:r>
            <a:r>
              <a:rPr lang="en-US" altLang="zh-TW" sz="2200">
                <a:latin typeface="Consolas" panose="020B0609020204030204" pitchFamily="49" charset="0"/>
                <a:ea typeface="+mj-ea"/>
              </a:rPr>
              <a:t>):</a:t>
            </a:r>
            <a:r>
              <a:rPr lang="zh-TW" altLang="en-US" sz="2200">
                <a:latin typeface="Consolas" panose="020B0609020204030204" pitchFamily="49" charset="0"/>
                <a:ea typeface="+mj-ea"/>
              </a:rPr>
              <a:t>取得文字輸出物件</a:t>
            </a:r>
            <a:endParaRPr lang="en-US" altLang="zh-TW" sz="2200">
              <a:latin typeface="Consolas" panose="020B0609020204030204" pitchFamily="49" charset="0"/>
              <a:ea typeface="+mj-ea"/>
            </a:endParaRPr>
          </a:p>
          <a:p>
            <a:pPr lvl="1"/>
            <a:r>
              <a:rPr lang="en-US" altLang="zh-TW" sz="2200">
                <a:latin typeface="Consolas" panose="020B0609020204030204" pitchFamily="49" charset="0"/>
                <a:ea typeface="+mj-ea"/>
              </a:rPr>
              <a:t>【PrintWriter</a:t>
            </a:r>
            <a:r>
              <a:rPr lang="zh-TW" altLang="en-US" sz="2200">
                <a:latin typeface="Consolas" panose="020B0609020204030204" pitchFamily="49" charset="0"/>
                <a:ea typeface="+mj-ea"/>
              </a:rPr>
              <a:t>類別方法</a:t>
            </a:r>
            <a:r>
              <a:rPr lang="en-US" altLang="zh-TW" sz="2200">
                <a:latin typeface="Consolas" panose="020B0609020204030204" pitchFamily="49" charset="0"/>
                <a:ea typeface="+mj-ea"/>
              </a:rPr>
              <a:t>】</a:t>
            </a:r>
          </a:p>
          <a:p>
            <a:pPr lvl="1"/>
            <a:r>
              <a:rPr lang="en-US" altLang="zh-TW" sz="2200">
                <a:latin typeface="Consolas" panose="020B0609020204030204" pitchFamily="49" charset="0"/>
                <a:ea typeface="+mj-ea"/>
              </a:rPr>
              <a:t>	write(</a:t>
            </a:r>
            <a:r>
              <a:rPr lang="zh-TW" altLang="en-US" sz="2200">
                <a:latin typeface="Consolas" panose="020B0609020204030204" pitchFamily="49" charset="0"/>
                <a:ea typeface="+mj-ea"/>
              </a:rPr>
              <a:t>多載參數</a:t>
            </a:r>
            <a:r>
              <a:rPr lang="en-US" altLang="zh-TW" sz="2200">
                <a:latin typeface="Consolas" panose="020B0609020204030204" pitchFamily="49" charset="0"/>
                <a:ea typeface="+mj-ea"/>
              </a:rPr>
              <a:t>);	//</a:t>
            </a:r>
            <a:r>
              <a:rPr lang="zh-TW" altLang="en-US" sz="2200">
                <a:latin typeface="Consolas" panose="020B0609020204030204" pitchFamily="49" charset="0"/>
                <a:ea typeface="+mj-ea"/>
              </a:rPr>
              <a:t>輸出字元或字串</a:t>
            </a:r>
            <a:endParaRPr lang="en-US" altLang="zh-TW" sz="2200">
              <a:latin typeface="Consolas" panose="020B0609020204030204" pitchFamily="49" charset="0"/>
              <a:ea typeface="+mj-ea"/>
            </a:endParaRPr>
          </a:p>
          <a:p>
            <a:pPr lvl="1"/>
            <a:r>
              <a:rPr lang="en-US" altLang="zh-TW" sz="2200">
                <a:latin typeface="Consolas" panose="020B0609020204030204" pitchFamily="49" charset="0"/>
                <a:ea typeface="+mj-ea"/>
              </a:rPr>
              <a:t>	print(</a:t>
            </a:r>
            <a:r>
              <a:rPr lang="zh-TW" altLang="en-US" sz="2200">
                <a:latin typeface="Consolas" panose="020B0609020204030204" pitchFamily="49" charset="0"/>
                <a:ea typeface="+mj-ea"/>
              </a:rPr>
              <a:t>多載參數</a:t>
            </a:r>
            <a:r>
              <a:rPr lang="en-US" altLang="zh-TW" sz="2200">
                <a:latin typeface="Consolas" panose="020B0609020204030204" pitchFamily="49" charset="0"/>
                <a:ea typeface="+mj-ea"/>
              </a:rPr>
              <a:t>);	//</a:t>
            </a:r>
            <a:r>
              <a:rPr lang="zh-TW" altLang="en-US" sz="2200">
                <a:latin typeface="Consolas" panose="020B0609020204030204" pitchFamily="49" charset="0"/>
                <a:ea typeface="+mj-ea"/>
              </a:rPr>
              <a:t>先呼叫</a:t>
            </a:r>
            <a:r>
              <a:rPr lang="en-US" altLang="zh-TW" sz="2200">
                <a:latin typeface="Consolas" panose="020B0609020204030204" pitchFamily="49" charset="0"/>
                <a:ea typeface="+mj-ea"/>
              </a:rPr>
              <a:t>String.valueOf(i)</a:t>
            </a:r>
          </a:p>
          <a:p>
            <a:pPr lvl="1"/>
            <a:endParaRPr lang="en-US" altLang="zh-TW" sz="2200">
              <a:latin typeface="Consolas" panose="020B0609020204030204" pitchFamily="49" charset="0"/>
              <a:ea typeface="+mj-ea"/>
            </a:endParaRPr>
          </a:p>
          <a:p>
            <a:pPr marL="457200" indent="-457200">
              <a:buFont typeface="+mj-lt"/>
              <a:buAutoNum type="arabicPeriod"/>
            </a:pPr>
            <a:r>
              <a:rPr lang="en-US" altLang="zh-TW" sz="2200">
                <a:solidFill>
                  <a:srgbClr val="1890C3"/>
                </a:solidFill>
                <a:latin typeface="Consolas" panose="020B0609020204030204" pitchFamily="49" charset="0"/>
                <a:ea typeface="+mj-ea"/>
              </a:rPr>
              <a:t>ServletOutputStream</a:t>
            </a:r>
            <a:r>
              <a:rPr lang="zh-TW" altLang="en-US" sz="2200">
                <a:latin typeface="Consolas" panose="020B0609020204030204" pitchFamily="49" charset="0"/>
                <a:ea typeface="+mj-ea"/>
              </a:rPr>
              <a:t> </a:t>
            </a:r>
            <a:r>
              <a:rPr lang="en-US" altLang="zh-TW" sz="2200">
                <a:latin typeface="Consolas" panose="020B0609020204030204" pitchFamily="49" charset="0"/>
                <a:ea typeface="+mj-ea"/>
              </a:rPr>
              <a:t>getOutputStream( ):</a:t>
            </a:r>
          </a:p>
          <a:p>
            <a:pPr lvl="1"/>
            <a:r>
              <a:rPr lang="zh-TW" altLang="en-US" sz="2200">
                <a:latin typeface="Consolas" panose="020B0609020204030204" pitchFamily="49" charset="0"/>
                <a:ea typeface="+mj-ea"/>
              </a:rPr>
              <a:t>取得資料流輸出物件</a:t>
            </a:r>
            <a:endParaRPr lang="en-US" altLang="zh-TW" sz="2200">
              <a:latin typeface="Consolas" panose="020B0609020204030204" pitchFamily="49" charset="0"/>
              <a:ea typeface="+mj-ea"/>
            </a:endParaRPr>
          </a:p>
          <a:p>
            <a:pPr lvl="1"/>
            <a:r>
              <a:rPr lang="en-US" altLang="zh-TW" sz="2200">
                <a:latin typeface="Consolas" panose="020B0609020204030204" pitchFamily="49" charset="0"/>
                <a:ea typeface="+mj-ea"/>
              </a:rPr>
              <a:t>【ServletOutputStream</a:t>
            </a:r>
            <a:r>
              <a:rPr lang="zh-TW" altLang="en-US" sz="2200">
                <a:latin typeface="Consolas" panose="020B0609020204030204" pitchFamily="49" charset="0"/>
                <a:ea typeface="+mj-ea"/>
              </a:rPr>
              <a:t>類別方法</a:t>
            </a:r>
            <a:r>
              <a:rPr lang="en-US" altLang="zh-TW" sz="2200">
                <a:latin typeface="Consolas" panose="020B0609020204030204" pitchFamily="49" charset="0"/>
                <a:ea typeface="+mj-ea"/>
              </a:rPr>
              <a:t>】</a:t>
            </a:r>
          </a:p>
          <a:p>
            <a:pPr lvl="1"/>
            <a:r>
              <a:rPr lang="en-US" altLang="zh-TW" sz="2200">
                <a:latin typeface="Consolas" panose="020B0609020204030204" pitchFamily="49" charset="0"/>
                <a:ea typeface="+mj-ea"/>
              </a:rPr>
              <a:t>	write(</a:t>
            </a:r>
            <a:r>
              <a:rPr lang="zh-TW" altLang="en-US" sz="2200">
                <a:latin typeface="Consolas" panose="020B0609020204030204" pitchFamily="49" charset="0"/>
                <a:ea typeface="+mj-ea"/>
              </a:rPr>
              <a:t>多載參數</a:t>
            </a:r>
            <a:r>
              <a:rPr lang="en-US" altLang="zh-TW" sz="2200">
                <a:latin typeface="Consolas" panose="020B0609020204030204" pitchFamily="49" charset="0"/>
                <a:ea typeface="+mj-ea"/>
              </a:rPr>
              <a:t>);	//</a:t>
            </a:r>
            <a:r>
              <a:rPr lang="zh-TW" altLang="en-US" sz="2200">
                <a:latin typeface="Consolas" panose="020B0609020204030204" pitchFamily="49" charset="0"/>
                <a:ea typeface="+mj-ea"/>
              </a:rPr>
              <a:t>輸出二進制資料流</a:t>
            </a:r>
            <a:endParaRPr lang="en-US" altLang="zh-TW" sz="2200">
              <a:latin typeface="Consolas" panose="020B0609020204030204" pitchFamily="49" charset="0"/>
              <a:ea typeface="+mj-ea"/>
            </a:endParaRPr>
          </a:p>
          <a:p>
            <a:pPr lvl="1"/>
            <a:r>
              <a:rPr lang="en-US" altLang="zh-TW" sz="2200">
                <a:latin typeface="Consolas" panose="020B0609020204030204" pitchFamily="49" charset="0"/>
                <a:ea typeface="+mj-ea"/>
              </a:rPr>
              <a:t>	print(</a:t>
            </a:r>
            <a:r>
              <a:rPr lang="zh-TW" altLang="en-US" sz="2200">
                <a:latin typeface="Consolas" panose="020B0609020204030204" pitchFamily="49" charset="0"/>
                <a:ea typeface="+mj-ea"/>
              </a:rPr>
              <a:t>多載參數</a:t>
            </a:r>
            <a:r>
              <a:rPr lang="en-US" altLang="zh-TW" sz="2200">
                <a:latin typeface="Consolas" panose="020B0609020204030204" pitchFamily="49" charset="0"/>
                <a:ea typeface="+mj-ea"/>
              </a:rPr>
              <a:t>);	//</a:t>
            </a:r>
            <a:r>
              <a:rPr lang="zh-TW" altLang="en-US" sz="2200">
                <a:latin typeface="Consolas" panose="020B0609020204030204" pitchFamily="49" charset="0"/>
                <a:ea typeface="+mj-ea"/>
              </a:rPr>
              <a:t>輸出字元</a:t>
            </a:r>
            <a:endParaRPr lang="en-US" altLang="zh-TW" sz="2200">
              <a:latin typeface="Consolas" panose="020B0609020204030204" pitchFamily="49" charset="0"/>
              <a:ea typeface="+mj-ea"/>
            </a:endParaRPr>
          </a:p>
          <a:p>
            <a:pPr marL="457200" indent="-457200">
              <a:buFont typeface="+mj-lt"/>
              <a:buAutoNum type="arabicPeriod"/>
            </a:pPr>
            <a:endParaRPr lang="en-US" altLang="zh-TW" sz="2200">
              <a:latin typeface="Consolas" panose="020B0609020204030204" pitchFamily="49" charset="0"/>
              <a:ea typeface="+mj-ea"/>
            </a:endParaRPr>
          </a:p>
        </p:txBody>
      </p:sp>
      <p:sp>
        <p:nvSpPr>
          <p:cNvPr id="9" name="矩形 8"/>
          <p:cNvSpPr/>
          <p:nvPr/>
        </p:nvSpPr>
        <p:spPr>
          <a:xfrm>
            <a:off x="8355492" y="175433"/>
            <a:ext cx="3860800" cy="978729"/>
          </a:xfrm>
          <a:prstGeom prst="rect">
            <a:avLst/>
          </a:prstGeom>
        </p:spPr>
        <p:txBody>
          <a:bodyPr wrap="square">
            <a:spAutoFit/>
          </a:bodyPr>
          <a:lstStyle/>
          <a:p>
            <a:pPr algn="ctr" defTabSz="914400">
              <a:lnSpc>
                <a:spcPct val="90000"/>
              </a:lnSpc>
              <a:spcBef>
                <a:spcPct val="0"/>
              </a:spcBef>
            </a:pPr>
            <a:r>
              <a:rPr lang="en-US" altLang="zh-TW" sz="3200" b="1">
                <a:latin typeface="+mj-lt"/>
                <a:ea typeface="+mj-ea"/>
                <a:cs typeface="+mj-cs"/>
              </a:rPr>
              <a:t>HttpServletResponse</a:t>
            </a:r>
          </a:p>
          <a:p>
            <a:pPr algn="ctr" defTabSz="914400">
              <a:lnSpc>
                <a:spcPct val="90000"/>
              </a:lnSpc>
              <a:spcBef>
                <a:spcPct val="0"/>
              </a:spcBef>
            </a:pPr>
            <a:r>
              <a:rPr lang="zh-TW" altLang="en-US" sz="3200" b="1" cap="all">
                <a:latin typeface="+mj-lt"/>
                <a:ea typeface="+mj-ea"/>
                <a:cs typeface="+mj-cs"/>
              </a:rPr>
              <a:t>介面基本方法介紹</a:t>
            </a:r>
            <a:endParaRPr lang="en-US" altLang="zh-TW" sz="3200" b="1" cap="all">
              <a:latin typeface="+mj-lt"/>
              <a:ea typeface="+mj-ea"/>
              <a:cs typeface="+mj-cs"/>
            </a:endParaRPr>
          </a:p>
        </p:txBody>
      </p:sp>
    </p:spTree>
    <p:extLst>
      <p:ext uri="{BB962C8B-B14F-4D97-AF65-F5344CB8AC3E}">
        <p14:creationId xmlns:p14="http://schemas.microsoft.com/office/powerpoint/2010/main" val="5822122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A3D0CE2-91FF-49B3-A5D8-181E900D7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58AEBD96-C315-4F53-9D9E-0E20E993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78916AAA-66F6-4DFA-88ED-7E27CF6B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6" name="Group 15">
            <a:extLst>
              <a:ext uri="{FF2B5EF4-FFF2-40B4-BE49-F238E27FC236}">
                <a16:creationId xmlns:a16="http://schemas.microsoft.com/office/drawing/2014/main" id="{A137D43F-BAD6-47F1-AA65-AEEA38A2FF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17" name="Oval 16">
              <a:extLst>
                <a:ext uri="{FF2B5EF4-FFF2-40B4-BE49-F238E27FC236}">
                  <a16:creationId xmlns:a16="http://schemas.microsoft.com/office/drawing/2014/main" id="{D512C9B2-6B22-4211-A940-FCD7C2CD0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8" name="Oval 17">
              <a:extLst>
                <a:ext uri="{FF2B5EF4-FFF2-40B4-BE49-F238E27FC236}">
                  <a16:creationId xmlns:a16="http://schemas.microsoft.com/office/drawing/2014/main" id="{85F7DB84-CDE7-46F8-90DD-9D048A7D5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sp>
      </p:grpSp>
      <p:sp useBgFill="1">
        <p:nvSpPr>
          <p:cNvPr id="20" name="Rectangle 19">
            <a:extLst>
              <a:ext uri="{FF2B5EF4-FFF2-40B4-BE49-F238E27FC236}">
                <a16:creationId xmlns:a16="http://schemas.microsoft.com/office/drawing/2014/main" id="{C3D25154-9EF7-4C33-9AAC-7B3BE089FE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文字方塊 3">
            <a:extLst>
              <a:ext uri="{FF2B5EF4-FFF2-40B4-BE49-F238E27FC236}">
                <a16:creationId xmlns:a16="http://schemas.microsoft.com/office/drawing/2014/main" id="{4C0C7DFB-F839-4192-B53B-1812E6CE4CEC}"/>
              </a:ext>
            </a:extLst>
          </p:cNvPr>
          <p:cNvSpPr txBox="1"/>
          <p:nvPr/>
        </p:nvSpPr>
        <p:spPr>
          <a:xfrm>
            <a:off x="1051560" y="643468"/>
            <a:ext cx="9966960" cy="359243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zh-TW" altLang="en-US" sz="8900" b="1" cap="all">
                <a:latin typeface="+mj-lt"/>
                <a:ea typeface="+mj-ea"/>
                <a:cs typeface="+mj-cs"/>
              </a:rPr>
              <a:t>第五節</a:t>
            </a:r>
            <a:endParaRPr lang="en-US" altLang="zh-TW" sz="8900" b="1" cap="all">
              <a:latin typeface="+mj-lt"/>
              <a:ea typeface="+mj-ea"/>
              <a:cs typeface="+mj-cs"/>
            </a:endParaRPr>
          </a:p>
          <a:p>
            <a:pPr defTabSz="914400">
              <a:lnSpc>
                <a:spcPct val="80000"/>
              </a:lnSpc>
              <a:spcBef>
                <a:spcPct val="0"/>
              </a:spcBef>
              <a:spcAft>
                <a:spcPts val="600"/>
              </a:spcAft>
            </a:pPr>
            <a:r>
              <a:rPr lang="en-US" altLang="zh-TW" sz="8900" b="1" cap="all">
                <a:latin typeface="+mj-lt"/>
                <a:ea typeface="+mj-ea"/>
                <a:cs typeface="+mj-cs"/>
              </a:rPr>
              <a:t>Servlet</a:t>
            </a:r>
            <a:r>
              <a:rPr lang="zh-TW" altLang="en-US" sz="8900" b="1" cap="all">
                <a:latin typeface="+mj-lt"/>
                <a:ea typeface="+mj-ea"/>
                <a:cs typeface="+mj-cs"/>
              </a:rPr>
              <a:t>的生命週期</a:t>
            </a:r>
            <a:endParaRPr lang="en-US" altLang="zh-TW" sz="8900" b="1" cap="all">
              <a:latin typeface="+mj-lt"/>
              <a:ea typeface="+mj-ea"/>
              <a:cs typeface="+mj-cs"/>
            </a:endParaRPr>
          </a:p>
        </p:txBody>
      </p:sp>
      <p:sp>
        <p:nvSpPr>
          <p:cNvPr id="22" name="Rectangle 21">
            <a:extLst>
              <a:ext uri="{FF2B5EF4-FFF2-40B4-BE49-F238E27FC236}">
                <a16:creationId xmlns:a16="http://schemas.microsoft.com/office/drawing/2014/main" id="{1604E8C0-C927-4C06-A96A-BF3323BA7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95831"/>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9DCECFD5-4C30-4892-9FF0-540E17955A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111496"/>
            <a:ext cx="1080904" cy="1080902"/>
            <a:chOff x="10245590" y="5111496"/>
            <a:chExt cx="1080904" cy="1080902"/>
          </a:xfrm>
        </p:grpSpPr>
        <p:sp>
          <p:nvSpPr>
            <p:cNvPr id="25" name="Oval 24">
              <a:extLst>
                <a:ext uri="{FF2B5EF4-FFF2-40B4-BE49-F238E27FC236}">
                  <a16:creationId xmlns:a16="http://schemas.microsoft.com/office/drawing/2014/main" id="{95C67F70-EAFE-425C-8422-591620A96D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5590" y="5111496"/>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26" name="Oval 25">
              <a:extLst>
                <a:ext uri="{FF2B5EF4-FFF2-40B4-BE49-F238E27FC236}">
                  <a16:creationId xmlns:a16="http://schemas.microsoft.com/office/drawing/2014/main" id="{D47FA16B-C217-4D91-84EA-5B0846BDDA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53681" y="5219586"/>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5" name="投影片編號版面配置區 4">
            <a:extLst>
              <a:ext uri="{FF2B5EF4-FFF2-40B4-BE49-F238E27FC236}">
                <a16:creationId xmlns:a16="http://schemas.microsoft.com/office/drawing/2014/main" id="{5D23B375-A6D2-4583-8FE9-BFCCCFBD241B}"/>
              </a:ext>
            </a:extLst>
          </p:cNvPr>
          <p:cNvSpPr>
            <a:spLocks noGrp="1"/>
          </p:cNvSpPr>
          <p:nvPr>
            <p:ph type="sldNum" sz="quarter" idx="12"/>
          </p:nvPr>
        </p:nvSpPr>
        <p:spPr>
          <a:xfrm>
            <a:off x="10189108" y="5342324"/>
            <a:ext cx="1193868" cy="640080"/>
          </a:xfrm>
        </p:spPr>
        <p:txBody>
          <a:bodyPr vert="horz" lIns="91440" tIns="45720" rIns="91440" bIns="45720" rtlCol="0" anchor="ctr">
            <a:normAutofit/>
          </a:bodyPr>
          <a:lstStyle/>
          <a:p>
            <a:pPr>
              <a:spcAft>
                <a:spcPts val="600"/>
              </a:spcAft>
            </a:pPr>
            <a:fld id="{B521127C-0C56-461F-B517-0D483F216F7D}" type="slidenum">
              <a:rPr lang="en-US" altLang="zh-TW" sz="2800" b="1" kern="1200">
                <a:solidFill>
                  <a:srgbClr val="FFFFFF"/>
                </a:solidFill>
                <a:latin typeface="+mj-lt"/>
                <a:ea typeface="+mn-ea"/>
                <a:cs typeface="+mn-cs"/>
              </a:rPr>
              <a:pPr>
                <a:spcAft>
                  <a:spcPts val="600"/>
                </a:spcAft>
              </a:pPr>
              <a:t>44</a:t>
            </a:fld>
            <a:endParaRPr lang="en-US" altLang="zh-TW" sz="2800" b="1" kern="1200">
              <a:solidFill>
                <a:srgbClr val="FFFFFF"/>
              </a:solidFill>
              <a:latin typeface="+mj-lt"/>
              <a:ea typeface="+mn-ea"/>
              <a:cs typeface="+mn-cs"/>
            </a:endParaRPr>
          </a:p>
        </p:txBody>
      </p:sp>
    </p:spTree>
    <p:extLst>
      <p:ext uri="{BB962C8B-B14F-4D97-AF65-F5344CB8AC3E}">
        <p14:creationId xmlns:p14="http://schemas.microsoft.com/office/powerpoint/2010/main" val="26445388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sz="half" idx="2"/>
          </p:nvPr>
        </p:nvSpPr>
        <p:spPr>
          <a:xfrm>
            <a:off x="8315053" y="1345583"/>
            <a:ext cx="3860800" cy="4791733"/>
          </a:xfrm>
        </p:spPr>
        <p:txBody>
          <a:bodyPr>
            <a:noAutofit/>
          </a:bodyPr>
          <a:lstStyle/>
          <a:p>
            <a:r>
              <a:rPr lang="zh-TW" altLang="en-US" sz="1500" b="1">
                <a:latin typeface="Consolas" panose="020B0609020204030204" pitchFamily="49" charset="0"/>
                <a:ea typeface="+mj-ea"/>
              </a:rPr>
              <a:t>如無特別設定，伺服器啟動時不會建立</a:t>
            </a:r>
            <a:r>
              <a:rPr lang="en-US" altLang="zh-TW" sz="1500" b="1">
                <a:latin typeface="Consolas" panose="020B0609020204030204" pitchFamily="49" charset="0"/>
                <a:ea typeface="+mj-ea"/>
              </a:rPr>
              <a:t>Servlet</a:t>
            </a:r>
            <a:r>
              <a:rPr lang="zh-TW" altLang="en-US" sz="1500" b="1">
                <a:latin typeface="Consolas" panose="020B0609020204030204" pitchFamily="49" charset="0"/>
                <a:ea typeface="+mj-ea"/>
              </a:rPr>
              <a:t>物件實體。</a:t>
            </a:r>
            <a:endParaRPr lang="en-US" altLang="zh-TW" sz="1500" b="1">
              <a:latin typeface="Consolas" panose="020B0609020204030204" pitchFamily="49" charset="0"/>
              <a:ea typeface="+mj-ea"/>
            </a:endParaRPr>
          </a:p>
          <a:p>
            <a:pPr>
              <a:spcBef>
                <a:spcPts val="1800"/>
              </a:spcBef>
            </a:pPr>
            <a:r>
              <a:rPr lang="zh-TW" altLang="en-US" sz="1500" b="1">
                <a:latin typeface="Consolas" panose="020B0609020204030204" pitchFamily="49" charset="0"/>
                <a:ea typeface="+mj-ea"/>
              </a:rPr>
              <a:t>當客戶端第一次對</a:t>
            </a:r>
            <a:r>
              <a:rPr lang="en-US" altLang="zh-TW" sz="1500" b="1">
                <a:latin typeface="Consolas" panose="020B0609020204030204" pitchFamily="49" charset="0"/>
                <a:ea typeface="+mj-ea"/>
              </a:rPr>
              <a:t>Servlet</a:t>
            </a:r>
            <a:r>
              <a:rPr lang="zh-TW" altLang="en-US" sz="1500" b="1">
                <a:latin typeface="Consolas" panose="020B0609020204030204" pitchFamily="49" charset="0"/>
                <a:ea typeface="+mj-ea"/>
              </a:rPr>
              <a:t>進行請求時，伺服器會建立</a:t>
            </a:r>
            <a:r>
              <a:rPr lang="en-US" altLang="zh-TW" sz="1500" b="1">
                <a:latin typeface="Consolas" panose="020B0609020204030204" pitchFamily="49" charset="0"/>
                <a:ea typeface="+mj-ea"/>
              </a:rPr>
              <a:t>Servlet</a:t>
            </a:r>
            <a:r>
              <a:rPr lang="zh-TW" altLang="en-US" sz="1500" b="1">
                <a:latin typeface="Consolas" panose="020B0609020204030204" pitchFamily="49" charset="0"/>
                <a:ea typeface="+mj-ea"/>
              </a:rPr>
              <a:t>物件實體，同時也建立</a:t>
            </a:r>
            <a:r>
              <a:rPr lang="en-US" altLang="zh-TW" sz="1500" b="1" err="1">
                <a:latin typeface="Consolas" panose="020B0609020204030204" pitchFamily="49" charset="0"/>
                <a:ea typeface="+mj-ea"/>
              </a:rPr>
              <a:t>ServletConfig</a:t>
            </a:r>
            <a:r>
              <a:rPr lang="zh-TW" altLang="en-US" sz="1500" b="1">
                <a:latin typeface="Consolas" panose="020B0609020204030204" pitchFamily="49" charset="0"/>
                <a:ea typeface="+mj-ea"/>
              </a:rPr>
              <a:t>、</a:t>
            </a:r>
            <a:r>
              <a:rPr lang="en-US" altLang="zh-TW" sz="1500" b="1" err="1">
                <a:latin typeface="Consolas" panose="020B0609020204030204" pitchFamily="49" charset="0"/>
                <a:ea typeface="+mj-ea"/>
              </a:rPr>
              <a:t>ServletRequest</a:t>
            </a:r>
            <a:r>
              <a:rPr lang="zh-TW" altLang="en-US" sz="1500" b="1">
                <a:latin typeface="Consolas" panose="020B0609020204030204" pitchFamily="49" charset="0"/>
                <a:ea typeface="+mj-ea"/>
              </a:rPr>
              <a:t>、</a:t>
            </a:r>
            <a:r>
              <a:rPr lang="en-US" altLang="zh-TW" sz="1500" b="1" err="1">
                <a:latin typeface="Consolas" panose="020B0609020204030204" pitchFamily="49" charset="0"/>
                <a:ea typeface="+mj-ea"/>
              </a:rPr>
              <a:t>ServletResponse</a:t>
            </a:r>
            <a:r>
              <a:rPr lang="zh-TW" altLang="en-US" sz="1500" b="1">
                <a:latin typeface="Consolas" panose="020B0609020204030204" pitchFamily="49" charset="0"/>
                <a:ea typeface="+mj-ea"/>
              </a:rPr>
              <a:t>等物件實體，並將其當作引數傳入</a:t>
            </a:r>
            <a:r>
              <a:rPr lang="en-US" altLang="zh-TW" sz="1500" b="1">
                <a:latin typeface="Consolas" panose="020B0609020204030204" pitchFamily="49" charset="0"/>
                <a:ea typeface="+mj-ea"/>
              </a:rPr>
              <a:t>Servlet</a:t>
            </a:r>
            <a:r>
              <a:rPr lang="zh-TW" altLang="en-US" sz="1500" b="1">
                <a:latin typeface="Consolas" panose="020B0609020204030204" pitchFamily="49" charset="0"/>
                <a:ea typeface="+mj-ea"/>
              </a:rPr>
              <a:t>。</a:t>
            </a:r>
            <a:endParaRPr lang="en-US" altLang="zh-TW" sz="1500" b="1">
              <a:latin typeface="Consolas" panose="020B0609020204030204" pitchFamily="49" charset="0"/>
              <a:ea typeface="+mj-ea"/>
            </a:endParaRPr>
          </a:p>
          <a:p>
            <a:pPr>
              <a:spcBef>
                <a:spcPts val="1800"/>
              </a:spcBef>
            </a:pPr>
            <a:r>
              <a:rPr lang="zh-TW" altLang="en-US" sz="1500" b="1">
                <a:latin typeface="Consolas" panose="020B0609020204030204" pitchFamily="49" charset="0"/>
                <a:ea typeface="+mj-ea"/>
              </a:rPr>
              <a:t>其後伺服器會呼叫</a:t>
            </a:r>
            <a:r>
              <a:rPr lang="en-US" altLang="zh-TW" sz="1500" b="1">
                <a:latin typeface="Consolas" panose="020B0609020204030204" pitchFamily="49" charset="0"/>
                <a:ea typeface="+mj-ea"/>
              </a:rPr>
              <a:t>Servlet</a:t>
            </a:r>
            <a:r>
              <a:rPr lang="zh-TW" altLang="en-US" sz="1500" b="1">
                <a:latin typeface="Consolas" panose="020B0609020204030204" pitchFamily="49" charset="0"/>
                <a:ea typeface="+mj-ea"/>
              </a:rPr>
              <a:t>內以下方法：</a:t>
            </a:r>
            <a:endParaRPr lang="en-US" altLang="zh-TW" sz="1500" b="1">
              <a:latin typeface="Consolas" panose="020B0609020204030204" pitchFamily="49" charset="0"/>
              <a:ea typeface="+mj-ea"/>
            </a:endParaRPr>
          </a:p>
          <a:p>
            <a:pPr>
              <a:spcBef>
                <a:spcPts val="0"/>
              </a:spcBef>
            </a:pPr>
            <a:r>
              <a:rPr lang="en-US" altLang="zh-TW" sz="1500" b="1" err="1">
                <a:latin typeface="Consolas" panose="020B0609020204030204" pitchFamily="49" charset="0"/>
                <a:ea typeface="+mj-ea"/>
              </a:rPr>
              <a:t>init</a:t>
            </a:r>
            <a:r>
              <a:rPr lang="en-US" altLang="zh-TW" sz="1500" b="1">
                <a:latin typeface="Consolas" panose="020B0609020204030204" pitchFamily="49" charset="0"/>
                <a:ea typeface="+mj-ea"/>
              </a:rPr>
              <a:t>(</a:t>
            </a:r>
            <a:r>
              <a:rPr lang="en-US" altLang="zh-TW" sz="1500" b="1" err="1">
                <a:latin typeface="Consolas" panose="020B0609020204030204" pitchFamily="49" charset="0"/>
                <a:ea typeface="+mj-ea"/>
              </a:rPr>
              <a:t>getServletConfig</a:t>
            </a:r>
            <a:r>
              <a:rPr lang="en-US" altLang="zh-TW" sz="1500" b="1">
                <a:latin typeface="Consolas" panose="020B0609020204030204" pitchFamily="49" charset="0"/>
                <a:ea typeface="+mj-ea"/>
              </a:rPr>
              <a:t>());</a:t>
            </a:r>
            <a:r>
              <a:rPr lang="zh-TW" altLang="en-US" sz="1500" b="1">
                <a:latin typeface="Consolas" panose="020B0609020204030204" pitchFamily="49" charset="0"/>
                <a:ea typeface="+mj-ea"/>
              </a:rPr>
              <a:t> </a:t>
            </a:r>
            <a:r>
              <a:rPr lang="en-US" altLang="zh-TW" sz="1500" b="1">
                <a:latin typeface="Consolas" panose="020B0609020204030204" pitchFamily="49" charset="0"/>
                <a:ea typeface="+mj-ea"/>
              </a:rPr>
              <a:t>//</a:t>
            </a:r>
            <a:r>
              <a:rPr lang="zh-TW" altLang="en-US" sz="1500" b="1">
                <a:latin typeface="Consolas" panose="020B0609020204030204" pitchFamily="49" charset="0"/>
                <a:ea typeface="+mj-ea"/>
              </a:rPr>
              <a:t>勿改寫</a:t>
            </a:r>
            <a:endParaRPr lang="en-US" altLang="zh-TW" sz="1500" b="1">
              <a:latin typeface="Consolas" panose="020B0609020204030204" pitchFamily="49" charset="0"/>
              <a:ea typeface="+mj-ea"/>
            </a:endParaRPr>
          </a:p>
          <a:p>
            <a:pPr>
              <a:spcBef>
                <a:spcPts val="0"/>
              </a:spcBef>
            </a:pPr>
            <a:r>
              <a:rPr lang="en-US" altLang="zh-TW" sz="1500" b="1">
                <a:latin typeface="Consolas" panose="020B0609020204030204" pitchFamily="49" charset="0"/>
                <a:ea typeface="+mj-ea"/>
              </a:rPr>
              <a:t>	</a:t>
            </a:r>
            <a:r>
              <a:rPr lang="zh-TW" altLang="en-US" sz="1500" b="1">
                <a:latin typeface="Consolas" panose="020B0609020204030204" pitchFamily="49" charset="0"/>
                <a:ea typeface="+mj-ea"/>
              </a:rPr>
              <a:t>↓</a:t>
            </a:r>
            <a:endParaRPr lang="en-US" altLang="zh-TW" sz="1500" b="1">
              <a:latin typeface="Consolas" panose="020B0609020204030204" pitchFamily="49" charset="0"/>
              <a:ea typeface="+mj-ea"/>
            </a:endParaRPr>
          </a:p>
          <a:p>
            <a:pPr>
              <a:spcBef>
                <a:spcPts val="0"/>
              </a:spcBef>
            </a:pPr>
            <a:r>
              <a:rPr lang="en-US" altLang="zh-TW" sz="1500" b="1" err="1">
                <a:latin typeface="Consolas" panose="020B0609020204030204" pitchFamily="49" charset="0"/>
                <a:ea typeface="+mj-ea"/>
              </a:rPr>
              <a:t>init</a:t>
            </a:r>
            <a:r>
              <a:rPr lang="en-US" altLang="zh-TW" sz="1500" b="1">
                <a:latin typeface="Consolas" panose="020B0609020204030204" pitchFamily="49" charset="0"/>
                <a:ea typeface="+mj-ea"/>
              </a:rPr>
              <a:t>();</a:t>
            </a:r>
            <a:r>
              <a:rPr lang="zh-TW" altLang="en-US" sz="1500" b="1">
                <a:latin typeface="Consolas" panose="020B0609020204030204" pitchFamily="49" charset="0"/>
                <a:ea typeface="+mj-ea"/>
              </a:rPr>
              <a:t> </a:t>
            </a:r>
            <a:r>
              <a:rPr lang="en-US" altLang="zh-TW" sz="1500" b="1">
                <a:latin typeface="Consolas" panose="020B0609020204030204" pitchFamily="49" charset="0"/>
                <a:ea typeface="+mj-ea"/>
              </a:rPr>
              <a:t>//</a:t>
            </a:r>
            <a:r>
              <a:rPr lang="zh-TW" altLang="en-US" sz="1500" b="1">
                <a:latin typeface="Consolas" panose="020B0609020204030204" pitchFamily="49" charset="0"/>
                <a:ea typeface="+mj-ea"/>
              </a:rPr>
              <a:t>改寫目標</a:t>
            </a:r>
            <a:endParaRPr lang="en-US" altLang="zh-TW" sz="1500" b="1">
              <a:latin typeface="Consolas" panose="020B0609020204030204" pitchFamily="49" charset="0"/>
              <a:ea typeface="+mj-ea"/>
            </a:endParaRPr>
          </a:p>
          <a:p>
            <a:pPr>
              <a:spcBef>
                <a:spcPts val="0"/>
              </a:spcBef>
            </a:pPr>
            <a:r>
              <a:rPr lang="en-US" altLang="zh-TW" sz="1500" b="1">
                <a:latin typeface="Consolas" panose="020B0609020204030204" pitchFamily="49" charset="0"/>
                <a:ea typeface="+mj-ea"/>
              </a:rPr>
              <a:t>	</a:t>
            </a:r>
            <a:r>
              <a:rPr lang="zh-TW" altLang="en-US" sz="1500" b="1">
                <a:latin typeface="Consolas" panose="020B0609020204030204" pitchFamily="49" charset="0"/>
                <a:ea typeface="+mj-ea"/>
              </a:rPr>
              <a:t>↓</a:t>
            </a:r>
            <a:endParaRPr lang="en-US" altLang="zh-TW" sz="1500" b="1">
              <a:latin typeface="Consolas" panose="020B0609020204030204" pitchFamily="49" charset="0"/>
              <a:ea typeface="+mj-ea"/>
            </a:endParaRPr>
          </a:p>
          <a:p>
            <a:pPr>
              <a:spcBef>
                <a:spcPts val="0"/>
              </a:spcBef>
            </a:pPr>
            <a:r>
              <a:rPr lang="en-US" altLang="zh-TW" sz="1500" b="1">
                <a:latin typeface="Consolas" panose="020B0609020204030204" pitchFamily="49" charset="0"/>
                <a:ea typeface="+mj-ea"/>
              </a:rPr>
              <a:t>service(); //</a:t>
            </a:r>
            <a:r>
              <a:rPr lang="zh-TW" altLang="en-US" sz="1500" b="1">
                <a:latin typeface="Consolas" panose="020B0609020204030204" pitchFamily="49" charset="0"/>
                <a:ea typeface="+mj-ea"/>
              </a:rPr>
              <a:t>轉型成</a:t>
            </a:r>
            <a:r>
              <a:rPr lang="en-US" altLang="zh-TW" sz="1500" b="1" err="1">
                <a:latin typeface="Consolas" panose="020B0609020204030204" pitchFamily="49" charset="0"/>
                <a:ea typeface="+mj-ea"/>
              </a:rPr>
              <a:t>doGet</a:t>
            </a:r>
            <a:r>
              <a:rPr lang="en-US" altLang="zh-TW" sz="1500" b="1">
                <a:latin typeface="Consolas" panose="020B0609020204030204" pitchFamily="49" charset="0"/>
                <a:ea typeface="+mj-ea"/>
              </a:rPr>
              <a:t>()</a:t>
            </a:r>
            <a:r>
              <a:rPr lang="zh-TW" altLang="en-US" sz="1500" b="1">
                <a:latin typeface="Consolas" panose="020B0609020204030204" pitchFamily="49" charset="0"/>
                <a:ea typeface="+mj-ea"/>
              </a:rPr>
              <a:t>、</a:t>
            </a:r>
            <a:r>
              <a:rPr lang="en-US" altLang="zh-TW" sz="1500" b="1" err="1">
                <a:latin typeface="Consolas" panose="020B0609020204030204" pitchFamily="49" charset="0"/>
                <a:ea typeface="+mj-ea"/>
              </a:rPr>
              <a:t>doPost</a:t>
            </a:r>
            <a:r>
              <a:rPr lang="en-US" altLang="zh-TW" sz="1500" b="1">
                <a:latin typeface="Consolas" panose="020B0609020204030204" pitchFamily="49" charset="0"/>
                <a:ea typeface="+mj-ea"/>
              </a:rPr>
              <a:t>()</a:t>
            </a:r>
          </a:p>
          <a:p>
            <a:pPr>
              <a:spcBef>
                <a:spcPts val="1800"/>
              </a:spcBef>
            </a:pPr>
            <a:r>
              <a:rPr lang="zh-TW" altLang="en-US" sz="1500" b="1">
                <a:latin typeface="Consolas" panose="020B0609020204030204" pitchFamily="49" charset="0"/>
                <a:ea typeface="+mj-ea"/>
              </a:rPr>
              <a:t>當伺服器被中止時</a:t>
            </a:r>
            <a:r>
              <a:rPr lang="en-US" altLang="zh-TW" sz="1500" b="1">
                <a:latin typeface="Consolas" panose="020B0609020204030204" pitchFamily="49" charset="0"/>
                <a:ea typeface="+mj-ea"/>
              </a:rPr>
              <a:t>(</a:t>
            </a:r>
            <a:r>
              <a:rPr lang="zh-TW" altLang="en-US" sz="1500" b="1">
                <a:latin typeface="Consolas" panose="020B0609020204030204" pitchFamily="49" charset="0"/>
                <a:ea typeface="+mj-ea"/>
              </a:rPr>
              <a:t>非意外</a:t>
            </a:r>
            <a:r>
              <a:rPr lang="en-US" altLang="zh-TW" sz="1500" b="1">
                <a:latin typeface="Consolas" panose="020B0609020204030204" pitchFamily="49" charset="0"/>
                <a:ea typeface="+mj-ea"/>
              </a:rPr>
              <a:t>)</a:t>
            </a:r>
            <a:r>
              <a:rPr lang="zh-TW" altLang="en-US" sz="1500" b="1">
                <a:latin typeface="Consolas" panose="020B0609020204030204" pitchFamily="49" charset="0"/>
                <a:ea typeface="+mj-ea"/>
              </a:rPr>
              <a:t>，</a:t>
            </a:r>
            <a:endParaRPr lang="en-US" altLang="zh-TW" sz="1500" b="1">
              <a:latin typeface="Consolas" panose="020B0609020204030204" pitchFamily="49" charset="0"/>
              <a:ea typeface="+mj-ea"/>
            </a:endParaRPr>
          </a:p>
          <a:p>
            <a:pPr>
              <a:spcBef>
                <a:spcPts val="0"/>
              </a:spcBef>
            </a:pPr>
            <a:r>
              <a:rPr lang="zh-TW" altLang="en-US" sz="1500" b="1">
                <a:latin typeface="Consolas" panose="020B0609020204030204" pitchFamily="49" charset="0"/>
                <a:ea typeface="+mj-ea"/>
              </a:rPr>
              <a:t>或</a:t>
            </a:r>
            <a:r>
              <a:rPr lang="en-US" altLang="zh-TW" sz="1500" b="1">
                <a:latin typeface="Consolas" panose="020B0609020204030204" pitchFamily="49" charset="0"/>
                <a:ea typeface="+mj-ea"/>
              </a:rPr>
              <a:t>Servlet</a:t>
            </a:r>
            <a:r>
              <a:rPr lang="zh-TW" altLang="en-US" sz="1500" b="1">
                <a:latin typeface="Consolas" panose="020B0609020204030204" pitchFamily="49" charset="0"/>
                <a:ea typeface="+mj-ea"/>
              </a:rPr>
              <a:t> </a:t>
            </a:r>
            <a:r>
              <a:rPr lang="en-US" altLang="zh-TW" sz="1500" b="1">
                <a:latin typeface="Consolas" panose="020B0609020204030204" pitchFamily="49" charset="0"/>
                <a:ea typeface="+mj-ea"/>
              </a:rPr>
              <a:t>Reload</a:t>
            </a:r>
            <a:r>
              <a:rPr lang="zh-TW" altLang="en-US" sz="1500" b="1">
                <a:latin typeface="Consolas" panose="020B0609020204030204" pitchFamily="49" charset="0"/>
                <a:ea typeface="+mj-ea"/>
              </a:rPr>
              <a:t>時，</a:t>
            </a:r>
            <a:endParaRPr lang="en-US" altLang="zh-TW" sz="1500" b="1">
              <a:latin typeface="Consolas" panose="020B0609020204030204" pitchFamily="49" charset="0"/>
              <a:ea typeface="+mj-ea"/>
            </a:endParaRPr>
          </a:p>
          <a:p>
            <a:pPr>
              <a:spcBef>
                <a:spcPts val="0"/>
              </a:spcBef>
            </a:pPr>
            <a:r>
              <a:rPr lang="zh-TW" altLang="en-US" sz="1500" b="1">
                <a:latin typeface="Consolas" panose="020B0609020204030204" pitchFamily="49" charset="0"/>
                <a:ea typeface="+mj-ea"/>
              </a:rPr>
              <a:t>會呼叫</a:t>
            </a:r>
            <a:r>
              <a:rPr lang="en-US" altLang="zh-TW" sz="1500" b="1">
                <a:latin typeface="Consolas" panose="020B0609020204030204" pitchFamily="49" charset="0"/>
                <a:ea typeface="+mj-ea"/>
              </a:rPr>
              <a:t>Servlet</a:t>
            </a:r>
            <a:r>
              <a:rPr lang="zh-TW" altLang="en-US" sz="1500" b="1">
                <a:latin typeface="Consolas" panose="020B0609020204030204" pitchFamily="49" charset="0"/>
                <a:ea typeface="+mj-ea"/>
              </a:rPr>
              <a:t>的</a:t>
            </a:r>
            <a:r>
              <a:rPr lang="en-US" altLang="zh-TW" sz="1500" b="1" err="1">
                <a:latin typeface="Consolas" panose="020B0609020204030204" pitchFamily="49" charset="0"/>
                <a:ea typeface="+mj-ea"/>
              </a:rPr>
              <a:t>destory</a:t>
            </a:r>
            <a:r>
              <a:rPr lang="en-US" altLang="zh-TW" sz="1500" b="1">
                <a:latin typeface="Consolas" panose="020B0609020204030204" pitchFamily="49" charset="0"/>
                <a:ea typeface="+mj-ea"/>
              </a:rPr>
              <a:t>()</a:t>
            </a:r>
            <a:r>
              <a:rPr lang="zh-TW" altLang="en-US" sz="1500" b="1">
                <a:latin typeface="Consolas" panose="020B0609020204030204" pitchFamily="49" charset="0"/>
                <a:ea typeface="+mj-ea"/>
              </a:rPr>
              <a:t>方法。</a:t>
            </a:r>
            <a:endParaRPr lang="en-US" altLang="zh-TW" sz="1500" b="1">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DE0C7043-5B7F-4E55-B9C2-004C86B4F74C}"/>
              </a:ext>
            </a:extLst>
          </p:cNvPr>
          <p:cNvSpPr>
            <a:spLocks noGrp="1"/>
          </p:cNvSpPr>
          <p:nvPr>
            <p:ph type="sldNum" sz="quarter" idx="12"/>
          </p:nvPr>
        </p:nvSpPr>
        <p:spPr/>
        <p:txBody>
          <a:bodyPr/>
          <a:lstStyle/>
          <a:p>
            <a:fld id="{B521127C-0C56-461F-B517-0D483F216F7D}" type="slidenum">
              <a:rPr lang="zh-TW" altLang="en-US" smtClean="0"/>
              <a:t>45</a:t>
            </a:fld>
            <a:endParaRPr lang="zh-TW" altLang="en-US"/>
          </a:p>
        </p:txBody>
      </p:sp>
      <p:sp>
        <p:nvSpPr>
          <p:cNvPr id="6" name="文字方塊 5">
            <a:extLst>
              <a:ext uri="{FF2B5EF4-FFF2-40B4-BE49-F238E27FC236}">
                <a16:creationId xmlns:a16="http://schemas.microsoft.com/office/drawing/2014/main" id="{4048B39A-AA08-42D9-9BD6-CAADFE654C73}"/>
              </a:ext>
            </a:extLst>
          </p:cNvPr>
          <p:cNvSpPr txBox="1"/>
          <p:nvPr/>
        </p:nvSpPr>
        <p:spPr>
          <a:xfrm>
            <a:off x="185517" y="113720"/>
            <a:ext cx="7739024" cy="1708160"/>
          </a:xfrm>
          <a:prstGeom prst="rect">
            <a:avLst/>
          </a:prstGeom>
          <a:noFill/>
        </p:spPr>
        <p:txBody>
          <a:bodyPr wrap="square" rtlCol="0">
            <a:spAutoFit/>
          </a:bodyPr>
          <a:lstStyle/>
          <a:p>
            <a:pPr algn="just">
              <a:spcBef>
                <a:spcPts val="600"/>
              </a:spcBef>
            </a:pPr>
            <a:r>
              <a:rPr lang="en-US" altLang="zh-TW" sz="2000">
                <a:latin typeface="Consolas" panose="020B0609020204030204" pitchFamily="49" charset="0"/>
                <a:ea typeface="+mj-ea"/>
              </a:rPr>
              <a:t>Servlet container(</a:t>
            </a:r>
            <a:r>
              <a:rPr lang="zh-TW" altLang="en-US" sz="2000">
                <a:latin typeface="Consolas" panose="020B0609020204030204" pitchFamily="49" charset="0"/>
                <a:ea typeface="+mj-ea"/>
              </a:rPr>
              <a:t>伺服器</a:t>
            </a:r>
            <a:r>
              <a:rPr lang="en-US" altLang="zh-TW" sz="2000">
                <a:latin typeface="Consolas" panose="020B0609020204030204" pitchFamily="49" charset="0"/>
                <a:ea typeface="+mj-ea"/>
              </a:rPr>
              <a:t>)</a:t>
            </a:r>
            <a:r>
              <a:rPr lang="zh-TW" altLang="en-US" sz="2000">
                <a:latin typeface="Consolas" panose="020B0609020204030204" pitchFamily="49" charset="0"/>
                <a:ea typeface="+mj-ea"/>
              </a:rPr>
              <a:t>替我們建立</a:t>
            </a:r>
            <a:r>
              <a:rPr lang="en-US" altLang="zh-TW" sz="2000">
                <a:latin typeface="Consolas" panose="020B0609020204030204" pitchFamily="49" charset="0"/>
                <a:ea typeface="+mj-ea"/>
              </a:rPr>
              <a:t>Servlet</a:t>
            </a:r>
            <a:r>
              <a:rPr lang="zh-TW" altLang="en-US" sz="2000">
                <a:latin typeface="Consolas" panose="020B0609020204030204" pitchFamily="49" charset="0"/>
                <a:ea typeface="+mj-ea"/>
              </a:rPr>
              <a:t>實體，並由其呼叫</a:t>
            </a:r>
            <a:r>
              <a:rPr lang="en-US" altLang="zh-TW" sz="2000">
                <a:latin typeface="Consolas" panose="020B0609020204030204" pitchFamily="49" charset="0"/>
                <a:ea typeface="+mj-ea"/>
              </a:rPr>
              <a:t>Servlet</a:t>
            </a:r>
            <a:r>
              <a:rPr lang="zh-TW" altLang="en-US" sz="2000">
                <a:latin typeface="Consolas" panose="020B0609020204030204" pitchFamily="49" charset="0"/>
                <a:ea typeface="+mj-ea"/>
              </a:rPr>
              <a:t>的</a:t>
            </a:r>
            <a:r>
              <a:rPr lang="en-US" altLang="zh-TW" sz="2000" err="1">
                <a:latin typeface="Consolas" panose="020B0609020204030204" pitchFamily="49" charset="0"/>
                <a:ea typeface="+mj-ea"/>
              </a:rPr>
              <a:t>init</a:t>
            </a:r>
            <a:r>
              <a:rPr lang="en-US" altLang="zh-TW" sz="2000">
                <a:latin typeface="Consolas" panose="020B0609020204030204" pitchFamily="49" charset="0"/>
                <a:ea typeface="+mj-ea"/>
              </a:rPr>
              <a:t>( )</a:t>
            </a:r>
            <a:r>
              <a:rPr lang="zh-TW" altLang="en-US" sz="2000">
                <a:latin typeface="Consolas" panose="020B0609020204030204" pitchFamily="49" charset="0"/>
                <a:ea typeface="+mj-ea"/>
              </a:rPr>
              <a:t>、</a:t>
            </a:r>
            <a:r>
              <a:rPr lang="en-US" altLang="zh-TW" sz="2000" err="1">
                <a:latin typeface="Consolas" panose="020B0609020204030204" pitchFamily="49" charset="0"/>
                <a:ea typeface="+mj-ea"/>
              </a:rPr>
              <a:t>ervice</a:t>
            </a:r>
            <a:r>
              <a:rPr lang="en-US" altLang="zh-TW" sz="2000">
                <a:latin typeface="Consolas" panose="020B0609020204030204" pitchFamily="49" charset="0"/>
                <a:ea typeface="+mj-ea"/>
              </a:rPr>
              <a:t>( )</a:t>
            </a:r>
            <a:r>
              <a:rPr lang="zh-TW" altLang="en-US" sz="2000">
                <a:latin typeface="Consolas" panose="020B0609020204030204" pitchFamily="49" charset="0"/>
                <a:ea typeface="+mj-ea"/>
              </a:rPr>
              <a:t>、</a:t>
            </a:r>
            <a:r>
              <a:rPr lang="en-US" altLang="zh-TW" sz="2000">
                <a:latin typeface="Consolas" panose="020B0609020204030204" pitchFamily="49" charset="0"/>
                <a:ea typeface="+mj-ea"/>
              </a:rPr>
              <a:t>destroy( )</a:t>
            </a:r>
            <a:r>
              <a:rPr lang="zh-TW" altLang="en-US" sz="2000">
                <a:latin typeface="Consolas" panose="020B0609020204030204" pitchFamily="49" charset="0"/>
                <a:ea typeface="+mj-ea"/>
              </a:rPr>
              <a:t>等方法，以管理</a:t>
            </a:r>
            <a:r>
              <a:rPr lang="en-US" altLang="zh-TW" sz="2000">
                <a:latin typeface="Consolas" panose="020B0609020204030204" pitchFamily="49" charset="0"/>
                <a:ea typeface="+mj-ea"/>
              </a:rPr>
              <a:t>Servlet</a:t>
            </a:r>
            <a:r>
              <a:rPr lang="zh-TW" altLang="en-US" sz="2000">
                <a:latin typeface="Consolas" panose="020B0609020204030204" pitchFamily="49" charset="0"/>
                <a:ea typeface="+mj-ea"/>
              </a:rPr>
              <a:t>的生命週期。</a:t>
            </a:r>
          </a:p>
          <a:p>
            <a:pPr algn="just">
              <a:spcBef>
                <a:spcPts val="600"/>
              </a:spcBef>
            </a:pPr>
            <a:r>
              <a:rPr lang="zh-TW" altLang="en-US" sz="2000">
                <a:latin typeface="Consolas" panose="020B0609020204030204" pitchFamily="49" charset="0"/>
                <a:ea typeface="+mj-ea"/>
              </a:rPr>
              <a:t>程式設計師藉由實作上述方法，予以控制該</a:t>
            </a:r>
            <a:r>
              <a:rPr lang="en-US" altLang="zh-TW" sz="2000">
                <a:latin typeface="Consolas" panose="020B0609020204030204" pitchFamily="49" charset="0"/>
                <a:ea typeface="+mj-ea"/>
              </a:rPr>
              <a:t>Servlet</a:t>
            </a:r>
            <a:r>
              <a:rPr lang="zh-TW" altLang="en-US" sz="2000">
                <a:latin typeface="Consolas" panose="020B0609020204030204" pitchFamily="49" charset="0"/>
                <a:ea typeface="+mj-ea"/>
              </a:rPr>
              <a:t>物件及該物件的相關資源。</a:t>
            </a:r>
          </a:p>
        </p:txBody>
      </p:sp>
      <p:sp>
        <p:nvSpPr>
          <p:cNvPr id="9" name="矩形 8"/>
          <p:cNvSpPr/>
          <p:nvPr/>
        </p:nvSpPr>
        <p:spPr>
          <a:xfrm>
            <a:off x="8315325" y="179155"/>
            <a:ext cx="3860800" cy="867930"/>
          </a:xfrm>
          <a:prstGeom prst="rect">
            <a:avLst/>
          </a:prstGeom>
        </p:spPr>
        <p:txBody>
          <a:bodyPr wrap="square">
            <a:spAutoFit/>
          </a:bodyPr>
          <a:lstStyle/>
          <a:p>
            <a:pPr algn="ctr" defTabSz="914400">
              <a:lnSpc>
                <a:spcPct val="90000"/>
              </a:lnSpc>
              <a:spcBef>
                <a:spcPct val="0"/>
              </a:spcBef>
            </a:pPr>
            <a:r>
              <a:rPr lang="en-US" altLang="zh-TW" sz="2800" b="1">
                <a:latin typeface="+mj-lt"/>
                <a:ea typeface="+mj-ea"/>
                <a:cs typeface="+mj-cs"/>
              </a:rPr>
              <a:t>Servlet </a:t>
            </a:r>
            <a:r>
              <a:rPr lang="zh-TW" altLang="en-US" sz="2800" b="1">
                <a:latin typeface="+mj-lt"/>
                <a:ea typeface="+mj-ea"/>
                <a:cs typeface="+mj-cs"/>
              </a:rPr>
              <a:t>生命週期</a:t>
            </a:r>
            <a:endParaRPr lang="en-US" altLang="zh-TW" sz="2800" b="1">
              <a:latin typeface="+mj-lt"/>
              <a:ea typeface="+mj-ea"/>
              <a:cs typeface="+mj-cs"/>
            </a:endParaRPr>
          </a:p>
          <a:p>
            <a:pPr algn="ctr" defTabSz="914400">
              <a:lnSpc>
                <a:spcPct val="90000"/>
              </a:lnSpc>
              <a:spcBef>
                <a:spcPct val="0"/>
              </a:spcBef>
            </a:pPr>
            <a:r>
              <a:rPr lang="zh-TW" altLang="en-US" sz="2800" b="1">
                <a:latin typeface="+mj-lt"/>
                <a:ea typeface="+mj-ea"/>
                <a:cs typeface="+mj-cs"/>
              </a:rPr>
              <a:t>基本概念</a:t>
            </a:r>
          </a:p>
        </p:txBody>
      </p:sp>
      <p:graphicFrame>
        <p:nvGraphicFramePr>
          <p:cNvPr id="7" name="表格 6">
            <a:extLst>
              <a:ext uri="{FF2B5EF4-FFF2-40B4-BE49-F238E27FC236}">
                <a16:creationId xmlns:a16="http://schemas.microsoft.com/office/drawing/2014/main" id="{B4193B99-2FE6-445B-B9BC-1C5212ACB0F2}"/>
              </a:ext>
            </a:extLst>
          </p:cNvPr>
          <p:cNvGraphicFramePr>
            <a:graphicFrameLocks noGrp="1"/>
          </p:cNvGraphicFramePr>
          <p:nvPr>
            <p:extLst>
              <p:ext uri="{D42A27DB-BD31-4B8C-83A1-F6EECF244321}">
                <p14:modId xmlns:p14="http://schemas.microsoft.com/office/powerpoint/2010/main" val="3687666251"/>
              </p:ext>
            </p:extLst>
          </p:nvPr>
        </p:nvGraphicFramePr>
        <p:xfrm>
          <a:off x="353785" y="2473581"/>
          <a:ext cx="2210061" cy="1554480"/>
        </p:xfrm>
        <a:graphic>
          <a:graphicData uri="http://schemas.openxmlformats.org/drawingml/2006/table">
            <a:tbl>
              <a:tblPr firstRow="1" bandRow="1">
                <a:tableStyleId>{2D5ABB26-0587-4C30-8999-92F81FD0307C}</a:tableStyleId>
              </a:tblPr>
              <a:tblGrid>
                <a:gridCol w="2210061">
                  <a:extLst>
                    <a:ext uri="{9D8B030D-6E8A-4147-A177-3AD203B41FA5}">
                      <a16:colId xmlns:a16="http://schemas.microsoft.com/office/drawing/2014/main" val="1737213428"/>
                    </a:ext>
                  </a:extLst>
                </a:gridCol>
              </a:tblGrid>
              <a:tr h="370840">
                <a:tc>
                  <a:txBody>
                    <a:bodyPr/>
                    <a:lstStyle/>
                    <a:p>
                      <a:pPr algn="ctr"/>
                      <a:r>
                        <a:rPr lang="en-US" altLang="zh-TW">
                          <a:latin typeface="Consolas" panose="020B0609020204030204" pitchFamily="49" charset="0"/>
                        </a:rPr>
                        <a:t>&lt;&lt;interface&gt;&gt;</a:t>
                      </a:r>
                    </a:p>
                    <a:p>
                      <a:pPr algn="ctr"/>
                      <a:r>
                        <a:rPr lang="en-US" altLang="zh-TW">
                          <a:latin typeface="Consolas" panose="020B0609020204030204" pitchFamily="49" charset="0"/>
                        </a:rPr>
                        <a:t>Servlet</a:t>
                      </a:r>
                      <a:endParaRPr lang="zh-TW" altLang="en-US">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4335181"/>
                  </a:ext>
                </a:extLst>
              </a:tr>
              <a:tr h="370840">
                <a:tc>
                  <a:txBody>
                    <a:bodyPr/>
                    <a:lstStyle/>
                    <a:p>
                      <a:pPr algn="ctr"/>
                      <a:r>
                        <a:rPr lang="en-US" altLang="zh-TW" err="1">
                          <a:latin typeface="Consolas" panose="020B0609020204030204" pitchFamily="49" charset="0"/>
                        </a:rPr>
                        <a:t>init</a:t>
                      </a:r>
                      <a:r>
                        <a:rPr lang="en-US" altLang="zh-TW">
                          <a:latin typeface="Consolas" panose="020B0609020204030204" pitchFamily="49" charset="0"/>
                        </a:rPr>
                        <a:t>( )</a:t>
                      </a:r>
                    </a:p>
                    <a:p>
                      <a:pPr algn="ctr"/>
                      <a:r>
                        <a:rPr lang="en-US" altLang="zh-TW">
                          <a:latin typeface="Consolas" panose="020B0609020204030204" pitchFamily="49" charset="0"/>
                        </a:rPr>
                        <a:t>service( )</a:t>
                      </a:r>
                    </a:p>
                    <a:p>
                      <a:pPr algn="ctr"/>
                      <a:r>
                        <a:rPr lang="en-US" altLang="zh-TW" err="1">
                          <a:latin typeface="Consolas" panose="020B0609020204030204" pitchFamily="49" charset="0"/>
                        </a:rPr>
                        <a:t>destory</a:t>
                      </a:r>
                      <a:r>
                        <a:rPr lang="en-US" altLang="zh-TW">
                          <a:latin typeface="Consolas" panose="020B0609020204030204" pitchFamily="49" charset="0"/>
                        </a:rPr>
                        <a:t>( )</a:t>
                      </a:r>
                      <a:endParaRPr lang="zh-TW" altLang="en-US">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6317197"/>
                  </a:ext>
                </a:extLst>
              </a:tr>
            </a:tbl>
          </a:graphicData>
        </a:graphic>
      </p:graphicFrame>
      <p:sp>
        <p:nvSpPr>
          <p:cNvPr id="8" name="文字方塊 7">
            <a:extLst>
              <a:ext uri="{FF2B5EF4-FFF2-40B4-BE49-F238E27FC236}">
                <a16:creationId xmlns:a16="http://schemas.microsoft.com/office/drawing/2014/main" id="{BE0797DD-5791-41DD-A6E4-2541123239F3}"/>
              </a:ext>
            </a:extLst>
          </p:cNvPr>
          <p:cNvSpPr txBox="1"/>
          <p:nvPr/>
        </p:nvSpPr>
        <p:spPr>
          <a:xfrm>
            <a:off x="80209" y="2000031"/>
            <a:ext cx="2844048" cy="369332"/>
          </a:xfrm>
          <a:prstGeom prst="rect">
            <a:avLst/>
          </a:prstGeom>
          <a:noFill/>
        </p:spPr>
        <p:txBody>
          <a:bodyPr wrap="none" rtlCol="0">
            <a:spAutoFit/>
          </a:bodyPr>
          <a:lstStyle/>
          <a:p>
            <a:r>
              <a:rPr lang="en-US" altLang="zh-TW" err="1">
                <a:latin typeface="Consolas" panose="020B0609020204030204" pitchFamily="49" charset="0"/>
                <a:ea typeface="+mj-ea"/>
              </a:rPr>
              <a:t>javax.servlet.Servlet</a:t>
            </a:r>
            <a:endParaRPr lang="zh-TW" altLang="en-US">
              <a:latin typeface="Consolas" panose="020B0609020204030204" pitchFamily="49" charset="0"/>
              <a:ea typeface="+mj-ea"/>
            </a:endParaRPr>
          </a:p>
        </p:txBody>
      </p:sp>
      <p:sp>
        <p:nvSpPr>
          <p:cNvPr id="10" name="文字方塊 9">
            <a:extLst>
              <a:ext uri="{FF2B5EF4-FFF2-40B4-BE49-F238E27FC236}">
                <a16:creationId xmlns:a16="http://schemas.microsoft.com/office/drawing/2014/main" id="{75B3B8C7-5721-4C32-B96F-B68B7E1B0872}"/>
              </a:ext>
            </a:extLst>
          </p:cNvPr>
          <p:cNvSpPr txBox="1"/>
          <p:nvPr/>
        </p:nvSpPr>
        <p:spPr>
          <a:xfrm>
            <a:off x="2956993" y="3429000"/>
            <a:ext cx="1994457" cy="369332"/>
          </a:xfrm>
          <a:prstGeom prst="rect">
            <a:avLst/>
          </a:prstGeom>
          <a:noFill/>
        </p:spPr>
        <p:txBody>
          <a:bodyPr wrap="none" rtlCol="0">
            <a:spAutoFit/>
          </a:bodyPr>
          <a:lstStyle/>
          <a:p>
            <a:r>
              <a:rPr lang="en-US" altLang="zh-TW">
                <a:latin typeface="Consolas" panose="020B0609020204030204" pitchFamily="49" charset="0"/>
                <a:ea typeface="+mj-ea"/>
              </a:rPr>
              <a:t>Servlet</a:t>
            </a:r>
            <a:r>
              <a:rPr lang="zh-TW" altLang="en-US">
                <a:latin typeface="Consolas" panose="020B0609020204030204" pitchFamily="49" charset="0"/>
                <a:ea typeface="+mj-ea"/>
              </a:rPr>
              <a:t>生命週期</a:t>
            </a:r>
          </a:p>
        </p:txBody>
      </p:sp>
      <p:sp>
        <p:nvSpPr>
          <p:cNvPr id="11" name="文字方塊 10">
            <a:extLst>
              <a:ext uri="{FF2B5EF4-FFF2-40B4-BE49-F238E27FC236}">
                <a16:creationId xmlns:a16="http://schemas.microsoft.com/office/drawing/2014/main" id="{C892C703-EA8C-4CD1-B533-9FA79C1723FE}"/>
              </a:ext>
            </a:extLst>
          </p:cNvPr>
          <p:cNvSpPr txBox="1"/>
          <p:nvPr/>
        </p:nvSpPr>
        <p:spPr>
          <a:xfrm>
            <a:off x="1219944" y="4245815"/>
            <a:ext cx="564578" cy="369332"/>
          </a:xfrm>
          <a:prstGeom prst="rect">
            <a:avLst/>
          </a:prstGeom>
          <a:noFill/>
        </p:spPr>
        <p:txBody>
          <a:bodyPr wrap="none" rtlCol="0">
            <a:spAutoFit/>
          </a:bodyPr>
          <a:lstStyle/>
          <a:p>
            <a:r>
              <a:rPr lang="en-US" altLang="zh-TW">
                <a:latin typeface="Consolas" panose="020B0609020204030204" pitchFamily="49" charset="0"/>
                <a:ea typeface="+mj-ea"/>
              </a:rPr>
              <a:t>New</a:t>
            </a:r>
            <a:endParaRPr lang="zh-TW" altLang="en-US">
              <a:latin typeface="Consolas" panose="020B0609020204030204" pitchFamily="49" charset="0"/>
              <a:ea typeface="+mj-ea"/>
            </a:endParaRPr>
          </a:p>
        </p:txBody>
      </p:sp>
      <p:sp>
        <p:nvSpPr>
          <p:cNvPr id="12" name="橢圓 11">
            <a:extLst>
              <a:ext uri="{FF2B5EF4-FFF2-40B4-BE49-F238E27FC236}">
                <a16:creationId xmlns:a16="http://schemas.microsoft.com/office/drawing/2014/main" id="{0D7A8EB5-BE2C-4BB8-A08E-003289389637}"/>
              </a:ext>
            </a:extLst>
          </p:cNvPr>
          <p:cNvSpPr/>
          <p:nvPr/>
        </p:nvSpPr>
        <p:spPr>
          <a:xfrm>
            <a:off x="1458816" y="4800527"/>
            <a:ext cx="180000" cy="18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Consolas" panose="020B0609020204030204" pitchFamily="49" charset="0"/>
              <a:ea typeface="+mj-ea"/>
            </a:endParaRPr>
          </a:p>
        </p:txBody>
      </p:sp>
      <p:sp>
        <p:nvSpPr>
          <p:cNvPr id="13" name="橢圓 12">
            <a:extLst>
              <a:ext uri="{FF2B5EF4-FFF2-40B4-BE49-F238E27FC236}">
                <a16:creationId xmlns:a16="http://schemas.microsoft.com/office/drawing/2014/main" id="{1D6FDB5C-4B15-4E8E-8494-34A6CA5C0F41}"/>
              </a:ext>
            </a:extLst>
          </p:cNvPr>
          <p:cNvSpPr/>
          <p:nvPr/>
        </p:nvSpPr>
        <p:spPr>
          <a:xfrm>
            <a:off x="3864222" y="4800527"/>
            <a:ext cx="180000" cy="18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Consolas" panose="020B0609020204030204" pitchFamily="49" charset="0"/>
              <a:ea typeface="+mj-ea"/>
            </a:endParaRPr>
          </a:p>
        </p:txBody>
      </p:sp>
      <p:sp>
        <p:nvSpPr>
          <p:cNvPr id="14" name="橢圓 13">
            <a:extLst>
              <a:ext uri="{FF2B5EF4-FFF2-40B4-BE49-F238E27FC236}">
                <a16:creationId xmlns:a16="http://schemas.microsoft.com/office/drawing/2014/main" id="{9BFAC545-EC23-41E7-9A44-6F0C469ABE3B}"/>
              </a:ext>
            </a:extLst>
          </p:cNvPr>
          <p:cNvSpPr/>
          <p:nvPr/>
        </p:nvSpPr>
        <p:spPr>
          <a:xfrm>
            <a:off x="6538667" y="4800527"/>
            <a:ext cx="180000" cy="18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Consolas" panose="020B0609020204030204" pitchFamily="49" charset="0"/>
              <a:ea typeface="+mj-ea"/>
            </a:endParaRPr>
          </a:p>
        </p:txBody>
      </p:sp>
      <p:sp>
        <p:nvSpPr>
          <p:cNvPr id="15" name="文字方塊 14">
            <a:extLst>
              <a:ext uri="{FF2B5EF4-FFF2-40B4-BE49-F238E27FC236}">
                <a16:creationId xmlns:a16="http://schemas.microsoft.com/office/drawing/2014/main" id="{61B68B75-D71C-4462-92DF-517BD0BD4075}"/>
              </a:ext>
            </a:extLst>
          </p:cNvPr>
          <p:cNvSpPr txBox="1"/>
          <p:nvPr/>
        </p:nvSpPr>
        <p:spPr>
          <a:xfrm>
            <a:off x="5971852" y="4245815"/>
            <a:ext cx="1313629" cy="369332"/>
          </a:xfrm>
          <a:prstGeom prst="rect">
            <a:avLst/>
          </a:prstGeom>
          <a:noFill/>
        </p:spPr>
        <p:txBody>
          <a:bodyPr wrap="none" rtlCol="0">
            <a:spAutoFit/>
          </a:bodyPr>
          <a:lstStyle/>
          <a:p>
            <a:r>
              <a:rPr lang="en-US" altLang="zh-TW">
                <a:latin typeface="Consolas" panose="020B0609020204030204" pitchFamily="49" charset="0"/>
                <a:ea typeface="+mj-ea"/>
              </a:rPr>
              <a:t>Destoryed</a:t>
            </a:r>
            <a:endParaRPr lang="zh-TW" altLang="en-US">
              <a:latin typeface="Consolas" panose="020B0609020204030204" pitchFamily="49" charset="0"/>
              <a:ea typeface="+mj-ea"/>
            </a:endParaRPr>
          </a:p>
        </p:txBody>
      </p:sp>
      <p:sp>
        <p:nvSpPr>
          <p:cNvPr id="16" name="文字方塊 15">
            <a:extLst>
              <a:ext uri="{FF2B5EF4-FFF2-40B4-BE49-F238E27FC236}">
                <a16:creationId xmlns:a16="http://schemas.microsoft.com/office/drawing/2014/main" id="{21906219-9BAA-44A7-8E3C-F09C2E001FE9}"/>
              </a:ext>
            </a:extLst>
          </p:cNvPr>
          <p:cNvSpPr txBox="1"/>
          <p:nvPr/>
        </p:nvSpPr>
        <p:spPr>
          <a:xfrm>
            <a:off x="3530547" y="3955986"/>
            <a:ext cx="847348" cy="369332"/>
          </a:xfrm>
          <a:prstGeom prst="rect">
            <a:avLst/>
          </a:prstGeom>
          <a:noFill/>
        </p:spPr>
        <p:txBody>
          <a:bodyPr wrap="none" rtlCol="0">
            <a:spAutoFit/>
          </a:bodyPr>
          <a:lstStyle/>
          <a:p>
            <a:r>
              <a:rPr lang="en-US" altLang="zh-TW">
                <a:latin typeface="Consolas" panose="020B0609020204030204" pitchFamily="49" charset="0"/>
                <a:ea typeface="+mj-ea"/>
              </a:rPr>
              <a:t>Ready</a:t>
            </a:r>
            <a:endParaRPr lang="zh-TW" altLang="en-US">
              <a:latin typeface="Consolas" panose="020B0609020204030204" pitchFamily="49" charset="0"/>
              <a:ea typeface="+mj-ea"/>
            </a:endParaRPr>
          </a:p>
        </p:txBody>
      </p:sp>
      <p:cxnSp>
        <p:nvCxnSpPr>
          <p:cNvPr id="17" name="直線單箭頭接點 16">
            <a:extLst>
              <a:ext uri="{FF2B5EF4-FFF2-40B4-BE49-F238E27FC236}">
                <a16:creationId xmlns:a16="http://schemas.microsoft.com/office/drawing/2014/main" id="{3EFB96EB-8496-491D-92ED-501FF5549A74}"/>
              </a:ext>
            </a:extLst>
          </p:cNvPr>
          <p:cNvCxnSpPr/>
          <p:nvPr/>
        </p:nvCxnSpPr>
        <p:spPr>
          <a:xfrm>
            <a:off x="2080986" y="4890527"/>
            <a:ext cx="12582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a:extLst>
              <a:ext uri="{FF2B5EF4-FFF2-40B4-BE49-F238E27FC236}">
                <a16:creationId xmlns:a16="http://schemas.microsoft.com/office/drawing/2014/main" id="{71218763-2000-4ADF-AF3F-2AC2B6C0934C}"/>
              </a:ext>
            </a:extLst>
          </p:cNvPr>
          <p:cNvCxnSpPr/>
          <p:nvPr/>
        </p:nvCxnSpPr>
        <p:spPr>
          <a:xfrm>
            <a:off x="4589704" y="4890527"/>
            <a:ext cx="12582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文字方塊 18">
            <a:extLst>
              <a:ext uri="{FF2B5EF4-FFF2-40B4-BE49-F238E27FC236}">
                <a16:creationId xmlns:a16="http://schemas.microsoft.com/office/drawing/2014/main" id="{3F34666F-60EE-4B92-B808-011EBAFA5DEC}"/>
              </a:ext>
            </a:extLst>
          </p:cNvPr>
          <p:cNvSpPr txBox="1"/>
          <p:nvPr/>
        </p:nvSpPr>
        <p:spPr>
          <a:xfrm>
            <a:off x="1117574" y="5278493"/>
            <a:ext cx="1071127" cy="369332"/>
          </a:xfrm>
          <a:prstGeom prst="rect">
            <a:avLst/>
          </a:prstGeom>
          <a:noFill/>
        </p:spPr>
        <p:txBody>
          <a:bodyPr wrap="none" rtlCol="0">
            <a:spAutoFit/>
          </a:bodyPr>
          <a:lstStyle/>
          <a:p>
            <a:r>
              <a:rPr lang="en-US" altLang="zh-TW">
                <a:latin typeface="Consolas" panose="020B0609020204030204" pitchFamily="49" charset="0"/>
                <a:ea typeface="+mj-ea"/>
              </a:rPr>
              <a:t>init( )</a:t>
            </a:r>
            <a:endParaRPr lang="zh-TW" altLang="en-US">
              <a:latin typeface="Consolas" panose="020B0609020204030204" pitchFamily="49" charset="0"/>
              <a:ea typeface="+mj-ea"/>
            </a:endParaRPr>
          </a:p>
        </p:txBody>
      </p:sp>
      <p:sp>
        <p:nvSpPr>
          <p:cNvPr id="20" name="文字方塊 19">
            <a:extLst>
              <a:ext uri="{FF2B5EF4-FFF2-40B4-BE49-F238E27FC236}">
                <a16:creationId xmlns:a16="http://schemas.microsoft.com/office/drawing/2014/main" id="{363AB706-2B60-4B5D-A737-9ABDD451C6BA}"/>
              </a:ext>
            </a:extLst>
          </p:cNvPr>
          <p:cNvSpPr txBox="1"/>
          <p:nvPr/>
        </p:nvSpPr>
        <p:spPr>
          <a:xfrm>
            <a:off x="3329510" y="5532210"/>
            <a:ext cx="1451038" cy="369332"/>
          </a:xfrm>
          <a:prstGeom prst="rect">
            <a:avLst/>
          </a:prstGeom>
          <a:noFill/>
        </p:spPr>
        <p:txBody>
          <a:bodyPr wrap="none" rtlCol="0">
            <a:spAutoFit/>
          </a:bodyPr>
          <a:lstStyle/>
          <a:p>
            <a:r>
              <a:rPr lang="en-US" altLang="zh-TW">
                <a:latin typeface="Consolas" panose="020B0609020204030204" pitchFamily="49" charset="0"/>
                <a:ea typeface="+mj-ea"/>
              </a:rPr>
              <a:t>service( )</a:t>
            </a:r>
            <a:endParaRPr lang="zh-TW" altLang="en-US">
              <a:latin typeface="Consolas" panose="020B0609020204030204" pitchFamily="49" charset="0"/>
              <a:ea typeface="+mj-ea"/>
            </a:endParaRPr>
          </a:p>
        </p:txBody>
      </p:sp>
      <p:sp>
        <p:nvSpPr>
          <p:cNvPr id="21" name="文字方塊 20">
            <a:extLst>
              <a:ext uri="{FF2B5EF4-FFF2-40B4-BE49-F238E27FC236}">
                <a16:creationId xmlns:a16="http://schemas.microsoft.com/office/drawing/2014/main" id="{1F616249-2B05-419D-AF58-87C914D1E574}"/>
              </a:ext>
            </a:extLst>
          </p:cNvPr>
          <p:cNvSpPr txBox="1"/>
          <p:nvPr/>
        </p:nvSpPr>
        <p:spPr>
          <a:xfrm>
            <a:off x="5903148" y="5278493"/>
            <a:ext cx="1451038" cy="369332"/>
          </a:xfrm>
          <a:prstGeom prst="rect">
            <a:avLst/>
          </a:prstGeom>
          <a:noFill/>
        </p:spPr>
        <p:txBody>
          <a:bodyPr wrap="none" rtlCol="0">
            <a:spAutoFit/>
          </a:bodyPr>
          <a:lstStyle/>
          <a:p>
            <a:r>
              <a:rPr lang="en-US" altLang="zh-TW" err="1">
                <a:latin typeface="Consolas" panose="020B0609020204030204" pitchFamily="49" charset="0"/>
                <a:ea typeface="+mj-ea"/>
              </a:rPr>
              <a:t>destory</a:t>
            </a:r>
            <a:r>
              <a:rPr lang="en-US" altLang="zh-TW">
                <a:latin typeface="Consolas" panose="020B0609020204030204" pitchFamily="49" charset="0"/>
                <a:ea typeface="+mj-ea"/>
              </a:rPr>
              <a:t>( )</a:t>
            </a:r>
            <a:endParaRPr lang="zh-TW" altLang="en-US">
              <a:latin typeface="Consolas" panose="020B0609020204030204" pitchFamily="49" charset="0"/>
              <a:ea typeface="+mj-ea"/>
            </a:endParaRPr>
          </a:p>
        </p:txBody>
      </p:sp>
      <p:sp>
        <p:nvSpPr>
          <p:cNvPr id="22" name="文字方塊 21">
            <a:extLst>
              <a:ext uri="{FF2B5EF4-FFF2-40B4-BE49-F238E27FC236}">
                <a16:creationId xmlns:a16="http://schemas.microsoft.com/office/drawing/2014/main" id="{FE6C545F-0529-411F-9B55-3C3594ED8AA7}"/>
              </a:ext>
            </a:extLst>
          </p:cNvPr>
          <p:cNvSpPr txBox="1"/>
          <p:nvPr/>
        </p:nvSpPr>
        <p:spPr>
          <a:xfrm>
            <a:off x="544278" y="5776909"/>
            <a:ext cx="2031325" cy="646331"/>
          </a:xfrm>
          <a:prstGeom prst="rect">
            <a:avLst/>
          </a:prstGeom>
          <a:noFill/>
        </p:spPr>
        <p:txBody>
          <a:bodyPr wrap="none" rtlCol="0">
            <a:spAutoFit/>
          </a:bodyPr>
          <a:lstStyle/>
          <a:p>
            <a:pPr algn="ctr"/>
            <a:r>
              <a:rPr lang="zh-TW" altLang="en-US">
                <a:latin typeface="Consolas" panose="020B0609020204030204" pitchFamily="49" charset="0"/>
                <a:ea typeface="+mj-ea"/>
              </a:rPr>
              <a:t>第一次請求服務</a:t>
            </a:r>
            <a:endParaRPr lang="en-US" altLang="zh-TW">
              <a:latin typeface="Consolas" panose="020B0609020204030204" pitchFamily="49" charset="0"/>
              <a:ea typeface="+mj-ea"/>
            </a:endParaRPr>
          </a:p>
          <a:p>
            <a:pPr algn="ctr"/>
            <a:r>
              <a:rPr lang="zh-TW" altLang="en-US">
                <a:latin typeface="Consolas" panose="020B0609020204030204" pitchFamily="49" charset="0"/>
                <a:ea typeface="+mj-ea"/>
              </a:rPr>
              <a:t>或伺服器主動建立</a:t>
            </a:r>
          </a:p>
        </p:txBody>
      </p:sp>
      <p:grpSp>
        <p:nvGrpSpPr>
          <p:cNvPr id="23" name="群組 22">
            <a:extLst>
              <a:ext uri="{FF2B5EF4-FFF2-40B4-BE49-F238E27FC236}">
                <a16:creationId xmlns:a16="http://schemas.microsoft.com/office/drawing/2014/main" id="{1EB227AA-6109-41D2-8372-C7478F4EDE32}"/>
              </a:ext>
            </a:extLst>
          </p:cNvPr>
          <p:cNvGrpSpPr/>
          <p:nvPr/>
        </p:nvGrpSpPr>
        <p:grpSpPr>
          <a:xfrm>
            <a:off x="3417165" y="4312289"/>
            <a:ext cx="1080000" cy="1156475"/>
            <a:chOff x="4815041" y="3144165"/>
            <a:chExt cx="1080000" cy="1156475"/>
          </a:xfrm>
        </p:grpSpPr>
        <p:sp>
          <p:nvSpPr>
            <p:cNvPr id="24" name="箭號: 圓形 23">
              <a:extLst>
                <a:ext uri="{FF2B5EF4-FFF2-40B4-BE49-F238E27FC236}">
                  <a16:creationId xmlns:a16="http://schemas.microsoft.com/office/drawing/2014/main" id="{A266F412-D812-4762-96D8-4F430BDDC161}"/>
                </a:ext>
              </a:extLst>
            </p:cNvPr>
            <p:cNvSpPr/>
            <p:nvPr/>
          </p:nvSpPr>
          <p:spPr>
            <a:xfrm>
              <a:off x="4815041" y="3144165"/>
              <a:ext cx="1080000" cy="1080000"/>
            </a:xfrm>
            <a:prstGeom prst="circular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latin typeface="Consolas" panose="020B0609020204030204" pitchFamily="49" charset="0"/>
                <a:ea typeface="+mj-ea"/>
              </a:endParaRPr>
            </a:p>
          </p:txBody>
        </p:sp>
        <p:sp>
          <p:nvSpPr>
            <p:cNvPr id="25" name="箭號: 圓形 24">
              <a:extLst>
                <a:ext uri="{FF2B5EF4-FFF2-40B4-BE49-F238E27FC236}">
                  <a16:creationId xmlns:a16="http://schemas.microsoft.com/office/drawing/2014/main" id="{FEAE4F36-0441-4660-A710-94553E43D1D1}"/>
                </a:ext>
              </a:extLst>
            </p:cNvPr>
            <p:cNvSpPr/>
            <p:nvPr/>
          </p:nvSpPr>
          <p:spPr>
            <a:xfrm flipH="1" flipV="1">
              <a:off x="4815041" y="3220640"/>
              <a:ext cx="1080000" cy="1080000"/>
            </a:xfrm>
            <a:prstGeom prst="circular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latin typeface="Consolas" panose="020B0609020204030204" pitchFamily="49" charset="0"/>
                <a:ea typeface="+mj-ea"/>
              </a:endParaRPr>
            </a:p>
          </p:txBody>
        </p:sp>
      </p:grpSp>
      <p:sp>
        <p:nvSpPr>
          <p:cNvPr id="26" name="文字方塊 25">
            <a:extLst>
              <a:ext uri="{FF2B5EF4-FFF2-40B4-BE49-F238E27FC236}">
                <a16:creationId xmlns:a16="http://schemas.microsoft.com/office/drawing/2014/main" id="{ED12C4B2-152F-4A3B-B1AE-FF65524F97D2}"/>
              </a:ext>
            </a:extLst>
          </p:cNvPr>
          <p:cNvSpPr txBox="1"/>
          <p:nvPr/>
        </p:nvSpPr>
        <p:spPr>
          <a:xfrm>
            <a:off x="5534456" y="5785538"/>
            <a:ext cx="2188420" cy="646331"/>
          </a:xfrm>
          <a:prstGeom prst="rect">
            <a:avLst/>
          </a:prstGeom>
          <a:noFill/>
        </p:spPr>
        <p:txBody>
          <a:bodyPr wrap="none" rtlCol="0">
            <a:spAutoFit/>
          </a:bodyPr>
          <a:lstStyle/>
          <a:p>
            <a:pPr algn="ctr"/>
            <a:r>
              <a:rPr lang="zh-TW" altLang="en-US">
                <a:latin typeface="Consolas" panose="020B0609020204030204" pitchFamily="49" charset="0"/>
                <a:ea typeface="+mj-ea"/>
              </a:rPr>
              <a:t>伺服器</a:t>
            </a:r>
            <a:r>
              <a:rPr lang="en-US" altLang="zh-TW">
                <a:latin typeface="Consolas" panose="020B0609020204030204" pitchFamily="49" charset="0"/>
                <a:ea typeface="+mj-ea"/>
              </a:rPr>
              <a:t>Shutdown</a:t>
            </a:r>
          </a:p>
          <a:p>
            <a:pPr algn="ctr"/>
            <a:r>
              <a:rPr lang="zh-TW" altLang="en-US">
                <a:latin typeface="Consolas" panose="020B0609020204030204" pitchFamily="49" charset="0"/>
                <a:ea typeface="+mj-ea"/>
              </a:rPr>
              <a:t>或</a:t>
            </a:r>
            <a:r>
              <a:rPr lang="en-US" altLang="zh-TW">
                <a:latin typeface="Consolas" panose="020B0609020204030204" pitchFamily="49" charset="0"/>
                <a:ea typeface="+mj-ea"/>
              </a:rPr>
              <a:t>Servlet Reload</a:t>
            </a:r>
          </a:p>
        </p:txBody>
      </p:sp>
    </p:spTree>
    <p:extLst>
      <p:ext uri="{BB962C8B-B14F-4D97-AF65-F5344CB8AC3E}">
        <p14:creationId xmlns:p14="http://schemas.microsoft.com/office/powerpoint/2010/main" val="6370500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77F1DACB-6046-4678-96DE-3779E80A34D4}"/>
              </a:ext>
            </a:extLst>
          </p:cNvPr>
          <p:cNvSpPr>
            <a:spLocks noGrp="1"/>
          </p:cNvSpPr>
          <p:nvPr>
            <p:ph type="sldNum" sz="quarter" idx="12"/>
          </p:nvPr>
        </p:nvSpPr>
        <p:spPr/>
        <p:txBody>
          <a:bodyPr/>
          <a:lstStyle/>
          <a:p>
            <a:fld id="{B521127C-0C56-461F-B517-0D483F216F7D}" type="slidenum">
              <a:rPr lang="zh-TW" altLang="en-US" smtClean="0">
                <a:latin typeface="Consolas" panose="020B0609020204030204" pitchFamily="49" charset="0"/>
                <a:ea typeface="+mj-ea"/>
              </a:rPr>
              <a:t>46</a:t>
            </a:fld>
            <a:endParaRPr lang="zh-TW" altLang="en-US">
              <a:latin typeface="Consolas" panose="020B0609020204030204" pitchFamily="49" charset="0"/>
              <a:ea typeface="+mj-ea"/>
            </a:endParaRPr>
          </a:p>
        </p:txBody>
      </p:sp>
      <p:sp>
        <p:nvSpPr>
          <p:cNvPr id="5" name="內容版面配置區 2">
            <a:extLst>
              <a:ext uri="{FF2B5EF4-FFF2-40B4-BE49-F238E27FC236}">
                <a16:creationId xmlns:a16="http://schemas.microsoft.com/office/drawing/2014/main" id="{3680DB7D-A761-4AFC-8D12-3714E56D5D48}"/>
              </a:ext>
            </a:extLst>
          </p:cNvPr>
          <p:cNvSpPr>
            <a:spLocks noGrp="1"/>
          </p:cNvSpPr>
          <p:nvPr>
            <p:ph idx="1"/>
          </p:nvPr>
        </p:nvSpPr>
        <p:spPr>
          <a:xfrm>
            <a:off x="178858" y="138352"/>
            <a:ext cx="11859171" cy="2765104"/>
          </a:xfrm>
        </p:spPr>
        <p:txBody>
          <a:bodyPr>
            <a:noAutofit/>
          </a:bodyPr>
          <a:lstStyle/>
          <a:p>
            <a:pPr marL="0" indent="0">
              <a:buNone/>
            </a:pPr>
            <a:r>
              <a:rPr lang="en-US" altLang="zh-TW" sz="3500">
                <a:latin typeface="Consolas" panose="020B0609020204030204" pitchFamily="49" charset="0"/>
                <a:ea typeface="+mj-ea"/>
              </a:rPr>
              <a:t>Servlet container </a:t>
            </a:r>
            <a:r>
              <a:rPr lang="zh-TW" altLang="en-US" sz="3500">
                <a:latin typeface="Consolas" panose="020B0609020204030204" pitchFamily="49" charset="0"/>
                <a:ea typeface="+mj-ea"/>
              </a:rPr>
              <a:t>執行步驟與相關技術</a:t>
            </a:r>
          </a:p>
          <a:p>
            <a:pPr marL="0" indent="0">
              <a:buClrTx/>
              <a:buFont typeface="+mj-lt"/>
              <a:buAutoNum type="arabicPeriod"/>
            </a:pPr>
            <a:r>
              <a:rPr lang="zh-TW" altLang="en-US" sz="2300">
                <a:latin typeface="Consolas" panose="020B0609020204030204" pitchFamily="49" charset="0"/>
                <a:ea typeface="+mj-ea"/>
              </a:rPr>
              <a:t>當</a:t>
            </a:r>
            <a:r>
              <a:rPr lang="en-US" altLang="zh-TW" sz="2300">
                <a:latin typeface="Consolas" panose="020B0609020204030204" pitchFamily="49" charset="0"/>
                <a:ea typeface="+mj-ea"/>
              </a:rPr>
              <a:t>Servlet</a:t>
            </a:r>
            <a:r>
              <a:rPr lang="zh-TW" altLang="en-US" sz="2300">
                <a:latin typeface="Consolas" panose="020B0609020204030204" pitchFamily="49" charset="0"/>
                <a:ea typeface="+mj-ea"/>
              </a:rPr>
              <a:t>第一次被客戶端請求時，</a:t>
            </a:r>
            <a:r>
              <a:rPr lang="en-US" altLang="zh-TW" sz="2300">
                <a:latin typeface="Consolas" panose="020B0609020204030204" pitchFamily="49" charset="0"/>
                <a:ea typeface="+mj-ea"/>
              </a:rPr>
              <a:t>container</a:t>
            </a:r>
            <a:r>
              <a:rPr lang="zh-TW" altLang="en-US" sz="2300">
                <a:latin typeface="Consolas" panose="020B0609020204030204" pitchFamily="49" charset="0"/>
                <a:ea typeface="+mj-ea"/>
              </a:rPr>
              <a:t>會載入該</a:t>
            </a:r>
            <a:r>
              <a:rPr lang="en-US" altLang="zh-TW" sz="2300">
                <a:latin typeface="Consolas" panose="020B0609020204030204" pitchFamily="49" charset="0"/>
                <a:ea typeface="+mj-ea"/>
              </a:rPr>
              <a:t>Servlet</a:t>
            </a:r>
            <a:r>
              <a:rPr lang="zh-TW" altLang="en-US" sz="2300">
                <a:latin typeface="Consolas" panose="020B0609020204030204" pitchFamily="49" charset="0"/>
                <a:ea typeface="+mj-ea"/>
              </a:rPr>
              <a:t>，建立實體</a:t>
            </a:r>
            <a:endParaRPr lang="en-US" altLang="zh-TW" sz="2300">
              <a:latin typeface="Consolas" panose="020B0609020204030204" pitchFamily="49" charset="0"/>
              <a:ea typeface="+mj-ea"/>
            </a:endParaRPr>
          </a:p>
          <a:p>
            <a:pPr marL="274320" lvl="1" indent="0">
              <a:buClrTx/>
              <a:buNone/>
            </a:pPr>
            <a:r>
              <a:rPr lang="zh-TW" altLang="en-US" sz="2100">
                <a:latin typeface="Consolas" panose="020B0609020204030204" pitchFamily="49" charset="0"/>
                <a:ea typeface="+mj-ea"/>
              </a:rPr>
              <a:t>例外情況</a:t>
            </a:r>
            <a:r>
              <a:rPr lang="en-US" altLang="zh-TW" sz="2100">
                <a:latin typeface="Consolas" panose="020B0609020204030204" pitchFamily="49" charset="0"/>
                <a:ea typeface="+mj-ea"/>
              </a:rPr>
              <a:t>:Servlet Reloading</a:t>
            </a:r>
            <a:r>
              <a:rPr lang="zh-TW" altLang="en-US" sz="2100">
                <a:latin typeface="Consolas" panose="020B0609020204030204" pitchFamily="49" charset="0"/>
                <a:ea typeface="+mj-ea"/>
              </a:rPr>
              <a:t> 與 </a:t>
            </a:r>
            <a:r>
              <a:rPr lang="en-US" altLang="zh-TW" sz="2100">
                <a:latin typeface="Consolas" panose="020B0609020204030204" pitchFamily="49" charset="0"/>
                <a:ea typeface="+mj-ea"/>
              </a:rPr>
              <a:t>load-on-startup</a:t>
            </a:r>
          </a:p>
          <a:p>
            <a:pPr marL="274320" lvl="1" indent="0">
              <a:buClrTx/>
              <a:buNone/>
            </a:pPr>
            <a:endParaRPr lang="en-US" altLang="zh-TW" sz="2100">
              <a:latin typeface="Consolas" panose="020B0609020204030204" pitchFamily="49" charset="0"/>
              <a:ea typeface="+mj-ea"/>
            </a:endParaRPr>
          </a:p>
          <a:p>
            <a:pPr marL="0" indent="0">
              <a:buClrTx/>
              <a:buFont typeface="+mj-lt"/>
              <a:buAutoNum type="arabicPeriod"/>
            </a:pPr>
            <a:r>
              <a:rPr lang="en-US" altLang="zh-TW" sz="2300">
                <a:latin typeface="Consolas" panose="020B0609020204030204" pitchFamily="49" charset="0"/>
                <a:ea typeface="+mj-ea"/>
              </a:rPr>
              <a:t>container</a:t>
            </a:r>
            <a:r>
              <a:rPr lang="zh-TW" altLang="en-US" sz="2300">
                <a:latin typeface="Consolas" panose="020B0609020204030204" pitchFamily="49" charset="0"/>
                <a:ea typeface="+mj-ea"/>
              </a:rPr>
              <a:t>呼叫</a:t>
            </a:r>
            <a:r>
              <a:rPr lang="en-US" altLang="zh-TW" sz="2300">
                <a:latin typeface="Consolas" panose="020B0609020204030204" pitchFamily="49" charset="0"/>
                <a:ea typeface="+mj-ea"/>
              </a:rPr>
              <a:t>Servlet</a:t>
            </a:r>
            <a:r>
              <a:rPr lang="zh-TW" altLang="en-US" sz="2300">
                <a:latin typeface="Consolas" panose="020B0609020204030204" pitchFamily="49" charset="0"/>
                <a:ea typeface="+mj-ea"/>
              </a:rPr>
              <a:t>的</a:t>
            </a:r>
            <a:r>
              <a:rPr lang="en-US" altLang="zh-TW" sz="2300" err="1">
                <a:solidFill>
                  <a:srgbClr val="FF0000"/>
                </a:solidFill>
                <a:latin typeface="Consolas" panose="020B0609020204030204" pitchFamily="49" charset="0"/>
                <a:ea typeface="+mj-ea"/>
              </a:rPr>
              <a:t>init</a:t>
            </a:r>
            <a:r>
              <a:rPr lang="en-US" altLang="zh-TW" sz="2300">
                <a:solidFill>
                  <a:srgbClr val="FF0000"/>
                </a:solidFill>
                <a:latin typeface="Consolas" panose="020B0609020204030204" pitchFamily="49" charset="0"/>
                <a:ea typeface="+mj-ea"/>
              </a:rPr>
              <a:t>(</a:t>
            </a:r>
            <a:r>
              <a:rPr lang="zh-TW" altLang="en-US" sz="2300">
                <a:solidFill>
                  <a:srgbClr val="FF0000"/>
                </a:solidFill>
                <a:latin typeface="Consolas" panose="020B0609020204030204" pitchFamily="49" charset="0"/>
                <a:ea typeface="+mj-ea"/>
              </a:rPr>
              <a:t> </a:t>
            </a:r>
            <a:r>
              <a:rPr lang="en-US" altLang="zh-TW" sz="2300">
                <a:solidFill>
                  <a:srgbClr val="FF0000"/>
                </a:solidFill>
                <a:latin typeface="Consolas" panose="020B0609020204030204" pitchFamily="49" charset="0"/>
                <a:ea typeface="+mj-ea"/>
              </a:rPr>
              <a:t>)</a:t>
            </a:r>
            <a:r>
              <a:rPr lang="zh-TW" altLang="en-US" sz="2300">
                <a:latin typeface="Consolas" panose="020B0609020204030204" pitchFamily="49" charset="0"/>
                <a:ea typeface="+mj-ea"/>
              </a:rPr>
              <a:t>方法，以進行</a:t>
            </a:r>
            <a:r>
              <a:rPr lang="en-US" altLang="zh-TW" sz="2300">
                <a:latin typeface="Consolas" panose="020B0609020204030204" pitchFamily="49" charset="0"/>
                <a:ea typeface="+mj-ea"/>
              </a:rPr>
              <a:t>Servlet</a:t>
            </a:r>
            <a:r>
              <a:rPr lang="zh-TW" altLang="en-US" sz="2300">
                <a:latin typeface="Consolas" panose="020B0609020204030204" pitchFamily="49" charset="0"/>
                <a:ea typeface="+mj-ea"/>
              </a:rPr>
              <a:t>的初始化工作</a:t>
            </a:r>
            <a:endParaRPr lang="en-US" altLang="zh-TW" sz="2300">
              <a:latin typeface="Consolas" panose="020B0609020204030204" pitchFamily="49" charset="0"/>
              <a:ea typeface="+mj-ea"/>
            </a:endParaRPr>
          </a:p>
          <a:p>
            <a:pPr marL="274320" lvl="1" indent="0">
              <a:buClrTx/>
              <a:buNone/>
            </a:pPr>
            <a:r>
              <a:rPr lang="zh-TW" altLang="en-US" sz="2100">
                <a:latin typeface="Consolas" panose="020B0609020204030204" pitchFamily="49" charset="0"/>
                <a:ea typeface="+mj-ea"/>
              </a:rPr>
              <a:t>衍生技術</a:t>
            </a:r>
            <a:r>
              <a:rPr lang="en-US" altLang="zh-TW" sz="2100">
                <a:latin typeface="Consolas" panose="020B0609020204030204" pitchFamily="49" charset="0"/>
                <a:ea typeface="+mj-ea"/>
              </a:rPr>
              <a:t>:</a:t>
            </a:r>
            <a:r>
              <a:rPr lang="en-US" altLang="zh-TW" sz="2100" err="1">
                <a:latin typeface="Consolas" panose="020B0609020204030204" pitchFamily="49" charset="0"/>
                <a:ea typeface="+mj-ea"/>
              </a:rPr>
              <a:t>getInitParameter</a:t>
            </a:r>
            <a:r>
              <a:rPr lang="en-US" altLang="zh-TW" sz="2100">
                <a:latin typeface="Consolas" panose="020B0609020204030204" pitchFamily="49" charset="0"/>
                <a:ea typeface="+mj-ea"/>
              </a:rPr>
              <a:t>( String name )</a:t>
            </a:r>
            <a:r>
              <a:rPr lang="zh-TW" altLang="en-US" sz="2100">
                <a:latin typeface="Consolas" panose="020B0609020204030204" pitchFamily="49" charset="0"/>
                <a:ea typeface="+mj-ea"/>
              </a:rPr>
              <a:t> 方法</a:t>
            </a:r>
            <a:endParaRPr lang="en-US" altLang="zh-TW" sz="2100">
              <a:latin typeface="Consolas" panose="020B0609020204030204" pitchFamily="49" charset="0"/>
              <a:ea typeface="+mj-ea"/>
            </a:endParaRPr>
          </a:p>
          <a:p>
            <a:pPr marL="274320" lvl="1" indent="0">
              <a:buClrTx/>
              <a:buNone/>
            </a:pPr>
            <a:endParaRPr lang="en-US" altLang="zh-TW" sz="2100">
              <a:latin typeface="Consolas" panose="020B0609020204030204" pitchFamily="49" charset="0"/>
              <a:ea typeface="+mj-ea"/>
            </a:endParaRPr>
          </a:p>
          <a:p>
            <a:pPr marL="0" indent="0">
              <a:buClrTx/>
              <a:buFont typeface="+mj-lt"/>
              <a:buAutoNum type="arabicPeriod"/>
            </a:pPr>
            <a:r>
              <a:rPr lang="en-US" altLang="zh-TW" sz="2300">
                <a:latin typeface="Consolas" panose="020B0609020204030204" pitchFamily="49" charset="0"/>
                <a:ea typeface="+mj-ea"/>
              </a:rPr>
              <a:t>container</a:t>
            </a:r>
            <a:r>
              <a:rPr lang="zh-TW" altLang="en-US" sz="2300">
                <a:latin typeface="Consolas" panose="020B0609020204030204" pitchFamily="49" charset="0"/>
                <a:ea typeface="+mj-ea"/>
              </a:rPr>
              <a:t>呼叫</a:t>
            </a:r>
            <a:r>
              <a:rPr lang="en-US" altLang="zh-TW" sz="2300">
                <a:latin typeface="Consolas" panose="020B0609020204030204" pitchFamily="49" charset="0"/>
                <a:ea typeface="+mj-ea"/>
              </a:rPr>
              <a:t>Servlet</a:t>
            </a:r>
            <a:r>
              <a:rPr lang="zh-TW" altLang="en-US" sz="2300">
                <a:latin typeface="Consolas" panose="020B0609020204030204" pitchFamily="49" charset="0"/>
                <a:ea typeface="+mj-ea"/>
              </a:rPr>
              <a:t>的</a:t>
            </a:r>
            <a:r>
              <a:rPr lang="en-US" altLang="zh-TW" sz="2300">
                <a:solidFill>
                  <a:srgbClr val="FF0000"/>
                </a:solidFill>
                <a:latin typeface="Consolas" panose="020B0609020204030204" pitchFamily="49" charset="0"/>
                <a:ea typeface="+mj-ea"/>
              </a:rPr>
              <a:t>service(</a:t>
            </a:r>
            <a:r>
              <a:rPr lang="zh-TW" altLang="en-US" sz="2300">
                <a:solidFill>
                  <a:srgbClr val="FF0000"/>
                </a:solidFill>
                <a:latin typeface="Consolas" panose="020B0609020204030204" pitchFamily="49" charset="0"/>
                <a:ea typeface="+mj-ea"/>
              </a:rPr>
              <a:t> </a:t>
            </a:r>
            <a:r>
              <a:rPr lang="en-US" altLang="zh-TW" sz="2300">
                <a:solidFill>
                  <a:srgbClr val="FF0000"/>
                </a:solidFill>
                <a:latin typeface="Consolas" panose="020B0609020204030204" pitchFamily="49" charset="0"/>
                <a:ea typeface="+mj-ea"/>
              </a:rPr>
              <a:t>)</a:t>
            </a:r>
            <a:r>
              <a:rPr lang="zh-TW" altLang="en-US" sz="2300">
                <a:latin typeface="Consolas" panose="020B0609020204030204" pitchFamily="49" charset="0"/>
                <a:ea typeface="+mj-ea"/>
              </a:rPr>
              <a:t>方法，處理請求</a:t>
            </a:r>
            <a:endParaRPr lang="en-US" altLang="zh-TW" sz="2300">
              <a:latin typeface="Consolas" panose="020B0609020204030204" pitchFamily="49" charset="0"/>
              <a:ea typeface="+mj-ea"/>
            </a:endParaRPr>
          </a:p>
          <a:p>
            <a:pPr marL="274320" lvl="1" indent="0">
              <a:buClrTx/>
              <a:buNone/>
            </a:pPr>
            <a:r>
              <a:rPr lang="zh-TW" altLang="en-US" sz="2100">
                <a:latin typeface="Consolas" panose="020B0609020204030204" pitchFamily="49" charset="0"/>
                <a:ea typeface="+mj-ea"/>
              </a:rPr>
              <a:t>衍生技術</a:t>
            </a:r>
            <a:r>
              <a:rPr lang="en-US" altLang="zh-TW" sz="2100">
                <a:latin typeface="Consolas" panose="020B0609020204030204" pitchFamily="49" charset="0"/>
                <a:ea typeface="+mj-ea"/>
              </a:rPr>
              <a:t>:</a:t>
            </a:r>
            <a:r>
              <a:rPr lang="zh-TW" altLang="en-US" sz="2100">
                <a:latin typeface="Consolas" panose="020B0609020204030204" pitchFamily="49" charset="0"/>
                <a:ea typeface="+mj-ea"/>
              </a:rPr>
              <a:t>執行續同步</a:t>
            </a:r>
            <a:r>
              <a:rPr lang="en-US" altLang="zh-TW" sz="2100">
                <a:latin typeface="Consolas" panose="020B0609020204030204" pitchFamily="49" charset="0"/>
                <a:ea typeface="+mj-ea"/>
              </a:rPr>
              <a:t>synchronization</a:t>
            </a:r>
            <a:r>
              <a:rPr lang="zh-TW" altLang="en-US" sz="2100">
                <a:latin typeface="Consolas" panose="020B0609020204030204" pitchFamily="49" charset="0"/>
                <a:ea typeface="+mj-ea"/>
              </a:rPr>
              <a:t>處理</a:t>
            </a:r>
            <a:endParaRPr lang="en-US" altLang="zh-TW" sz="2100">
              <a:latin typeface="Consolas" panose="020B0609020204030204" pitchFamily="49" charset="0"/>
              <a:ea typeface="+mj-ea"/>
            </a:endParaRPr>
          </a:p>
          <a:p>
            <a:pPr marL="274320" lvl="1" indent="0">
              <a:buClrTx/>
              <a:buNone/>
            </a:pPr>
            <a:endParaRPr lang="en-US" altLang="zh-TW" sz="2100">
              <a:latin typeface="Consolas" panose="020B0609020204030204" pitchFamily="49" charset="0"/>
              <a:ea typeface="+mj-ea"/>
            </a:endParaRPr>
          </a:p>
          <a:p>
            <a:pPr marL="0" indent="0">
              <a:buClrTx/>
              <a:buFont typeface="+mj-lt"/>
              <a:buAutoNum type="arabicPeriod"/>
            </a:pPr>
            <a:r>
              <a:rPr lang="en-US" altLang="zh-TW" sz="2300">
                <a:latin typeface="Consolas" panose="020B0609020204030204" pitchFamily="49" charset="0"/>
                <a:ea typeface="+mj-ea"/>
              </a:rPr>
              <a:t>container</a:t>
            </a:r>
            <a:r>
              <a:rPr lang="zh-TW" altLang="en-US" sz="2300">
                <a:latin typeface="Consolas" panose="020B0609020204030204" pitchFamily="49" charset="0"/>
                <a:ea typeface="+mj-ea"/>
              </a:rPr>
              <a:t>關閉時，呼叫每一個</a:t>
            </a:r>
            <a:r>
              <a:rPr lang="en-US" altLang="zh-TW" sz="2300">
                <a:latin typeface="Consolas" panose="020B0609020204030204" pitchFamily="49" charset="0"/>
                <a:ea typeface="+mj-ea"/>
              </a:rPr>
              <a:t>Servlet</a:t>
            </a:r>
            <a:r>
              <a:rPr lang="zh-TW" altLang="en-US" sz="2300">
                <a:latin typeface="Consolas" panose="020B0609020204030204" pitchFamily="49" charset="0"/>
                <a:ea typeface="+mj-ea"/>
              </a:rPr>
              <a:t>的</a:t>
            </a:r>
            <a:r>
              <a:rPr lang="en-US" altLang="zh-TW" sz="2300" err="1">
                <a:solidFill>
                  <a:srgbClr val="FF0000"/>
                </a:solidFill>
                <a:latin typeface="Consolas" panose="020B0609020204030204" pitchFamily="49" charset="0"/>
                <a:ea typeface="+mj-ea"/>
              </a:rPr>
              <a:t>destory</a:t>
            </a:r>
            <a:r>
              <a:rPr lang="en-US" altLang="zh-TW" sz="2300">
                <a:solidFill>
                  <a:srgbClr val="FF0000"/>
                </a:solidFill>
                <a:latin typeface="Consolas" panose="020B0609020204030204" pitchFamily="49" charset="0"/>
                <a:ea typeface="+mj-ea"/>
              </a:rPr>
              <a:t>(</a:t>
            </a:r>
            <a:r>
              <a:rPr lang="zh-TW" altLang="en-US" sz="2300">
                <a:solidFill>
                  <a:srgbClr val="FF0000"/>
                </a:solidFill>
                <a:latin typeface="Consolas" panose="020B0609020204030204" pitchFamily="49" charset="0"/>
                <a:ea typeface="+mj-ea"/>
              </a:rPr>
              <a:t> </a:t>
            </a:r>
            <a:r>
              <a:rPr lang="en-US" altLang="zh-TW" sz="2300">
                <a:solidFill>
                  <a:srgbClr val="FF0000"/>
                </a:solidFill>
                <a:latin typeface="Consolas" panose="020B0609020204030204" pitchFamily="49" charset="0"/>
                <a:ea typeface="+mj-ea"/>
              </a:rPr>
              <a:t>)</a:t>
            </a:r>
            <a:r>
              <a:rPr lang="zh-TW" altLang="en-US" sz="2300">
                <a:latin typeface="Consolas" panose="020B0609020204030204" pitchFamily="49" charset="0"/>
                <a:ea typeface="+mj-ea"/>
              </a:rPr>
              <a:t>方法</a:t>
            </a:r>
            <a:endParaRPr lang="en-US" altLang="zh-TW" sz="2300">
              <a:latin typeface="Consolas" panose="020B0609020204030204" pitchFamily="49" charset="0"/>
              <a:ea typeface="+mj-ea"/>
            </a:endParaRPr>
          </a:p>
          <a:p>
            <a:pPr marL="274320" lvl="1" indent="0">
              <a:buClrTx/>
              <a:buNone/>
            </a:pPr>
            <a:r>
              <a:rPr lang="zh-TW" altLang="en-US" sz="2100">
                <a:latin typeface="Consolas" panose="020B0609020204030204" pitchFamily="49" charset="0"/>
                <a:ea typeface="+mj-ea"/>
              </a:rPr>
              <a:t>衍生技術</a:t>
            </a:r>
            <a:r>
              <a:rPr lang="en-US" altLang="zh-TW" sz="2100">
                <a:latin typeface="Consolas" panose="020B0609020204030204" pitchFamily="49" charset="0"/>
                <a:ea typeface="+mj-ea"/>
              </a:rPr>
              <a:t>:</a:t>
            </a:r>
            <a:r>
              <a:rPr lang="zh-TW" altLang="en-US" sz="2100">
                <a:latin typeface="Consolas" panose="020B0609020204030204" pitchFamily="49" charset="0"/>
                <a:ea typeface="+mj-ea"/>
              </a:rPr>
              <a:t>釋放之前</a:t>
            </a:r>
            <a:r>
              <a:rPr lang="en-US" altLang="zh-TW" sz="2100" err="1">
                <a:latin typeface="Consolas" panose="020B0609020204030204" pitchFamily="49" charset="0"/>
                <a:ea typeface="+mj-ea"/>
              </a:rPr>
              <a:t>init</a:t>
            </a:r>
            <a:r>
              <a:rPr lang="en-US" altLang="zh-TW" sz="2100">
                <a:latin typeface="Consolas" panose="020B0609020204030204" pitchFamily="49" charset="0"/>
                <a:ea typeface="+mj-ea"/>
              </a:rPr>
              <a:t>(</a:t>
            </a:r>
            <a:r>
              <a:rPr lang="zh-TW" altLang="en-US" sz="2100">
                <a:latin typeface="Consolas" panose="020B0609020204030204" pitchFamily="49" charset="0"/>
                <a:ea typeface="+mj-ea"/>
              </a:rPr>
              <a:t> </a:t>
            </a:r>
            <a:r>
              <a:rPr lang="en-US" altLang="zh-TW" sz="2100">
                <a:latin typeface="Consolas" panose="020B0609020204030204" pitchFamily="49" charset="0"/>
                <a:ea typeface="+mj-ea"/>
              </a:rPr>
              <a:t>)</a:t>
            </a:r>
            <a:r>
              <a:rPr lang="zh-TW" altLang="en-US" sz="2100">
                <a:latin typeface="Consolas" panose="020B0609020204030204" pitchFamily="49" charset="0"/>
                <a:ea typeface="+mj-ea"/>
              </a:rPr>
              <a:t>內引用的資源或儲存一些永續性資料</a:t>
            </a:r>
            <a:endParaRPr lang="en-US" altLang="zh-TW" sz="2100">
              <a:latin typeface="Consolas" panose="020B0609020204030204" pitchFamily="49" charset="0"/>
              <a:ea typeface="+mj-ea"/>
            </a:endParaRPr>
          </a:p>
        </p:txBody>
      </p:sp>
    </p:spTree>
    <p:extLst>
      <p:ext uri="{BB962C8B-B14F-4D97-AF65-F5344CB8AC3E}">
        <p14:creationId xmlns:p14="http://schemas.microsoft.com/office/powerpoint/2010/main" val="15615769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77F1DACB-6046-4678-96DE-3779E80A34D4}"/>
              </a:ext>
            </a:extLst>
          </p:cNvPr>
          <p:cNvSpPr>
            <a:spLocks noGrp="1"/>
          </p:cNvSpPr>
          <p:nvPr>
            <p:ph type="sldNum" sz="quarter" idx="12"/>
          </p:nvPr>
        </p:nvSpPr>
        <p:spPr/>
        <p:txBody>
          <a:bodyPr/>
          <a:lstStyle/>
          <a:p>
            <a:fld id="{B521127C-0C56-461F-B517-0D483F216F7D}" type="slidenum">
              <a:rPr lang="zh-TW" altLang="en-US" smtClean="0">
                <a:latin typeface="Consolas" panose="020B0609020204030204" pitchFamily="49" charset="0"/>
                <a:ea typeface="+mj-ea"/>
              </a:rPr>
              <a:t>47</a:t>
            </a:fld>
            <a:endParaRPr lang="zh-TW" altLang="en-US">
              <a:latin typeface="Consolas" panose="020B0609020204030204" pitchFamily="49" charset="0"/>
              <a:ea typeface="+mj-ea"/>
            </a:endParaRPr>
          </a:p>
        </p:txBody>
      </p:sp>
      <p:sp>
        <p:nvSpPr>
          <p:cNvPr id="5" name="內容版面配置區 2">
            <a:extLst>
              <a:ext uri="{FF2B5EF4-FFF2-40B4-BE49-F238E27FC236}">
                <a16:creationId xmlns:a16="http://schemas.microsoft.com/office/drawing/2014/main" id="{3680DB7D-A761-4AFC-8D12-3714E56D5D48}"/>
              </a:ext>
            </a:extLst>
          </p:cNvPr>
          <p:cNvSpPr>
            <a:spLocks noGrp="1"/>
          </p:cNvSpPr>
          <p:nvPr>
            <p:ph idx="1"/>
          </p:nvPr>
        </p:nvSpPr>
        <p:spPr>
          <a:xfrm>
            <a:off x="178858" y="138352"/>
            <a:ext cx="11859171" cy="2765104"/>
          </a:xfrm>
        </p:spPr>
        <p:txBody>
          <a:bodyPr>
            <a:noAutofit/>
          </a:bodyPr>
          <a:lstStyle/>
          <a:p>
            <a:pPr marL="0" indent="0">
              <a:buNone/>
            </a:pPr>
            <a:r>
              <a:rPr lang="en-US" altLang="zh-TW" sz="3000">
                <a:latin typeface="Consolas" panose="020B0609020204030204" pitchFamily="49" charset="0"/>
                <a:ea typeface="+mj-ea"/>
              </a:rPr>
              <a:t>Servlet Reloading(Servlet </a:t>
            </a:r>
            <a:r>
              <a:rPr lang="zh-TW" altLang="en-US" sz="3000">
                <a:latin typeface="Consolas" panose="020B0609020204030204" pitchFamily="49" charset="0"/>
                <a:ea typeface="+mj-ea"/>
              </a:rPr>
              <a:t>重載入</a:t>
            </a:r>
            <a:r>
              <a:rPr lang="en-US" altLang="zh-TW" sz="3000">
                <a:latin typeface="Consolas" panose="020B0609020204030204" pitchFamily="49" charset="0"/>
                <a:ea typeface="+mj-ea"/>
              </a:rPr>
              <a:t>)</a:t>
            </a:r>
          </a:p>
          <a:p>
            <a:r>
              <a:rPr lang="zh-TW" altLang="en-US">
                <a:latin typeface="Consolas" panose="020B0609020204030204" pitchFamily="49" charset="0"/>
                <a:ea typeface="+mj-ea"/>
              </a:rPr>
              <a:t>更改</a:t>
            </a:r>
            <a:r>
              <a:rPr lang="en-US" altLang="zh-TW">
                <a:latin typeface="Consolas" panose="020B0609020204030204" pitchFamily="49" charset="0"/>
                <a:ea typeface="+mj-ea"/>
              </a:rPr>
              <a:t>Web-INF/classes</a:t>
            </a:r>
            <a:r>
              <a:rPr lang="zh-TW" altLang="en-US">
                <a:latin typeface="Consolas" panose="020B0609020204030204" pitchFamily="49" charset="0"/>
                <a:ea typeface="+mj-ea"/>
              </a:rPr>
              <a:t>底下之</a:t>
            </a:r>
            <a:r>
              <a:rPr lang="en-US" altLang="zh-TW">
                <a:latin typeface="Consolas" panose="020B0609020204030204" pitchFamily="49" charset="0"/>
                <a:ea typeface="+mj-ea"/>
              </a:rPr>
              <a:t>Servlet</a:t>
            </a:r>
            <a:r>
              <a:rPr lang="zh-TW" altLang="en-US">
                <a:latin typeface="Consolas" panose="020B0609020204030204" pitchFamily="49" charset="0"/>
                <a:ea typeface="+mj-ea"/>
              </a:rPr>
              <a:t>類別檔</a:t>
            </a:r>
            <a:r>
              <a:rPr lang="en-US" altLang="zh-TW">
                <a:latin typeface="Consolas" panose="020B0609020204030204" pitchFamily="49" charset="0"/>
                <a:ea typeface="+mj-ea"/>
              </a:rPr>
              <a:t>(class)</a:t>
            </a:r>
            <a:r>
              <a:rPr lang="zh-TW" altLang="en-US">
                <a:latin typeface="Consolas" panose="020B0609020204030204" pitchFamily="49" charset="0"/>
                <a:ea typeface="+mj-ea"/>
              </a:rPr>
              <a:t>後，不必重新啟動伺服器，伺服器會自動重新載入該</a:t>
            </a:r>
            <a:r>
              <a:rPr lang="en-US" altLang="zh-TW">
                <a:latin typeface="Consolas" panose="020B0609020204030204" pitchFamily="49" charset="0"/>
                <a:ea typeface="+mj-ea"/>
              </a:rPr>
              <a:t>Servlet</a:t>
            </a:r>
            <a:r>
              <a:rPr lang="zh-TW" altLang="en-US">
                <a:latin typeface="Consolas" panose="020B0609020204030204" pitchFamily="49" charset="0"/>
                <a:ea typeface="+mj-ea"/>
              </a:rPr>
              <a:t>，稱之為</a:t>
            </a:r>
            <a:r>
              <a:rPr lang="en-US" altLang="zh-TW">
                <a:latin typeface="Consolas" panose="020B0609020204030204" pitchFamily="49" charset="0"/>
                <a:ea typeface="+mj-ea"/>
              </a:rPr>
              <a:t>Servlet Reloading</a:t>
            </a:r>
          </a:p>
          <a:p>
            <a:r>
              <a:rPr lang="zh-TW" altLang="en-US">
                <a:latin typeface="Consolas" panose="020B0609020204030204" pitchFamily="49" charset="0"/>
                <a:ea typeface="+mj-ea"/>
              </a:rPr>
              <a:t>有些</a:t>
            </a:r>
            <a:r>
              <a:rPr lang="en-US" altLang="zh-TW">
                <a:latin typeface="Consolas" panose="020B0609020204030204" pitchFamily="49" charset="0"/>
                <a:ea typeface="+mj-ea"/>
              </a:rPr>
              <a:t>Servlet Container</a:t>
            </a:r>
            <a:r>
              <a:rPr lang="zh-TW" altLang="en-US">
                <a:latin typeface="Consolas" panose="020B0609020204030204" pitchFamily="49" charset="0"/>
                <a:ea typeface="+mj-ea"/>
              </a:rPr>
              <a:t>因考慮執行時整體效能，可能會將此功能改為手動方式</a:t>
            </a:r>
            <a:endParaRPr lang="en-US" altLang="zh-TW">
              <a:latin typeface="Consolas" panose="020B0609020204030204" pitchFamily="49" charset="0"/>
              <a:ea typeface="+mj-ea"/>
            </a:endParaRPr>
          </a:p>
          <a:p>
            <a:pPr lvl="1"/>
            <a:r>
              <a:rPr lang="zh-TW" altLang="en-US" sz="2000">
                <a:latin typeface="Consolas" panose="020B0609020204030204" pitchFamily="49" charset="0"/>
                <a:ea typeface="+mj-ea"/>
              </a:rPr>
              <a:t>若被改為手動載入，則必須重新啟動</a:t>
            </a:r>
            <a:r>
              <a:rPr lang="en-US" altLang="zh-TW" sz="2000">
                <a:latin typeface="Consolas" panose="020B0609020204030204" pitchFamily="49" charset="0"/>
                <a:ea typeface="+mj-ea"/>
              </a:rPr>
              <a:t>Server</a:t>
            </a:r>
            <a:r>
              <a:rPr lang="zh-TW" altLang="en-US" sz="2000">
                <a:latin typeface="Consolas" panose="020B0609020204030204" pitchFamily="49" charset="0"/>
                <a:ea typeface="+mj-ea"/>
              </a:rPr>
              <a:t>重新載入。</a:t>
            </a:r>
            <a:endParaRPr lang="en-US" altLang="zh-TW" sz="2000">
              <a:latin typeface="Consolas" panose="020B0609020204030204" pitchFamily="49" charset="0"/>
              <a:ea typeface="+mj-ea"/>
            </a:endParaRPr>
          </a:p>
        </p:txBody>
      </p:sp>
      <p:sp>
        <p:nvSpPr>
          <p:cNvPr id="2" name="文字方塊 1">
            <a:extLst>
              <a:ext uri="{FF2B5EF4-FFF2-40B4-BE49-F238E27FC236}">
                <a16:creationId xmlns:a16="http://schemas.microsoft.com/office/drawing/2014/main" id="{1EFA2293-F136-4FEF-B8BF-6DC3269EACF0}"/>
              </a:ext>
            </a:extLst>
          </p:cNvPr>
          <p:cNvSpPr txBox="1"/>
          <p:nvPr/>
        </p:nvSpPr>
        <p:spPr>
          <a:xfrm>
            <a:off x="1710444" y="2157826"/>
            <a:ext cx="8542723" cy="646331"/>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TW">
                <a:latin typeface="Consolas" panose="020B0609020204030204" pitchFamily="49" charset="0"/>
              </a:rPr>
              <a:t>server.xml:</a:t>
            </a:r>
          </a:p>
          <a:p>
            <a:r>
              <a:rPr lang="en-US" altLang="zh-TW">
                <a:latin typeface="Consolas" panose="020B0609020204030204" pitchFamily="49" charset="0"/>
              </a:rPr>
              <a:t> &lt;Context </a:t>
            </a:r>
            <a:r>
              <a:rPr lang="en-US" altLang="zh-TW" err="1">
                <a:latin typeface="Consolas" panose="020B0609020204030204" pitchFamily="49" charset="0"/>
              </a:rPr>
              <a:t>docBase</a:t>
            </a:r>
            <a:r>
              <a:rPr lang="en-US" altLang="zh-TW">
                <a:latin typeface="Consolas" panose="020B0609020204030204" pitchFamily="49" charset="0"/>
              </a:rPr>
              <a:t>="MyWebApp" path="/MyWebApp" </a:t>
            </a:r>
            <a:r>
              <a:rPr lang="en-US" altLang="zh-TW">
                <a:solidFill>
                  <a:srgbClr val="FF0000"/>
                </a:solidFill>
                <a:latin typeface="Consolas" panose="020B0609020204030204" pitchFamily="49" charset="0"/>
              </a:rPr>
              <a:t>reloadable="true"&gt;</a:t>
            </a:r>
            <a:endParaRPr lang="zh-TW" altLang="en-US">
              <a:solidFill>
                <a:srgbClr val="FF0000"/>
              </a:solidFill>
              <a:latin typeface="Consolas" panose="020B0609020204030204" pitchFamily="49" charset="0"/>
            </a:endParaRPr>
          </a:p>
        </p:txBody>
      </p:sp>
      <p:sp>
        <p:nvSpPr>
          <p:cNvPr id="6" name="內容版面配置區 2">
            <a:extLst>
              <a:ext uri="{FF2B5EF4-FFF2-40B4-BE49-F238E27FC236}">
                <a16:creationId xmlns:a16="http://schemas.microsoft.com/office/drawing/2014/main" id="{F5227A32-2CEA-4638-A4CD-1699D20A0281}"/>
              </a:ext>
            </a:extLst>
          </p:cNvPr>
          <p:cNvSpPr txBox="1">
            <a:spLocks/>
          </p:cNvSpPr>
          <p:nvPr/>
        </p:nvSpPr>
        <p:spPr>
          <a:xfrm>
            <a:off x="178858" y="3016181"/>
            <a:ext cx="11859171" cy="2765104"/>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buFont typeface="Wingdings" pitchFamily="2" charset="2"/>
              <a:buNone/>
            </a:pPr>
            <a:r>
              <a:rPr lang="en-US" altLang="zh-TW" sz="3000">
                <a:latin typeface="Consolas" panose="020B0609020204030204" pitchFamily="49" charset="0"/>
                <a:ea typeface="+mj-ea"/>
              </a:rPr>
              <a:t>Load on Startup(</a:t>
            </a:r>
            <a:r>
              <a:rPr lang="zh-TW" altLang="en-US" sz="3000">
                <a:latin typeface="Consolas" panose="020B0609020204030204" pitchFamily="49" charset="0"/>
                <a:ea typeface="+mj-ea"/>
              </a:rPr>
              <a:t>啟動時載入</a:t>
            </a:r>
            <a:r>
              <a:rPr lang="en-US" altLang="zh-TW" sz="3000">
                <a:latin typeface="Consolas" panose="020B0609020204030204" pitchFamily="49" charset="0"/>
                <a:ea typeface="+mj-ea"/>
              </a:rPr>
              <a:t>)</a:t>
            </a:r>
          </a:p>
          <a:p>
            <a:r>
              <a:rPr lang="zh-TW" altLang="en-US">
                <a:latin typeface="Consolas" panose="020B0609020204030204" pitchFamily="49" charset="0"/>
                <a:ea typeface="+mj-ea"/>
              </a:rPr>
              <a:t>經由設定</a:t>
            </a:r>
            <a:r>
              <a:rPr lang="en-US" altLang="zh-TW">
                <a:latin typeface="Consolas" panose="020B0609020204030204" pitchFamily="49" charset="0"/>
                <a:ea typeface="+mj-ea"/>
              </a:rPr>
              <a:t>Servlet</a:t>
            </a:r>
            <a:r>
              <a:rPr lang="zh-TW" altLang="en-US">
                <a:latin typeface="Consolas" panose="020B0609020204030204" pitchFamily="49" charset="0"/>
                <a:ea typeface="+mj-ea"/>
              </a:rPr>
              <a:t>的</a:t>
            </a:r>
            <a:r>
              <a:rPr lang="en-US" altLang="zh-TW">
                <a:latin typeface="Consolas" panose="020B0609020204030204" pitchFamily="49" charset="0"/>
                <a:ea typeface="+mj-ea"/>
              </a:rPr>
              <a:t>web.xml</a:t>
            </a:r>
            <a:r>
              <a:rPr lang="zh-TW" altLang="en-US">
                <a:latin typeface="Consolas" panose="020B0609020204030204" pitchFamily="49" charset="0"/>
                <a:ea typeface="+mj-ea"/>
              </a:rPr>
              <a:t>檔案，讓伺服器在啟動時就自動載入</a:t>
            </a:r>
            <a:r>
              <a:rPr lang="en-US" altLang="zh-TW">
                <a:latin typeface="Consolas" panose="020B0609020204030204" pitchFamily="49" charset="0"/>
                <a:ea typeface="+mj-ea"/>
              </a:rPr>
              <a:t>Servlet</a:t>
            </a:r>
            <a:r>
              <a:rPr lang="zh-TW" altLang="en-US">
                <a:latin typeface="Consolas" panose="020B0609020204030204" pitchFamily="49" charset="0"/>
                <a:ea typeface="+mj-ea"/>
              </a:rPr>
              <a:t>，並呼叫其</a:t>
            </a:r>
            <a:r>
              <a:rPr lang="en-US" altLang="zh-TW" err="1">
                <a:latin typeface="Consolas" panose="020B0609020204030204" pitchFamily="49" charset="0"/>
                <a:ea typeface="+mj-ea"/>
              </a:rPr>
              <a:t>init</a:t>
            </a:r>
            <a:r>
              <a:rPr lang="en-US" altLang="zh-TW">
                <a:latin typeface="Consolas" panose="020B0609020204030204" pitchFamily="49" charset="0"/>
                <a:ea typeface="+mj-ea"/>
              </a:rPr>
              <a:t>(</a:t>
            </a:r>
            <a:r>
              <a:rPr lang="zh-TW" altLang="en-US">
                <a:latin typeface="Consolas" panose="020B0609020204030204" pitchFamily="49" charset="0"/>
                <a:ea typeface="+mj-ea"/>
              </a:rPr>
              <a:t> </a:t>
            </a:r>
            <a:r>
              <a:rPr lang="en-US" altLang="zh-TW">
                <a:latin typeface="Consolas" panose="020B0609020204030204" pitchFamily="49" charset="0"/>
                <a:ea typeface="+mj-ea"/>
              </a:rPr>
              <a:t>)</a:t>
            </a:r>
            <a:r>
              <a:rPr lang="zh-TW" altLang="en-US">
                <a:latin typeface="Consolas" panose="020B0609020204030204" pitchFamily="49" charset="0"/>
                <a:ea typeface="+mj-ea"/>
              </a:rPr>
              <a:t>的方法</a:t>
            </a:r>
            <a:endParaRPr lang="en-US" altLang="zh-TW">
              <a:latin typeface="Consolas" panose="020B0609020204030204" pitchFamily="49" charset="0"/>
              <a:ea typeface="+mj-ea"/>
            </a:endParaRPr>
          </a:p>
          <a:p>
            <a:endParaRPr lang="en-US" altLang="zh-TW" sz="2300">
              <a:latin typeface="Consolas" panose="020B0609020204030204" pitchFamily="49" charset="0"/>
              <a:ea typeface="+mj-ea"/>
            </a:endParaRPr>
          </a:p>
        </p:txBody>
      </p:sp>
      <p:sp>
        <p:nvSpPr>
          <p:cNvPr id="7" name="文字方塊 6">
            <a:extLst>
              <a:ext uri="{FF2B5EF4-FFF2-40B4-BE49-F238E27FC236}">
                <a16:creationId xmlns:a16="http://schemas.microsoft.com/office/drawing/2014/main" id="{47363A30-BD47-4505-9B43-06FFB0C70D87}"/>
              </a:ext>
            </a:extLst>
          </p:cNvPr>
          <p:cNvSpPr txBox="1"/>
          <p:nvPr/>
        </p:nvSpPr>
        <p:spPr>
          <a:xfrm>
            <a:off x="284782" y="3946150"/>
            <a:ext cx="11622436" cy="2862322"/>
          </a:xfrm>
          <a:prstGeom prst="rect">
            <a:avLst/>
          </a:prstGeom>
          <a:noFill/>
        </p:spPr>
        <p:txBody>
          <a:bodyPr wrap="square">
            <a:spAutoFit/>
          </a:bodyPr>
          <a:lstStyle/>
          <a:p>
            <a:r>
              <a:rPr lang="en-US" altLang="zh-TW" sz="2000">
                <a:latin typeface="Consolas" panose="020B0609020204030204" pitchFamily="49" charset="0"/>
              </a:rPr>
              <a:t>	&lt;servlet&gt;</a:t>
            </a:r>
          </a:p>
          <a:p>
            <a:r>
              <a:rPr lang="en-US" altLang="zh-TW" sz="2000">
                <a:latin typeface="Consolas" panose="020B0609020204030204" pitchFamily="49" charset="0"/>
              </a:rPr>
              <a:t>		&lt;servlet-name&gt;</a:t>
            </a:r>
            <a:r>
              <a:rPr lang="en-US" altLang="zh-TW" sz="2000" err="1">
                <a:latin typeface="Consolas" panose="020B0609020204030204" pitchFamily="49" charset="0"/>
              </a:rPr>
              <a:t>LoadOnStartupTest</a:t>
            </a:r>
            <a:r>
              <a:rPr lang="en-US" altLang="zh-TW" sz="2000">
                <a:latin typeface="Consolas" panose="020B0609020204030204" pitchFamily="49" charset="0"/>
              </a:rPr>
              <a:t>&lt;/servlet-name&gt;</a:t>
            </a:r>
          </a:p>
          <a:p>
            <a:r>
              <a:rPr lang="en-US" altLang="zh-TW" sz="2000">
                <a:latin typeface="Consolas" panose="020B0609020204030204" pitchFamily="49" charset="0"/>
              </a:rPr>
              <a:t>		&lt;servlet-class&gt;</a:t>
            </a:r>
            <a:r>
              <a:rPr lang="en-US" altLang="zh-TW" sz="2000" err="1">
                <a:latin typeface="Consolas" panose="020B0609020204030204" pitchFamily="49" charset="0"/>
              </a:rPr>
              <a:t>pers.allen.servlet.TestServlet</a:t>
            </a:r>
            <a:r>
              <a:rPr lang="en-US" altLang="zh-TW" sz="2000">
                <a:latin typeface="Consolas" panose="020B0609020204030204" pitchFamily="49" charset="0"/>
              </a:rPr>
              <a:t>&lt;/servlet-class&gt;</a:t>
            </a:r>
          </a:p>
          <a:p>
            <a:r>
              <a:rPr lang="en-US" altLang="zh-TW" sz="2000">
                <a:solidFill>
                  <a:srgbClr val="FF0000"/>
                </a:solidFill>
                <a:latin typeface="Consolas" panose="020B0609020204030204" pitchFamily="49" charset="0"/>
              </a:rPr>
              <a:t>		&lt;load-on-startup&gt;10&lt;/load-on-startup&gt;</a:t>
            </a:r>
          </a:p>
          <a:p>
            <a:r>
              <a:rPr lang="en-US" altLang="zh-TW" sz="2000">
                <a:latin typeface="Consolas" panose="020B0609020204030204" pitchFamily="49" charset="0"/>
              </a:rPr>
              <a:t>	&lt;/servlet&gt;</a:t>
            </a:r>
          </a:p>
          <a:p>
            <a:endParaRPr lang="en-US" altLang="zh-TW" sz="1000">
              <a:latin typeface="Consolas" panose="020B0609020204030204" pitchFamily="49" charset="0"/>
            </a:endParaRPr>
          </a:p>
          <a:p>
            <a:r>
              <a:rPr lang="en-US" altLang="zh-TW" sz="2000">
                <a:latin typeface="+mj-ea"/>
                <a:ea typeface="+mj-ea"/>
              </a:rPr>
              <a:t>					</a:t>
            </a:r>
            <a:endParaRPr lang="en-US" altLang="zh-TW" sz="3000">
              <a:latin typeface="+mj-ea"/>
              <a:ea typeface="+mj-ea"/>
            </a:endParaRPr>
          </a:p>
          <a:p>
            <a:endParaRPr lang="en-US" altLang="zh-TW" sz="1000">
              <a:latin typeface="Consolas" panose="020B0609020204030204" pitchFamily="49" charset="0"/>
            </a:endParaRPr>
          </a:p>
          <a:p>
            <a:endParaRPr lang="en-US" altLang="zh-TW" sz="1000">
              <a:latin typeface="Consolas" panose="020B0609020204030204" pitchFamily="49" charset="0"/>
            </a:endParaRPr>
          </a:p>
          <a:p>
            <a:endParaRPr lang="en-US" altLang="zh-TW" sz="1000">
              <a:latin typeface="Consolas" panose="020B0609020204030204" pitchFamily="49" charset="0"/>
            </a:endParaRPr>
          </a:p>
          <a:p>
            <a:r>
              <a:rPr lang="en-US" altLang="zh-TW" sz="2000">
                <a:latin typeface="Consolas" panose="020B0609020204030204" pitchFamily="49" charset="0"/>
              </a:rPr>
              <a:t>	@WebServlet(urlPatterns = “/</a:t>
            </a:r>
            <a:r>
              <a:rPr lang="en-US" altLang="zh-TW" sz="2000" err="1">
                <a:latin typeface="Consolas" panose="020B0609020204030204" pitchFamily="49" charset="0"/>
              </a:rPr>
              <a:t>mySerlvet</a:t>
            </a:r>
            <a:r>
              <a:rPr lang="en-US" altLang="zh-TW" sz="2000">
                <a:latin typeface="Consolas" panose="020B0609020204030204" pitchFamily="49" charset="0"/>
              </a:rPr>
              <a:t>",</a:t>
            </a:r>
            <a:r>
              <a:rPr lang="en-US" altLang="zh-TW" sz="2000" err="1">
                <a:solidFill>
                  <a:srgbClr val="FF0000"/>
                </a:solidFill>
                <a:latin typeface="Consolas" panose="020B0609020204030204" pitchFamily="49" charset="0"/>
              </a:rPr>
              <a:t>loadOnStartup</a:t>
            </a:r>
            <a:r>
              <a:rPr lang="en-US" altLang="zh-TW" sz="2000">
                <a:solidFill>
                  <a:srgbClr val="FF0000"/>
                </a:solidFill>
                <a:latin typeface="Consolas" panose="020B0609020204030204" pitchFamily="49" charset="0"/>
              </a:rPr>
              <a:t> = 10</a:t>
            </a:r>
            <a:r>
              <a:rPr lang="en-US" altLang="zh-TW" sz="2000">
                <a:latin typeface="Consolas" panose="020B0609020204030204" pitchFamily="49" charset="0"/>
              </a:rPr>
              <a:t>)</a:t>
            </a:r>
          </a:p>
        </p:txBody>
      </p:sp>
      <p:cxnSp>
        <p:nvCxnSpPr>
          <p:cNvPr id="8" name="直線單箭頭接點 7">
            <a:extLst>
              <a:ext uri="{FF2B5EF4-FFF2-40B4-BE49-F238E27FC236}">
                <a16:creationId xmlns:a16="http://schemas.microsoft.com/office/drawing/2014/main" id="{7C532C6C-06C1-41DD-8473-9A3C3A3DC41B}"/>
              </a:ext>
            </a:extLst>
          </p:cNvPr>
          <p:cNvCxnSpPr/>
          <p:nvPr/>
        </p:nvCxnSpPr>
        <p:spPr>
          <a:xfrm>
            <a:off x="3920247" y="5184843"/>
            <a:ext cx="1517515" cy="4766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文字方塊 10">
            <a:extLst>
              <a:ext uri="{FF2B5EF4-FFF2-40B4-BE49-F238E27FC236}">
                <a16:creationId xmlns:a16="http://schemas.microsoft.com/office/drawing/2014/main" id="{9486640B-AC97-4964-86C0-9A551F5E3E9C}"/>
              </a:ext>
            </a:extLst>
          </p:cNvPr>
          <p:cNvSpPr txBox="1"/>
          <p:nvPr/>
        </p:nvSpPr>
        <p:spPr>
          <a:xfrm>
            <a:off x="5535039" y="5454255"/>
            <a:ext cx="5776089"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zh-TW" altLang="en-US">
                <a:latin typeface="+mj-ea"/>
                <a:ea typeface="+mj-ea"/>
              </a:rPr>
              <a:t>數字越小，執行優先度越高，最小為</a:t>
            </a:r>
            <a:r>
              <a:rPr lang="en-US" altLang="zh-TW">
                <a:latin typeface="+mj-ea"/>
                <a:ea typeface="+mj-ea"/>
              </a:rPr>
              <a:t>0</a:t>
            </a:r>
            <a:r>
              <a:rPr lang="zh-TW" altLang="en-US">
                <a:latin typeface="+mj-ea"/>
                <a:ea typeface="+mj-ea"/>
              </a:rPr>
              <a:t>；為負值時無效</a:t>
            </a:r>
          </a:p>
        </p:txBody>
      </p:sp>
      <p:sp>
        <p:nvSpPr>
          <p:cNvPr id="12" name="文字方塊 11">
            <a:extLst>
              <a:ext uri="{FF2B5EF4-FFF2-40B4-BE49-F238E27FC236}">
                <a16:creationId xmlns:a16="http://schemas.microsoft.com/office/drawing/2014/main" id="{B5079FCE-CD34-4AC2-8693-23901E4320CE}"/>
              </a:ext>
            </a:extLst>
          </p:cNvPr>
          <p:cNvSpPr txBox="1"/>
          <p:nvPr/>
        </p:nvSpPr>
        <p:spPr>
          <a:xfrm>
            <a:off x="796461" y="5925546"/>
            <a:ext cx="2394212"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zh-TW" altLang="en-US">
                <a:latin typeface="Consolas" panose="020B0609020204030204" pitchFamily="49" charset="0"/>
                <a:ea typeface="+mj-ea"/>
              </a:rPr>
              <a:t>或者</a:t>
            </a:r>
            <a:r>
              <a:rPr lang="en-US" altLang="zh-TW">
                <a:latin typeface="Consolas" panose="020B0609020204030204" pitchFamily="49" charset="0"/>
                <a:ea typeface="+mj-ea"/>
              </a:rPr>
              <a:t>annotation</a:t>
            </a:r>
            <a:r>
              <a:rPr lang="zh-TW" altLang="en-US">
                <a:latin typeface="Consolas" panose="020B0609020204030204" pitchFamily="49" charset="0"/>
                <a:ea typeface="+mj-ea"/>
              </a:rPr>
              <a:t>寫法</a:t>
            </a:r>
          </a:p>
        </p:txBody>
      </p:sp>
    </p:spTree>
    <p:extLst>
      <p:ext uri="{BB962C8B-B14F-4D97-AF65-F5344CB8AC3E}">
        <p14:creationId xmlns:p14="http://schemas.microsoft.com/office/powerpoint/2010/main" val="29858873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77F1DACB-6046-4678-96DE-3779E80A34D4}"/>
              </a:ext>
            </a:extLst>
          </p:cNvPr>
          <p:cNvSpPr>
            <a:spLocks noGrp="1"/>
          </p:cNvSpPr>
          <p:nvPr>
            <p:ph type="sldNum" sz="quarter" idx="12"/>
          </p:nvPr>
        </p:nvSpPr>
        <p:spPr/>
        <p:txBody>
          <a:bodyPr/>
          <a:lstStyle/>
          <a:p>
            <a:fld id="{B521127C-0C56-461F-B517-0D483F216F7D}" type="slidenum">
              <a:rPr lang="zh-TW" altLang="en-US" smtClean="0">
                <a:latin typeface="Consolas" panose="020B0609020204030204" pitchFamily="49" charset="0"/>
                <a:ea typeface="+mj-ea"/>
              </a:rPr>
              <a:t>48</a:t>
            </a:fld>
            <a:endParaRPr lang="zh-TW" altLang="en-US">
              <a:latin typeface="Consolas" panose="020B0609020204030204" pitchFamily="49" charset="0"/>
              <a:ea typeface="+mj-ea"/>
            </a:endParaRPr>
          </a:p>
        </p:txBody>
      </p:sp>
      <p:sp>
        <p:nvSpPr>
          <p:cNvPr id="5" name="內容版面配置區 2">
            <a:extLst>
              <a:ext uri="{FF2B5EF4-FFF2-40B4-BE49-F238E27FC236}">
                <a16:creationId xmlns:a16="http://schemas.microsoft.com/office/drawing/2014/main" id="{3680DB7D-A761-4AFC-8D12-3714E56D5D48}"/>
              </a:ext>
            </a:extLst>
          </p:cNvPr>
          <p:cNvSpPr>
            <a:spLocks noGrp="1"/>
          </p:cNvSpPr>
          <p:nvPr>
            <p:ph idx="1"/>
          </p:nvPr>
        </p:nvSpPr>
        <p:spPr>
          <a:xfrm>
            <a:off x="178858" y="138352"/>
            <a:ext cx="11859171" cy="2765104"/>
          </a:xfrm>
        </p:spPr>
        <p:txBody>
          <a:bodyPr>
            <a:noAutofit/>
          </a:bodyPr>
          <a:lstStyle/>
          <a:p>
            <a:pPr marL="0" indent="0">
              <a:buNone/>
            </a:pPr>
            <a:r>
              <a:rPr lang="en-US" altLang="zh-TW" sz="3600">
                <a:latin typeface="Consolas" panose="020B0609020204030204" pitchFamily="49" charset="0"/>
                <a:ea typeface="+mj-ea"/>
              </a:rPr>
              <a:t>Init Parameter (</a:t>
            </a:r>
            <a:r>
              <a:rPr lang="zh-TW" altLang="en-US" sz="3600">
                <a:latin typeface="Consolas" panose="020B0609020204030204" pitchFamily="49" charset="0"/>
                <a:ea typeface="+mj-ea"/>
              </a:rPr>
              <a:t>初始參數</a:t>
            </a:r>
            <a:r>
              <a:rPr lang="en-US" altLang="zh-TW" sz="3600">
                <a:latin typeface="Consolas" panose="020B0609020204030204" pitchFamily="49" charset="0"/>
                <a:ea typeface="+mj-ea"/>
              </a:rPr>
              <a:t>)</a:t>
            </a:r>
            <a:endParaRPr lang="en-US" altLang="zh-TW" sz="3500">
              <a:latin typeface="Consolas" panose="020B0609020204030204" pitchFamily="49" charset="0"/>
              <a:ea typeface="+mj-ea"/>
            </a:endParaRPr>
          </a:p>
          <a:p>
            <a:pPr marL="0" indent="0">
              <a:buNone/>
            </a:pPr>
            <a:r>
              <a:rPr lang="zh-TW" altLang="en-US" sz="2500">
                <a:latin typeface="Consolas" panose="020B0609020204030204" pitchFamily="49" charset="0"/>
                <a:ea typeface="+mj-ea"/>
              </a:rPr>
              <a:t>經由設定</a:t>
            </a:r>
            <a:r>
              <a:rPr lang="en-US" altLang="zh-TW" sz="2500">
                <a:latin typeface="Consolas" panose="020B0609020204030204" pitchFamily="49" charset="0"/>
                <a:ea typeface="+mj-ea"/>
              </a:rPr>
              <a:t>Servlet</a:t>
            </a:r>
            <a:r>
              <a:rPr lang="zh-TW" altLang="en-US" sz="2500">
                <a:latin typeface="Consolas" panose="020B0609020204030204" pitchFamily="49" charset="0"/>
                <a:ea typeface="+mj-ea"/>
              </a:rPr>
              <a:t>的</a:t>
            </a:r>
            <a:r>
              <a:rPr lang="en-US" altLang="zh-TW" sz="2500">
                <a:latin typeface="Consolas" panose="020B0609020204030204" pitchFamily="49" charset="0"/>
                <a:ea typeface="+mj-ea"/>
              </a:rPr>
              <a:t>web.xml</a:t>
            </a:r>
            <a:r>
              <a:rPr lang="zh-TW" altLang="en-US" sz="2500">
                <a:latin typeface="Consolas" panose="020B0609020204030204" pitchFamily="49" charset="0"/>
                <a:ea typeface="+mj-ea"/>
              </a:rPr>
              <a:t>檔案，讓伺服器在啟動時就自動載入</a:t>
            </a:r>
            <a:r>
              <a:rPr lang="en-US" altLang="zh-TW" sz="2500">
                <a:latin typeface="Consolas" panose="020B0609020204030204" pitchFamily="49" charset="0"/>
                <a:ea typeface="+mj-ea"/>
              </a:rPr>
              <a:t>Servlet</a:t>
            </a:r>
            <a:r>
              <a:rPr lang="zh-TW" altLang="en-US" sz="2500">
                <a:latin typeface="Consolas" panose="020B0609020204030204" pitchFamily="49" charset="0"/>
                <a:ea typeface="+mj-ea"/>
              </a:rPr>
              <a:t>，並呼叫其</a:t>
            </a:r>
            <a:r>
              <a:rPr lang="en-US" altLang="zh-TW" sz="2500" err="1">
                <a:latin typeface="Consolas" panose="020B0609020204030204" pitchFamily="49" charset="0"/>
                <a:ea typeface="+mj-ea"/>
              </a:rPr>
              <a:t>init</a:t>
            </a:r>
            <a:r>
              <a:rPr lang="en-US" altLang="zh-TW" sz="2500">
                <a:latin typeface="Consolas" panose="020B0609020204030204" pitchFamily="49" charset="0"/>
                <a:ea typeface="+mj-ea"/>
              </a:rPr>
              <a:t>(</a:t>
            </a:r>
            <a:r>
              <a:rPr lang="zh-TW" altLang="en-US" sz="2500">
                <a:latin typeface="Consolas" panose="020B0609020204030204" pitchFamily="49" charset="0"/>
                <a:ea typeface="+mj-ea"/>
              </a:rPr>
              <a:t> </a:t>
            </a:r>
            <a:r>
              <a:rPr lang="en-US" altLang="zh-TW" sz="2500">
                <a:latin typeface="Consolas" panose="020B0609020204030204" pitchFamily="49" charset="0"/>
                <a:ea typeface="+mj-ea"/>
              </a:rPr>
              <a:t>)</a:t>
            </a:r>
            <a:r>
              <a:rPr lang="zh-TW" altLang="en-US" sz="2500">
                <a:latin typeface="Consolas" panose="020B0609020204030204" pitchFamily="49" charset="0"/>
                <a:ea typeface="+mj-ea"/>
              </a:rPr>
              <a:t>的方法</a:t>
            </a:r>
            <a:endParaRPr lang="en-US" altLang="zh-TW" sz="2500">
              <a:latin typeface="Consolas" panose="020B0609020204030204" pitchFamily="49" charset="0"/>
              <a:ea typeface="+mj-ea"/>
            </a:endParaRPr>
          </a:p>
          <a:p>
            <a:endParaRPr lang="en-US" altLang="zh-TW" sz="2300">
              <a:latin typeface="Consolas" panose="020B0609020204030204" pitchFamily="49" charset="0"/>
              <a:ea typeface="+mj-ea"/>
            </a:endParaRPr>
          </a:p>
        </p:txBody>
      </p:sp>
      <p:sp>
        <p:nvSpPr>
          <p:cNvPr id="9" name="文字方塊 8">
            <a:extLst>
              <a:ext uri="{FF2B5EF4-FFF2-40B4-BE49-F238E27FC236}">
                <a16:creationId xmlns:a16="http://schemas.microsoft.com/office/drawing/2014/main" id="{8B9AC8EA-E805-424E-8D61-1AF441AAA0BC}"/>
              </a:ext>
            </a:extLst>
          </p:cNvPr>
          <p:cNvSpPr txBox="1"/>
          <p:nvPr/>
        </p:nvSpPr>
        <p:spPr>
          <a:xfrm>
            <a:off x="153971" y="1664242"/>
            <a:ext cx="11622436" cy="3785652"/>
          </a:xfrm>
          <a:prstGeom prst="rect">
            <a:avLst/>
          </a:prstGeom>
          <a:noFill/>
        </p:spPr>
        <p:txBody>
          <a:bodyPr wrap="square">
            <a:spAutoFit/>
          </a:bodyPr>
          <a:lstStyle/>
          <a:p>
            <a:r>
              <a:rPr lang="en-US" altLang="zh-TW" sz="2000">
                <a:latin typeface="Consolas" panose="020B0609020204030204" pitchFamily="49" charset="0"/>
              </a:rPr>
              <a:t>	&lt;servlet&gt;</a:t>
            </a:r>
          </a:p>
          <a:p>
            <a:r>
              <a:rPr lang="en-US" altLang="zh-TW" sz="2000">
                <a:latin typeface="Consolas" panose="020B0609020204030204" pitchFamily="49" charset="0"/>
              </a:rPr>
              <a:t>		&lt;servlet-name&gt;</a:t>
            </a:r>
            <a:r>
              <a:rPr lang="en-US" altLang="zh-TW" sz="2000" err="1">
                <a:latin typeface="Consolas" panose="020B0609020204030204" pitchFamily="49" charset="0"/>
              </a:rPr>
              <a:t>InitParameter</a:t>
            </a:r>
            <a:r>
              <a:rPr lang="en-US" altLang="zh-TW" sz="2000">
                <a:latin typeface="Consolas" panose="020B0609020204030204" pitchFamily="49" charset="0"/>
              </a:rPr>
              <a:t>&lt;/servlet-name&gt;</a:t>
            </a:r>
          </a:p>
          <a:p>
            <a:r>
              <a:rPr lang="en-US" altLang="zh-TW" sz="2000">
                <a:latin typeface="Consolas" panose="020B0609020204030204" pitchFamily="49" charset="0"/>
              </a:rPr>
              <a:t>		&lt;servlet-class&gt;</a:t>
            </a:r>
            <a:r>
              <a:rPr lang="en-US" altLang="zh-TW" sz="2000" err="1">
                <a:latin typeface="Consolas" panose="020B0609020204030204" pitchFamily="49" charset="0"/>
              </a:rPr>
              <a:t>pers.allen.servlet.TestServlet</a:t>
            </a:r>
            <a:r>
              <a:rPr lang="en-US" altLang="zh-TW" sz="2000">
                <a:latin typeface="Consolas" panose="020B0609020204030204" pitchFamily="49" charset="0"/>
              </a:rPr>
              <a:t>&lt;/servlet-class&gt;</a:t>
            </a:r>
          </a:p>
          <a:p>
            <a:r>
              <a:rPr lang="en-US" altLang="zh-TW" sz="2000">
                <a:solidFill>
                  <a:srgbClr val="FF0000"/>
                </a:solidFill>
                <a:latin typeface="Consolas" panose="020B0609020204030204" pitchFamily="49" charset="0"/>
              </a:rPr>
              <a:t>		&lt;</a:t>
            </a:r>
            <a:r>
              <a:rPr lang="en-US" altLang="zh-TW" sz="2000" err="1">
                <a:solidFill>
                  <a:srgbClr val="FF0000"/>
                </a:solidFill>
                <a:latin typeface="Consolas" panose="020B0609020204030204" pitchFamily="49" charset="0"/>
              </a:rPr>
              <a:t>init</a:t>
            </a:r>
            <a:r>
              <a:rPr lang="en-US" altLang="zh-TW" sz="2000">
                <a:solidFill>
                  <a:srgbClr val="FF0000"/>
                </a:solidFill>
                <a:latin typeface="Consolas" panose="020B0609020204030204" pitchFamily="49" charset="0"/>
              </a:rPr>
              <a:t>-param&gt;</a:t>
            </a:r>
          </a:p>
          <a:p>
            <a:r>
              <a:rPr lang="en-US" altLang="zh-TW" sz="2000">
                <a:solidFill>
                  <a:srgbClr val="FF0000"/>
                </a:solidFill>
                <a:latin typeface="Consolas" panose="020B0609020204030204" pitchFamily="49" charset="0"/>
              </a:rPr>
              <a:t>			&lt;param-name&gt;</a:t>
            </a:r>
            <a:r>
              <a:rPr lang="en-US" altLang="zh-TW" sz="2000" err="1">
                <a:solidFill>
                  <a:srgbClr val="FF0000"/>
                </a:solidFill>
                <a:latin typeface="Consolas" panose="020B0609020204030204" pitchFamily="49" charset="0"/>
              </a:rPr>
              <a:t>MyAge</a:t>
            </a:r>
            <a:r>
              <a:rPr lang="en-US" altLang="zh-TW" sz="2000">
                <a:solidFill>
                  <a:srgbClr val="FF0000"/>
                </a:solidFill>
                <a:latin typeface="Consolas" panose="020B0609020204030204" pitchFamily="49" charset="0"/>
              </a:rPr>
              <a:t>&lt;/param-name&gt;</a:t>
            </a:r>
          </a:p>
          <a:p>
            <a:r>
              <a:rPr lang="en-US" altLang="zh-TW" sz="2000">
                <a:solidFill>
                  <a:srgbClr val="FF0000"/>
                </a:solidFill>
                <a:latin typeface="Consolas" panose="020B0609020204030204" pitchFamily="49" charset="0"/>
              </a:rPr>
              <a:t>			&lt;param-value&gt;18&lt;/param-value&gt;</a:t>
            </a:r>
          </a:p>
          <a:p>
            <a:r>
              <a:rPr lang="en-US" altLang="zh-TW" sz="2000">
                <a:solidFill>
                  <a:srgbClr val="FF0000"/>
                </a:solidFill>
                <a:latin typeface="Consolas" panose="020B0609020204030204" pitchFamily="49" charset="0"/>
              </a:rPr>
              <a:t>		&lt;/</a:t>
            </a:r>
            <a:r>
              <a:rPr lang="en-US" altLang="zh-TW" sz="2000" err="1">
                <a:solidFill>
                  <a:srgbClr val="FF0000"/>
                </a:solidFill>
                <a:latin typeface="Consolas" panose="020B0609020204030204" pitchFamily="49" charset="0"/>
              </a:rPr>
              <a:t>init</a:t>
            </a:r>
            <a:r>
              <a:rPr lang="en-US" altLang="zh-TW" sz="2000">
                <a:solidFill>
                  <a:srgbClr val="FF0000"/>
                </a:solidFill>
                <a:latin typeface="Consolas" panose="020B0609020204030204" pitchFamily="49" charset="0"/>
              </a:rPr>
              <a:t>-param&gt;</a:t>
            </a:r>
          </a:p>
          <a:p>
            <a:r>
              <a:rPr lang="en-US" altLang="zh-TW" sz="2000">
                <a:latin typeface="Consolas" panose="020B0609020204030204" pitchFamily="49" charset="0"/>
              </a:rPr>
              <a:t>	&lt;/servlet&gt;</a:t>
            </a:r>
          </a:p>
          <a:p>
            <a:r>
              <a:rPr lang="en-US" altLang="zh-TW" sz="2000">
                <a:latin typeface="Consolas" panose="020B0609020204030204" pitchFamily="49" charset="0"/>
              </a:rPr>
              <a:t>					</a:t>
            </a:r>
          </a:p>
          <a:p>
            <a:pPr lvl="1"/>
            <a:r>
              <a:rPr lang="sv-SE" altLang="zh-TW" sz="2000">
                <a:latin typeface="Consolas" panose="020B0609020204030204" pitchFamily="49" charset="0"/>
              </a:rPr>
              <a:t>@WebServlet(urlPatterns = "mySerlvet",</a:t>
            </a:r>
          </a:p>
          <a:p>
            <a:pPr lvl="1"/>
            <a:r>
              <a:rPr lang="sv-SE" altLang="zh-TW" sz="2000">
                <a:solidFill>
                  <a:srgbClr val="FF0000"/>
                </a:solidFill>
                <a:latin typeface="Consolas" panose="020B0609020204030204" pitchFamily="49" charset="0"/>
              </a:rPr>
              <a:t>initParams</a:t>
            </a:r>
            <a:r>
              <a:rPr lang="sv-SE" altLang="zh-TW" sz="2000">
                <a:latin typeface="Consolas" panose="020B0609020204030204" pitchFamily="49" charset="0"/>
              </a:rPr>
              <a:t> = </a:t>
            </a:r>
            <a:r>
              <a:rPr lang="sv-SE" altLang="zh-TW" sz="2000" i="1">
                <a:solidFill>
                  <a:srgbClr val="A0A0A0"/>
                </a:solidFill>
                <a:latin typeface="Consolas" panose="020B0609020204030204" pitchFamily="49" charset="0"/>
              </a:rPr>
              <a:t>@WebInitParam</a:t>
            </a:r>
            <a:r>
              <a:rPr lang="sv-SE" altLang="zh-TW" sz="2000">
                <a:latin typeface="Consolas" panose="020B0609020204030204" pitchFamily="49" charset="0"/>
              </a:rPr>
              <a:t>(</a:t>
            </a:r>
            <a:r>
              <a:rPr lang="sv-SE" altLang="zh-TW" sz="2000">
                <a:solidFill>
                  <a:srgbClr val="FF0000"/>
                </a:solidFill>
                <a:latin typeface="Consolas" panose="020B0609020204030204" pitchFamily="49" charset="0"/>
              </a:rPr>
              <a:t>name</a:t>
            </a:r>
            <a:r>
              <a:rPr lang="sv-SE" altLang="zh-TW" sz="2000">
                <a:latin typeface="Consolas" panose="020B0609020204030204" pitchFamily="49" charset="0"/>
              </a:rPr>
              <a:t>="</a:t>
            </a:r>
            <a:r>
              <a:rPr lang="sv-SE" altLang="zh-TW" sz="2000">
                <a:solidFill>
                  <a:srgbClr val="20C6A3"/>
                </a:solidFill>
                <a:latin typeface="Consolas" panose="020B0609020204030204" pitchFamily="49" charset="0"/>
              </a:rPr>
              <a:t>MyAge</a:t>
            </a:r>
            <a:r>
              <a:rPr lang="sv-SE" altLang="zh-TW" sz="2000">
                <a:latin typeface="Consolas" panose="020B0609020204030204" pitchFamily="49" charset="0"/>
              </a:rPr>
              <a:t>",</a:t>
            </a:r>
            <a:r>
              <a:rPr lang="sv-SE" altLang="zh-TW" sz="2000">
                <a:solidFill>
                  <a:srgbClr val="FF0000"/>
                </a:solidFill>
                <a:latin typeface="Consolas" panose="020B0609020204030204" pitchFamily="49" charset="0"/>
              </a:rPr>
              <a:t>value</a:t>
            </a:r>
            <a:r>
              <a:rPr lang="sv-SE" altLang="zh-TW" sz="2000">
                <a:latin typeface="Consolas" panose="020B0609020204030204" pitchFamily="49" charset="0"/>
              </a:rPr>
              <a:t> = "</a:t>
            </a:r>
            <a:r>
              <a:rPr lang="sv-SE" altLang="zh-TW" sz="2000">
                <a:solidFill>
                  <a:srgbClr val="20C6A3"/>
                </a:solidFill>
                <a:latin typeface="Consolas" panose="020B0609020204030204" pitchFamily="49" charset="0"/>
              </a:rPr>
              <a:t>18</a:t>
            </a:r>
            <a:r>
              <a:rPr lang="sv-SE" altLang="zh-TW" sz="2000">
                <a:latin typeface="Consolas" panose="020B0609020204030204" pitchFamily="49" charset="0"/>
              </a:rPr>
              <a:t>") )</a:t>
            </a:r>
          </a:p>
          <a:p>
            <a:endParaRPr lang="en-US" altLang="zh-TW" sz="2000">
              <a:latin typeface="Consolas" panose="020B0609020204030204" pitchFamily="49" charset="0"/>
            </a:endParaRPr>
          </a:p>
        </p:txBody>
      </p:sp>
      <p:sp>
        <p:nvSpPr>
          <p:cNvPr id="16" name="文字方塊 15">
            <a:extLst>
              <a:ext uri="{FF2B5EF4-FFF2-40B4-BE49-F238E27FC236}">
                <a16:creationId xmlns:a16="http://schemas.microsoft.com/office/drawing/2014/main" id="{BFA79B0C-0BED-4B95-8CE9-155BE876CA89}"/>
              </a:ext>
            </a:extLst>
          </p:cNvPr>
          <p:cNvSpPr txBox="1"/>
          <p:nvPr/>
        </p:nvSpPr>
        <p:spPr>
          <a:xfrm>
            <a:off x="5428034" y="5188933"/>
            <a:ext cx="5752283" cy="156966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zh-TW" sz="1200">
                <a:latin typeface="Consolas" panose="020B0609020204030204" pitchFamily="49" charset="0"/>
                <a:ea typeface="+mj-ea"/>
              </a:rPr>
              <a:t>【</a:t>
            </a:r>
            <a:r>
              <a:rPr lang="zh-TW" altLang="en-US" sz="1200">
                <a:latin typeface="Consolas" panose="020B0609020204030204" pitchFamily="49" charset="0"/>
                <a:ea typeface="+mj-ea"/>
              </a:rPr>
              <a:t>補充：系統參數</a:t>
            </a:r>
            <a:r>
              <a:rPr lang="en-US" altLang="zh-TW" sz="1200">
                <a:latin typeface="Consolas" panose="020B0609020204030204" pitchFamily="49" charset="0"/>
                <a:ea typeface="+mj-ea"/>
              </a:rPr>
              <a:t>xml</a:t>
            </a:r>
            <a:r>
              <a:rPr lang="zh-TW" altLang="en-US" sz="1200">
                <a:latin typeface="Consolas" panose="020B0609020204030204" pitchFamily="49" charset="0"/>
                <a:ea typeface="+mj-ea"/>
              </a:rPr>
              <a:t>設定法</a:t>
            </a:r>
            <a:r>
              <a:rPr lang="en-US" altLang="zh-TW" sz="1200">
                <a:latin typeface="Consolas" panose="020B0609020204030204" pitchFamily="49" charset="0"/>
                <a:ea typeface="+mj-ea"/>
              </a:rPr>
              <a:t>】</a:t>
            </a:r>
            <a:endParaRPr lang="pt-BR" altLang="zh-TW" sz="1200">
              <a:latin typeface="Consolas" panose="020B0609020204030204" pitchFamily="49" charset="0"/>
              <a:ea typeface="+mj-ea"/>
            </a:endParaRPr>
          </a:p>
          <a:p>
            <a:r>
              <a:rPr lang="pt-BR" altLang="zh-TW" sz="1200">
                <a:latin typeface="Consolas" panose="020B0609020204030204" pitchFamily="49" charset="0"/>
                <a:ea typeface="+mj-ea"/>
              </a:rPr>
              <a:t>	&lt;context-param&gt;</a:t>
            </a:r>
          </a:p>
          <a:p>
            <a:r>
              <a:rPr lang="pt-BR" altLang="zh-TW" sz="1200">
                <a:latin typeface="Consolas" panose="020B0609020204030204" pitchFamily="49" charset="0"/>
                <a:ea typeface="+mj-ea"/>
              </a:rPr>
              <a:t>		&lt;param-name&gt;MyAge&lt;/param-name&gt;</a:t>
            </a:r>
          </a:p>
          <a:p>
            <a:r>
              <a:rPr lang="pt-BR" altLang="zh-TW" sz="1200">
                <a:latin typeface="Consolas" panose="020B0609020204030204" pitchFamily="49" charset="0"/>
                <a:ea typeface="+mj-ea"/>
              </a:rPr>
              <a:t>		&lt;param-value&gt;18&lt;/param-value&gt;</a:t>
            </a:r>
          </a:p>
          <a:p>
            <a:r>
              <a:rPr lang="pt-BR" altLang="zh-TW" sz="1200">
                <a:latin typeface="Consolas" panose="020B0609020204030204" pitchFamily="49" charset="0"/>
                <a:ea typeface="+mj-ea"/>
              </a:rPr>
              <a:t>	&lt;/context-param&gt;</a:t>
            </a:r>
          </a:p>
          <a:p>
            <a:r>
              <a:rPr lang="en-US" altLang="zh-TW" sz="1200">
                <a:latin typeface="Consolas" panose="020B0609020204030204" pitchFamily="49" charset="0"/>
                <a:ea typeface="+mj-ea"/>
              </a:rPr>
              <a:t>【</a:t>
            </a:r>
            <a:r>
              <a:rPr lang="zh-TW" altLang="en-US" sz="1200">
                <a:latin typeface="Consolas" panose="020B0609020204030204" pitchFamily="49" charset="0"/>
                <a:ea typeface="+mj-ea"/>
              </a:rPr>
              <a:t>取法</a:t>
            </a:r>
            <a:r>
              <a:rPr lang="en-US" altLang="zh-TW" sz="1200">
                <a:latin typeface="Consolas" panose="020B0609020204030204" pitchFamily="49" charset="0"/>
                <a:ea typeface="+mj-ea"/>
              </a:rPr>
              <a:t>】</a:t>
            </a:r>
          </a:p>
          <a:p>
            <a:pPr lvl="1"/>
            <a:r>
              <a:rPr lang="zh-TW" altLang="en-US" sz="1200">
                <a:latin typeface="Consolas" panose="020B0609020204030204" pitchFamily="49" charset="0"/>
                <a:ea typeface="+mj-ea"/>
              </a:rPr>
              <a:t>於</a:t>
            </a:r>
            <a:r>
              <a:rPr lang="en-US" altLang="zh-TW" sz="1200">
                <a:latin typeface="Consolas" panose="020B0609020204030204" pitchFamily="49" charset="0"/>
                <a:ea typeface="+mj-ea"/>
              </a:rPr>
              <a:t>Servlet</a:t>
            </a:r>
            <a:r>
              <a:rPr lang="zh-TW" altLang="en-US" sz="1200">
                <a:latin typeface="Consolas" panose="020B0609020204030204" pitchFamily="49" charset="0"/>
                <a:ea typeface="+mj-ea"/>
              </a:rPr>
              <a:t>中，先使用</a:t>
            </a:r>
            <a:r>
              <a:rPr lang="en-US" altLang="zh-TW" sz="1200">
                <a:latin typeface="Consolas" panose="020B0609020204030204" pitchFamily="49" charset="0"/>
                <a:ea typeface="+mj-ea"/>
              </a:rPr>
              <a:t>getServletContext()</a:t>
            </a:r>
            <a:r>
              <a:rPr lang="zh-TW" altLang="en-US" sz="1200">
                <a:latin typeface="Consolas" panose="020B0609020204030204" pitchFamily="49" charset="0"/>
                <a:ea typeface="+mj-ea"/>
              </a:rPr>
              <a:t>取得</a:t>
            </a:r>
            <a:r>
              <a:rPr lang="en-US" altLang="zh-TW" sz="1200">
                <a:latin typeface="Consolas" panose="020B0609020204030204" pitchFamily="49" charset="0"/>
                <a:ea typeface="+mj-ea"/>
              </a:rPr>
              <a:t>context</a:t>
            </a:r>
            <a:r>
              <a:rPr lang="zh-TW" altLang="en-US" sz="1200">
                <a:latin typeface="Consolas" panose="020B0609020204030204" pitchFamily="49" charset="0"/>
                <a:ea typeface="+mj-ea"/>
              </a:rPr>
              <a:t>物件，再使用物件的</a:t>
            </a:r>
            <a:r>
              <a:rPr lang="en-US" altLang="zh-TW" sz="1200">
                <a:latin typeface="Consolas" panose="020B0609020204030204" pitchFamily="49" charset="0"/>
                <a:ea typeface="+mj-ea"/>
              </a:rPr>
              <a:t>getInitParameter()</a:t>
            </a:r>
            <a:r>
              <a:rPr lang="zh-TW" altLang="en-US" sz="1200">
                <a:latin typeface="Consolas" panose="020B0609020204030204" pitchFamily="49" charset="0"/>
                <a:ea typeface="+mj-ea"/>
              </a:rPr>
              <a:t>方法取值</a:t>
            </a:r>
            <a:endParaRPr lang="en-US" altLang="zh-TW" sz="1200">
              <a:latin typeface="Consolas" panose="020B0609020204030204" pitchFamily="49" charset="0"/>
              <a:ea typeface="+mj-ea"/>
            </a:endParaRPr>
          </a:p>
        </p:txBody>
      </p:sp>
      <p:sp>
        <p:nvSpPr>
          <p:cNvPr id="20" name="文字方塊 19">
            <a:extLst>
              <a:ext uri="{FF2B5EF4-FFF2-40B4-BE49-F238E27FC236}">
                <a16:creationId xmlns:a16="http://schemas.microsoft.com/office/drawing/2014/main" id="{88D4649F-2B0B-4C52-A4C7-34B03372E5F0}"/>
              </a:ext>
            </a:extLst>
          </p:cNvPr>
          <p:cNvSpPr txBox="1"/>
          <p:nvPr/>
        </p:nvSpPr>
        <p:spPr>
          <a:xfrm>
            <a:off x="7331315" y="3099456"/>
            <a:ext cx="4575903"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TW" altLang="en-US">
                <a:latin typeface="Consolas" panose="020B0609020204030204" pitchFamily="49" charset="0"/>
                <a:ea typeface="+mj-ea"/>
              </a:rPr>
              <a:t>可以在</a:t>
            </a:r>
            <a:r>
              <a:rPr lang="en-US" altLang="zh-TW">
                <a:latin typeface="Consolas" panose="020B0609020204030204" pitchFamily="49" charset="0"/>
                <a:ea typeface="+mj-ea"/>
              </a:rPr>
              <a:t>Servlet</a:t>
            </a:r>
            <a:r>
              <a:rPr lang="zh-TW" altLang="en-US">
                <a:latin typeface="Consolas" panose="020B0609020204030204" pitchFamily="49" charset="0"/>
                <a:ea typeface="+mj-ea"/>
              </a:rPr>
              <a:t>中使用</a:t>
            </a:r>
            <a:endParaRPr lang="en-US" altLang="zh-TW">
              <a:latin typeface="Consolas" panose="020B0609020204030204" pitchFamily="49" charset="0"/>
              <a:ea typeface="+mj-ea"/>
            </a:endParaRPr>
          </a:p>
          <a:p>
            <a:r>
              <a:rPr lang="en-US" altLang="zh-TW">
                <a:latin typeface="Consolas" panose="020B0609020204030204" pitchFamily="49" charset="0"/>
                <a:ea typeface="+mj-ea"/>
              </a:rPr>
              <a:t>getInitParameter("</a:t>
            </a:r>
            <a:r>
              <a:rPr lang="en-US" altLang="zh-TW" err="1">
                <a:latin typeface="Consolas" panose="020B0609020204030204" pitchFamily="49" charset="0"/>
                <a:ea typeface="+mj-ea"/>
              </a:rPr>
              <a:t>MyAge</a:t>
            </a:r>
            <a:r>
              <a:rPr lang="en-US" altLang="zh-TW">
                <a:latin typeface="Consolas" panose="020B0609020204030204" pitchFamily="49" charset="0"/>
                <a:ea typeface="+mj-ea"/>
              </a:rPr>
              <a:t>")</a:t>
            </a:r>
            <a:r>
              <a:rPr lang="zh-TW" altLang="en-US">
                <a:latin typeface="Consolas" panose="020B0609020204030204" pitchFamily="49" charset="0"/>
                <a:ea typeface="+mj-ea"/>
              </a:rPr>
              <a:t>取得參數值</a:t>
            </a:r>
          </a:p>
        </p:txBody>
      </p:sp>
      <p:cxnSp>
        <p:nvCxnSpPr>
          <p:cNvPr id="3" name="直線單箭頭接點 2">
            <a:extLst>
              <a:ext uri="{FF2B5EF4-FFF2-40B4-BE49-F238E27FC236}">
                <a16:creationId xmlns:a16="http://schemas.microsoft.com/office/drawing/2014/main" id="{A9996D6B-FD8F-427C-93FF-47EA7794793D}"/>
              </a:ext>
            </a:extLst>
          </p:cNvPr>
          <p:cNvCxnSpPr>
            <a:cxnSpLocks/>
            <a:endCxn id="20" idx="1"/>
          </p:cNvCxnSpPr>
          <p:nvPr/>
        </p:nvCxnSpPr>
        <p:spPr>
          <a:xfrm>
            <a:off x="5965189" y="3258766"/>
            <a:ext cx="1366126" cy="16385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文字方塊 9">
            <a:extLst>
              <a:ext uri="{FF2B5EF4-FFF2-40B4-BE49-F238E27FC236}">
                <a16:creationId xmlns:a16="http://schemas.microsoft.com/office/drawing/2014/main" id="{84BA1C89-95C5-4BEF-A2DE-5527B568D766}"/>
              </a:ext>
            </a:extLst>
          </p:cNvPr>
          <p:cNvSpPr txBox="1"/>
          <p:nvPr/>
        </p:nvSpPr>
        <p:spPr>
          <a:xfrm>
            <a:off x="2634988" y="4060129"/>
            <a:ext cx="2394212"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zh-TW" altLang="en-US">
                <a:latin typeface="Consolas" panose="020B0609020204030204" pitchFamily="49" charset="0"/>
                <a:ea typeface="+mj-ea"/>
              </a:rPr>
              <a:t>或者</a:t>
            </a:r>
            <a:r>
              <a:rPr lang="en-US" altLang="zh-TW">
                <a:latin typeface="Consolas" panose="020B0609020204030204" pitchFamily="49" charset="0"/>
                <a:ea typeface="+mj-ea"/>
              </a:rPr>
              <a:t>annotation</a:t>
            </a:r>
            <a:r>
              <a:rPr lang="zh-TW" altLang="en-US">
                <a:latin typeface="Consolas" panose="020B0609020204030204" pitchFamily="49" charset="0"/>
                <a:ea typeface="+mj-ea"/>
              </a:rPr>
              <a:t>寫法</a:t>
            </a:r>
          </a:p>
        </p:txBody>
      </p:sp>
      <p:sp>
        <p:nvSpPr>
          <p:cNvPr id="11" name="文字方塊 10">
            <a:extLst>
              <a:ext uri="{FF2B5EF4-FFF2-40B4-BE49-F238E27FC236}">
                <a16:creationId xmlns:a16="http://schemas.microsoft.com/office/drawing/2014/main" id="{49AD2F2F-73C3-4865-8832-ED8C385D9DDA}"/>
              </a:ext>
            </a:extLst>
          </p:cNvPr>
          <p:cNvSpPr txBox="1"/>
          <p:nvPr/>
        </p:nvSpPr>
        <p:spPr>
          <a:xfrm>
            <a:off x="3296470" y="1520904"/>
            <a:ext cx="1071249"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zh-TW">
                <a:latin typeface="Consolas" panose="020B0609020204030204" pitchFamily="49" charset="0"/>
                <a:ea typeface="+mj-ea"/>
              </a:rPr>
              <a:t>XML</a:t>
            </a:r>
            <a:r>
              <a:rPr lang="zh-TW" altLang="en-US">
                <a:latin typeface="Consolas" panose="020B0609020204030204" pitchFamily="49" charset="0"/>
                <a:ea typeface="+mj-ea"/>
              </a:rPr>
              <a:t>寫法</a:t>
            </a:r>
          </a:p>
        </p:txBody>
      </p:sp>
    </p:spTree>
    <p:extLst>
      <p:ext uri="{BB962C8B-B14F-4D97-AF65-F5344CB8AC3E}">
        <p14:creationId xmlns:p14="http://schemas.microsoft.com/office/powerpoint/2010/main" val="15637903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sz="half" idx="2"/>
          </p:nvPr>
        </p:nvSpPr>
        <p:spPr>
          <a:xfrm>
            <a:off x="8315325" y="1402465"/>
            <a:ext cx="3860800" cy="4791733"/>
          </a:xfrm>
        </p:spPr>
        <p:txBody>
          <a:bodyPr>
            <a:noAutofit/>
          </a:bodyPr>
          <a:lstStyle/>
          <a:p>
            <a:pPr algn="just"/>
            <a:r>
              <a:rPr lang="en-US" altLang="zh-TW" sz="1800" b="1">
                <a:latin typeface="Consolas" panose="020B0609020204030204" pitchFamily="49" charset="0"/>
                <a:ea typeface="+mj-ea"/>
              </a:rPr>
              <a:t>Servlet</a:t>
            </a:r>
            <a:r>
              <a:rPr lang="zh-TW" altLang="en-US" sz="1800" b="1">
                <a:latin typeface="Consolas" panose="020B0609020204030204" pitchFamily="49" charset="0"/>
                <a:ea typeface="+mj-ea"/>
              </a:rPr>
              <a:t>執行時，是處於一個多執行續的環境下。</a:t>
            </a:r>
            <a:endParaRPr lang="en-US" altLang="zh-TW" sz="1800" b="1">
              <a:latin typeface="Consolas" panose="020B0609020204030204" pitchFamily="49" charset="0"/>
              <a:ea typeface="+mj-ea"/>
            </a:endParaRPr>
          </a:p>
          <a:p>
            <a:pPr algn="just"/>
            <a:r>
              <a:rPr lang="zh-TW" altLang="en-US" sz="1800" b="1">
                <a:latin typeface="Consolas" panose="020B0609020204030204" pitchFamily="49" charset="0"/>
                <a:ea typeface="+mj-ea"/>
              </a:rPr>
              <a:t>如果</a:t>
            </a:r>
            <a:r>
              <a:rPr lang="en-US" altLang="zh-TW" sz="1800" b="1">
                <a:latin typeface="Consolas" panose="020B0609020204030204" pitchFamily="49" charset="0"/>
                <a:ea typeface="+mj-ea"/>
              </a:rPr>
              <a:t>Servlet</a:t>
            </a:r>
            <a:r>
              <a:rPr lang="zh-TW" altLang="en-US" sz="1800" b="1">
                <a:latin typeface="Consolas" panose="020B0609020204030204" pitchFamily="49" charset="0"/>
                <a:ea typeface="+mj-ea"/>
              </a:rPr>
              <a:t>中設有全域變數，則須注意資源共享的問題</a:t>
            </a:r>
            <a:r>
              <a:rPr lang="en-US" altLang="zh-TW" sz="1800" b="1">
                <a:latin typeface="Consolas" panose="020B0609020204030204" pitchFamily="49" charset="0"/>
                <a:ea typeface="+mj-ea"/>
              </a:rPr>
              <a:t>(</a:t>
            </a:r>
            <a:r>
              <a:rPr lang="zh-TW" altLang="en-US" sz="1800" b="1">
                <a:latin typeface="Consolas" panose="020B0609020204030204" pitchFamily="49" charset="0"/>
                <a:ea typeface="+mj-ea"/>
              </a:rPr>
              <a:t>不同使用者存取到同樣的變數</a:t>
            </a:r>
            <a:r>
              <a:rPr lang="en-US" altLang="zh-TW" sz="1800" b="1">
                <a:latin typeface="Consolas" panose="020B0609020204030204" pitchFamily="49" charset="0"/>
                <a:ea typeface="+mj-ea"/>
              </a:rPr>
              <a:t>)</a:t>
            </a:r>
            <a:r>
              <a:rPr lang="zh-TW" altLang="en-US" sz="1800" b="1">
                <a:latin typeface="Consolas" panose="020B0609020204030204" pitchFamily="49" charset="0"/>
                <a:ea typeface="+mj-ea"/>
              </a:rPr>
              <a:t>。</a:t>
            </a:r>
            <a:endParaRPr lang="en-US" altLang="zh-TW" sz="1800" b="1">
              <a:latin typeface="Consolas" panose="020B0609020204030204" pitchFamily="49" charset="0"/>
              <a:ea typeface="+mj-ea"/>
            </a:endParaRPr>
          </a:p>
          <a:p>
            <a:pPr algn="just"/>
            <a:r>
              <a:rPr lang="zh-TW" altLang="en-US" sz="1800" b="1">
                <a:latin typeface="Consolas" panose="020B0609020204030204" pitchFamily="49" charset="0"/>
                <a:ea typeface="+mj-ea"/>
              </a:rPr>
              <a:t>若無設有全域變數，基本上可忽略此節，有此概念即可。</a:t>
            </a:r>
            <a:endParaRPr lang="en-US" altLang="zh-TW" sz="1800" b="1">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DE0C7043-5B7F-4E55-B9C2-004C86B4F74C}"/>
              </a:ext>
            </a:extLst>
          </p:cNvPr>
          <p:cNvSpPr>
            <a:spLocks noGrp="1"/>
          </p:cNvSpPr>
          <p:nvPr>
            <p:ph type="sldNum" sz="quarter" idx="12"/>
          </p:nvPr>
        </p:nvSpPr>
        <p:spPr/>
        <p:txBody>
          <a:bodyPr/>
          <a:lstStyle/>
          <a:p>
            <a:fld id="{B521127C-0C56-461F-B517-0D483F216F7D}" type="slidenum">
              <a:rPr lang="zh-TW" altLang="en-US" smtClean="0"/>
              <a:t>49</a:t>
            </a:fld>
            <a:endParaRPr lang="zh-TW" altLang="en-US"/>
          </a:p>
        </p:txBody>
      </p:sp>
      <p:sp>
        <p:nvSpPr>
          <p:cNvPr id="9" name="矩形 8"/>
          <p:cNvSpPr/>
          <p:nvPr/>
        </p:nvSpPr>
        <p:spPr>
          <a:xfrm>
            <a:off x="8315325" y="529350"/>
            <a:ext cx="3860800" cy="480131"/>
          </a:xfrm>
          <a:prstGeom prst="rect">
            <a:avLst/>
          </a:prstGeom>
        </p:spPr>
        <p:txBody>
          <a:bodyPr wrap="square">
            <a:spAutoFit/>
          </a:bodyPr>
          <a:lstStyle/>
          <a:p>
            <a:pPr algn="ctr" defTabSz="914400">
              <a:lnSpc>
                <a:spcPct val="90000"/>
              </a:lnSpc>
              <a:spcBef>
                <a:spcPct val="0"/>
              </a:spcBef>
            </a:pPr>
            <a:r>
              <a:rPr lang="zh-TW" altLang="en-US" sz="2800" b="1">
                <a:latin typeface="+mj-lt"/>
                <a:ea typeface="+mj-ea"/>
                <a:cs typeface="+mj-cs"/>
              </a:rPr>
              <a:t>多執行緒環境</a:t>
            </a:r>
          </a:p>
        </p:txBody>
      </p:sp>
      <p:grpSp>
        <p:nvGrpSpPr>
          <p:cNvPr id="2" name="群組 1">
            <a:extLst>
              <a:ext uri="{FF2B5EF4-FFF2-40B4-BE49-F238E27FC236}">
                <a16:creationId xmlns:a16="http://schemas.microsoft.com/office/drawing/2014/main" id="{9674523A-9B41-432D-911F-DE22ED667C65}"/>
              </a:ext>
            </a:extLst>
          </p:cNvPr>
          <p:cNvGrpSpPr/>
          <p:nvPr/>
        </p:nvGrpSpPr>
        <p:grpSpPr>
          <a:xfrm>
            <a:off x="107004" y="1265699"/>
            <a:ext cx="7957226" cy="4072913"/>
            <a:chOff x="84245" y="1130329"/>
            <a:chExt cx="10477589" cy="5386387"/>
          </a:xfrm>
        </p:grpSpPr>
        <p:sp>
          <p:nvSpPr>
            <p:cNvPr id="48" name="矩形: 圓角 47">
              <a:extLst>
                <a:ext uri="{FF2B5EF4-FFF2-40B4-BE49-F238E27FC236}">
                  <a16:creationId xmlns:a16="http://schemas.microsoft.com/office/drawing/2014/main" id="{A1CAC551-0E5F-4D91-864B-37639199E2AD}"/>
                </a:ext>
              </a:extLst>
            </p:cNvPr>
            <p:cNvSpPr/>
            <p:nvPr/>
          </p:nvSpPr>
          <p:spPr>
            <a:xfrm>
              <a:off x="3575407" y="1867823"/>
              <a:ext cx="6986427" cy="3865857"/>
            </a:xfrm>
            <a:prstGeom prst="roundRect">
              <a:avLst/>
            </a:prstGeom>
            <a:solidFill>
              <a:schemeClr val="bg1">
                <a:lumMod val="8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latin typeface="Consolas" panose="020B0609020204030204" pitchFamily="49" charset="0"/>
              </a:endParaRPr>
            </a:p>
          </p:txBody>
        </p:sp>
        <p:sp>
          <p:nvSpPr>
            <p:cNvPr id="49" name="矩形 48">
              <a:extLst>
                <a:ext uri="{FF2B5EF4-FFF2-40B4-BE49-F238E27FC236}">
                  <a16:creationId xmlns:a16="http://schemas.microsoft.com/office/drawing/2014/main" id="{99CC9267-D03D-4C57-BEF6-A47370C848C1}"/>
                </a:ext>
              </a:extLst>
            </p:cNvPr>
            <p:cNvSpPr/>
            <p:nvPr/>
          </p:nvSpPr>
          <p:spPr>
            <a:xfrm>
              <a:off x="3883631" y="2534794"/>
              <a:ext cx="6369978" cy="2826512"/>
            </a:xfrm>
            <a:prstGeom prst="rect">
              <a:avLst/>
            </a:prstGeom>
            <a:solidFill>
              <a:schemeClr val="bg2"/>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latin typeface="Consolas" panose="020B0609020204030204" pitchFamily="49" charset="0"/>
              </a:endParaRPr>
            </a:p>
          </p:txBody>
        </p:sp>
        <p:sp>
          <p:nvSpPr>
            <p:cNvPr id="50" name="文字方塊 49">
              <a:extLst>
                <a:ext uri="{FF2B5EF4-FFF2-40B4-BE49-F238E27FC236}">
                  <a16:creationId xmlns:a16="http://schemas.microsoft.com/office/drawing/2014/main" id="{0BB69D19-0A91-46B3-B730-E721B3593EEE}"/>
                </a:ext>
              </a:extLst>
            </p:cNvPr>
            <p:cNvSpPr txBox="1"/>
            <p:nvPr/>
          </p:nvSpPr>
          <p:spPr>
            <a:xfrm>
              <a:off x="84245" y="2982959"/>
              <a:ext cx="3257765" cy="4070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TW" altLang="en-US" sz="1400">
                  <a:latin typeface="Consolas" panose="020B0609020204030204" pitchFamily="49" charset="0"/>
                  <a:ea typeface="+mj-ea"/>
                </a:rPr>
                <a:t>使用者</a:t>
              </a:r>
              <a:r>
                <a:rPr lang="en-US" altLang="zh-TW" sz="1400">
                  <a:latin typeface="Consolas" panose="020B0609020204030204" pitchFamily="49" charset="0"/>
                  <a:ea typeface="+mj-ea"/>
                </a:rPr>
                <a:t>A:</a:t>
              </a:r>
              <a:r>
                <a:rPr lang="zh-TW" altLang="en-US" sz="1400">
                  <a:latin typeface="Consolas" panose="020B0609020204030204" pitchFamily="49" charset="0"/>
                  <a:ea typeface="+mj-ea"/>
                </a:rPr>
                <a:t> </a:t>
              </a:r>
              <a:r>
                <a:rPr lang="en-US" altLang="zh-TW" sz="1400">
                  <a:latin typeface="Consolas" panose="020B0609020204030204" pitchFamily="49" charset="0"/>
                  <a:ea typeface="+mj-ea"/>
                </a:rPr>
                <a:t>Servlet1 </a:t>
              </a:r>
              <a:r>
                <a:rPr lang="zh-TW" altLang="en-US" sz="1400">
                  <a:latin typeface="Consolas" panose="020B0609020204030204" pitchFamily="49" charset="0"/>
                  <a:ea typeface="+mj-ea"/>
                </a:rPr>
                <a:t>的請求</a:t>
              </a:r>
            </a:p>
          </p:txBody>
        </p:sp>
        <p:sp>
          <p:nvSpPr>
            <p:cNvPr id="51" name="文字方塊 50">
              <a:extLst>
                <a:ext uri="{FF2B5EF4-FFF2-40B4-BE49-F238E27FC236}">
                  <a16:creationId xmlns:a16="http://schemas.microsoft.com/office/drawing/2014/main" id="{1D724996-19FD-4DBF-8C02-A8B7F38379E6}"/>
                </a:ext>
              </a:extLst>
            </p:cNvPr>
            <p:cNvSpPr txBox="1"/>
            <p:nvPr/>
          </p:nvSpPr>
          <p:spPr>
            <a:xfrm>
              <a:off x="84245" y="3742836"/>
              <a:ext cx="3257765" cy="4070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TW" altLang="en-US" sz="1400">
                  <a:latin typeface="Consolas" panose="020B0609020204030204" pitchFamily="49" charset="0"/>
                  <a:ea typeface="+mj-ea"/>
                </a:rPr>
                <a:t>使用者</a:t>
              </a:r>
              <a:r>
                <a:rPr lang="en-US" altLang="zh-TW" sz="1400">
                  <a:latin typeface="Consolas" panose="020B0609020204030204" pitchFamily="49" charset="0"/>
                  <a:ea typeface="+mj-ea"/>
                </a:rPr>
                <a:t>B:</a:t>
              </a:r>
              <a:r>
                <a:rPr lang="zh-TW" altLang="en-US" sz="1400">
                  <a:latin typeface="Consolas" panose="020B0609020204030204" pitchFamily="49" charset="0"/>
                  <a:ea typeface="+mj-ea"/>
                </a:rPr>
                <a:t> </a:t>
              </a:r>
              <a:r>
                <a:rPr lang="en-US" altLang="zh-TW" sz="1400">
                  <a:latin typeface="Consolas" panose="020B0609020204030204" pitchFamily="49" charset="0"/>
                  <a:ea typeface="+mj-ea"/>
                </a:rPr>
                <a:t>Servlet2 </a:t>
              </a:r>
              <a:r>
                <a:rPr lang="zh-TW" altLang="en-US" sz="1400">
                  <a:latin typeface="Consolas" panose="020B0609020204030204" pitchFamily="49" charset="0"/>
                  <a:ea typeface="+mj-ea"/>
                </a:rPr>
                <a:t>的請求</a:t>
              </a:r>
            </a:p>
          </p:txBody>
        </p:sp>
        <p:sp>
          <p:nvSpPr>
            <p:cNvPr id="52" name="文字方塊 51">
              <a:extLst>
                <a:ext uri="{FF2B5EF4-FFF2-40B4-BE49-F238E27FC236}">
                  <a16:creationId xmlns:a16="http://schemas.microsoft.com/office/drawing/2014/main" id="{5D458009-4339-4BC7-A191-E12C6D10C058}"/>
                </a:ext>
              </a:extLst>
            </p:cNvPr>
            <p:cNvSpPr txBox="1"/>
            <p:nvPr/>
          </p:nvSpPr>
          <p:spPr>
            <a:xfrm>
              <a:off x="84245" y="4531441"/>
              <a:ext cx="3257765" cy="4070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TW" altLang="en-US" sz="1400">
                  <a:latin typeface="Consolas" panose="020B0609020204030204" pitchFamily="49" charset="0"/>
                  <a:ea typeface="+mj-ea"/>
                </a:rPr>
                <a:t>使用者</a:t>
              </a:r>
              <a:r>
                <a:rPr lang="en-US" altLang="zh-TW" sz="1400">
                  <a:latin typeface="Consolas" panose="020B0609020204030204" pitchFamily="49" charset="0"/>
                  <a:ea typeface="+mj-ea"/>
                </a:rPr>
                <a:t>C:</a:t>
              </a:r>
              <a:r>
                <a:rPr lang="zh-TW" altLang="en-US" sz="1400">
                  <a:latin typeface="Consolas" panose="020B0609020204030204" pitchFamily="49" charset="0"/>
                  <a:ea typeface="+mj-ea"/>
                </a:rPr>
                <a:t> </a:t>
              </a:r>
              <a:r>
                <a:rPr lang="en-US" altLang="zh-TW" sz="1400">
                  <a:latin typeface="Consolas" panose="020B0609020204030204" pitchFamily="49" charset="0"/>
                  <a:ea typeface="+mj-ea"/>
                </a:rPr>
                <a:t>Servlet1 </a:t>
              </a:r>
              <a:r>
                <a:rPr lang="zh-TW" altLang="en-US" sz="1400">
                  <a:latin typeface="Consolas" panose="020B0609020204030204" pitchFamily="49" charset="0"/>
                  <a:ea typeface="+mj-ea"/>
                </a:rPr>
                <a:t>的請求</a:t>
              </a:r>
            </a:p>
          </p:txBody>
        </p:sp>
        <p:sp>
          <p:nvSpPr>
            <p:cNvPr id="53" name="文字方塊 52">
              <a:extLst>
                <a:ext uri="{FF2B5EF4-FFF2-40B4-BE49-F238E27FC236}">
                  <a16:creationId xmlns:a16="http://schemas.microsoft.com/office/drawing/2014/main" id="{8D8829F5-3D83-485F-9250-C6B38A92BD79}"/>
                </a:ext>
              </a:extLst>
            </p:cNvPr>
            <p:cNvSpPr txBox="1"/>
            <p:nvPr/>
          </p:nvSpPr>
          <p:spPr>
            <a:xfrm>
              <a:off x="5676440" y="1936887"/>
              <a:ext cx="2809621" cy="590196"/>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ltLang="zh-TW" sz="2300">
                  <a:latin typeface="Consolas" panose="020B0609020204030204" pitchFamily="49" charset="0"/>
                  <a:ea typeface="+mj-ea"/>
                </a:rPr>
                <a:t>Main Process</a:t>
              </a:r>
              <a:endParaRPr lang="zh-TW" altLang="en-US" sz="2300">
                <a:latin typeface="Consolas" panose="020B0609020204030204" pitchFamily="49" charset="0"/>
                <a:ea typeface="+mj-ea"/>
              </a:endParaRPr>
            </a:p>
          </p:txBody>
        </p:sp>
        <p:sp>
          <p:nvSpPr>
            <p:cNvPr id="54" name="文字方塊 53">
              <a:extLst>
                <a:ext uri="{FF2B5EF4-FFF2-40B4-BE49-F238E27FC236}">
                  <a16:creationId xmlns:a16="http://schemas.microsoft.com/office/drawing/2014/main" id="{B15C9AFF-EF38-4CFA-A89C-185189C37E62}"/>
                </a:ext>
              </a:extLst>
            </p:cNvPr>
            <p:cNvSpPr txBox="1"/>
            <p:nvPr/>
          </p:nvSpPr>
          <p:spPr>
            <a:xfrm>
              <a:off x="5562982" y="1130329"/>
              <a:ext cx="3036537" cy="590196"/>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ltLang="zh-TW" sz="2300">
                  <a:latin typeface="Consolas" panose="020B0609020204030204" pitchFamily="49" charset="0"/>
                  <a:ea typeface="+mj-ea"/>
                </a:rPr>
                <a:t>Web Container</a:t>
              </a:r>
              <a:endParaRPr lang="zh-TW" altLang="en-US" sz="2300">
                <a:latin typeface="Consolas" panose="020B0609020204030204" pitchFamily="49" charset="0"/>
                <a:ea typeface="+mj-ea"/>
              </a:endParaRPr>
            </a:p>
          </p:txBody>
        </p:sp>
        <p:sp>
          <p:nvSpPr>
            <p:cNvPr id="55" name="橢圓 54">
              <a:extLst>
                <a:ext uri="{FF2B5EF4-FFF2-40B4-BE49-F238E27FC236}">
                  <a16:creationId xmlns:a16="http://schemas.microsoft.com/office/drawing/2014/main" id="{5D9A1FDA-1D40-4D55-90A7-5A5F79383F4B}"/>
                </a:ext>
              </a:extLst>
            </p:cNvPr>
            <p:cNvSpPr/>
            <p:nvPr/>
          </p:nvSpPr>
          <p:spPr>
            <a:xfrm>
              <a:off x="5979559" y="2977233"/>
              <a:ext cx="2178122" cy="1923539"/>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Consolas" panose="020B0609020204030204" pitchFamily="49" charset="0"/>
              </a:endParaRPr>
            </a:p>
          </p:txBody>
        </p:sp>
        <p:sp>
          <p:nvSpPr>
            <p:cNvPr id="56" name="橢圓 55">
              <a:extLst>
                <a:ext uri="{FF2B5EF4-FFF2-40B4-BE49-F238E27FC236}">
                  <a16:creationId xmlns:a16="http://schemas.microsoft.com/office/drawing/2014/main" id="{4D2DE362-260D-4C0D-9FF0-56D5C73941A6}"/>
                </a:ext>
              </a:extLst>
            </p:cNvPr>
            <p:cNvSpPr/>
            <p:nvPr/>
          </p:nvSpPr>
          <p:spPr>
            <a:xfrm>
              <a:off x="8391079" y="2982959"/>
              <a:ext cx="1741158" cy="733297"/>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300">
                  <a:latin typeface="Consolas" panose="020B0609020204030204" pitchFamily="49" charset="0"/>
                </a:rPr>
                <a:t>Servlet1</a:t>
              </a:r>
              <a:endParaRPr lang="zh-TW" altLang="en-US" sz="1300">
                <a:latin typeface="Consolas" panose="020B0609020204030204" pitchFamily="49" charset="0"/>
              </a:endParaRPr>
            </a:p>
          </p:txBody>
        </p:sp>
        <p:sp>
          <p:nvSpPr>
            <p:cNvPr id="57" name="橢圓 56">
              <a:extLst>
                <a:ext uri="{FF2B5EF4-FFF2-40B4-BE49-F238E27FC236}">
                  <a16:creationId xmlns:a16="http://schemas.microsoft.com/office/drawing/2014/main" id="{A347271A-2414-42D0-B7B2-E6719AE2550A}"/>
                </a:ext>
              </a:extLst>
            </p:cNvPr>
            <p:cNvSpPr/>
            <p:nvPr/>
          </p:nvSpPr>
          <p:spPr>
            <a:xfrm>
              <a:off x="8391079" y="4172133"/>
              <a:ext cx="1741158" cy="733297"/>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300">
                  <a:latin typeface="Consolas" panose="020B0609020204030204" pitchFamily="49" charset="0"/>
                </a:rPr>
                <a:t>Servlet2</a:t>
              </a:r>
              <a:endParaRPr lang="zh-TW" altLang="en-US" sz="1300">
                <a:latin typeface="Consolas" panose="020B0609020204030204" pitchFamily="49" charset="0"/>
              </a:endParaRPr>
            </a:p>
          </p:txBody>
        </p:sp>
        <p:sp>
          <p:nvSpPr>
            <p:cNvPr id="58" name="矩形 57">
              <a:extLst>
                <a:ext uri="{FF2B5EF4-FFF2-40B4-BE49-F238E27FC236}">
                  <a16:creationId xmlns:a16="http://schemas.microsoft.com/office/drawing/2014/main" id="{A223433A-72AA-4492-96B6-35FA9B51805D}"/>
                </a:ext>
              </a:extLst>
            </p:cNvPr>
            <p:cNvSpPr/>
            <p:nvPr/>
          </p:nvSpPr>
          <p:spPr>
            <a:xfrm>
              <a:off x="4222678" y="2944487"/>
              <a:ext cx="1232643" cy="44627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a:latin typeface="Consolas" panose="020B0609020204030204" pitchFamily="49" charset="0"/>
                  <a:ea typeface="+mj-ea"/>
                </a:rPr>
                <a:t>執行緒</a:t>
              </a:r>
            </a:p>
          </p:txBody>
        </p:sp>
        <p:sp>
          <p:nvSpPr>
            <p:cNvPr id="59" name="矩形 58">
              <a:extLst>
                <a:ext uri="{FF2B5EF4-FFF2-40B4-BE49-F238E27FC236}">
                  <a16:creationId xmlns:a16="http://schemas.microsoft.com/office/drawing/2014/main" id="{77069E88-D7CE-40EE-A15E-80F33B187D5A}"/>
                </a:ext>
              </a:extLst>
            </p:cNvPr>
            <p:cNvSpPr/>
            <p:nvPr/>
          </p:nvSpPr>
          <p:spPr>
            <a:xfrm>
              <a:off x="4222678" y="3702930"/>
              <a:ext cx="1232643" cy="44627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a:latin typeface="Consolas" panose="020B0609020204030204" pitchFamily="49" charset="0"/>
                  <a:ea typeface="+mj-ea"/>
                </a:rPr>
                <a:t>執行緒</a:t>
              </a:r>
            </a:p>
          </p:txBody>
        </p:sp>
        <p:sp>
          <p:nvSpPr>
            <p:cNvPr id="60" name="矩形 59">
              <a:extLst>
                <a:ext uri="{FF2B5EF4-FFF2-40B4-BE49-F238E27FC236}">
                  <a16:creationId xmlns:a16="http://schemas.microsoft.com/office/drawing/2014/main" id="{1EFFCAAD-649E-401F-8962-C89F1A95FA42}"/>
                </a:ext>
              </a:extLst>
            </p:cNvPr>
            <p:cNvSpPr/>
            <p:nvPr/>
          </p:nvSpPr>
          <p:spPr>
            <a:xfrm>
              <a:off x="4222677" y="4492969"/>
              <a:ext cx="1232643" cy="44627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a:latin typeface="Consolas" panose="020B0609020204030204" pitchFamily="49" charset="0"/>
                  <a:ea typeface="+mj-ea"/>
                </a:rPr>
                <a:t>執行緒</a:t>
              </a:r>
            </a:p>
          </p:txBody>
        </p:sp>
        <p:cxnSp>
          <p:nvCxnSpPr>
            <p:cNvPr id="61" name="直線接點 60">
              <a:extLst>
                <a:ext uri="{FF2B5EF4-FFF2-40B4-BE49-F238E27FC236}">
                  <a16:creationId xmlns:a16="http://schemas.microsoft.com/office/drawing/2014/main" id="{15C01414-024E-4EE0-9BD6-ACE058359D7E}"/>
                </a:ext>
              </a:extLst>
            </p:cNvPr>
            <p:cNvCxnSpPr>
              <a:cxnSpLocks/>
              <a:endCxn id="57" idx="2"/>
            </p:cNvCxnSpPr>
            <p:nvPr/>
          </p:nvCxnSpPr>
          <p:spPr>
            <a:xfrm>
              <a:off x="5455320" y="3948050"/>
              <a:ext cx="2935759" cy="590731"/>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2" name="直線接點 61">
              <a:extLst>
                <a:ext uri="{FF2B5EF4-FFF2-40B4-BE49-F238E27FC236}">
                  <a16:creationId xmlns:a16="http://schemas.microsoft.com/office/drawing/2014/main" id="{778B4FF7-D209-473B-BD25-CD883E045F43}"/>
                </a:ext>
              </a:extLst>
            </p:cNvPr>
            <p:cNvCxnSpPr>
              <a:cxnSpLocks/>
              <a:stCxn id="60" idx="3"/>
              <a:endCxn id="56" idx="2"/>
            </p:cNvCxnSpPr>
            <p:nvPr/>
          </p:nvCxnSpPr>
          <p:spPr>
            <a:xfrm flipV="1">
              <a:off x="5455319" y="3349607"/>
              <a:ext cx="2935760" cy="13665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3" name="直線接點 62">
              <a:extLst>
                <a:ext uri="{FF2B5EF4-FFF2-40B4-BE49-F238E27FC236}">
                  <a16:creationId xmlns:a16="http://schemas.microsoft.com/office/drawing/2014/main" id="{0BAA69D7-45BA-4D27-9C8E-D1512A467F5A}"/>
                </a:ext>
              </a:extLst>
            </p:cNvPr>
            <p:cNvCxnSpPr>
              <a:cxnSpLocks/>
              <a:stCxn id="58" idx="3"/>
              <a:endCxn id="56" idx="2"/>
            </p:cNvCxnSpPr>
            <p:nvPr/>
          </p:nvCxnSpPr>
          <p:spPr>
            <a:xfrm>
              <a:off x="5455320" y="3167626"/>
              <a:ext cx="2935759" cy="181981"/>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4" name="直線單箭頭接點 63">
              <a:extLst>
                <a:ext uri="{FF2B5EF4-FFF2-40B4-BE49-F238E27FC236}">
                  <a16:creationId xmlns:a16="http://schemas.microsoft.com/office/drawing/2014/main" id="{A1DF3C86-5299-4CCB-B2A2-391DE3208858}"/>
                </a:ext>
              </a:extLst>
            </p:cNvPr>
            <p:cNvCxnSpPr>
              <a:cxnSpLocks/>
              <a:stCxn id="50" idx="3"/>
            </p:cNvCxnSpPr>
            <p:nvPr/>
          </p:nvCxnSpPr>
          <p:spPr>
            <a:xfrm flipV="1">
              <a:off x="3342010" y="3167625"/>
              <a:ext cx="880667" cy="188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直線單箭頭接點 64">
              <a:extLst>
                <a:ext uri="{FF2B5EF4-FFF2-40B4-BE49-F238E27FC236}">
                  <a16:creationId xmlns:a16="http://schemas.microsoft.com/office/drawing/2014/main" id="{E8898594-EDF9-4E1D-9B35-45D68FE268E5}"/>
                </a:ext>
              </a:extLst>
            </p:cNvPr>
            <p:cNvCxnSpPr>
              <a:cxnSpLocks/>
              <a:stCxn id="51" idx="3"/>
              <a:endCxn id="59" idx="1"/>
            </p:cNvCxnSpPr>
            <p:nvPr/>
          </p:nvCxnSpPr>
          <p:spPr>
            <a:xfrm flipV="1">
              <a:off x="3342010" y="3926069"/>
              <a:ext cx="880668" cy="202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直線單箭頭接點 65">
              <a:extLst>
                <a:ext uri="{FF2B5EF4-FFF2-40B4-BE49-F238E27FC236}">
                  <a16:creationId xmlns:a16="http://schemas.microsoft.com/office/drawing/2014/main" id="{61FBCF30-F22B-49DC-A43D-341EE73444F9}"/>
                </a:ext>
              </a:extLst>
            </p:cNvPr>
            <p:cNvCxnSpPr>
              <a:cxnSpLocks/>
              <a:stCxn id="52" idx="3"/>
              <a:endCxn id="60" idx="1"/>
            </p:cNvCxnSpPr>
            <p:nvPr/>
          </p:nvCxnSpPr>
          <p:spPr>
            <a:xfrm flipV="1">
              <a:off x="3342010" y="4716107"/>
              <a:ext cx="880667" cy="188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直線單箭頭接點 66">
              <a:extLst>
                <a:ext uri="{FF2B5EF4-FFF2-40B4-BE49-F238E27FC236}">
                  <a16:creationId xmlns:a16="http://schemas.microsoft.com/office/drawing/2014/main" id="{1EB65F35-AFD2-4B11-8B61-923B3263B733}"/>
                </a:ext>
              </a:extLst>
            </p:cNvPr>
            <p:cNvCxnSpPr>
              <a:cxnSpLocks/>
              <a:stCxn id="55" idx="4"/>
              <a:endCxn id="68" idx="0"/>
            </p:cNvCxnSpPr>
            <p:nvPr/>
          </p:nvCxnSpPr>
          <p:spPr>
            <a:xfrm>
              <a:off x="7068621" y="4900773"/>
              <a:ext cx="12631" cy="1127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8" name="文字方塊 67">
              <a:extLst>
                <a:ext uri="{FF2B5EF4-FFF2-40B4-BE49-F238E27FC236}">
                  <a16:creationId xmlns:a16="http://schemas.microsoft.com/office/drawing/2014/main" id="{A5FCE0B7-692E-4175-AE12-BB6905F19B40}"/>
                </a:ext>
              </a:extLst>
            </p:cNvPr>
            <p:cNvSpPr txBox="1"/>
            <p:nvPr/>
          </p:nvSpPr>
          <p:spPr>
            <a:xfrm>
              <a:off x="4894055" y="6028278"/>
              <a:ext cx="4374392" cy="48843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TW">
                  <a:latin typeface="Consolas" panose="020B0609020204030204" pitchFamily="49" charset="0"/>
                  <a:ea typeface="+mj-ea"/>
                </a:rPr>
                <a:t>Servlet </a:t>
              </a:r>
              <a:r>
                <a:rPr lang="zh-TW" altLang="en-US">
                  <a:latin typeface="Consolas" panose="020B0609020204030204" pitchFamily="49" charset="0"/>
                  <a:ea typeface="+mj-ea"/>
                </a:rPr>
                <a:t>引擎執行緒管理邏輯</a:t>
              </a:r>
            </a:p>
          </p:txBody>
        </p:sp>
      </p:grpSp>
    </p:spTree>
    <p:extLst>
      <p:ext uri="{BB962C8B-B14F-4D97-AF65-F5344CB8AC3E}">
        <p14:creationId xmlns:p14="http://schemas.microsoft.com/office/powerpoint/2010/main" val="14839215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sz="half" idx="2"/>
          </p:nvPr>
        </p:nvSpPr>
        <p:spPr>
          <a:xfrm>
            <a:off x="8315325" y="1215958"/>
            <a:ext cx="3860800" cy="4480976"/>
          </a:xfrm>
        </p:spPr>
        <p:txBody>
          <a:bodyPr>
            <a:noAutofit/>
          </a:bodyPr>
          <a:lstStyle/>
          <a:p>
            <a:pPr algn="just"/>
            <a:r>
              <a:rPr lang="zh-TW" altLang="en-US" b="1">
                <a:latin typeface="Consolas" panose="020B0609020204030204" pitchFamily="49" charset="0"/>
                <a:ea typeface="+mj-ea"/>
              </a:rPr>
              <a:t>同步可以想像成排隊，第一位執行完後，才輪第二位執行；非同步</a:t>
            </a:r>
            <a:r>
              <a:rPr lang="en-US" altLang="zh-TW" b="1">
                <a:latin typeface="Consolas" panose="020B0609020204030204" pitchFamily="49" charset="0"/>
                <a:ea typeface="+mj-ea"/>
              </a:rPr>
              <a:t>(</a:t>
            </a:r>
            <a:r>
              <a:rPr lang="zh-TW" altLang="en-US" b="1">
                <a:latin typeface="Consolas" panose="020B0609020204030204" pitchFamily="49" charset="0"/>
                <a:ea typeface="+mj-ea"/>
              </a:rPr>
              <a:t>異步</a:t>
            </a:r>
            <a:r>
              <a:rPr lang="en-US" altLang="zh-TW" b="1">
                <a:latin typeface="Consolas" panose="020B0609020204030204" pitchFamily="49" charset="0"/>
                <a:ea typeface="+mj-ea"/>
              </a:rPr>
              <a:t>Async)</a:t>
            </a:r>
            <a:r>
              <a:rPr lang="zh-TW" altLang="en-US" b="1">
                <a:latin typeface="Consolas" panose="020B0609020204030204" pitchFamily="49" charset="0"/>
                <a:ea typeface="+mj-ea"/>
              </a:rPr>
              <a:t>則是同時執行，不用等其他人完成。</a:t>
            </a:r>
            <a:endParaRPr lang="en-US" altLang="zh-TW" b="1">
              <a:latin typeface="Consolas" panose="020B0609020204030204" pitchFamily="49" charset="0"/>
              <a:ea typeface="+mj-ea"/>
            </a:endParaRPr>
          </a:p>
          <a:p>
            <a:pPr algn="just">
              <a:spcBef>
                <a:spcPts val="1200"/>
              </a:spcBef>
            </a:pPr>
            <a:r>
              <a:rPr lang="zh-TW" altLang="en-US" b="1">
                <a:latin typeface="Consolas" panose="020B0609020204030204" pitchFamily="49" charset="0"/>
                <a:ea typeface="+mj-ea"/>
              </a:rPr>
              <a:t>非同步時可能會遇到以下問題：</a:t>
            </a:r>
            <a:endParaRPr lang="en-US" altLang="zh-TW" b="1">
              <a:latin typeface="Consolas" panose="020B0609020204030204" pitchFamily="49" charset="0"/>
              <a:ea typeface="+mj-ea"/>
            </a:endParaRPr>
          </a:p>
          <a:p>
            <a:pPr marL="285750" indent="-285750" algn="just">
              <a:spcBef>
                <a:spcPts val="0"/>
              </a:spcBef>
              <a:buFont typeface="Arial" panose="020B0604020202020204" pitchFamily="34" charset="0"/>
              <a:buChar char="•"/>
            </a:pPr>
            <a:r>
              <a:rPr lang="en-US" altLang="zh-TW" b="1">
                <a:solidFill>
                  <a:schemeClr val="accent1">
                    <a:lumMod val="75000"/>
                  </a:schemeClr>
                </a:solidFill>
                <a:latin typeface="Consolas" panose="020B0609020204030204" pitchFamily="49" charset="0"/>
                <a:ea typeface="+mj-ea"/>
              </a:rPr>
              <a:t>Servlet</a:t>
            </a:r>
            <a:r>
              <a:rPr lang="zh-TW" altLang="en-US" b="1">
                <a:solidFill>
                  <a:schemeClr val="accent1">
                    <a:lumMod val="75000"/>
                  </a:schemeClr>
                </a:solidFill>
                <a:latin typeface="Consolas" panose="020B0609020204030204" pitchFamily="49" charset="0"/>
                <a:ea typeface="+mj-ea"/>
              </a:rPr>
              <a:t>共用同一變數，在第一個執行緒尚未處理完畢時，第二個執行緒已經開始運作，導致變數存取異常。</a:t>
            </a:r>
          </a:p>
          <a:p>
            <a:pPr marL="285750" indent="-285750" algn="just">
              <a:spcBef>
                <a:spcPts val="0"/>
              </a:spcBef>
              <a:buFont typeface="Arial" panose="020B0604020202020204" pitchFamily="34" charset="0"/>
              <a:buChar char="•"/>
            </a:pPr>
            <a:r>
              <a:rPr lang="zh-TW" altLang="en-US" b="1">
                <a:solidFill>
                  <a:schemeClr val="accent1">
                    <a:lumMod val="75000"/>
                  </a:schemeClr>
                </a:solidFill>
                <a:latin typeface="Consolas" panose="020B0609020204030204" pitchFamily="49" charset="0"/>
                <a:ea typeface="+mj-ea"/>
              </a:rPr>
              <a:t>資料庫連線時，前一個請求執行緒還未完成時，後一個請求執行緒已經</a:t>
            </a:r>
            <a:r>
              <a:rPr lang="en-US" altLang="zh-TW" b="1">
                <a:solidFill>
                  <a:schemeClr val="accent1">
                    <a:lumMod val="75000"/>
                  </a:schemeClr>
                </a:solidFill>
                <a:latin typeface="Consolas" panose="020B0609020204030204" pitchFamily="49" charset="0"/>
                <a:ea typeface="+mj-ea"/>
              </a:rPr>
              <a:t>commit</a:t>
            </a:r>
            <a:r>
              <a:rPr lang="zh-TW" altLang="en-US" b="1">
                <a:solidFill>
                  <a:schemeClr val="accent1">
                    <a:lumMod val="75000"/>
                  </a:schemeClr>
                </a:solidFill>
                <a:latin typeface="Consolas" panose="020B0609020204030204" pitchFamily="49" charset="0"/>
                <a:ea typeface="+mj-ea"/>
              </a:rPr>
              <a:t>，導致資料庫存取異常。</a:t>
            </a:r>
            <a:endParaRPr lang="en-US" altLang="zh-TW" b="1">
              <a:latin typeface="Consolas" panose="020B0609020204030204" pitchFamily="49" charset="0"/>
              <a:ea typeface="+mj-ea"/>
            </a:endParaRPr>
          </a:p>
          <a:p>
            <a:pPr algn="just"/>
            <a:r>
              <a:rPr lang="zh-TW" altLang="en-US" b="1">
                <a:latin typeface="Consolas" panose="020B0609020204030204" pitchFamily="49" charset="0"/>
                <a:ea typeface="+mj-ea"/>
              </a:rPr>
              <a:t>同步與非同步各有優劣，須依情境使用。</a:t>
            </a:r>
            <a:endParaRPr lang="en-US" altLang="zh-TW" b="1">
              <a:latin typeface="Consolas" panose="020B0609020204030204" pitchFamily="49" charset="0"/>
              <a:ea typeface="+mj-ea"/>
            </a:endParaRPr>
          </a:p>
          <a:p>
            <a:pPr algn="just">
              <a:spcBef>
                <a:spcPts val="0"/>
              </a:spcBef>
            </a:pPr>
            <a:r>
              <a:rPr lang="zh-TW" altLang="en-US" b="1">
                <a:latin typeface="Consolas" panose="020B0609020204030204" pitchFamily="49" charset="0"/>
                <a:ea typeface="+mj-ea"/>
              </a:rPr>
              <a:t>同步有「執行緒安全」優點，缺點是效率可能較差。</a:t>
            </a:r>
            <a:endParaRPr lang="en-US" altLang="zh-TW" b="1">
              <a:latin typeface="Consolas" panose="020B0609020204030204" pitchFamily="49" charset="0"/>
              <a:ea typeface="+mj-ea"/>
            </a:endParaRPr>
          </a:p>
          <a:p>
            <a:pPr algn="just">
              <a:spcBef>
                <a:spcPts val="0"/>
              </a:spcBef>
            </a:pPr>
            <a:r>
              <a:rPr lang="zh-TW" altLang="en-US" b="1">
                <a:solidFill>
                  <a:schemeClr val="accent1">
                    <a:lumMod val="75000"/>
                  </a:schemeClr>
                </a:solidFill>
                <a:latin typeface="Consolas" panose="020B0609020204030204" pitchFamily="49" charset="0"/>
                <a:ea typeface="+mj-ea"/>
              </a:rPr>
              <a:t>非同步有「效率高」優點，但使用時要注意共用變數存取的問題。</a:t>
            </a:r>
            <a:endParaRPr lang="en-US" altLang="zh-TW" b="1">
              <a:solidFill>
                <a:schemeClr val="accent1">
                  <a:lumMod val="75000"/>
                </a:schemeClr>
              </a:solidFill>
              <a:latin typeface="Consolas" panose="020B0609020204030204" pitchFamily="49" charset="0"/>
              <a:ea typeface="+mj-ea"/>
            </a:endParaRPr>
          </a:p>
          <a:p>
            <a:pPr algn="just">
              <a:spcBef>
                <a:spcPts val="1200"/>
              </a:spcBef>
            </a:pPr>
            <a:r>
              <a:rPr lang="zh-TW" altLang="en-US" b="1">
                <a:latin typeface="Consolas" panose="020B0609020204030204" pitchFamily="49" charset="0"/>
                <a:ea typeface="+mj-ea"/>
              </a:rPr>
              <a:t>此處進行同步的方法是於</a:t>
            </a:r>
            <a:r>
              <a:rPr lang="en-US" altLang="zh-TW" b="1">
                <a:latin typeface="Consolas" panose="020B0609020204030204" pitchFamily="49" charset="0"/>
                <a:ea typeface="+mj-ea"/>
              </a:rPr>
              <a:t>service(</a:t>
            </a:r>
            <a:r>
              <a:rPr lang="zh-TW" altLang="en-US" b="1">
                <a:latin typeface="Consolas" panose="020B0609020204030204" pitchFamily="49" charset="0"/>
                <a:ea typeface="+mj-ea"/>
              </a:rPr>
              <a:t> </a:t>
            </a:r>
            <a:r>
              <a:rPr lang="en-US" altLang="zh-TW" b="1">
                <a:latin typeface="Consolas" panose="020B0609020204030204" pitchFamily="49" charset="0"/>
                <a:ea typeface="+mj-ea"/>
              </a:rPr>
              <a:t>)</a:t>
            </a:r>
            <a:r>
              <a:rPr lang="zh-TW" altLang="en-US" b="1">
                <a:latin typeface="Consolas" panose="020B0609020204030204" pitchFamily="49" charset="0"/>
                <a:ea typeface="+mj-ea"/>
              </a:rPr>
              <a:t>中建立臨界區段</a:t>
            </a:r>
            <a:r>
              <a:rPr lang="en-US" altLang="zh-TW" b="1">
                <a:latin typeface="Consolas" panose="020B0609020204030204" pitchFamily="49" charset="0"/>
                <a:ea typeface="+mj-ea"/>
              </a:rPr>
              <a:t>(</a:t>
            </a:r>
            <a:r>
              <a:rPr lang="en-US" altLang="zh-TW" b="1">
                <a:solidFill>
                  <a:srgbClr val="0070C0"/>
                </a:solidFill>
                <a:latin typeface="Consolas" panose="020B0609020204030204" pitchFamily="49" charset="0"/>
                <a:ea typeface="+mj-ea"/>
                <a:hlinkClick r:id="rId2">
                  <a:extLst>
                    <a:ext uri="{A12FA001-AC4F-418D-AE19-62706E023703}">
                      <ahyp:hlinkClr xmlns:ahyp="http://schemas.microsoft.com/office/drawing/2018/hyperlinkcolor" val="tx"/>
                    </a:ext>
                  </a:extLst>
                </a:hlinkClick>
              </a:rPr>
              <a:t>Critical section</a:t>
            </a:r>
            <a:r>
              <a:rPr lang="en-US" altLang="zh-TW" b="1">
                <a:latin typeface="Consolas" panose="020B0609020204030204" pitchFamily="49" charset="0"/>
                <a:ea typeface="+mj-ea"/>
              </a:rPr>
              <a:t>)</a:t>
            </a:r>
            <a:r>
              <a:rPr lang="zh-TW" altLang="en-US" b="1">
                <a:latin typeface="Consolas" panose="020B0609020204030204" pitchFamily="49" charset="0"/>
                <a:ea typeface="+mj-ea"/>
              </a:rPr>
              <a:t>，將變數鎖定。</a:t>
            </a:r>
            <a:endParaRPr lang="en-US" altLang="zh-TW" b="1">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DE0C7043-5B7F-4E55-B9C2-004C86B4F74C}"/>
              </a:ext>
            </a:extLst>
          </p:cNvPr>
          <p:cNvSpPr>
            <a:spLocks noGrp="1"/>
          </p:cNvSpPr>
          <p:nvPr>
            <p:ph type="sldNum" sz="quarter" idx="12"/>
          </p:nvPr>
        </p:nvSpPr>
        <p:spPr/>
        <p:txBody>
          <a:bodyPr/>
          <a:lstStyle/>
          <a:p>
            <a:fld id="{B521127C-0C56-461F-B517-0D483F216F7D}" type="slidenum">
              <a:rPr lang="zh-TW" altLang="en-US" smtClean="0"/>
              <a:t>50</a:t>
            </a:fld>
            <a:endParaRPr lang="zh-TW" altLang="en-US"/>
          </a:p>
        </p:txBody>
      </p:sp>
      <p:sp>
        <p:nvSpPr>
          <p:cNvPr id="9" name="矩形 8"/>
          <p:cNvSpPr/>
          <p:nvPr/>
        </p:nvSpPr>
        <p:spPr>
          <a:xfrm>
            <a:off x="8315325" y="519623"/>
            <a:ext cx="3860800" cy="480131"/>
          </a:xfrm>
          <a:prstGeom prst="rect">
            <a:avLst/>
          </a:prstGeom>
        </p:spPr>
        <p:txBody>
          <a:bodyPr wrap="square">
            <a:spAutoFit/>
          </a:bodyPr>
          <a:lstStyle/>
          <a:p>
            <a:pPr algn="ctr" defTabSz="914400">
              <a:lnSpc>
                <a:spcPct val="90000"/>
              </a:lnSpc>
              <a:spcBef>
                <a:spcPct val="0"/>
              </a:spcBef>
            </a:pPr>
            <a:r>
              <a:rPr lang="en-US" altLang="zh-TW" sz="2800" b="1">
                <a:latin typeface="+mj-lt"/>
                <a:ea typeface="+mj-ea"/>
                <a:cs typeface="+mj-cs"/>
              </a:rPr>
              <a:t>Synchronization(</a:t>
            </a:r>
            <a:r>
              <a:rPr lang="zh-TW" altLang="en-US" sz="2800" b="1">
                <a:latin typeface="+mj-lt"/>
                <a:ea typeface="+mj-ea"/>
                <a:cs typeface="+mj-cs"/>
              </a:rPr>
              <a:t>同步化</a:t>
            </a:r>
            <a:r>
              <a:rPr lang="en-US" altLang="zh-TW" sz="2800" b="1">
                <a:latin typeface="+mj-lt"/>
                <a:ea typeface="+mj-ea"/>
                <a:cs typeface="+mj-cs"/>
              </a:rPr>
              <a:t>)</a:t>
            </a:r>
          </a:p>
        </p:txBody>
      </p:sp>
      <p:sp>
        <p:nvSpPr>
          <p:cNvPr id="30" name="文字方塊 29">
            <a:extLst>
              <a:ext uri="{FF2B5EF4-FFF2-40B4-BE49-F238E27FC236}">
                <a16:creationId xmlns:a16="http://schemas.microsoft.com/office/drawing/2014/main" id="{8570CFE9-0731-4434-8914-6944777BFE6D}"/>
              </a:ext>
            </a:extLst>
          </p:cNvPr>
          <p:cNvSpPr txBox="1"/>
          <p:nvPr/>
        </p:nvSpPr>
        <p:spPr>
          <a:xfrm>
            <a:off x="0" y="12680"/>
            <a:ext cx="8315325" cy="5632311"/>
          </a:xfrm>
          <a:prstGeom prst="rect">
            <a:avLst/>
          </a:prstGeom>
          <a:noFill/>
        </p:spPr>
        <p:txBody>
          <a:bodyPr wrap="square">
            <a:spAutoFit/>
          </a:bodyPr>
          <a:lstStyle/>
          <a:p>
            <a:r>
              <a:rPr lang="zh-TW" altLang="en-US">
                <a:latin typeface="Consolas" panose="020B0609020204030204" pitchFamily="49" charset="0"/>
                <a:ea typeface="+mj-ea"/>
              </a:rPr>
              <a:t>解決方法</a:t>
            </a:r>
            <a:endParaRPr lang="en-US" altLang="zh-TW">
              <a:latin typeface="Consolas" panose="020B0609020204030204" pitchFamily="49" charset="0"/>
              <a:ea typeface="+mj-ea"/>
            </a:endParaRPr>
          </a:p>
          <a:p>
            <a:pPr marL="617220" lvl="1" indent="-342900">
              <a:buFont typeface="+mj-lt"/>
              <a:buAutoNum type="arabicPeriod"/>
            </a:pPr>
            <a:r>
              <a:rPr lang="zh-TW" altLang="en-US">
                <a:latin typeface="Consolas" panose="020B0609020204030204" pitchFamily="49" charset="0"/>
                <a:ea typeface="+mj-ea"/>
              </a:rPr>
              <a:t>直接鎖定</a:t>
            </a:r>
            <a:r>
              <a:rPr lang="en-US" altLang="zh-TW">
                <a:latin typeface="Consolas" panose="020B0609020204030204" pitchFamily="49" charset="0"/>
                <a:ea typeface="+mj-ea"/>
              </a:rPr>
              <a:t>service( )</a:t>
            </a:r>
          </a:p>
          <a:p>
            <a:pPr marL="731520" lvl="2"/>
            <a:r>
              <a:rPr lang="en-US" altLang="zh-TW">
                <a:solidFill>
                  <a:srgbClr val="FF0000"/>
                </a:solidFill>
                <a:latin typeface="Consolas" panose="020B0609020204030204" pitchFamily="49" charset="0"/>
                <a:ea typeface="+mj-ea"/>
              </a:rPr>
              <a:t>synchronized</a:t>
            </a:r>
            <a:r>
              <a:rPr lang="en-US" altLang="zh-TW">
                <a:latin typeface="Consolas" panose="020B0609020204030204" pitchFamily="49" charset="0"/>
                <a:ea typeface="+mj-ea"/>
              </a:rPr>
              <a:t> public void doGet( … ){ … }</a:t>
            </a:r>
          </a:p>
          <a:p>
            <a:pPr marL="731520" lvl="2"/>
            <a:r>
              <a:rPr lang="zh-TW" altLang="en-US">
                <a:latin typeface="Consolas" panose="020B0609020204030204" pitchFamily="49" charset="0"/>
                <a:ea typeface="+mj-ea"/>
              </a:rPr>
              <a:t>優點</a:t>
            </a:r>
            <a:r>
              <a:rPr lang="en-US" altLang="zh-TW">
                <a:latin typeface="Consolas" panose="020B0609020204030204" pitchFamily="49" charset="0"/>
                <a:ea typeface="+mj-ea"/>
              </a:rPr>
              <a:t>:</a:t>
            </a:r>
            <a:r>
              <a:rPr lang="zh-TW" altLang="en-US">
                <a:latin typeface="Consolas" panose="020B0609020204030204" pitchFamily="49" charset="0"/>
                <a:ea typeface="+mj-ea"/>
              </a:rPr>
              <a:t>簡單直觀</a:t>
            </a:r>
            <a:endParaRPr lang="en-US" altLang="zh-TW">
              <a:latin typeface="Consolas" panose="020B0609020204030204" pitchFamily="49" charset="0"/>
              <a:ea typeface="+mj-ea"/>
            </a:endParaRPr>
          </a:p>
          <a:p>
            <a:pPr marL="731520" lvl="2"/>
            <a:r>
              <a:rPr lang="zh-TW" altLang="en-US">
                <a:latin typeface="Consolas" panose="020B0609020204030204" pitchFamily="49" charset="0"/>
                <a:ea typeface="+mj-ea"/>
              </a:rPr>
              <a:t>缺點</a:t>
            </a:r>
            <a:r>
              <a:rPr lang="en-US" altLang="zh-TW">
                <a:latin typeface="Consolas" panose="020B0609020204030204" pitchFamily="49" charset="0"/>
                <a:ea typeface="+mj-ea"/>
              </a:rPr>
              <a:t>:</a:t>
            </a:r>
            <a:r>
              <a:rPr lang="zh-TW" altLang="en-US">
                <a:latin typeface="Consolas" panose="020B0609020204030204" pitchFamily="49" charset="0"/>
                <a:ea typeface="+mj-ea"/>
              </a:rPr>
              <a:t>一次只能處理一個請求，效率低</a:t>
            </a:r>
            <a:endParaRPr lang="en-US" altLang="zh-TW">
              <a:latin typeface="Consolas" panose="020B0609020204030204" pitchFamily="49" charset="0"/>
              <a:ea typeface="+mj-ea"/>
            </a:endParaRPr>
          </a:p>
          <a:p>
            <a:pPr marL="1257300" lvl="2" indent="-342900">
              <a:buFont typeface="+mj-lt"/>
              <a:buAutoNum type="arabicPeriod"/>
            </a:pPr>
            <a:endParaRPr lang="en-US" altLang="zh-TW">
              <a:latin typeface="Consolas" panose="020B0609020204030204" pitchFamily="49" charset="0"/>
              <a:ea typeface="+mj-ea"/>
            </a:endParaRPr>
          </a:p>
          <a:p>
            <a:pPr marL="617220" lvl="1" indent="-342900">
              <a:buFont typeface="+mj-lt"/>
              <a:buAutoNum type="arabicPeriod"/>
            </a:pPr>
            <a:r>
              <a:rPr lang="zh-TW" altLang="en-US">
                <a:latin typeface="Consolas" panose="020B0609020204030204" pitchFamily="49" charset="0"/>
                <a:ea typeface="+mj-ea"/>
              </a:rPr>
              <a:t>於</a:t>
            </a:r>
            <a:r>
              <a:rPr lang="en-US" altLang="zh-TW">
                <a:latin typeface="Consolas" panose="020B0609020204030204" pitchFamily="49" charset="0"/>
                <a:ea typeface="+mj-ea"/>
              </a:rPr>
              <a:t>doGet</a:t>
            </a:r>
            <a:r>
              <a:rPr lang="zh-TW" altLang="en-US">
                <a:latin typeface="Consolas" panose="020B0609020204030204" pitchFamily="49" charset="0"/>
                <a:ea typeface="+mj-ea"/>
              </a:rPr>
              <a:t>內處理臨界區段</a:t>
            </a:r>
            <a:endParaRPr lang="en-US" altLang="zh-TW">
              <a:latin typeface="Consolas" panose="020B0609020204030204" pitchFamily="49" charset="0"/>
              <a:ea typeface="+mj-ea"/>
            </a:endParaRPr>
          </a:p>
          <a:p>
            <a:pPr marL="731520" lvl="2"/>
            <a:r>
              <a:rPr lang="en-US" altLang="zh-TW">
                <a:solidFill>
                  <a:srgbClr val="FF0000"/>
                </a:solidFill>
                <a:latin typeface="Consolas" panose="020B0609020204030204" pitchFamily="49" charset="0"/>
                <a:ea typeface="+mj-ea"/>
              </a:rPr>
              <a:t>synchronized</a:t>
            </a:r>
            <a:r>
              <a:rPr lang="en-US" altLang="zh-TW">
                <a:latin typeface="Consolas" panose="020B0609020204030204" pitchFamily="49" charset="0"/>
                <a:ea typeface="+mj-ea"/>
              </a:rPr>
              <a:t> (this) {</a:t>
            </a:r>
          </a:p>
          <a:p>
            <a:pPr marL="731520" lvl="2"/>
            <a:r>
              <a:rPr lang="en-US" altLang="zh-TW">
                <a:latin typeface="Consolas" panose="020B0609020204030204" pitchFamily="49" charset="0"/>
                <a:ea typeface="+mj-ea"/>
              </a:rPr>
              <a:t>count++;</a:t>
            </a:r>
          </a:p>
          <a:p>
            <a:pPr marL="731520" lvl="2"/>
            <a:r>
              <a:rPr lang="en-US" altLang="zh-TW">
                <a:latin typeface="Consolas" panose="020B0609020204030204" pitchFamily="49" charset="0"/>
                <a:ea typeface="+mj-ea"/>
              </a:rPr>
              <a:t>out.write(count);	//</a:t>
            </a:r>
            <a:r>
              <a:rPr lang="zh-TW" altLang="en-US">
                <a:latin typeface="Consolas" panose="020B0609020204030204" pitchFamily="49" charset="0"/>
                <a:ea typeface="+mj-ea"/>
              </a:rPr>
              <a:t>將執行輸出的部分鎖定</a:t>
            </a:r>
            <a:endParaRPr lang="en-US" altLang="zh-TW">
              <a:latin typeface="Consolas" panose="020B0609020204030204" pitchFamily="49" charset="0"/>
              <a:ea typeface="+mj-ea"/>
            </a:endParaRPr>
          </a:p>
          <a:p>
            <a:pPr marL="731520" lvl="2"/>
            <a:r>
              <a:rPr lang="en-US" altLang="zh-TW">
                <a:latin typeface="Consolas" panose="020B0609020204030204" pitchFamily="49" charset="0"/>
                <a:ea typeface="+mj-ea"/>
              </a:rPr>
              <a:t>}</a:t>
            </a:r>
          </a:p>
          <a:p>
            <a:pPr marL="1257300" lvl="2" indent="-342900">
              <a:buFont typeface="+mj-lt"/>
              <a:buAutoNum type="arabicPeriod"/>
            </a:pPr>
            <a:endParaRPr lang="en-US" altLang="zh-TW">
              <a:latin typeface="Consolas" panose="020B0609020204030204" pitchFamily="49" charset="0"/>
              <a:ea typeface="+mj-ea"/>
            </a:endParaRPr>
          </a:p>
          <a:p>
            <a:pPr marL="617220" lvl="1" indent="-342900">
              <a:buFont typeface="+mj-lt"/>
              <a:buAutoNum type="arabicPeriod"/>
            </a:pPr>
            <a:r>
              <a:rPr lang="zh-TW" altLang="en-US">
                <a:latin typeface="Consolas" panose="020B0609020204030204" pitchFamily="49" charset="0"/>
                <a:ea typeface="+mj-ea"/>
              </a:rPr>
              <a:t>於</a:t>
            </a:r>
            <a:r>
              <a:rPr lang="en-US" altLang="zh-TW">
                <a:latin typeface="Consolas" panose="020B0609020204030204" pitchFamily="49" charset="0"/>
                <a:ea typeface="+mj-ea"/>
              </a:rPr>
              <a:t>doGet</a:t>
            </a:r>
            <a:r>
              <a:rPr lang="zh-TW" altLang="en-US">
                <a:latin typeface="Consolas" panose="020B0609020204030204" pitchFamily="49" charset="0"/>
                <a:ea typeface="+mj-ea"/>
              </a:rPr>
              <a:t>內處理</a:t>
            </a:r>
            <a:r>
              <a:rPr lang="en-US" altLang="zh-TW">
                <a:latin typeface="Consolas" panose="020B0609020204030204" pitchFamily="49" charset="0"/>
                <a:ea typeface="+mj-ea"/>
              </a:rPr>
              <a:t>Critical section(</a:t>
            </a:r>
            <a:r>
              <a:rPr lang="zh-TW" altLang="en-US">
                <a:latin typeface="Consolas" panose="020B0609020204030204" pitchFamily="49" charset="0"/>
                <a:ea typeface="+mj-ea"/>
              </a:rPr>
              <a:t>臨界區段</a:t>
            </a:r>
            <a:r>
              <a:rPr lang="en-US" altLang="zh-TW">
                <a:latin typeface="Consolas" panose="020B0609020204030204" pitchFamily="49" charset="0"/>
                <a:ea typeface="+mj-ea"/>
              </a:rPr>
              <a:t>)</a:t>
            </a:r>
          </a:p>
          <a:p>
            <a:pPr lvl="2"/>
            <a:r>
              <a:rPr lang="en-US" altLang="zh-TW">
                <a:latin typeface="Consolas" panose="020B0609020204030204" pitchFamily="49" charset="0"/>
                <a:ea typeface="+mj-ea"/>
              </a:rPr>
              <a:t>int localCount;</a:t>
            </a:r>
          </a:p>
          <a:p>
            <a:pPr lvl="2"/>
            <a:r>
              <a:rPr lang="en-US" altLang="zh-TW">
                <a:solidFill>
                  <a:srgbClr val="FF0000"/>
                </a:solidFill>
                <a:latin typeface="Consolas" panose="020B0609020204030204" pitchFamily="49" charset="0"/>
                <a:ea typeface="+mj-ea"/>
              </a:rPr>
              <a:t>synchronized</a:t>
            </a:r>
            <a:r>
              <a:rPr lang="en-US" altLang="zh-TW">
                <a:latin typeface="Consolas" panose="020B0609020204030204" pitchFamily="49" charset="0"/>
                <a:ea typeface="+mj-ea"/>
              </a:rPr>
              <a:t> (this) {</a:t>
            </a:r>
          </a:p>
          <a:p>
            <a:pPr lvl="2"/>
            <a:r>
              <a:rPr lang="en-US" altLang="zh-TW">
                <a:latin typeface="Consolas" panose="020B0609020204030204" pitchFamily="49" charset="0"/>
                <a:ea typeface="+mj-ea"/>
              </a:rPr>
              <a:t>	localCount = ++count;	//</a:t>
            </a:r>
            <a:r>
              <a:rPr lang="zh-TW" altLang="en-US">
                <a:latin typeface="Consolas" panose="020B0609020204030204" pitchFamily="49" charset="0"/>
                <a:ea typeface="+mj-ea"/>
              </a:rPr>
              <a:t>建立區域變數紀錄當下的全域變數值</a:t>
            </a:r>
            <a:endParaRPr lang="en-US" altLang="zh-TW">
              <a:latin typeface="Consolas" panose="020B0609020204030204" pitchFamily="49" charset="0"/>
              <a:ea typeface="+mj-ea"/>
            </a:endParaRPr>
          </a:p>
          <a:p>
            <a:pPr lvl="2"/>
            <a:r>
              <a:rPr lang="en-US" altLang="zh-TW">
                <a:latin typeface="Consolas" panose="020B0609020204030204" pitchFamily="49" charset="0"/>
                <a:ea typeface="+mj-ea"/>
              </a:rPr>
              <a:t>}</a:t>
            </a:r>
          </a:p>
          <a:p>
            <a:pPr marL="1257300" lvl="2" indent="-342900">
              <a:buFont typeface="+mj-lt"/>
              <a:buAutoNum type="arabicPeriod"/>
            </a:pPr>
            <a:endParaRPr lang="en-US" altLang="zh-TW">
              <a:latin typeface="Consolas" panose="020B0609020204030204" pitchFamily="49" charset="0"/>
              <a:ea typeface="+mj-ea"/>
            </a:endParaRPr>
          </a:p>
          <a:p>
            <a:pPr marL="617220" lvl="1" indent="-342900">
              <a:buFont typeface="+mj-lt"/>
              <a:buAutoNum type="arabicPeriod"/>
            </a:pPr>
            <a:r>
              <a:rPr lang="zh-TW" altLang="en-US">
                <a:latin typeface="Consolas" panose="020B0609020204030204" pitchFamily="49" charset="0"/>
                <a:ea typeface="+mj-ea"/>
              </a:rPr>
              <a:t>如果程式目的不需要持續性</a:t>
            </a:r>
            <a:r>
              <a:rPr lang="en-US" altLang="zh-TW">
                <a:latin typeface="Consolas" panose="020B0609020204030204" pitchFamily="49" charset="0"/>
                <a:ea typeface="+mj-ea"/>
              </a:rPr>
              <a:t>(Persistence)</a:t>
            </a:r>
            <a:r>
              <a:rPr lang="zh-TW" altLang="en-US">
                <a:latin typeface="Consolas" panose="020B0609020204030204" pitchFamily="49" charset="0"/>
                <a:ea typeface="+mj-ea"/>
              </a:rPr>
              <a:t>時，可將所有變數設定為區域變數</a:t>
            </a:r>
            <a:r>
              <a:rPr lang="en-US" altLang="zh-TW">
                <a:latin typeface="Consolas" panose="020B0609020204030204" pitchFamily="49" charset="0"/>
                <a:ea typeface="+mj-ea"/>
              </a:rPr>
              <a:t>(</a:t>
            </a:r>
            <a:r>
              <a:rPr lang="zh-TW" altLang="en-US">
                <a:latin typeface="Consolas" panose="020B0609020204030204" pitchFamily="49" charset="0"/>
                <a:ea typeface="+mj-ea"/>
              </a:rPr>
              <a:t>區域變數的存活期限無法持續至下一次</a:t>
            </a:r>
            <a:r>
              <a:rPr lang="en-US" altLang="zh-TW">
                <a:latin typeface="Consolas" panose="020B0609020204030204" pitchFamily="49" charset="0"/>
                <a:ea typeface="+mj-ea"/>
              </a:rPr>
              <a:t>Request)</a:t>
            </a:r>
          </a:p>
        </p:txBody>
      </p:sp>
    </p:spTree>
    <p:extLst>
      <p:ext uri="{BB962C8B-B14F-4D97-AF65-F5344CB8AC3E}">
        <p14:creationId xmlns:p14="http://schemas.microsoft.com/office/powerpoint/2010/main" val="5974136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2">
            <a:extLst>
              <a:ext uri="{FF2B5EF4-FFF2-40B4-BE49-F238E27FC236}">
                <a16:creationId xmlns:a16="http://schemas.microsoft.com/office/drawing/2014/main" id="{3680DB7D-A761-4AFC-8D12-3714E56D5D48}"/>
              </a:ext>
            </a:extLst>
          </p:cNvPr>
          <p:cNvSpPr>
            <a:spLocks noGrp="1"/>
          </p:cNvSpPr>
          <p:nvPr>
            <p:ph idx="1"/>
          </p:nvPr>
        </p:nvSpPr>
        <p:spPr>
          <a:xfrm>
            <a:off x="178858" y="138351"/>
            <a:ext cx="11859171" cy="2585394"/>
          </a:xfrm>
        </p:spPr>
        <p:txBody>
          <a:bodyPr>
            <a:noAutofit/>
          </a:bodyPr>
          <a:lstStyle/>
          <a:p>
            <a:pPr marL="0" indent="0">
              <a:buNone/>
            </a:pPr>
            <a:r>
              <a:rPr lang="zh-TW" altLang="en-US" sz="3600">
                <a:latin typeface="Consolas" panose="020B0609020204030204" pitchFamily="49" charset="0"/>
                <a:ea typeface="+mj-ea"/>
              </a:rPr>
              <a:t>關於</a:t>
            </a:r>
            <a:r>
              <a:rPr lang="en-US" altLang="zh-TW" sz="3600">
                <a:latin typeface="Consolas" panose="020B0609020204030204" pitchFamily="49" charset="0"/>
                <a:ea typeface="+mj-ea"/>
              </a:rPr>
              <a:t>destroy(</a:t>
            </a:r>
            <a:r>
              <a:rPr lang="zh-TW" altLang="en-US" sz="3600">
                <a:latin typeface="Consolas" panose="020B0609020204030204" pitchFamily="49" charset="0"/>
                <a:ea typeface="+mj-ea"/>
              </a:rPr>
              <a:t> </a:t>
            </a:r>
            <a:r>
              <a:rPr lang="en-US" altLang="zh-TW" sz="3600">
                <a:latin typeface="Consolas" panose="020B0609020204030204" pitchFamily="49" charset="0"/>
                <a:ea typeface="+mj-ea"/>
              </a:rPr>
              <a:t>)</a:t>
            </a:r>
            <a:r>
              <a:rPr lang="zh-TW" altLang="en-US" sz="3600">
                <a:latin typeface="Consolas" panose="020B0609020204030204" pitchFamily="49" charset="0"/>
                <a:ea typeface="+mj-ea"/>
              </a:rPr>
              <a:t>的執行</a:t>
            </a:r>
          </a:p>
          <a:p>
            <a:r>
              <a:rPr lang="zh-TW" altLang="en-US" sz="2100">
                <a:latin typeface="Consolas" panose="020B0609020204030204" pitchFamily="49" charset="0"/>
                <a:ea typeface="+mj-ea"/>
              </a:rPr>
              <a:t>目的</a:t>
            </a:r>
            <a:r>
              <a:rPr lang="en-US" altLang="zh-TW" sz="2100">
                <a:latin typeface="Consolas" panose="020B0609020204030204" pitchFamily="49" charset="0"/>
                <a:ea typeface="+mj-ea"/>
              </a:rPr>
              <a:t>:</a:t>
            </a:r>
            <a:r>
              <a:rPr lang="zh-TW" altLang="en-US" sz="2100">
                <a:latin typeface="Consolas" panose="020B0609020204030204" pitchFamily="49" charset="0"/>
                <a:ea typeface="+mj-ea"/>
              </a:rPr>
              <a:t>讓</a:t>
            </a:r>
            <a:r>
              <a:rPr lang="en-US" altLang="zh-TW" sz="2100">
                <a:latin typeface="Consolas" panose="020B0609020204030204" pitchFamily="49" charset="0"/>
                <a:ea typeface="+mj-ea"/>
              </a:rPr>
              <a:t>Servlet</a:t>
            </a:r>
            <a:r>
              <a:rPr lang="zh-TW" altLang="en-US" sz="2100">
                <a:latin typeface="Consolas" panose="020B0609020204030204" pitchFamily="49" charset="0"/>
                <a:ea typeface="+mj-ea"/>
              </a:rPr>
              <a:t>的狀態能保存至下一次的存活期</a:t>
            </a:r>
            <a:endParaRPr lang="en-US" altLang="zh-TW" sz="2100">
              <a:latin typeface="Consolas" panose="020B0609020204030204" pitchFamily="49" charset="0"/>
              <a:ea typeface="+mj-ea"/>
            </a:endParaRPr>
          </a:p>
          <a:p>
            <a:r>
              <a:rPr lang="zh-TW" altLang="en-US" sz="2100">
                <a:latin typeface="Consolas" panose="020B0609020204030204" pitchFamily="49" charset="0"/>
                <a:ea typeface="+mj-ea"/>
              </a:rPr>
              <a:t>流程</a:t>
            </a:r>
            <a:r>
              <a:rPr lang="en-US" altLang="zh-TW" sz="2100">
                <a:latin typeface="Consolas" panose="020B0609020204030204" pitchFamily="49" charset="0"/>
                <a:ea typeface="+mj-ea"/>
              </a:rPr>
              <a:t>:</a:t>
            </a:r>
            <a:r>
              <a:rPr lang="zh-TW" altLang="en-US" sz="2100">
                <a:latin typeface="Consolas" panose="020B0609020204030204" pitchFamily="49" charset="0"/>
                <a:ea typeface="+mj-ea"/>
              </a:rPr>
              <a:t>在</a:t>
            </a:r>
            <a:r>
              <a:rPr lang="en-US" altLang="zh-TW" sz="2100">
                <a:latin typeface="Consolas" panose="020B0609020204030204" pitchFamily="49" charset="0"/>
                <a:ea typeface="+mj-ea"/>
              </a:rPr>
              <a:t>Servlet</a:t>
            </a:r>
            <a:r>
              <a:rPr lang="zh-TW" altLang="en-US" sz="2100">
                <a:latin typeface="Consolas" panose="020B0609020204030204" pitchFamily="49" charset="0"/>
                <a:ea typeface="+mj-ea"/>
              </a:rPr>
              <a:t>的</a:t>
            </a:r>
            <a:r>
              <a:rPr lang="en-US" altLang="zh-TW" sz="2100">
                <a:latin typeface="Consolas" panose="020B0609020204030204" pitchFamily="49" charset="0"/>
                <a:ea typeface="+mj-ea"/>
              </a:rPr>
              <a:t>destroy(</a:t>
            </a:r>
            <a:r>
              <a:rPr lang="zh-TW" altLang="en-US" sz="2100">
                <a:latin typeface="Consolas" panose="020B0609020204030204" pitchFamily="49" charset="0"/>
                <a:ea typeface="+mj-ea"/>
              </a:rPr>
              <a:t> </a:t>
            </a:r>
            <a:r>
              <a:rPr lang="en-US" altLang="zh-TW" sz="2100">
                <a:latin typeface="Consolas" panose="020B0609020204030204" pitchFamily="49" charset="0"/>
                <a:ea typeface="+mj-ea"/>
              </a:rPr>
              <a:t>)</a:t>
            </a:r>
            <a:r>
              <a:rPr lang="zh-TW" altLang="en-US" sz="2100">
                <a:latin typeface="Consolas" panose="020B0609020204030204" pitchFamily="49" charset="0"/>
                <a:ea typeface="+mj-ea"/>
              </a:rPr>
              <a:t>裡進行狀態保存，待下次</a:t>
            </a:r>
            <a:r>
              <a:rPr lang="en-US" altLang="zh-TW" sz="2100">
                <a:latin typeface="Consolas" panose="020B0609020204030204" pitchFamily="49" charset="0"/>
                <a:ea typeface="+mj-ea"/>
              </a:rPr>
              <a:t>init( )</a:t>
            </a:r>
            <a:r>
              <a:rPr lang="zh-TW" altLang="en-US" sz="2100">
                <a:latin typeface="Consolas" panose="020B0609020204030204" pitchFamily="49" charset="0"/>
                <a:ea typeface="+mj-ea"/>
              </a:rPr>
              <a:t>時取回保存狀態</a:t>
            </a:r>
            <a:endParaRPr lang="en-US" altLang="zh-TW" sz="2100">
              <a:latin typeface="Consolas" panose="020B0609020204030204" pitchFamily="49" charset="0"/>
              <a:ea typeface="+mj-ea"/>
            </a:endParaRPr>
          </a:p>
          <a:p>
            <a:r>
              <a:rPr lang="zh-TW" altLang="en-US" sz="2100">
                <a:latin typeface="Consolas" panose="020B0609020204030204" pitchFamily="49" charset="0"/>
                <a:ea typeface="+mj-ea"/>
              </a:rPr>
              <a:t>注意事項</a:t>
            </a:r>
            <a:r>
              <a:rPr lang="en-US" altLang="zh-TW" sz="2100">
                <a:latin typeface="Consolas" panose="020B0609020204030204" pitchFamily="49" charset="0"/>
                <a:ea typeface="+mj-ea"/>
              </a:rPr>
              <a:t>:</a:t>
            </a:r>
          </a:p>
          <a:p>
            <a:pPr lvl="1"/>
            <a:r>
              <a:rPr lang="zh-TW" altLang="en-US" sz="1900">
                <a:latin typeface="Consolas" panose="020B0609020204030204" pitchFamily="49" charset="0"/>
                <a:ea typeface="+mj-ea"/>
              </a:rPr>
              <a:t>儲存狀態，可使用</a:t>
            </a:r>
            <a:r>
              <a:rPr lang="en-US" altLang="zh-TW" sz="1900">
                <a:latin typeface="Consolas" panose="020B0609020204030204" pitchFamily="49" charset="0"/>
                <a:ea typeface="+mj-ea"/>
              </a:rPr>
              <a:t>JAVA IO</a:t>
            </a:r>
            <a:r>
              <a:rPr lang="zh-TW" altLang="en-US" sz="1900">
                <a:latin typeface="Consolas" panose="020B0609020204030204" pitchFamily="49" charset="0"/>
                <a:ea typeface="+mj-ea"/>
              </a:rPr>
              <a:t>保存資料，或者存入資料庫，視需要而定</a:t>
            </a:r>
            <a:endParaRPr lang="en-US" altLang="zh-TW" sz="1900">
              <a:latin typeface="Consolas" panose="020B0609020204030204" pitchFamily="49" charset="0"/>
              <a:ea typeface="+mj-ea"/>
            </a:endParaRPr>
          </a:p>
          <a:p>
            <a:pPr lvl="1"/>
            <a:r>
              <a:rPr lang="zh-TW" altLang="en-US" sz="1900">
                <a:latin typeface="Consolas" panose="020B0609020204030204" pitchFamily="49" charset="0"/>
                <a:ea typeface="+mj-ea"/>
              </a:rPr>
              <a:t>如果</a:t>
            </a:r>
            <a:r>
              <a:rPr lang="en-US" altLang="zh-TW" sz="1900">
                <a:latin typeface="Consolas" panose="020B0609020204030204" pitchFamily="49" charset="0"/>
                <a:ea typeface="+mj-ea"/>
              </a:rPr>
              <a:t>Server</a:t>
            </a:r>
            <a:r>
              <a:rPr lang="zh-TW" altLang="en-US" sz="1900">
                <a:latin typeface="Consolas" panose="020B0609020204030204" pitchFamily="49" charset="0"/>
                <a:ea typeface="+mj-ea"/>
              </a:rPr>
              <a:t>因為</a:t>
            </a:r>
            <a:r>
              <a:rPr lang="zh-TW" altLang="en-US" sz="1900">
                <a:solidFill>
                  <a:srgbClr val="FF0000"/>
                </a:solidFill>
                <a:latin typeface="Consolas" panose="020B0609020204030204" pitchFamily="49" charset="0"/>
                <a:ea typeface="+mj-ea"/>
              </a:rPr>
              <a:t>當機</a:t>
            </a:r>
            <a:r>
              <a:rPr lang="zh-TW" altLang="en-US" sz="1900">
                <a:latin typeface="Consolas" panose="020B0609020204030204" pitchFamily="49" charset="0"/>
                <a:ea typeface="+mj-ea"/>
              </a:rPr>
              <a:t>而停止，則不會呼叫</a:t>
            </a:r>
            <a:r>
              <a:rPr lang="en-US" altLang="zh-TW" sz="1900">
                <a:latin typeface="Consolas" panose="020B0609020204030204" pitchFamily="49" charset="0"/>
                <a:ea typeface="+mj-ea"/>
              </a:rPr>
              <a:t>servlet</a:t>
            </a:r>
            <a:r>
              <a:rPr lang="zh-TW" altLang="en-US" sz="1900">
                <a:latin typeface="Consolas" panose="020B0609020204030204" pitchFamily="49" charset="0"/>
                <a:ea typeface="+mj-ea"/>
              </a:rPr>
              <a:t>的</a:t>
            </a:r>
            <a:r>
              <a:rPr lang="en-US" altLang="zh-TW" sz="1900">
                <a:latin typeface="Consolas" panose="020B0609020204030204" pitchFamily="49" charset="0"/>
                <a:ea typeface="+mj-ea"/>
              </a:rPr>
              <a:t>destroy(</a:t>
            </a:r>
            <a:r>
              <a:rPr lang="zh-TW" altLang="en-US" sz="1900">
                <a:latin typeface="Consolas" panose="020B0609020204030204" pitchFamily="49" charset="0"/>
                <a:ea typeface="+mj-ea"/>
              </a:rPr>
              <a:t> </a:t>
            </a:r>
            <a:r>
              <a:rPr lang="en-US" altLang="zh-TW" sz="1900">
                <a:latin typeface="Consolas" panose="020B0609020204030204" pitchFamily="49" charset="0"/>
                <a:ea typeface="+mj-ea"/>
              </a:rPr>
              <a:t>)</a:t>
            </a:r>
            <a:r>
              <a:rPr lang="zh-TW" altLang="en-US" sz="1900">
                <a:latin typeface="Consolas" panose="020B0609020204030204" pitchFamily="49" charset="0"/>
                <a:ea typeface="+mj-ea"/>
              </a:rPr>
              <a:t>方法</a:t>
            </a:r>
            <a:endParaRPr lang="en-US" altLang="zh-TW" sz="1900">
              <a:latin typeface="Consolas" panose="020B0609020204030204" pitchFamily="49" charset="0"/>
              <a:ea typeface="+mj-ea"/>
            </a:endParaRPr>
          </a:p>
          <a:p>
            <a:pPr lvl="1"/>
            <a:endParaRPr lang="en-US" altLang="zh-TW" sz="1900">
              <a:latin typeface="Consolas" panose="020B0609020204030204" pitchFamily="49" charset="0"/>
              <a:ea typeface="+mj-ea"/>
            </a:endParaRPr>
          </a:p>
          <a:p>
            <a:pPr lvl="2"/>
            <a:endParaRPr lang="en-US" altLang="zh-TW" sz="1900">
              <a:latin typeface="Consolas" panose="020B0609020204030204" pitchFamily="49" charset="0"/>
              <a:ea typeface="+mj-ea"/>
            </a:endParaRPr>
          </a:p>
          <a:p>
            <a:pPr lvl="2"/>
            <a:endParaRPr lang="en-US" altLang="zh-TW" sz="1900">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77F1DACB-6046-4678-96DE-3779E80A34D4}"/>
              </a:ext>
            </a:extLst>
          </p:cNvPr>
          <p:cNvSpPr>
            <a:spLocks noGrp="1"/>
          </p:cNvSpPr>
          <p:nvPr>
            <p:ph type="sldNum" sz="quarter" idx="12"/>
          </p:nvPr>
        </p:nvSpPr>
        <p:spPr/>
        <p:txBody>
          <a:bodyPr/>
          <a:lstStyle/>
          <a:p>
            <a:fld id="{B521127C-0C56-461F-B517-0D483F216F7D}" type="slidenum">
              <a:rPr lang="zh-TW" altLang="en-US" smtClean="0">
                <a:latin typeface="Consolas" panose="020B0609020204030204" pitchFamily="49" charset="0"/>
                <a:ea typeface="+mj-ea"/>
              </a:rPr>
              <a:t>51</a:t>
            </a:fld>
            <a:endParaRPr lang="zh-TW" altLang="en-US">
              <a:latin typeface="Consolas" panose="020B0609020204030204" pitchFamily="49" charset="0"/>
              <a:ea typeface="+mj-ea"/>
            </a:endParaRPr>
          </a:p>
        </p:txBody>
      </p:sp>
      <p:pic>
        <p:nvPicPr>
          <p:cNvPr id="7" name="圖片 6">
            <a:extLst>
              <a:ext uri="{FF2B5EF4-FFF2-40B4-BE49-F238E27FC236}">
                <a16:creationId xmlns:a16="http://schemas.microsoft.com/office/drawing/2014/main" id="{AAD2169E-9A50-43ED-8BFF-003CD14E778F}"/>
              </a:ext>
            </a:extLst>
          </p:cNvPr>
          <p:cNvPicPr>
            <a:picLocks noChangeAspect="1"/>
          </p:cNvPicPr>
          <p:nvPr/>
        </p:nvPicPr>
        <p:blipFill>
          <a:blip r:embed="rId3"/>
          <a:stretch>
            <a:fillRect/>
          </a:stretch>
        </p:blipFill>
        <p:spPr>
          <a:xfrm>
            <a:off x="276996" y="2723745"/>
            <a:ext cx="10870902" cy="810666"/>
          </a:xfrm>
          <a:prstGeom prst="rect">
            <a:avLst/>
          </a:prstGeom>
        </p:spPr>
      </p:pic>
      <p:pic>
        <p:nvPicPr>
          <p:cNvPr id="9" name="圖片 8">
            <a:extLst>
              <a:ext uri="{FF2B5EF4-FFF2-40B4-BE49-F238E27FC236}">
                <a16:creationId xmlns:a16="http://schemas.microsoft.com/office/drawing/2014/main" id="{7D1C798B-5714-4B31-89DB-5E09B1502DFE}"/>
              </a:ext>
            </a:extLst>
          </p:cNvPr>
          <p:cNvPicPr>
            <a:picLocks noChangeAspect="1"/>
          </p:cNvPicPr>
          <p:nvPr/>
        </p:nvPicPr>
        <p:blipFill>
          <a:blip r:embed="rId4"/>
          <a:stretch>
            <a:fillRect/>
          </a:stretch>
        </p:blipFill>
        <p:spPr>
          <a:xfrm>
            <a:off x="276996" y="4671910"/>
            <a:ext cx="11034132" cy="893354"/>
          </a:xfrm>
          <a:prstGeom prst="rect">
            <a:avLst/>
          </a:prstGeom>
        </p:spPr>
      </p:pic>
      <p:sp>
        <p:nvSpPr>
          <p:cNvPr id="17" name="文字方塊 16">
            <a:extLst>
              <a:ext uri="{FF2B5EF4-FFF2-40B4-BE49-F238E27FC236}">
                <a16:creationId xmlns:a16="http://schemas.microsoft.com/office/drawing/2014/main" id="{BB2348DA-0EB8-4254-BFAD-40A75E7855E4}"/>
              </a:ext>
            </a:extLst>
          </p:cNvPr>
          <p:cNvSpPr txBox="1"/>
          <p:nvPr/>
        </p:nvSpPr>
        <p:spPr>
          <a:xfrm>
            <a:off x="2592505" y="4042220"/>
            <a:ext cx="7913368"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zh-TW" altLang="en-US">
                <a:latin typeface="Consolas" panose="020B0609020204030204" pitchFamily="49" charset="0"/>
                <a:ea typeface="+mj-ea"/>
              </a:rPr>
              <a:t>點選</a:t>
            </a:r>
            <a:r>
              <a:rPr lang="en-US" altLang="zh-TW">
                <a:latin typeface="Consolas" panose="020B0609020204030204" pitchFamily="49" charset="0"/>
                <a:ea typeface="+mj-ea"/>
              </a:rPr>
              <a:t>Console</a:t>
            </a:r>
            <a:r>
              <a:rPr lang="zh-TW" altLang="en-US">
                <a:latin typeface="Consolas" panose="020B0609020204030204" pitchFamily="49" charset="0"/>
                <a:ea typeface="+mj-ea"/>
              </a:rPr>
              <a:t>下的</a:t>
            </a:r>
            <a:r>
              <a:rPr lang="en-US" altLang="zh-TW">
                <a:latin typeface="Consolas" panose="020B0609020204030204" pitchFamily="49" charset="0"/>
                <a:ea typeface="+mj-ea"/>
              </a:rPr>
              <a:t>Terminate</a:t>
            </a:r>
            <a:r>
              <a:rPr lang="zh-TW" altLang="en-US">
                <a:latin typeface="Consolas" panose="020B0609020204030204" pitchFamily="49" charset="0"/>
                <a:ea typeface="+mj-ea"/>
              </a:rPr>
              <a:t>，屬於異常中止，不會呼叫</a:t>
            </a:r>
            <a:r>
              <a:rPr lang="en-US" altLang="zh-TW" sz="1800">
                <a:latin typeface="Consolas" panose="020B0609020204030204" pitchFamily="49" charset="0"/>
                <a:ea typeface="+mj-ea"/>
              </a:rPr>
              <a:t>destroy(</a:t>
            </a:r>
            <a:r>
              <a:rPr lang="zh-TW" altLang="en-US" sz="1800">
                <a:latin typeface="Consolas" panose="020B0609020204030204" pitchFamily="49" charset="0"/>
                <a:ea typeface="+mj-ea"/>
              </a:rPr>
              <a:t> </a:t>
            </a:r>
            <a:r>
              <a:rPr lang="en-US" altLang="zh-TW" sz="1800">
                <a:latin typeface="Consolas" panose="020B0609020204030204" pitchFamily="49" charset="0"/>
                <a:ea typeface="+mj-ea"/>
              </a:rPr>
              <a:t>)</a:t>
            </a:r>
            <a:r>
              <a:rPr lang="zh-TW" altLang="en-US" sz="1800">
                <a:latin typeface="Consolas" panose="020B0609020204030204" pitchFamily="49" charset="0"/>
                <a:ea typeface="+mj-ea"/>
              </a:rPr>
              <a:t>方法。</a:t>
            </a:r>
            <a:endParaRPr lang="zh-TW" altLang="en-US">
              <a:latin typeface="Consolas" panose="020B0609020204030204" pitchFamily="49" charset="0"/>
              <a:ea typeface="+mj-ea"/>
            </a:endParaRPr>
          </a:p>
        </p:txBody>
      </p:sp>
      <p:sp>
        <p:nvSpPr>
          <p:cNvPr id="18" name="文字方塊 17">
            <a:extLst>
              <a:ext uri="{FF2B5EF4-FFF2-40B4-BE49-F238E27FC236}">
                <a16:creationId xmlns:a16="http://schemas.microsoft.com/office/drawing/2014/main" id="{57439E5A-D73F-43C2-B9C1-B974EB2874F4}"/>
              </a:ext>
            </a:extLst>
          </p:cNvPr>
          <p:cNvSpPr txBox="1"/>
          <p:nvPr/>
        </p:nvSpPr>
        <p:spPr>
          <a:xfrm>
            <a:off x="2132061" y="6128287"/>
            <a:ext cx="8373812"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zh-TW" altLang="en-US">
                <a:latin typeface="Consolas" panose="020B0609020204030204" pitchFamily="49" charset="0"/>
                <a:ea typeface="+mj-ea"/>
              </a:rPr>
              <a:t>點選</a:t>
            </a:r>
            <a:r>
              <a:rPr lang="en-US" altLang="zh-TW">
                <a:latin typeface="Consolas" panose="020B0609020204030204" pitchFamily="49" charset="0"/>
                <a:ea typeface="+mj-ea"/>
              </a:rPr>
              <a:t>Servers</a:t>
            </a:r>
            <a:r>
              <a:rPr lang="zh-TW" altLang="en-US">
                <a:latin typeface="Consolas" panose="020B0609020204030204" pitchFamily="49" charset="0"/>
                <a:ea typeface="+mj-ea"/>
              </a:rPr>
              <a:t>下的</a:t>
            </a:r>
            <a:r>
              <a:rPr lang="en-US" altLang="zh-TW">
                <a:latin typeface="Consolas" panose="020B0609020204030204" pitchFamily="49" charset="0"/>
                <a:ea typeface="+mj-ea"/>
              </a:rPr>
              <a:t>Stop the server</a:t>
            </a:r>
            <a:r>
              <a:rPr lang="zh-TW" altLang="en-US">
                <a:latin typeface="Consolas" panose="020B0609020204030204" pitchFamily="49" charset="0"/>
                <a:ea typeface="+mj-ea"/>
              </a:rPr>
              <a:t>，屬於正常中止，會呼叫</a:t>
            </a:r>
            <a:r>
              <a:rPr lang="en-US" altLang="zh-TW" sz="1800">
                <a:latin typeface="Consolas" panose="020B0609020204030204" pitchFamily="49" charset="0"/>
                <a:ea typeface="+mj-ea"/>
              </a:rPr>
              <a:t>destroy(</a:t>
            </a:r>
            <a:r>
              <a:rPr lang="zh-TW" altLang="en-US" sz="1800">
                <a:latin typeface="Consolas" panose="020B0609020204030204" pitchFamily="49" charset="0"/>
                <a:ea typeface="+mj-ea"/>
              </a:rPr>
              <a:t> </a:t>
            </a:r>
            <a:r>
              <a:rPr lang="en-US" altLang="zh-TW" sz="1800">
                <a:latin typeface="Consolas" panose="020B0609020204030204" pitchFamily="49" charset="0"/>
                <a:ea typeface="+mj-ea"/>
              </a:rPr>
              <a:t>)</a:t>
            </a:r>
            <a:r>
              <a:rPr lang="zh-TW" altLang="en-US" sz="1800">
                <a:latin typeface="Consolas" panose="020B0609020204030204" pitchFamily="49" charset="0"/>
                <a:ea typeface="+mj-ea"/>
              </a:rPr>
              <a:t>方法。</a:t>
            </a:r>
            <a:endParaRPr lang="zh-TW" altLang="en-US">
              <a:latin typeface="Consolas" panose="020B0609020204030204" pitchFamily="49" charset="0"/>
              <a:ea typeface="+mj-ea"/>
            </a:endParaRPr>
          </a:p>
        </p:txBody>
      </p:sp>
      <p:cxnSp>
        <p:nvCxnSpPr>
          <p:cNvPr id="19" name="直線單箭頭接點 18">
            <a:extLst>
              <a:ext uri="{FF2B5EF4-FFF2-40B4-BE49-F238E27FC236}">
                <a16:creationId xmlns:a16="http://schemas.microsoft.com/office/drawing/2014/main" id="{7862012C-BADD-4D21-8D23-838A31FD4043}"/>
              </a:ext>
            </a:extLst>
          </p:cNvPr>
          <p:cNvCxnSpPr>
            <a:cxnSpLocks/>
            <a:endCxn id="17" idx="0"/>
          </p:cNvCxnSpPr>
          <p:nvPr/>
        </p:nvCxnSpPr>
        <p:spPr>
          <a:xfrm flipH="1">
            <a:off x="6549189" y="3638145"/>
            <a:ext cx="1203756" cy="40407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a:extLst>
              <a:ext uri="{FF2B5EF4-FFF2-40B4-BE49-F238E27FC236}">
                <a16:creationId xmlns:a16="http://schemas.microsoft.com/office/drawing/2014/main" id="{78E7BE47-643F-4D8D-AE24-24C59CC1E2E8}"/>
              </a:ext>
            </a:extLst>
          </p:cNvPr>
          <p:cNvCxnSpPr>
            <a:cxnSpLocks/>
            <a:endCxn id="18" idx="0"/>
          </p:cNvCxnSpPr>
          <p:nvPr/>
        </p:nvCxnSpPr>
        <p:spPr>
          <a:xfrm flipH="1">
            <a:off x="6318967" y="5591722"/>
            <a:ext cx="3055380" cy="53656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54700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9">
            <a:extLst>
              <a:ext uri="{FF2B5EF4-FFF2-40B4-BE49-F238E27FC236}">
                <a16:creationId xmlns:a16="http://schemas.microsoft.com/office/drawing/2014/main" id="{9A3D0CE2-91FF-49B3-A5D8-181E900D7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11">
            <a:extLst>
              <a:ext uri="{FF2B5EF4-FFF2-40B4-BE49-F238E27FC236}">
                <a16:creationId xmlns:a16="http://schemas.microsoft.com/office/drawing/2014/main" id="{58AEBD96-C315-4F53-9D9E-0E20E993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13">
            <a:extLst>
              <a:ext uri="{FF2B5EF4-FFF2-40B4-BE49-F238E27FC236}">
                <a16:creationId xmlns:a16="http://schemas.microsoft.com/office/drawing/2014/main" id="{78916AAA-66F6-4DFA-88ED-7E27CF6B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1" name="Group 15">
            <a:extLst>
              <a:ext uri="{FF2B5EF4-FFF2-40B4-BE49-F238E27FC236}">
                <a16:creationId xmlns:a16="http://schemas.microsoft.com/office/drawing/2014/main" id="{A137D43F-BAD6-47F1-AA65-AEEA38A2FF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17" name="Oval 16">
              <a:extLst>
                <a:ext uri="{FF2B5EF4-FFF2-40B4-BE49-F238E27FC236}">
                  <a16:creationId xmlns:a16="http://schemas.microsoft.com/office/drawing/2014/main" id="{D512C9B2-6B22-4211-A940-FCD7C2CD0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8" name="Oval 17">
              <a:extLst>
                <a:ext uri="{FF2B5EF4-FFF2-40B4-BE49-F238E27FC236}">
                  <a16:creationId xmlns:a16="http://schemas.microsoft.com/office/drawing/2014/main" id="{85F7DB84-CDE7-46F8-90DD-9D048A7D5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sp>
      </p:grpSp>
      <p:sp useBgFill="1">
        <p:nvSpPr>
          <p:cNvPr id="13" name="Rectangle 19">
            <a:extLst>
              <a:ext uri="{FF2B5EF4-FFF2-40B4-BE49-F238E27FC236}">
                <a16:creationId xmlns:a16="http://schemas.microsoft.com/office/drawing/2014/main" id="{C3D25154-9EF7-4C33-9AAC-7B3BE089FE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文字方塊 3">
            <a:extLst>
              <a:ext uri="{FF2B5EF4-FFF2-40B4-BE49-F238E27FC236}">
                <a16:creationId xmlns:a16="http://schemas.microsoft.com/office/drawing/2014/main" id="{4C0C7DFB-F839-4192-B53B-1812E6CE4CEC}"/>
              </a:ext>
            </a:extLst>
          </p:cNvPr>
          <p:cNvSpPr txBox="1"/>
          <p:nvPr/>
        </p:nvSpPr>
        <p:spPr>
          <a:xfrm>
            <a:off x="1051560" y="643468"/>
            <a:ext cx="9966960" cy="3592432"/>
          </a:xfrm>
          <a:prstGeom prst="rect">
            <a:avLst/>
          </a:prstGeom>
        </p:spPr>
        <p:txBody>
          <a:bodyPr vert="horz" lIns="91440" tIns="45720" rIns="91440" bIns="45720" rtlCol="0" anchor="ctr">
            <a:normAutofit fontScale="92500"/>
          </a:bodyPr>
          <a:lstStyle/>
          <a:p>
            <a:pPr defTabSz="914400">
              <a:lnSpc>
                <a:spcPct val="80000"/>
              </a:lnSpc>
              <a:spcBef>
                <a:spcPct val="0"/>
              </a:spcBef>
              <a:spcAft>
                <a:spcPts val="600"/>
              </a:spcAft>
            </a:pPr>
            <a:r>
              <a:rPr lang="zh-TW" altLang="en-US" sz="8900" b="1" cap="all">
                <a:latin typeface="+mj-lt"/>
                <a:ea typeface="+mj-ea"/>
                <a:cs typeface="+mj-cs"/>
              </a:rPr>
              <a:t>第六節</a:t>
            </a:r>
            <a:endParaRPr lang="en-US" altLang="zh-TW" sz="8900" b="1" cap="all">
              <a:latin typeface="+mj-lt"/>
              <a:ea typeface="+mj-ea"/>
              <a:cs typeface="+mj-cs"/>
            </a:endParaRPr>
          </a:p>
          <a:p>
            <a:pPr defTabSz="914400">
              <a:lnSpc>
                <a:spcPct val="80000"/>
              </a:lnSpc>
              <a:spcBef>
                <a:spcPct val="0"/>
              </a:spcBef>
              <a:spcAft>
                <a:spcPts val="600"/>
              </a:spcAft>
            </a:pPr>
            <a:r>
              <a:rPr lang="zh-TW" altLang="en-US" sz="8900" b="1" cap="all">
                <a:latin typeface="+mj-lt"/>
                <a:ea typeface="+mj-ea"/>
                <a:cs typeface="+mj-cs"/>
              </a:rPr>
              <a:t>取得</a:t>
            </a:r>
            <a:r>
              <a:rPr lang="en-US" altLang="zh-TW" sz="8900" b="1" cap="all" err="1">
                <a:latin typeface="+mj-lt"/>
                <a:ea typeface="+mj-ea"/>
                <a:cs typeface="+mj-cs"/>
              </a:rPr>
              <a:t>Server&amp;client</a:t>
            </a:r>
            <a:r>
              <a:rPr lang="zh-TW" altLang="en-US" sz="8900" b="1" cap="all">
                <a:latin typeface="+mj-lt"/>
                <a:ea typeface="+mj-ea"/>
                <a:cs typeface="+mj-cs"/>
              </a:rPr>
              <a:t>的相關資訊</a:t>
            </a:r>
            <a:endParaRPr lang="en-US" altLang="zh-TW" sz="8900" b="1" cap="all">
              <a:latin typeface="+mj-lt"/>
              <a:ea typeface="+mj-ea"/>
              <a:cs typeface="+mj-cs"/>
            </a:endParaRPr>
          </a:p>
        </p:txBody>
      </p:sp>
      <p:sp>
        <p:nvSpPr>
          <p:cNvPr id="15" name="Rectangle 21">
            <a:extLst>
              <a:ext uri="{FF2B5EF4-FFF2-40B4-BE49-F238E27FC236}">
                <a16:creationId xmlns:a16="http://schemas.microsoft.com/office/drawing/2014/main" id="{1604E8C0-C927-4C06-A96A-BF3323BA7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95831"/>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23">
            <a:extLst>
              <a:ext uri="{FF2B5EF4-FFF2-40B4-BE49-F238E27FC236}">
                <a16:creationId xmlns:a16="http://schemas.microsoft.com/office/drawing/2014/main" id="{9DCECFD5-4C30-4892-9FF0-540E17955A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111496"/>
            <a:ext cx="1080904" cy="1080902"/>
            <a:chOff x="10245590" y="5111496"/>
            <a:chExt cx="1080904" cy="1080902"/>
          </a:xfrm>
        </p:grpSpPr>
        <p:sp>
          <p:nvSpPr>
            <p:cNvPr id="25" name="Oval 24">
              <a:extLst>
                <a:ext uri="{FF2B5EF4-FFF2-40B4-BE49-F238E27FC236}">
                  <a16:creationId xmlns:a16="http://schemas.microsoft.com/office/drawing/2014/main" id="{95C67F70-EAFE-425C-8422-591620A96D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5590" y="5111496"/>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26" name="Oval 25">
              <a:extLst>
                <a:ext uri="{FF2B5EF4-FFF2-40B4-BE49-F238E27FC236}">
                  <a16:creationId xmlns:a16="http://schemas.microsoft.com/office/drawing/2014/main" id="{D47FA16B-C217-4D91-84EA-5B0846BDDA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53681" y="5219586"/>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5" name="投影片編號版面配置區 4">
            <a:extLst>
              <a:ext uri="{FF2B5EF4-FFF2-40B4-BE49-F238E27FC236}">
                <a16:creationId xmlns:a16="http://schemas.microsoft.com/office/drawing/2014/main" id="{5D23B375-A6D2-4583-8FE9-BFCCCFBD241B}"/>
              </a:ext>
            </a:extLst>
          </p:cNvPr>
          <p:cNvSpPr>
            <a:spLocks noGrp="1"/>
          </p:cNvSpPr>
          <p:nvPr>
            <p:ph type="sldNum" sz="quarter" idx="12"/>
          </p:nvPr>
        </p:nvSpPr>
        <p:spPr>
          <a:xfrm>
            <a:off x="10189108" y="5342324"/>
            <a:ext cx="1193868" cy="640080"/>
          </a:xfrm>
        </p:spPr>
        <p:txBody>
          <a:bodyPr vert="horz" lIns="91440" tIns="45720" rIns="91440" bIns="45720" rtlCol="0" anchor="ctr">
            <a:normAutofit/>
          </a:bodyPr>
          <a:lstStyle/>
          <a:p>
            <a:pPr>
              <a:spcAft>
                <a:spcPts val="600"/>
              </a:spcAft>
            </a:pPr>
            <a:fld id="{B521127C-0C56-461F-B517-0D483F216F7D}" type="slidenum">
              <a:rPr lang="en-US" altLang="zh-TW" sz="2800" b="1" kern="1200">
                <a:solidFill>
                  <a:srgbClr val="FFFFFF"/>
                </a:solidFill>
                <a:latin typeface="+mj-lt"/>
                <a:ea typeface="+mn-ea"/>
                <a:cs typeface="+mn-cs"/>
              </a:rPr>
              <a:pPr>
                <a:spcAft>
                  <a:spcPts val="600"/>
                </a:spcAft>
              </a:pPr>
              <a:t>52</a:t>
            </a:fld>
            <a:endParaRPr lang="en-US" altLang="zh-TW" sz="2800" b="1" kern="1200">
              <a:solidFill>
                <a:srgbClr val="FFFFFF"/>
              </a:solidFill>
              <a:latin typeface="+mj-lt"/>
              <a:ea typeface="+mn-ea"/>
              <a:cs typeface="+mn-cs"/>
            </a:endParaRPr>
          </a:p>
        </p:txBody>
      </p:sp>
    </p:spTree>
    <p:extLst>
      <p:ext uri="{BB962C8B-B14F-4D97-AF65-F5344CB8AC3E}">
        <p14:creationId xmlns:p14="http://schemas.microsoft.com/office/powerpoint/2010/main" val="22403808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2">
            <a:extLst>
              <a:ext uri="{FF2B5EF4-FFF2-40B4-BE49-F238E27FC236}">
                <a16:creationId xmlns:a16="http://schemas.microsoft.com/office/drawing/2014/main" id="{3680DB7D-A761-4AFC-8D12-3714E56D5D48}"/>
              </a:ext>
            </a:extLst>
          </p:cNvPr>
          <p:cNvSpPr>
            <a:spLocks noGrp="1"/>
          </p:cNvSpPr>
          <p:nvPr>
            <p:ph idx="1"/>
          </p:nvPr>
        </p:nvSpPr>
        <p:spPr>
          <a:xfrm>
            <a:off x="0" y="768485"/>
            <a:ext cx="12192000" cy="5869424"/>
          </a:xfrm>
        </p:spPr>
        <p:txBody>
          <a:bodyPr>
            <a:noAutofit/>
          </a:bodyPr>
          <a:lstStyle/>
          <a:p>
            <a:pPr marL="0" indent="0">
              <a:buNone/>
            </a:pPr>
            <a:r>
              <a:rPr lang="en-US" altLang="zh-TW">
                <a:latin typeface="Consolas" panose="020B0609020204030204" pitchFamily="49" charset="0"/>
                <a:ea typeface="+mj-ea"/>
              </a:rPr>
              <a:t> </a:t>
            </a:r>
            <a:r>
              <a:rPr lang="zh-TW" altLang="en-US">
                <a:latin typeface="Consolas" panose="020B0609020204030204" pitchFamily="49" charset="0"/>
                <a:ea typeface="+mj-ea"/>
              </a:rPr>
              <a:t>取得</a:t>
            </a:r>
            <a:r>
              <a:rPr lang="en-US" altLang="zh-TW">
                <a:latin typeface="Consolas" panose="020B0609020204030204" pitchFamily="49" charset="0"/>
                <a:ea typeface="+mj-ea"/>
              </a:rPr>
              <a:t>Server</a:t>
            </a:r>
            <a:r>
              <a:rPr lang="zh-TW" altLang="en-US">
                <a:latin typeface="Consolas" panose="020B0609020204030204" pitchFamily="49" charset="0"/>
                <a:ea typeface="+mj-ea"/>
              </a:rPr>
              <a:t>主機的資訊</a:t>
            </a:r>
            <a:endParaRPr lang="en-US" altLang="zh-TW">
              <a:latin typeface="Consolas" panose="020B0609020204030204" pitchFamily="49" charset="0"/>
              <a:ea typeface="+mj-ea"/>
            </a:endParaRPr>
          </a:p>
          <a:p>
            <a:pPr lvl="1"/>
            <a:r>
              <a:rPr lang="en-US" altLang="zh-TW" sz="2000">
                <a:solidFill>
                  <a:srgbClr val="1890C3"/>
                </a:solidFill>
                <a:latin typeface="Consolas" panose="020B0609020204030204" pitchFamily="49" charset="0"/>
                <a:ea typeface="+mj-ea"/>
              </a:rPr>
              <a:t>String</a:t>
            </a:r>
            <a:r>
              <a:rPr lang="en-US" altLang="zh-TW" sz="2000">
                <a:latin typeface="Consolas" panose="020B0609020204030204" pitchFamily="49" charset="0"/>
                <a:ea typeface="+mj-ea"/>
              </a:rPr>
              <a:t> </a:t>
            </a:r>
            <a:r>
              <a:rPr lang="en-US" altLang="zh-TW" sz="2000" err="1">
                <a:latin typeface="Consolas" panose="020B0609020204030204" pitchFamily="49" charset="0"/>
                <a:ea typeface="+mj-ea"/>
              </a:rPr>
              <a:t>request.getServerName</a:t>
            </a:r>
            <a:r>
              <a:rPr lang="en-US" altLang="zh-TW" sz="2000">
                <a:latin typeface="Consolas" panose="020B0609020204030204" pitchFamily="49" charset="0"/>
                <a:ea typeface="+mj-ea"/>
              </a:rPr>
              <a:t>( )		:</a:t>
            </a:r>
            <a:r>
              <a:rPr lang="zh-TW" altLang="en-US" sz="2000">
                <a:latin typeface="Consolas" panose="020B0609020204030204" pitchFamily="49" charset="0"/>
                <a:ea typeface="+mj-ea"/>
              </a:rPr>
              <a:t> 取得伺服器名稱</a:t>
            </a:r>
            <a:endParaRPr lang="en-US" altLang="zh-TW" sz="2000">
              <a:latin typeface="Consolas" panose="020B0609020204030204" pitchFamily="49" charset="0"/>
              <a:ea typeface="+mj-ea"/>
            </a:endParaRPr>
          </a:p>
          <a:p>
            <a:pPr lvl="1"/>
            <a:r>
              <a:rPr lang="en-US" altLang="zh-TW" sz="2000">
                <a:solidFill>
                  <a:srgbClr val="CC6227"/>
                </a:solidFill>
                <a:latin typeface="Consolas" panose="020B0609020204030204" pitchFamily="49" charset="0"/>
                <a:ea typeface="+mj-ea"/>
              </a:rPr>
              <a:t>int</a:t>
            </a:r>
            <a:r>
              <a:rPr lang="en-US" altLang="zh-TW" sz="2000">
                <a:latin typeface="Consolas" panose="020B0609020204030204" pitchFamily="49" charset="0"/>
                <a:ea typeface="+mj-ea"/>
              </a:rPr>
              <a:t> </a:t>
            </a:r>
            <a:r>
              <a:rPr lang="en-US" altLang="zh-TW" sz="2000" err="1">
                <a:latin typeface="Consolas" panose="020B0609020204030204" pitchFamily="49" charset="0"/>
                <a:ea typeface="+mj-ea"/>
              </a:rPr>
              <a:t>request.getServerPort</a:t>
            </a:r>
            <a:r>
              <a:rPr lang="en-US" altLang="zh-TW" sz="2000">
                <a:latin typeface="Consolas" panose="020B0609020204030204" pitchFamily="49" charset="0"/>
                <a:ea typeface="+mj-ea"/>
              </a:rPr>
              <a:t>( )			: </a:t>
            </a:r>
            <a:r>
              <a:rPr lang="zh-TW" altLang="en-US" sz="2000">
                <a:latin typeface="Consolas" panose="020B0609020204030204" pitchFamily="49" charset="0"/>
                <a:ea typeface="+mj-ea"/>
              </a:rPr>
              <a:t>取得伺服器通訊埠號</a:t>
            </a:r>
            <a:endParaRPr lang="en-US" altLang="zh-TW" sz="2000">
              <a:latin typeface="Consolas" panose="020B0609020204030204" pitchFamily="49" charset="0"/>
              <a:ea typeface="+mj-ea"/>
            </a:endParaRPr>
          </a:p>
          <a:p>
            <a:pPr lvl="1"/>
            <a:r>
              <a:rPr lang="en-US" altLang="zh-TW" sz="2000">
                <a:solidFill>
                  <a:srgbClr val="1890C3"/>
                </a:solidFill>
                <a:latin typeface="Consolas" panose="020B0609020204030204" pitchFamily="49" charset="0"/>
                <a:ea typeface="+mj-ea"/>
              </a:rPr>
              <a:t>ServletContext</a:t>
            </a:r>
            <a:r>
              <a:rPr lang="en-US" altLang="zh-TW" sz="2000">
                <a:latin typeface="Consolas" panose="020B0609020204030204" pitchFamily="49" charset="0"/>
                <a:ea typeface="+mj-ea"/>
              </a:rPr>
              <a:t> request.getServletContext()	:</a:t>
            </a:r>
            <a:r>
              <a:rPr lang="zh-TW" altLang="en-US" sz="2000">
                <a:latin typeface="Consolas" panose="020B0609020204030204" pitchFamily="49" charset="0"/>
                <a:ea typeface="+mj-ea"/>
              </a:rPr>
              <a:t> 取得</a:t>
            </a:r>
            <a:r>
              <a:rPr lang="en-US" altLang="zh-TW" sz="2000">
                <a:latin typeface="Consolas" panose="020B0609020204030204" pitchFamily="49" charset="0"/>
                <a:ea typeface="+mj-ea"/>
              </a:rPr>
              <a:t>ServletContext</a:t>
            </a:r>
            <a:r>
              <a:rPr lang="zh-TW" altLang="en-US" sz="2000">
                <a:latin typeface="Consolas" panose="020B0609020204030204" pitchFamily="49" charset="0"/>
                <a:ea typeface="+mj-ea"/>
              </a:rPr>
              <a:t>物件，詳見下一頁</a:t>
            </a:r>
            <a:endParaRPr lang="en-US" altLang="zh-TW" sz="2000">
              <a:latin typeface="Consolas" panose="020B0609020204030204" pitchFamily="49" charset="0"/>
              <a:ea typeface="+mj-ea"/>
            </a:endParaRPr>
          </a:p>
          <a:p>
            <a:pPr marL="548640" lvl="2" indent="0">
              <a:buNone/>
            </a:pPr>
            <a:r>
              <a:rPr lang="zh-TW" altLang="en-US" sz="1800">
                <a:latin typeface="Consolas" panose="020B0609020204030204" pitchFamily="49" charset="0"/>
                <a:ea typeface="+mj-ea"/>
              </a:rPr>
              <a:t>或直接使用</a:t>
            </a:r>
            <a:r>
              <a:rPr lang="en-US" altLang="zh-TW" sz="1800">
                <a:latin typeface="Consolas" panose="020B0609020204030204" pitchFamily="49" charset="0"/>
                <a:ea typeface="+mj-ea"/>
              </a:rPr>
              <a:t>getServletContext(</a:t>
            </a:r>
            <a:r>
              <a:rPr lang="zh-TW" altLang="en-US" sz="1800">
                <a:latin typeface="Consolas" panose="020B0609020204030204" pitchFamily="49" charset="0"/>
                <a:ea typeface="+mj-ea"/>
              </a:rPr>
              <a:t> </a:t>
            </a:r>
            <a:r>
              <a:rPr lang="en-US" altLang="zh-TW" sz="1800">
                <a:latin typeface="Consolas" panose="020B0609020204030204" pitchFamily="49" charset="0"/>
                <a:ea typeface="+mj-ea"/>
              </a:rPr>
              <a:t>)</a:t>
            </a:r>
            <a:r>
              <a:rPr lang="zh-TW" altLang="en-US" sz="1800">
                <a:latin typeface="Consolas" panose="020B0609020204030204" pitchFamily="49" charset="0"/>
                <a:ea typeface="+mj-ea"/>
              </a:rPr>
              <a:t>↑</a:t>
            </a:r>
            <a:endParaRPr lang="en-US" altLang="zh-TW" sz="1800">
              <a:latin typeface="Consolas" panose="020B0609020204030204" pitchFamily="49" charset="0"/>
              <a:ea typeface="+mj-ea"/>
            </a:endParaRPr>
          </a:p>
          <a:p>
            <a:r>
              <a:rPr lang="zh-TW" altLang="en-US">
                <a:latin typeface="Consolas" panose="020B0609020204030204" pitchFamily="49" charset="0"/>
                <a:ea typeface="+mj-ea"/>
              </a:rPr>
              <a:t>取得</a:t>
            </a:r>
            <a:r>
              <a:rPr lang="en-US" altLang="zh-TW">
                <a:latin typeface="Consolas" panose="020B0609020204030204" pitchFamily="49" charset="0"/>
                <a:ea typeface="+mj-ea"/>
              </a:rPr>
              <a:t>Servlet</a:t>
            </a:r>
            <a:r>
              <a:rPr lang="zh-TW" altLang="en-US">
                <a:latin typeface="Consolas" panose="020B0609020204030204" pitchFamily="49" charset="0"/>
                <a:ea typeface="+mj-ea"/>
              </a:rPr>
              <a:t>初始參數</a:t>
            </a:r>
            <a:endParaRPr lang="en-US" altLang="zh-TW">
              <a:latin typeface="Consolas" panose="020B0609020204030204" pitchFamily="49" charset="0"/>
              <a:ea typeface="+mj-ea"/>
            </a:endParaRPr>
          </a:p>
          <a:p>
            <a:pPr lvl="1"/>
            <a:r>
              <a:rPr lang="en-US" altLang="zh-TW" sz="2000">
                <a:solidFill>
                  <a:srgbClr val="1890C3"/>
                </a:solidFill>
                <a:latin typeface="Consolas" panose="020B0609020204030204" pitchFamily="49" charset="0"/>
                <a:ea typeface="+mj-ea"/>
              </a:rPr>
              <a:t>String</a:t>
            </a:r>
            <a:r>
              <a:rPr lang="en-US" altLang="zh-TW" sz="2000">
                <a:latin typeface="Consolas" panose="020B0609020204030204" pitchFamily="49" charset="0"/>
                <a:ea typeface="+mj-ea"/>
              </a:rPr>
              <a:t> </a:t>
            </a:r>
            <a:r>
              <a:rPr lang="en-US" altLang="zh-TW" sz="2000" err="1">
                <a:latin typeface="Consolas" panose="020B0609020204030204" pitchFamily="49" charset="0"/>
                <a:ea typeface="+mj-ea"/>
              </a:rPr>
              <a:t>getInitParameter</a:t>
            </a:r>
            <a:r>
              <a:rPr lang="en-US" altLang="zh-TW" sz="2000">
                <a:latin typeface="Consolas" panose="020B0609020204030204" pitchFamily="49" charset="0"/>
                <a:ea typeface="+mj-ea"/>
              </a:rPr>
              <a:t>(String name)	:</a:t>
            </a:r>
            <a:r>
              <a:rPr lang="zh-TW" altLang="en-US" sz="2000">
                <a:latin typeface="Consolas" panose="020B0609020204030204" pitchFamily="49" charset="0"/>
                <a:ea typeface="+mj-ea"/>
              </a:rPr>
              <a:t> 取得指定初始參數值</a:t>
            </a:r>
            <a:endParaRPr lang="en-US" altLang="zh-TW" sz="2000">
              <a:latin typeface="Consolas" panose="020B0609020204030204" pitchFamily="49" charset="0"/>
              <a:ea typeface="+mj-ea"/>
            </a:endParaRPr>
          </a:p>
          <a:p>
            <a:pPr lvl="1"/>
            <a:r>
              <a:rPr lang="en-US" altLang="zh-TW" sz="2000">
                <a:solidFill>
                  <a:srgbClr val="1890C3"/>
                </a:solidFill>
                <a:latin typeface="Consolas" panose="020B0609020204030204" pitchFamily="49" charset="0"/>
                <a:ea typeface="+mj-ea"/>
              </a:rPr>
              <a:t>Enumeration</a:t>
            </a:r>
            <a:r>
              <a:rPr lang="en-US" altLang="zh-TW" sz="2000">
                <a:latin typeface="Consolas" panose="020B0609020204030204" pitchFamily="49" charset="0"/>
                <a:ea typeface="+mj-ea"/>
              </a:rPr>
              <a:t> </a:t>
            </a:r>
            <a:r>
              <a:rPr lang="en-US" altLang="zh-TW" sz="2000" err="1">
                <a:latin typeface="Consolas" panose="020B0609020204030204" pitchFamily="49" charset="0"/>
                <a:ea typeface="+mj-ea"/>
              </a:rPr>
              <a:t>getInitParameterNames</a:t>
            </a:r>
            <a:r>
              <a:rPr lang="en-US" altLang="zh-TW" sz="2000">
                <a:latin typeface="Consolas" panose="020B0609020204030204" pitchFamily="49" charset="0"/>
                <a:ea typeface="+mj-ea"/>
              </a:rPr>
              <a:t>( )	: </a:t>
            </a:r>
            <a:r>
              <a:rPr lang="zh-TW" altLang="en-US" sz="2000">
                <a:latin typeface="Consolas" panose="020B0609020204030204" pitchFamily="49" charset="0"/>
                <a:ea typeface="+mj-ea"/>
              </a:rPr>
              <a:t>列舉所有初始參數名稱</a:t>
            </a:r>
            <a:endParaRPr lang="en-US" altLang="zh-TW" sz="2000">
              <a:latin typeface="Consolas" panose="020B0609020204030204" pitchFamily="49" charset="0"/>
              <a:ea typeface="+mj-ea"/>
            </a:endParaRPr>
          </a:p>
          <a:p>
            <a:r>
              <a:rPr lang="zh-TW" altLang="en-US">
                <a:latin typeface="Consolas" panose="020B0609020204030204" pitchFamily="49" charset="0"/>
                <a:ea typeface="+mj-ea"/>
              </a:rPr>
              <a:t>取得</a:t>
            </a:r>
            <a:r>
              <a:rPr lang="en-US" altLang="zh-TW">
                <a:latin typeface="Consolas" panose="020B0609020204030204" pitchFamily="49" charset="0"/>
                <a:ea typeface="+mj-ea"/>
              </a:rPr>
              <a:t>Servlet</a:t>
            </a:r>
            <a:r>
              <a:rPr lang="zh-TW" altLang="en-US">
                <a:latin typeface="Consolas" panose="020B0609020204030204" pitchFamily="49" charset="0"/>
                <a:ea typeface="+mj-ea"/>
              </a:rPr>
              <a:t>名稱</a:t>
            </a:r>
            <a:endParaRPr lang="en-US" altLang="zh-TW">
              <a:latin typeface="Consolas" panose="020B0609020204030204" pitchFamily="49" charset="0"/>
              <a:ea typeface="+mj-ea"/>
            </a:endParaRPr>
          </a:p>
          <a:p>
            <a:pPr lvl="1"/>
            <a:r>
              <a:rPr lang="en-US" altLang="zh-TW" sz="2000">
                <a:solidFill>
                  <a:srgbClr val="1890C3"/>
                </a:solidFill>
                <a:latin typeface="Consolas" panose="020B0609020204030204" pitchFamily="49" charset="0"/>
                <a:ea typeface="+mj-ea"/>
              </a:rPr>
              <a:t>String</a:t>
            </a:r>
            <a:r>
              <a:rPr lang="en-US" altLang="zh-TW" sz="2000">
                <a:latin typeface="Consolas" panose="020B0609020204030204" pitchFamily="49" charset="0"/>
                <a:ea typeface="+mj-ea"/>
              </a:rPr>
              <a:t> </a:t>
            </a:r>
            <a:r>
              <a:rPr lang="en-US" altLang="zh-TW" sz="2000" err="1">
                <a:latin typeface="Consolas" panose="020B0609020204030204" pitchFamily="49" charset="0"/>
                <a:ea typeface="+mj-ea"/>
              </a:rPr>
              <a:t>getServletName</a:t>
            </a:r>
            <a:r>
              <a:rPr lang="en-US" altLang="zh-TW" sz="2000">
                <a:latin typeface="Consolas" panose="020B0609020204030204" pitchFamily="49" charset="0"/>
                <a:ea typeface="+mj-ea"/>
              </a:rPr>
              <a:t>( )			:</a:t>
            </a:r>
            <a:r>
              <a:rPr lang="zh-TW" altLang="en-US" sz="2000">
                <a:latin typeface="Consolas" panose="020B0609020204030204" pitchFamily="49" charset="0"/>
                <a:ea typeface="+mj-ea"/>
              </a:rPr>
              <a:t> 取得</a:t>
            </a:r>
            <a:r>
              <a:rPr lang="en-US" altLang="zh-TW" sz="2000">
                <a:latin typeface="Consolas" panose="020B0609020204030204" pitchFamily="49" charset="0"/>
                <a:ea typeface="+mj-ea"/>
              </a:rPr>
              <a:t>Servlet</a:t>
            </a:r>
            <a:r>
              <a:rPr lang="zh-TW" altLang="en-US" sz="2000">
                <a:latin typeface="Consolas" panose="020B0609020204030204" pitchFamily="49" charset="0"/>
                <a:ea typeface="+mj-ea"/>
              </a:rPr>
              <a:t>註冊的名稱</a:t>
            </a:r>
            <a:endParaRPr lang="en-US" altLang="zh-TW" sz="2000">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77F1DACB-6046-4678-96DE-3779E80A34D4}"/>
              </a:ext>
            </a:extLst>
          </p:cNvPr>
          <p:cNvSpPr>
            <a:spLocks noGrp="1"/>
          </p:cNvSpPr>
          <p:nvPr>
            <p:ph type="sldNum" sz="quarter" idx="12"/>
          </p:nvPr>
        </p:nvSpPr>
        <p:spPr/>
        <p:txBody>
          <a:bodyPr/>
          <a:lstStyle/>
          <a:p>
            <a:fld id="{B521127C-0C56-461F-B517-0D483F216F7D}" type="slidenum">
              <a:rPr lang="zh-TW" altLang="en-US" smtClean="0">
                <a:latin typeface="+mj-ea"/>
                <a:ea typeface="+mj-ea"/>
              </a:rPr>
              <a:t>53</a:t>
            </a:fld>
            <a:endParaRPr lang="zh-TW" altLang="en-US">
              <a:latin typeface="+mj-ea"/>
              <a:ea typeface="+mj-ea"/>
            </a:endParaRPr>
          </a:p>
        </p:txBody>
      </p:sp>
      <p:sp>
        <p:nvSpPr>
          <p:cNvPr id="7" name="文字方塊 6">
            <a:extLst>
              <a:ext uri="{FF2B5EF4-FFF2-40B4-BE49-F238E27FC236}">
                <a16:creationId xmlns:a16="http://schemas.microsoft.com/office/drawing/2014/main" id="{9AD70F5D-B115-4D82-B9BD-EC7EA3850FB8}"/>
              </a:ext>
            </a:extLst>
          </p:cNvPr>
          <p:cNvSpPr txBox="1"/>
          <p:nvPr/>
        </p:nvSpPr>
        <p:spPr>
          <a:xfrm>
            <a:off x="68094" y="47526"/>
            <a:ext cx="3465922"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indent="0">
              <a:buNone/>
            </a:pPr>
            <a:r>
              <a:rPr lang="zh-TW" altLang="en-US" sz="3600">
                <a:latin typeface="+mj-ea"/>
                <a:ea typeface="+mj-ea"/>
              </a:rPr>
              <a:t>取得</a:t>
            </a:r>
            <a:r>
              <a:rPr lang="en-US" altLang="zh-TW" sz="3600">
                <a:latin typeface="+mj-ea"/>
                <a:ea typeface="+mj-ea"/>
              </a:rPr>
              <a:t>Server</a:t>
            </a:r>
            <a:r>
              <a:rPr lang="zh-TW" altLang="en-US" sz="3600">
                <a:latin typeface="+mj-ea"/>
                <a:ea typeface="+mj-ea"/>
              </a:rPr>
              <a:t>資訊</a:t>
            </a:r>
            <a:endParaRPr lang="en-US" altLang="zh-TW" sz="3600">
              <a:latin typeface="+mj-ea"/>
              <a:ea typeface="+mj-ea"/>
            </a:endParaRPr>
          </a:p>
        </p:txBody>
      </p:sp>
    </p:spTree>
    <p:extLst>
      <p:ext uri="{BB962C8B-B14F-4D97-AF65-F5344CB8AC3E}">
        <p14:creationId xmlns:p14="http://schemas.microsoft.com/office/powerpoint/2010/main" val="32134635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sz="half" idx="2"/>
          </p:nvPr>
        </p:nvSpPr>
        <p:spPr>
          <a:xfrm>
            <a:off x="8315325" y="654967"/>
            <a:ext cx="3860800" cy="4879811"/>
          </a:xfrm>
        </p:spPr>
        <p:txBody>
          <a:bodyPr>
            <a:noAutofit/>
          </a:bodyPr>
          <a:lstStyle/>
          <a:p>
            <a:pPr algn="just"/>
            <a:r>
              <a:rPr lang="en-US" altLang="zh-TW" sz="1500" b="1">
                <a:latin typeface="Consolas" panose="020B0609020204030204" pitchFamily="49" charset="0"/>
                <a:ea typeface="+mj-ea"/>
              </a:rPr>
              <a:t>Context</a:t>
            </a:r>
            <a:r>
              <a:rPr lang="zh-TW" altLang="en-US" sz="1500" b="1">
                <a:latin typeface="Consolas" panose="020B0609020204030204" pitchFamily="49" charset="0"/>
                <a:ea typeface="+mj-ea"/>
              </a:rPr>
              <a:t>並沒有適合的中文翻譯，根據語意可視為「情境」、「背景」、「脈絡」、「框架」、「上下文」等等。而</a:t>
            </a:r>
            <a:r>
              <a:rPr lang="en-US" altLang="zh-TW" sz="1500" b="1">
                <a:latin typeface="Consolas" panose="020B0609020204030204" pitchFamily="49" charset="0"/>
                <a:ea typeface="+mj-ea"/>
              </a:rPr>
              <a:t>Content</a:t>
            </a:r>
            <a:r>
              <a:rPr lang="zh-TW" altLang="en-US" sz="1500" b="1">
                <a:latin typeface="Consolas" panose="020B0609020204030204" pitchFamily="49" charset="0"/>
                <a:ea typeface="+mj-ea"/>
              </a:rPr>
              <a:t>則單純指內容。</a:t>
            </a:r>
            <a:endParaRPr lang="en-US" altLang="zh-TW" sz="1500" b="1">
              <a:latin typeface="Consolas" panose="020B0609020204030204" pitchFamily="49" charset="0"/>
              <a:ea typeface="+mj-ea"/>
            </a:endParaRPr>
          </a:p>
          <a:p>
            <a:pPr algn="just"/>
            <a:r>
              <a:rPr lang="zh-TW" altLang="en-US" sz="1500" b="1">
                <a:latin typeface="Consolas" panose="020B0609020204030204" pitchFamily="49" charset="0"/>
                <a:ea typeface="+mj-ea"/>
              </a:rPr>
              <a:t>舉個例子，一包薯條，它的</a:t>
            </a:r>
            <a:r>
              <a:rPr lang="en-US" altLang="zh-TW" sz="1500" b="1">
                <a:latin typeface="Consolas" panose="020B0609020204030204" pitchFamily="49" charset="0"/>
                <a:ea typeface="+mj-ea"/>
              </a:rPr>
              <a:t>Content</a:t>
            </a:r>
            <a:r>
              <a:rPr lang="zh-TW" altLang="en-US" sz="1500" b="1">
                <a:latin typeface="Consolas" panose="020B0609020204030204" pitchFamily="49" charset="0"/>
                <a:ea typeface="+mj-ea"/>
              </a:rPr>
              <a:t>就單純指向薯條，內容物就是薯條；但它的</a:t>
            </a:r>
            <a:r>
              <a:rPr lang="en-US" altLang="zh-TW" sz="1500" b="1">
                <a:latin typeface="Consolas" panose="020B0609020204030204" pitchFamily="49" charset="0"/>
                <a:ea typeface="+mj-ea"/>
              </a:rPr>
              <a:t>Context</a:t>
            </a:r>
            <a:r>
              <a:rPr lang="zh-TW" altLang="en-US" sz="1500" b="1">
                <a:latin typeface="Consolas" panose="020B0609020204030204" pitchFamily="49" charset="0"/>
                <a:ea typeface="+mj-ea"/>
              </a:rPr>
              <a:t>可能是麥</a:t>
            </a:r>
            <a:r>
              <a:rPr lang="en-US" altLang="zh-TW" sz="1500" b="1">
                <a:latin typeface="Consolas" panose="020B0609020204030204" pitchFamily="49" charset="0"/>
                <a:ea typeface="+mj-ea"/>
              </a:rPr>
              <a:t>X</a:t>
            </a:r>
            <a:r>
              <a:rPr lang="zh-TW" altLang="en-US" sz="1500" b="1">
                <a:latin typeface="Consolas" panose="020B0609020204030204" pitchFamily="49" charset="0"/>
                <a:ea typeface="+mj-ea"/>
              </a:rPr>
              <a:t>勞的薯條、漢</a:t>
            </a:r>
            <a:r>
              <a:rPr lang="en-US" altLang="zh-TW" sz="1500" b="1">
                <a:latin typeface="Consolas" panose="020B0609020204030204" pitchFamily="49" charset="0"/>
                <a:ea typeface="+mj-ea"/>
              </a:rPr>
              <a:t>X</a:t>
            </a:r>
            <a:r>
              <a:rPr lang="zh-TW" altLang="en-US" sz="1500" b="1">
                <a:latin typeface="Consolas" panose="020B0609020204030204" pitchFamily="49" charset="0"/>
                <a:ea typeface="+mj-ea"/>
              </a:rPr>
              <a:t>王的薯條，或者是你家隔壁早餐店的薯條，其價值就不同了，要根據情境決定。</a:t>
            </a:r>
            <a:endParaRPr lang="en-US" altLang="zh-TW" sz="1500" b="1">
              <a:latin typeface="Consolas" panose="020B0609020204030204" pitchFamily="49" charset="0"/>
              <a:ea typeface="+mj-ea"/>
            </a:endParaRPr>
          </a:p>
          <a:p>
            <a:pPr algn="just"/>
            <a:r>
              <a:rPr lang="en-US" altLang="zh-TW" sz="1500" b="1">
                <a:latin typeface="Consolas" panose="020B0609020204030204" pitchFamily="49" charset="0"/>
                <a:ea typeface="+mj-ea"/>
              </a:rPr>
              <a:t>ServletContext</a:t>
            </a:r>
            <a:r>
              <a:rPr lang="zh-TW" altLang="en-US" sz="1500" b="1">
                <a:latin typeface="Consolas" panose="020B0609020204030204" pitchFamily="49" charset="0"/>
                <a:ea typeface="+mj-ea"/>
              </a:rPr>
              <a:t>就字面理解即是</a:t>
            </a:r>
            <a:r>
              <a:rPr lang="en-US" altLang="zh-TW" sz="1500" b="1">
                <a:latin typeface="Consolas" panose="020B0609020204030204" pitchFamily="49" charset="0"/>
                <a:ea typeface="+mj-ea"/>
              </a:rPr>
              <a:t>Servlet</a:t>
            </a:r>
            <a:r>
              <a:rPr lang="zh-TW" altLang="en-US" sz="1500" b="1">
                <a:latin typeface="Consolas" panose="020B0609020204030204" pitchFamily="49" charset="0"/>
                <a:ea typeface="+mj-ea"/>
              </a:rPr>
              <a:t>所屬的</a:t>
            </a:r>
            <a:r>
              <a:rPr lang="en-US" altLang="zh-TW" sz="1500" b="1">
                <a:latin typeface="Consolas" panose="020B0609020204030204" pitchFamily="49" charset="0"/>
                <a:ea typeface="+mj-ea"/>
              </a:rPr>
              <a:t>Context</a:t>
            </a:r>
            <a:r>
              <a:rPr lang="zh-TW" altLang="en-US" sz="1500" b="1">
                <a:latin typeface="Consolas" panose="020B0609020204030204" pitchFamily="49" charset="0"/>
                <a:ea typeface="+mj-ea"/>
              </a:rPr>
              <a:t>，是故「</a:t>
            </a:r>
            <a:r>
              <a:rPr lang="zh-TW" altLang="en-US" sz="1500" b="1">
                <a:solidFill>
                  <a:srgbClr val="0070C0"/>
                </a:solidFill>
                <a:latin typeface="Consolas" panose="020B0609020204030204" pitchFamily="49" charset="0"/>
                <a:ea typeface="+mj-ea"/>
              </a:rPr>
              <a:t>每一個</a:t>
            </a:r>
            <a:r>
              <a:rPr lang="en-US" altLang="zh-TW" sz="1500" b="1">
                <a:solidFill>
                  <a:srgbClr val="0070C0"/>
                </a:solidFill>
                <a:latin typeface="Consolas" panose="020B0609020204030204" pitchFamily="49" charset="0"/>
                <a:ea typeface="+mj-ea"/>
              </a:rPr>
              <a:t>Servlet</a:t>
            </a:r>
            <a:r>
              <a:rPr lang="zh-TW" altLang="en-US" sz="1500" b="1">
                <a:solidFill>
                  <a:srgbClr val="0070C0"/>
                </a:solidFill>
                <a:latin typeface="Consolas" panose="020B0609020204030204" pitchFamily="49" charset="0"/>
                <a:ea typeface="+mj-ea"/>
              </a:rPr>
              <a:t>的</a:t>
            </a:r>
            <a:r>
              <a:rPr lang="en-US" altLang="zh-TW" sz="1500" b="1">
                <a:solidFill>
                  <a:srgbClr val="0070C0"/>
                </a:solidFill>
                <a:latin typeface="Consolas" panose="020B0609020204030204" pitchFamily="49" charset="0"/>
                <a:ea typeface="+mj-ea"/>
              </a:rPr>
              <a:t>Context</a:t>
            </a:r>
            <a:r>
              <a:rPr lang="zh-TW" altLang="en-US" sz="1500" b="1">
                <a:solidFill>
                  <a:srgbClr val="0070C0"/>
                </a:solidFill>
                <a:latin typeface="Consolas" panose="020B0609020204030204" pitchFamily="49" charset="0"/>
                <a:ea typeface="+mj-ea"/>
              </a:rPr>
              <a:t>都是相同的</a:t>
            </a:r>
            <a:r>
              <a:rPr lang="zh-TW" altLang="en-US" sz="1500" b="1">
                <a:latin typeface="Consolas" panose="020B0609020204030204" pitchFamily="49" charset="0"/>
                <a:ea typeface="+mj-ea"/>
              </a:rPr>
              <a:t>」 </a:t>
            </a:r>
            <a:r>
              <a:rPr lang="en-US" altLang="zh-TW" sz="1500" b="1">
                <a:latin typeface="Consolas" panose="020B0609020204030204" pitchFamily="49" charset="0"/>
                <a:ea typeface="+mj-ea"/>
              </a:rPr>
              <a:t>(</a:t>
            </a:r>
            <a:r>
              <a:rPr lang="zh-TW" altLang="en-US" sz="1500" b="1">
                <a:latin typeface="Consolas" panose="020B0609020204030204" pitchFamily="49" charset="0"/>
                <a:ea typeface="+mj-ea"/>
              </a:rPr>
              <a:t>只要是在同一個專案</a:t>
            </a:r>
            <a:r>
              <a:rPr lang="en-US" altLang="zh-TW" sz="1500" b="1">
                <a:latin typeface="Consolas" panose="020B0609020204030204" pitchFamily="49" charset="0"/>
                <a:ea typeface="+mj-ea"/>
              </a:rPr>
              <a:t>)</a:t>
            </a:r>
            <a:r>
              <a:rPr lang="zh-TW" altLang="en-US" sz="1500" b="1">
                <a:latin typeface="Consolas" panose="020B0609020204030204" pitchFamily="49" charset="0"/>
                <a:ea typeface="+mj-ea"/>
              </a:rPr>
              <a:t>。</a:t>
            </a:r>
            <a:endParaRPr lang="en-US" altLang="zh-TW" sz="1500" b="1">
              <a:latin typeface="Consolas" panose="020B0609020204030204" pitchFamily="49" charset="0"/>
              <a:ea typeface="+mj-ea"/>
            </a:endParaRPr>
          </a:p>
          <a:p>
            <a:pPr algn="just"/>
            <a:r>
              <a:rPr lang="zh-TW" altLang="en-US" sz="1500" b="1">
                <a:latin typeface="Consolas" panose="020B0609020204030204" pitchFamily="49" charset="0"/>
                <a:ea typeface="+mj-ea"/>
              </a:rPr>
              <a:t>在</a:t>
            </a:r>
            <a:r>
              <a:rPr lang="en-US" altLang="zh-TW" sz="1500" b="1">
                <a:latin typeface="Consolas" panose="020B0609020204030204" pitchFamily="49" charset="0"/>
                <a:ea typeface="+mj-ea"/>
              </a:rPr>
              <a:t>Servlet</a:t>
            </a:r>
            <a:r>
              <a:rPr lang="zh-TW" altLang="en-US" sz="1500" b="1">
                <a:latin typeface="Consolas" panose="020B0609020204030204" pitchFamily="49" charset="0"/>
                <a:ea typeface="+mj-ea"/>
              </a:rPr>
              <a:t>中使用</a:t>
            </a:r>
            <a:r>
              <a:rPr lang="en-US" altLang="zh-TW" sz="1500" b="1">
                <a:latin typeface="Consolas" panose="020B0609020204030204" pitchFamily="49" charset="0"/>
                <a:ea typeface="+mj-ea"/>
              </a:rPr>
              <a:t>getServletContext(</a:t>
            </a:r>
            <a:r>
              <a:rPr lang="zh-TW" altLang="en-US" sz="1500" b="1">
                <a:latin typeface="Consolas" panose="020B0609020204030204" pitchFamily="49" charset="0"/>
                <a:ea typeface="+mj-ea"/>
              </a:rPr>
              <a:t> </a:t>
            </a:r>
            <a:r>
              <a:rPr lang="en-US" altLang="zh-TW" sz="1500" b="1">
                <a:latin typeface="Consolas" panose="020B0609020204030204" pitchFamily="49" charset="0"/>
                <a:ea typeface="+mj-ea"/>
              </a:rPr>
              <a:t>)</a:t>
            </a:r>
            <a:r>
              <a:rPr lang="zh-TW" altLang="en-US" sz="1500" b="1">
                <a:latin typeface="Consolas" panose="020B0609020204030204" pitchFamily="49" charset="0"/>
                <a:ea typeface="+mj-ea"/>
              </a:rPr>
              <a:t>取得</a:t>
            </a:r>
            <a:r>
              <a:rPr lang="en-US" altLang="zh-TW" sz="1500" b="1">
                <a:latin typeface="Consolas" panose="020B0609020204030204" pitchFamily="49" charset="0"/>
                <a:ea typeface="+mj-ea"/>
              </a:rPr>
              <a:t>context</a:t>
            </a:r>
            <a:r>
              <a:rPr lang="zh-TW" altLang="en-US" sz="1500" b="1">
                <a:latin typeface="Consolas" panose="020B0609020204030204" pitchFamily="49" charset="0"/>
                <a:ea typeface="+mj-ea"/>
              </a:rPr>
              <a:t>物件</a:t>
            </a:r>
            <a:r>
              <a:rPr lang="en-US" altLang="zh-TW" sz="1500" b="1">
                <a:latin typeface="Consolas" panose="020B0609020204030204" pitchFamily="49" charset="0"/>
                <a:ea typeface="+mj-ea"/>
              </a:rPr>
              <a:t>(</a:t>
            </a:r>
            <a:r>
              <a:rPr lang="zh-TW" altLang="en-US" sz="1500" b="1">
                <a:latin typeface="Consolas" panose="020B0609020204030204" pitchFamily="49" charset="0"/>
                <a:ea typeface="+mj-ea"/>
              </a:rPr>
              <a:t>定義在</a:t>
            </a:r>
            <a:r>
              <a:rPr lang="en-US" altLang="zh-TW" sz="1500" b="1">
                <a:latin typeface="Consolas" panose="020B0609020204030204" pitchFamily="49" charset="0"/>
                <a:ea typeface="+mj-ea"/>
              </a:rPr>
              <a:t>GenericServlet</a:t>
            </a:r>
            <a:r>
              <a:rPr lang="zh-TW" altLang="en-US" sz="1500" b="1">
                <a:latin typeface="Consolas" panose="020B0609020204030204" pitchFamily="49" charset="0"/>
                <a:ea typeface="+mj-ea"/>
              </a:rPr>
              <a:t>中</a:t>
            </a:r>
            <a:r>
              <a:rPr lang="en-US" altLang="zh-TW" sz="1500" b="1">
                <a:latin typeface="Consolas" panose="020B0609020204030204" pitchFamily="49" charset="0"/>
                <a:ea typeface="+mj-ea"/>
              </a:rPr>
              <a:t>)</a:t>
            </a:r>
            <a:r>
              <a:rPr lang="zh-TW" altLang="en-US" sz="1500" b="1">
                <a:latin typeface="Consolas" panose="020B0609020204030204" pitchFamily="49" charset="0"/>
                <a:ea typeface="+mj-ea"/>
              </a:rPr>
              <a:t>。</a:t>
            </a:r>
            <a:endParaRPr lang="en-US" altLang="zh-TW" sz="1500" b="1">
              <a:latin typeface="Consolas" panose="020B0609020204030204" pitchFamily="49" charset="0"/>
              <a:ea typeface="+mj-ea"/>
            </a:endParaRPr>
          </a:p>
          <a:p>
            <a:pPr algn="just"/>
            <a:r>
              <a:rPr lang="en-US" altLang="zh-TW" sz="1500" b="1">
                <a:latin typeface="Consolas" panose="020B0609020204030204" pitchFamily="49" charset="0"/>
                <a:ea typeface="+mj-ea"/>
              </a:rPr>
              <a:t>context</a:t>
            </a:r>
            <a:r>
              <a:rPr lang="zh-TW" altLang="en-US" sz="1500" b="1">
                <a:latin typeface="Consolas" panose="020B0609020204030204" pitchFamily="49" charset="0"/>
                <a:ea typeface="+mj-ea"/>
              </a:rPr>
              <a:t>物件實作了數種實用方法，有需要可查詢</a:t>
            </a:r>
            <a:r>
              <a:rPr lang="en-US" altLang="zh-TW" sz="1500" b="1">
                <a:latin typeface="Consolas" panose="020B0609020204030204" pitchFamily="49" charset="0"/>
                <a:ea typeface="+mj-ea"/>
              </a:rPr>
              <a:t>API</a:t>
            </a:r>
            <a:r>
              <a:rPr lang="zh-TW" altLang="en-US" sz="1500" b="1">
                <a:latin typeface="Consolas" panose="020B0609020204030204" pitchFamily="49" charset="0"/>
                <a:ea typeface="+mj-ea"/>
              </a:rPr>
              <a:t>，在此介紹幾個較為常用方法。</a:t>
            </a:r>
            <a:endParaRPr lang="en-US" altLang="zh-TW" sz="1500" b="1">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DE0C7043-5B7F-4E55-B9C2-004C86B4F74C}"/>
              </a:ext>
            </a:extLst>
          </p:cNvPr>
          <p:cNvSpPr>
            <a:spLocks noGrp="1"/>
          </p:cNvSpPr>
          <p:nvPr>
            <p:ph type="sldNum" sz="quarter" idx="12"/>
          </p:nvPr>
        </p:nvSpPr>
        <p:spPr/>
        <p:txBody>
          <a:bodyPr/>
          <a:lstStyle/>
          <a:p>
            <a:fld id="{B521127C-0C56-461F-B517-0D483F216F7D}" type="slidenum">
              <a:rPr lang="zh-TW" altLang="en-US" smtClean="0"/>
              <a:t>54</a:t>
            </a:fld>
            <a:endParaRPr lang="zh-TW" altLang="en-US"/>
          </a:p>
        </p:txBody>
      </p:sp>
      <p:sp>
        <p:nvSpPr>
          <p:cNvPr id="9" name="矩形 8"/>
          <p:cNvSpPr/>
          <p:nvPr/>
        </p:nvSpPr>
        <p:spPr>
          <a:xfrm>
            <a:off x="8331200" y="174836"/>
            <a:ext cx="3860800" cy="480131"/>
          </a:xfrm>
          <a:prstGeom prst="rect">
            <a:avLst/>
          </a:prstGeom>
        </p:spPr>
        <p:txBody>
          <a:bodyPr wrap="square">
            <a:spAutoFit/>
          </a:bodyPr>
          <a:lstStyle/>
          <a:p>
            <a:pPr algn="ctr" defTabSz="914400">
              <a:lnSpc>
                <a:spcPct val="90000"/>
              </a:lnSpc>
              <a:spcBef>
                <a:spcPct val="0"/>
              </a:spcBef>
            </a:pPr>
            <a:r>
              <a:rPr lang="en-US" altLang="zh-TW" sz="2800" b="1">
                <a:latin typeface="+mj-lt"/>
                <a:ea typeface="+mj-ea"/>
                <a:cs typeface="+mj-cs"/>
              </a:rPr>
              <a:t>ServletContext(</a:t>
            </a:r>
            <a:r>
              <a:rPr lang="zh-TW" altLang="en-US" sz="2800" b="1">
                <a:latin typeface="+mj-lt"/>
                <a:ea typeface="+mj-ea"/>
                <a:cs typeface="+mj-cs"/>
              </a:rPr>
              <a:t>上下文</a:t>
            </a:r>
            <a:r>
              <a:rPr lang="en-US" altLang="zh-TW" sz="2800" b="1">
                <a:latin typeface="+mj-lt"/>
                <a:ea typeface="+mj-ea"/>
                <a:cs typeface="+mj-cs"/>
              </a:rPr>
              <a:t>)</a:t>
            </a:r>
          </a:p>
        </p:txBody>
      </p:sp>
      <p:sp>
        <p:nvSpPr>
          <p:cNvPr id="30" name="文字方塊 29">
            <a:extLst>
              <a:ext uri="{FF2B5EF4-FFF2-40B4-BE49-F238E27FC236}">
                <a16:creationId xmlns:a16="http://schemas.microsoft.com/office/drawing/2014/main" id="{8570CFE9-0731-4434-8914-6944777BFE6D}"/>
              </a:ext>
            </a:extLst>
          </p:cNvPr>
          <p:cNvSpPr txBox="1"/>
          <p:nvPr/>
        </p:nvSpPr>
        <p:spPr>
          <a:xfrm>
            <a:off x="15875" y="0"/>
            <a:ext cx="8301274" cy="5816977"/>
          </a:xfrm>
          <a:prstGeom prst="rect">
            <a:avLst/>
          </a:prstGeom>
          <a:noFill/>
        </p:spPr>
        <p:txBody>
          <a:bodyPr wrap="square">
            <a:spAutoFit/>
          </a:bodyPr>
          <a:lstStyle/>
          <a:p>
            <a:pPr algn="just"/>
            <a:r>
              <a:rPr lang="zh-TW" altLang="en-US">
                <a:latin typeface="Consolas" panose="020B0609020204030204" pitchFamily="49" charset="0"/>
                <a:ea typeface="+mj-ea"/>
              </a:rPr>
              <a:t>使用</a:t>
            </a:r>
            <a:r>
              <a:rPr lang="en-US" altLang="zh-TW">
                <a:solidFill>
                  <a:srgbClr val="1890C3"/>
                </a:solidFill>
                <a:latin typeface="Consolas" panose="020B0609020204030204" pitchFamily="49" charset="0"/>
                <a:ea typeface="+mj-ea"/>
              </a:rPr>
              <a:t>ServletContext</a:t>
            </a:r>
            <a:r>
              <a:rPr lang="zh-TW" altLang="en-US">
                <a:latin typeface="Consolas" panose="020B0609020204030204" pitchFamily="49" charset="0"/>
                <a:ea typeface="+mj-ea"/>
              </a:rPr>
              <a:t> </a:t>
            </a:r>
            <a:r>
              <a:rPr lang="en-US" altLang="zh-TW">
                <a:latin typeface="Consolas" panose="020B0609020204030204" pitchFamily="49" charset="0"/>
                <a:ea typeface="+mj-ea"/>
              </a:rPr>
              <a:t>context = getServletContext( );</a:t>
            </a:r>
            <a:r>
              <a:rPr lang="zh-TW" altLang="en-US">
                <a:latin typeface="Consolas" panose="020B0609020204030204" pitchFamily="49" charset="0"/>
                <a:ea typeface="+mj-ea"/>
              </a:rPr>
              <a:t>取得</a:t>
            </a:r>
            <a:r>
              <a:rPr lang="en-US" altLang="zh-TW">
                <a:latin typeface="Consolas" panose="020B0609020204030204" pitchFamily="49" charset="0"/>
                <a:ea typeface="+mj-ea"/>
              </a:rPr>
              <a:t>context</a:t>
            </a:r>
            <a:r>
              <a:rPr lang="zh-TW" altLang="en-US">
                <a:latin typeface="Consolas" panose="020B0609020204030204" pitchFamily="49" charset="0"/>
                <a:ea typeface="+mj-ea"/>
              </a:rPr>
              <a:t>物件</a:t>
            </a:r>
            <a:endParaRPr lang="en-US" altLang="zh-TW">
              <a:latin typeface="Consolas" panose="020B0609020204030204" pitchFamily="49" charset="0"/>
              <a:ea typeface="+mj-ea"/>
            </a:endParaRPr>
          </a:p>
          <a:p>
            <a:pPr algn="just"/>
            <a:endParaRPr lang="zh-TW" altLang="en-US">
              <a:latin typeface="Consolas" panose="020B0609020204030204" pitchFamily="49" charset="0"/>
              <a:ea typeface="+mj-ea"/>
            </a:endParaRPr>
          </a:p>
          <a:p>
            <a:pPr marL="285750" indent="-285750" algn="just">
              <a:buFont typeface="Arial" panose="020B0604020202020204" pitchFamily="34" charset="0"/>
              <a:buChar char="•"/>
            </a:pPr>
            <a:r>
              <a:rPr lang="en-US" altLang="zh-TW">
                <a:solidFill>
                  <a:srgbClr val="CC6227"/>
                </a:solidFill>
                <a:latin typeface="Consolas" panose="020B0609020204030204" pitchFamily="49" charset="0"/>
                <a:ea typeface="+mj-ea"/>
              </a:rPr>
              <a:t>void</a:t>
            </a:r>
            <a:r>
              <a:rPr lang="en-US" altLang="zh-TW">
                <a:latin typeface="Consolas" panose="020B0609020204030204" pitchFamily="49" charset="0"/>
                <a:ea typeface="+mj-ea"/>
              </a:rPr>
              <a:t> context.setAttribute(String name, Object value)</a:t>
            </a:r>
          </a:p>
          <a:p>
            <a:pPr algn="just"/>
            <a:r>
              <a:rPr lang="en-US" altLang="zh-TW">
                <a:latin typeface="Consolas" panose="020B0609020204030204" pitchFamily="49" charset="0"/>
                <a:ea typeface="+mj-ea"/>
              </a:rPr>
              <a:t>	</a:t>
            </a:r>
            <a:r>
              <a:rPr lang="zh-TW" altLang="en-US">
                <a:latin typeface="Consolas" panose="020B0609020204030204" pitchFamily="49" charset="0"/>
                <a:ea typeface="+mj-ea"/>
              </a:rPr>
              <a:t>將物件存入</a:t>
            </a:r>
            <a:r>
              <a:rPr lang="en-US" altLang="zh-TW">
                <a:latin typeface="Consolas" panose="020B0609020204030204" pitchFamily="49" charset="0"/>
                <a:ea typeface="+mj-ea"/>
              </a:rPr>
              <a:t>context</a:t>
            </a:r>
            <a:r>
              <a:rPr lang="zh-TW" altLang="en-US">
                <a:latin typeface="Consolas" panose="020B0609020204030204" pitchFamily="49" charset="0"/>
                <a:ea typeface="+mj-ea"/>
              </a:rPr>
              <a:t>中，可以存入「任意物件」，但取出時須</a:t>
            </a:r>
            <a:r>
              <a:rPr lang="zh-TW" altLang="en-US">
                <a:solidFill>
                  <a:srgbClr val="FF0000"/>
                </a:solidFill>
                <a:latin typeface="Consolas" panose="020B0609020204030204" pitchFamily="49" charset="0"/>
                <a:ea typeface="+mj-ea"/>
              </a:rPr>
              <a:t>強制轉型。</a:t>
            </a:r>
            <a:endParaRPr lang="en-US" altLang="zh-TW">
              <a:solidFill>
                <a:srgbClr val="FF0000"/>
              </a:solidFill>
              <a:latin typeface="Consolas" panose="020B0609020204030204" pitchFamily="49" charset="0"/>
              <a:ea typeface="+mj-ea"/>
            </a:endParaRPr>
          </a:p>
          <a:p>
            <a:pPr algn="just"/>
            <a:endParaRPr lang="zh-TW" altLang="en-US">
              <a:latin typeface="Consolas" panose="020B0609020204030204" pitchFamily="49" charset="0"/>
              <a:ea typeface="+mj-ea"/>
            </a:endParaRPr>
          </a:p>
          <a:p>
            <a:pPr marL="285750" indent="-285750" algn="just">
              <a:buFont typeface="Arial" panose="020B0604020202020204" pitchFamily="34" charset="0"/>
              <a:buChar char="•"/>
            </a:pPr>
            <a:r>
              <a:rPr lang="en-US" altLang="zh-TW">
                <a:solidFill>
                  <a:srgbClr val="1890C3"/>
                </a:solidFill>
                <a:latin typeface="Consolas" panose="020B0609020204030204" pitchFamily="49" charset="0"/>
                <a:ea typeface="+mj-ea"/>
              </a:rPr>
              <a:t>Object</a:t>
            </a:r>
            <a:r>
              <a:rPr lang="en-US" altLang="zh-TW">
                <a:latin typeface="Consolas" panose="020B0609020204030204" pitchFamily="49" charset="0"/>
                <a:ea typeface="+mj-ea"/>
              </a:rPr>
              <a:t> context.getAttribute(String name)</a:t>
            </a:r>
          </a:p>
          <a:p>
            <a:pPr algn="just"/>
            <a:r>
              <a:rPr lang="en-US" altLang="zh-TW">
                <a:latin typeface="Consolas" panose="020B0609020204030204" pitchFamily="49" charset="0"/>
                <a:ea typeface="+mj-ea"/>
              </a:rPr>
              <a:t>	</a:t>
            </a:r>
            <a:r>
              <a:rPr lang="zh-TW" altLang="en-US">
                <a:latin typeface="Consolas" panose="020B0609020204030204" pitchFamily="49" charset="0"/>
                <a:ea typeface="+mj-ea"/>
              </a:rPr>
              <a:t>取出指定物件，使用</a:t>
            </a:r>
            <a:r>
              <a:rPr lang="en-US" altLang="zh-TW">
                <a:latin typeface="Consolas" panose="020B0609020204030204" pitchFamily="49" charset="0"/>
                <a:ea typeface="+mj-ea"/>
              </a:rPr>
              <a:t>(Class)object</a:t>
            </a:r>
            <a:r>
              <a:rPr lang="zh-TW" altLang="en-US">
                <a:latin typeface="Consolas" panose="020B0609020204030204" pitchFamily="49" charset="0"/>
                <a:ea typeface="+mj-ea"/>
              </a:rPr>
              <a:t>，進行強制轉型。</a:t>
            </a:r>
            <a:endParaRPr lang="en-US" altLang="zh-TW">
              <a:latin typeface="Consolas" panose="020B0609020204030204" pitchFamily="49" charset="0"/>
              <a:ea typeface="+mj-ea"/>
            </a:endParaRPr>
          </a:p>
          <a:p>
            <a:pPr algn="just"/>
            <a:endParaRPr lang="en-US" altLang="zh-TW">
              <a:latin typeface="Consolas" panose="020B0609020204030204" pitchFamily="49" charset="0"/>
              <a:ea typeface="+mj-ea"/>
            </a:endParaRPr>
          </a:p>
          <a:p>
            <a:pPr marL="285750" indent="-285750" algn="just">
              <a:buFont typeface="Arial" panose="020B0604020202020204" pitchFamily="34" charset="0"/>
              <a:buChar char="•"/>
            </a:pPr>
            <a:r>
              <a:rPr lang="en-US" altLang="zh-TW">
                <a:solidFill>
                  <a:srgbClr val="CC6227"/>
                </a:solidFill>
                <a:latin typeface="Consolas" panose="020B0609020204030204" pitchFamily="49" charset="0"/>
                <a:ea typeface="+mj-ea"/>
              </a:rPr>
              <a:t>void</a:t>
            </a:r>
            <a:r>
              <a:rPr lang="en-US" altLang="zh-TW">
                <a:latin typeface="Consolas" panose="020B0609020204030204" pitchFamily="49" charset="0"/>
                <a:ea typeface="+mj-ea"/>
              </a:rPr>
              <a:t> context.removeAttribute(String name) </a:t>
            </a:r>
          </a:p>
          <a:p>
            <a:pPr lvl="1" algn="just"/>
            <a:r>
              <a:rPr lang="zh-TW" altLang="en-US">
                <a:latin typeface="Consolas" panose="020B0609020204030204" pitchFamily="49" charset="0"/>
                <a:ea typeface="+mj-ea"/>
              </a:rPr>
              <a:t>從</a:t>
            </a:r>
            <a:r>
              <a:rPr lang="en-US" altLang="zh-TW">
                <a:latin typeface="Consolas" panose="020B0609020204030204" pitchFamily="49" charset="0"/>
                <a:ea typeface="+mj-ea"/>
              </a:rPr>
              <a:t>context</a:t>
            </a:r>
            <a:r>
              <a:rPr lang="zh-TW" altLang="en-US">
                <a:latin typeface="Consolas" panose="020B0609020204030204" pitchFamily="49" charset="0"/>
                <a:ea typeface="+mj-ea"/>
              </a:rPr>
              <a:t>移除指定物件。</a:t>
            </a:r>
          </a:p>
          <a:p>
            <a:pPr algn="just"/>
            <a:endParaRPr lang="en-US" altLang="zh-TW">
              <a:latin typeface="Consolas" panose="020B0609020204030204" pitchFamily="49" charset="0"/>
              <a:ea typeface="+mj-ea"/>
            </a:endParaRPr>
          </a:p>
          <a:p>
            <a:pPr marL="285750" indent="-285750" algn="just">
              <a:buFont typeface="Arial" panose="020B0604020202020204" pitchFamily="34" charset="0"/>
              <a:buChar char="•"/>
            </a:pPr>
            <a:r>
              <a:rPr lang="en-US" altLang="zh-TW">
                <a:solidFill>
                  <a:srgbClr val="1890C3"/>
                </a:solidFill>
                <a:latin typeface="Consolas" panose="020B0609020204030204" pitchFamily="49" charset="0"/>
                <a:ea typeface="+mj-ea"/>
              </a:rPr>
              <a:t>String</a:t>
            </a:r>
            <a:r>
              <a:rPr lang="en-US" altLang="zh-TW">
                <a:latin typeface="Consolas" panose="020B0609020204030204" pitchFamily="49" charset="0"/>
                <a:ea typeface="+mj-ea"/>
              </a:rPr>
              <a:t> context.getInitParameter(String name)</a:t>
            </a:r>
          </a:p>
          <a:p>
            <a:pPr lvl="1" algn="just"/>
            <a:r>
              <a:rPr lang="zh-TW" altLang="en-US">
                <a:latin typeface="Consolas" panose="020B0609020204030204" pitchFamily="49" charset="0"/>
                <a:ea typeface="+mj-ea"/>
              </a:rPr>
              <a:t>取出定義好的預設參數</a:t>
            </a:r>
            <a:r>
              <a:rPr lang="en-US" altLang="zh-TW">
                <a:latin typeface="Consolas" panose="020B0609020204030204" pitchFamily="49" charset="0"/>
                <a:ea typeface="+mj-ea"/>
              </a:rPr>
              <a:t>(</a:t>
            </a:r>
            <a:r>
              <a:rPr lang="zh-TW" altLang="en-US">
                <a:latin typeface="Consolas" panose="020B0609020204030204" pitchFamily="49" charset="0"/>
                <a:ea typeface="+mj-ea"/>
              </a:rPr>
              <a:t>定義在</a:t>
            </a:r>
            <a:r>
              <a:rPr lang="en-US" altLang="zh-TW">
                <a:latin typeface="Consolas" panose="020B0609020204030204" pitchFamily="49" charset="0"/>
                <a:ea typeface="+mj-ea"/>
              </a:rPr>
              <a:t>web.xml</a:t>
            </a:r>
            <a:r>
              <a:rPr lang="zh-TW" altLang="en-US">
                <a:latin typeface="Consolas" panose="020B0609020204030204" pitchFamily="49" charset="0"/>
                <a:ea typeface="+mj-ea"/>
              </a:rPr>
              <a:t>或</a:t>
            </a:r>
            <a:r>
              <a:rPr lang="en-US" altLang="zh-TW">
                <a:solidFill>
                  <a:srgbClr val="FF0000"/>
                </a:solidFill>
                <a:latin typeface="Consolas" panose="020B0609020204030204" pitchFamily="49" charset="0"/>
                <a:ea typeface="+mj-ea"/>
              </a:rPr>
              <a:t>ServletContextListener</a:t>
            </a:r>
            <a:r>
              <a:rPr lang="zh-TW" altLang="en-US">
                <a:latin typeface="Consolas" panose="020B0609020204030204" pitchFamily="49" charset="0"/>
                <a:ea typeface="+mj-ea"/>
              </a:rPr>
              <a:t>中</a:t>
            </a:r>
            <a:r>
              <a:rPr lang="en-US" altLang="zh-TW">
                <a:latin typeface="Consolas" panose="020B0609020204030204" pitchFamily="49" charset="0"/>
                <a:ea typeface="+mj-ea"/>
              </a:rPr>
              <a:t>)</a:t>
            </a:r>
            <a:r>
              <a:rPr lang="zh-TW" altLang="en-US">
                <a:latin typeface="Consolas" panose="020B0609020204030204" pitchFamily="49" charset="0"/>
                <a:ea typeface="+mj-ea"/>
              </a:rPr>
              <a:t>。</a:t>
            </a:r>
            <a:endParaRPr lang="en-US" altLang="zh-TW">
              <a:latin typeface="Consolas" panose="020B0609020204030204" pitchFamily="49" charset="0"/>
              <a:ea typeface="+mj-ea"/>
            </a:endParaRPr>
          </a:p>
          <a:p>
            <a:pPr lvl="2" algn="just"/>
            <a:r>
              <a:rPr lang="en-US" altLang="zh-TW" sz="1400">
                <a:latin typeface="Consolas" panose="020B0609020204030204" pitchFamily="49" charset="0"/>
                <a:ea typeface="+mj-ea"/>
              </a:rPr>
              <a:t>【</a:t>
            </a:r>
            <a:r>
              <a:rPr lang="pt-BR" altLang="zh-TW" sz="1400">
                <a:latin typeface="Consolas" panose="020B0609020204030204" pitchFamily="49" charset="0"/>
                <a:ea typeface="+mj-ea"/>
              </a:rPr>
              <a:t>Web.xml</a:t>
            </a:r>
            <a:r>
              <a:rPr lang="zh-TW" altLang="en-US" sz="1400">
                <a:latin typeface="Consolas" panose="020B0609020204030204" pitchFamily="49" charset="0"/>
                <a:ea typeface="+mj-ea"/>
              </a:rPr>
              <a:t>預設參數寫法</a:t>
            </a:r>
            <a:r>
              <a:rPr lang="en-US" altLang="zh-TW" sz="1400">
                <a:latin typeface="Consolas" panose="020B0609020204030204" pitchFamily="49" charset="0"/>
                <a:ea typeface="+mj-ea"/>
              </a:rPr>
              <a:t>】p48</a:t>
            </a:r>
            <a:r>
              <a:rPr lang="zh-TW" altLang="en-US" sz="1400">
                <a:latin typeface="Consolas" panose="020B0609020204030204" pitchFamily="49" charset="0"/>
                <a:ea typeface="+mj-ea"/>
              </a:rPr>
              <a:t>的補充</a:t>
            </a:r>
            <a:endParaRPr lang="pt-BR" altLang="zh-TW" sz="1400">
              <a:latin typeface="Consolas" panose="020B0609020204030204" pitchFamily="49" charset="0"/>
              <a:ea typeface="+mj-ea"/>
            </a:endParaRPr>
          </a:p>
          <a:p>
            <a:pPr lvl="2" algn="just"/>
            <a:r>
              <a:rPr lang="pt-BR" altLang="zh-TW" sz="1400">
                <a:latin typeface="Consolas" panose="020B0609020204030204" pitchFamily="49" charset="0"/>
                <a:ea typeface="+mj-ea"/>
              </a:rPr>
              <a:t>	&lt;context-param&gt;</a:t>
            </a:r>
          </a:p>
          <a:p>
            <a:pPr lvl="2" algn="just"/>
            <a:r>
              <a:rPr lang="pt-BR" altLang="zh-TW" sz="1400">
                <a:latin typeface="Consolas" panose="020B0609020204030204" pitchFamily="49" charset="0"/>
                <a:ea typeface="+mj-ea"/>
              </a:rPr>
              <a:t>		&lt;param-name&gt;MyAge&lt;/param-name&gt;</a:t>
            </a:r>
          </a:p>
          <a:p>
            <a:pPr lvl="2" algn="just"/>
            <a:r>
              <a:rPr lang="pt-BR" altLang="zh-TW" sz="1400">
                <a:latin typeface="Consolas" panose="020B0609020204030204" pitchFamily="49" charset="0"/>
                <a:ea typeface="+mj-ea"/>
              </a:rPr>
              <a:t>		&lt;param-value&gt;18&lt;/param-value&gt;</a:t>
            </a:r>
          </a:p>
          <a:p>
            <a:pPr lvl="2" algn="just"/>
            <a:r>
              <a:rPr lang="pt-BR" altLang="zh-TW" sz="1400">
                <a:latin typeface="Consolas" panose="020B0609020204030204" pitchFamily="49" charset="0"/>
                <a:ea typeface="+mj-ea"/>
              </a:rPr>
              <a:t>	&lt;/context-param&gt;</a:t>
            </a:r>
          </a:p>
          <a:p>
            <a:pPr algn="just"/>
            <a:endParaRPr lang="en-US" altLang="zh-TW">
              <a:latin typeface="Consolas" panose="020B0609020204030204" pitchFamily="49" charset="0"/>
              <a:ea typeface="+mj-ea"/>
            </a:endParaRPr>
          </a:p>
          <a:p>
            <a:pPr marL="285750" indent="-285750" algn="just">
              <a:buFont typeface="Arial" panose="020B0604020202020204" pitchFamily="34" charset="0"/>
              <a:buChar char="•"/>
            </a:pPr>
            <a:r>
              <a:rPr lang="en-US" altLang="zh-TW">
                <a:solidFill>
                  <a:srgbClr val="1890C3"/>
                </a:solidFill>
                <a:latin typeface="Consolas" panose="020B0609020204030204" pitchFamily="49" charset="0"/>
                <a:ea typeface="+mj-ea"/>
              </a:rPr>
              <a:t>Enumeration</a:t>
            </a:r>
            <a:r>
              <a:rPr lang="en-US" altLang="zh-TW">
                <a:latin typeface="Consolas" panose="020B0609020204030204" pitchFamily="49" charset="0"/>
                <a:ea typeface="+mj-ea"/>
              </a:rPr>
              <a:t> context.getAttributeNames( )</a:t>
            </a:r>
          </a:p>
          <a:p>
            <a:pPr algn="just"/>
            <a:r>
              <a:rPr lang="en-US" altLang="zh-TW">
                <a:latin typeface="Consolas" panose="020B0609020204030204" pitchFamily="49" charset="0"/>
                <a:ea typeface="+mj-ea"/>
              </a:rPr>
              <a:t>	</a:t>
            </a:r>
            <a:r>
              <a:rPr lang="zh-TW" altLang="en-US">
                <a:latin typeface="Consolas" panose="020B0609020204030204" pitchFamily="49" charset="0"/>
                <a:ea typeface="+mj-ea"/>
              </a:rPr>
              <a:t>取得所有</a:t>
            </a:r>
            <a:r>
              <a:rPr lang="en-US" altLang="zh-TW">
                <a:latin typeface="Consolas" panose="020B0609020204030204" pitchFamily="49" charset="0"/>
                <a:ea typeface="+mj-ea"/>
              </a:rPr>
              <a:t>ServletContext</a:t>
            </a:r>
            <a:r>
              <a:rPr lang="zh-TW" altLang="en-US">
                <a:latin typeface="Consolas" panose="020B0609020204030204" pitchFamily="49" charset="0"/>
                <a:ea typeface="+mj-ea"/>
              </a:rPr>
              <a:t>中的屬性名稱</a:t>
            </a:r>
          </a:p>
          <a:p>
            <a:pPr algn="just"/>
            <a:r>
              <a:rPr lang="zh-TW" altLang="en-US" sz="1400">
                <a:latin typeface="Consolas" panose="020B0609020204030204" pitchFamily="49" charset="0"/>
                <a:ea typeface="+mj-ea"/>
              </a:rPr>
              <a:t>	</a:t>
            </a:r>
            <a:r>
              <a:rPr lang="en-US" altLang="zh-TW" sz="1400">
                <a:latin typeface="Consolas" panose="020B0609020204030204" pitchFamily="49" charset="0"/>
                <a:ea typeface="+mj-ea"/>
              </a:rPr>
              <a:t>	</a:t>
            </a:r>
            <a:r>
              <a:rPr lang="zh-TW" altLang="en-US" sz="1400">
                <a:latin typeface="Consolas" panose="020B0609020204030204" pitchFamily="49" charset="0"/>
                <a:ea typeface="+mj-ea"/>
              </a:rPr>
              <a:t>註</a:t>
            </a:r>
            <a:r>
              <a:rPr lang="en-US" altLang="zh-TW" sz="1400">
                <a:latin typeface="Consolas" panose="020B0609020204030204" pitchFamily="49" charset="0"/>
                <a:ea typeface="+mj-ea"/>
              </a:rPr>
              <a:t>:"javax.servlet.context.tempdir"</a:t>
            </a:r>
            <a:r>
              <a:rPr lang="zh-TW" altLang="en-US" sz="1400">
                <a:latin typeface="Consolas" panose="020B0609020204030204" pitchFamily="49" charset="0"/>
                <a:ea typeface="+mj-ea"/>
              </a:rPr>
              <a:t>是伺服器強制規定一定要有的</a:t>
            </a:r>
            <a:r>
              <a:rPr lang="en-US" altLang="zh-TW" sz="1400">
                <a:latin typeface="Consolas" panose="020B0609020204030204" pitchFamily="49" charset="0"/>
                <a:ea typeface="+mj-ea"/>
              </a:rPr>
              <a:t>Attribute</a:t>
            </a:r>
            <a:r>
              <a:rPr lang="zh-TW" altLang="en-US" sz="1400">
                <a:latin typeface="Consolas" panose="020B0609020204030204" pitchFamily="49" charset="0"/>
                <a:ea typeface="+mj-ea"/>
              </a:rPr>
              <a:t>名稱</a:t>
            </a:r>
          </a:p>
        </p:txBody>
      </p:sp>
      <p:cxnSp>
        <p:nvCxnSpPr>
          <p:cNvPr id="3" name="直線單箭頭接點 2">
            <a:extLst>
              <a:ext uri="{FF2B5EF4-FFF2-40B4-BE49-F238E27FC236}">
                <a16:creationId xmlns:a16="http://schemas.microsoft.com/office/drawing/2014/main" id="{1268A350-90C9-4172-AFC7-E8704AF212DF}"/>
              </a:ext>
            </a:extLst>
          </p:cNvPr>
          <p:cNvCxnSpPr/>
          <p:nvPr/>
        </p:nvCxnSpPr>
        <p:spPr>
          <a:xfrm>
            <a:off x="6391072" y="3628417"/>
            <a:ext cx="194554" cy="4669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文字方塊 7">
            <a:extLst>
              <a:ext uri="{FF2B5EF4-FFF2-40B4-BE49-F238E27FC236}">
                <a16:creationId xmlns:a16="http://schemas.microsoft.com/office/drawing/2014/main" id="{992A99C4-6845-4338-B192-B6925261F97B}"/>
              </a:ext>
            </a:extLst>
          </p:cNvPr>
          <p:cNvSpPr txBox="1"/>
          <p:nvPr/>
        </p:nvSpPr>
        <p:spPr>
          <a:xfrm>
            <a:off x="5746657" y="4124528"/>
            <a:ext cx="1677938"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zh-TW" altLang="en-US">
                <a:latin typeface="Consolas" panose="020B0609020204030204" pitchFamily="49" charset="0"/>
                <a:ea typeface="+mj-ea"/>
              </a:rPr>
              <a:t>第三章會提到</a:t>
            </a:r>
          </a:p>
        </p:txBody>
      </p:sp>
    </p:spTree>
    <p:extLst>
      <p:ext uri="{BB962C8B-B14F-4D97-AF65-F5344CB8AC3E}">
        <p14:creationId xmlns:p14="http://schemas.microsoft.com/office/powerpoint/2010/main" val="26529717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sz="half" idx="2"/>
          </p:nvPr>
        </p:nvSpPr>
        <p:spPr>
          <a:xfrm>
            <a:off x="8315325" y="654967"/>
            <a:ext cx="3860800" cy="5617817"/>
          </a:xfrm>
        </p:spPr>
        <p:txBody>
          <a:bodyPr>
            <a:noAutofit/>
          </a:bodyPr>
          <a:lstStyle/>
          <a:p>
            <a:pPr algn="just"/>
            <a:r>
              <a:rPr lang="zh-TW" altLang="en-US" sz="1500" b="1">
                <a:latin typeface="Consolas" panose="020B0609020204030204" pitchFamily="49" charset="0"/>
                <a:ea typeface="+mj-ea"/>
              </a:rPr>
              <a:t>在進行「檔案存取」、尤其是「圖片處理」時，要特別注意路徑的寫法。</a:t>
            </a:r>
            <a:endParaRPr lang="en-US" altLang="zh-TW" sz="1500" b="1">
              <a:latin typeface="Consolas" panose="020B0609020204030204" pitchFamily="49" charset="0"/>
              <a:ea typeface="+mj-ea"/>
            </a:endParaRPr>
          </a:p>
          <a:p>
            <a:pPr algn="just">
              <a:spcBef>
                <a:spcPts val="1200"/>
              </a:spcBef>
            </a:pPr>
            <a:r>
              <a:rPr lang="en-US" altLang="zh-TW" sz="1500" b="1">
                <a:latin typeface="Consolas" panose="020B0609020204030204" pitchFamily="49" charset="0"/>
                <a:ea typeface="+mj-ea"/>
              </a:rPr>
              <a:t>Eclipse</a:t>
            </a:r>
            <a:r>
              <a:rPr lang="zh-TW" altLang="en-US" sz="1500" b="1">
                <a:latin typeface="Consolas" panose="020B0609020204030204" pitchFamily="49" charset="0"/>
                <a:ea typeface="+mj-ea"/>
              </a:rPr>
              <a:t>在執行</a:t>
            </a:r>
            <a:r>
              <a:rPr lang="en-US" altLang="zh-TW" sz="1500" b="1">
                <a:latin typeface="Consolas" panose="020B0609020204030204" pitchFamily="49" charset="0"/>
                <a:ea typeface="+mj-ea"/>
              </a:rPr>
              <a:t>Sevlet</a:t>
            </a:r>
            <a:r>
              <a:rPr lang="zh-TW" altLang="en-US" sz="1500" b="1">
                <a:latin typeface="Consolas" panose="020B0609020204030204" pitchFamily="49" charset="0"/>
                <a:ea typeface="+mj-ea"/>
              </a:rPr>
              <a:t>時，執行專案的環境不會是在你的</a:t>
            </a:r>
            <a:r>
              <a:rPr lang="en-US" altLang="zh-TW" sz="1500" b="1">
                <a:latin typeface="Consolas" panose="020B0609020204030204" pitchFamily="49" charset="0"/>
                <a:ea typeface="+mj-ea"/>
              </a:rPr>
              <a:t>workspace</a:t>
            </a:r>
            <a:r>
              <a:rPr lang="zh-TW" altLang="en-US" sz="1500" b="1">
                <a:latin typeface="Consolas" panose="020B0609020204030204" pitchFamily="49" charset="0"/>
                <a:ea typeface="+mj-ea"/>
              </a:rPr>
              <a:t>下的專案位置；</a:t>
            </a:r>
            <a:r>
              <a:rPr lang="en-US" altLang="zh-TW" sz="1500" b="1">
                <a:latin typeface="Consolas" panose="020B0609020204030204" pitchFamily="49" charset="0"/>
                <a:ea typeface="+mj-ea"/>
              </a:rPr>
              <a:t> Eclipse</a:t>
            </a:r>
            <a:r>
              <a:rPr lang="zh-TW" altLang="en-US" sz="1500" b="1">
                <a:latin typeface="Consolas" panose="020B0609020204030204" pitchFamily="49" charset="0"/>
                <a:ea typeface="+mj-ea"/>
              </a:rPr>
              <a:t>會在更深層的目錄，如下</a:t>
            </a:r>
            <a:endParaRPr lang="en-US" altLang="zh-TW" sz="1500" b="1">
              <a:latin typeface="Consolas" panose="020B0609020204030204" pitchFamily="49" charset="0"/>
              <a:ea typeface="+mj-ea"/>
            </a:endParaRPr>
          </a:p>
          <a:p>
            <a:pPr>
              <a:spcBef>
                <a:spcPts val="0"/>
              </a:spcBef>
            </a:pPr>
            <a:r>
              <a:rPr lang="en-US" altLang="zh-TW" sz="1500" b="1">
                <a:solidFill>
                  <a:srgbClr val="0070C0"/>
                </a:solidFill>
                <a:latin typeface="Consolas" panose="020B0609020204030204" pitchFamily="49" charset="0"/>
                <a:ea typeface="+mj-ea"/>
              </a:rPr>
              <a:t>\workspace\</a:t>
            </a:r>
            <a:r>
              <a:rPr lang="zh-TW" altLang="en-US" sz="1500" b="1">
                <a:solidFill>
                  <a:srgbClr val="0070C0"/>
                </a:solidFill>
                <a:latin typeface="Consolas" panose="020B0609020204030204" pitchFamily="49" charset="0"/>
                <a:ea typeface="+mj-ea"/>
              </a:rPr>
              <a:t>專案名稱</a:t>
            </a:r>
            <a:r>
              <a:rPr lang="en-US" altLang="zh-TW" sz="1500" b="1">
                <a:solidFill>
                  <a:srgbClr val="0070C0"/>
                </a:solidFill>
                <a:latin typeface="Consolas" panose="020B0609020204030204" pitchFamily="49" charset="0"/>
                <a:ea typeface="+mj-ea"/>
              </a:rPr>
              <a:t>\</a:t>
            </a:r>
          </a:p>
          <a:p>
            <a:pPr>
              <a:spcBef>
                <a:spcPts val="0"/>
              </a:spcBef>
            </a:pPr>
            <a:r>
              <a:rPr lang="en-US" altLang="zh-TW" sz="1500" b="1">
                <a:solidFill>
                  <a:srgbClr val="0070C0"/>
                </a:solidFill>
                <a:latin typeface="Consolas" panose="020B0609020204030204" pitchFamily="49" charset="0"/>
                <a:ea typeface="+mj-ea"/>
              </a:rPr>
              <a:t>.metadata\.plugins\org.eclipse.wst.server.core\tmp0\wtpwebapps\</a:t>
            </a:r>
          </a:p>
          <a:p>
            <a:pPr>
              <a:spcBef>
                <a:spcPts val="0"/>
              </a:spcBef>
            </a:pPr>
            <a:r>
              <a:rPr lang="zh-TW" altLang="en-US" sz="1500" b="1">
                <a:latin typeface="Consolas" panose="020B0609020204030204" pitchFamily="49" charset="0"/>
                <a:ea typeface="+mj-ea"/>
              </a:rPr>
              <a:t>中建立一個暫存的專案來執行測試。</a:t>
            </a:r>
            <a:endParaRPr lang="en-US" altLang="zh-TW" sz="1500" b="1">
              <a:latin typeface="Consolas" panose="020B0609020204030204" pitchFamily="49" charset="0"/>
              <a:ea typeface="+mj-ea"/>
            </a:endParaRPr>
          </a:p>
          <a:p>
            <a:pPr>
              <a:spcBef>
                <a:spcPts val="1200"/>
              </a:spcBef>
            </a:pPr>
            <a:r>
              <a:rPr lang="zh-TW" altLang="en-US" sz="1500" b="1">
                <a:latin typeface="Consolas" panose="020B0609020204030204" pitchFamily="49" charset="0"/>
                <a:ea typeface="+mj-ea"/>
              </a:rPr>
              <a:t>是故，如果你臨時生成在專案下的檔案是寫死「絕對路徑」，則會發生存取不到圖片的問題。</a:t>
            </a:r>
            <a:endParaRPr lang="en-US" altLang="zh-TW" sz="1500" b="1">
              <a:latin typeface="Consolas" panose="020B0609020204030204" pitchFamily="49" charset="0"/>
              <a:ea typeface="+mj-ea"/>
            </a:endParaRPr>
          </a:p>
          <a:p>
            <a:pPr>
              <a:spcBef>
                <a:spcPts val="1200"/>
              </a:spcBef>
            </a:pPr>
            <a:r>
              <a:rPr lang="zh-TW" altLang="en-US" sz="1500" b="1">
                <a:latin typeface="Consolas" panose="020B0609020204030204" pitchFamily="49" charset="0"/>
                <a:ea typeface="+mj-ea"/>
              </a:rPr>
              <a:t>要解決這個問題，可使用「相對路徑」的寫法存取圖片，或使用</a:t>
            </a:r>
            <a:r>
              <a:rPr lang="en-US" altLang="zh-TW" sz="1500" b="1">
                <a:latin typeface="Consolas" panose="020B0609020204030204" pitchFamily="49" charset="0"/>
                <a:ea typeface="+mj-ea"/>
              </a:rPr>
              <a:t>context</a:t>
            </a:r>
            <a:r>
              <a:rPr lang="zh-TW" altLang="en-US" sz="1500" b="1">
                <a:latin typeface="Consolas" panose="020B0609020204030204" pitchFamily="49" charset="0"/>
                <a:ea typeface="+mj-ea"/>
              </a:rPr>
              <a:t>物件下的</a:t>
            </a:r>
            <a:r>
              <a:rPr lang="en-US" altLang="zh-TW" sz="1500" b="1">
                <a:latin typeface="Consolas" panose="020B0609020204030204" pitchFamily="49" charset="0"/>
                <a:ea typeface="+mj-ea"/>
              </a:rPr>
              <a:t>getRealPath()</a:t>
            </a:r>
            <a:r>
              <a:rPr lang="zh-TW" altLang="en-US" sz="1500" b="1">
                <a:latin typeface="Consolas" panose="020B0609020204030204" pitchFamily="49" charset="0"/>
                <a:ea typeface="+mj-ea"/>
              </a:rPr>
              <a:t>方法取得執行當下的路徑。</a:t>
            </a:r>
            <a:endParaRPr lang="en-US" altLang="zh-TW" sz="1500" b="1">
              <a:latin typeface="Consolas" panose="020B0609020204030204" pitchFamily="49" charset="0"/>
              <a:ea typeface="+mj-ea"/>
            </a:endParaRPr>
          </a:p>
          <a:p>
            <a:pPr>
              <a:spcBef>
                <a:spcPts val="1200"/>
              </a:spcBef>
            </a:pPr>
            <a:r>
              <a:rPr lang="zh-TW" altLang="en-US" sz="1500" b="1">
                <a:latin typeface="Consolas" panose="020B0609020204030204" pitchFamily="49" charset="0"/>
                <a:ea typeface="+mj-ea"/>
              </a:rPr>
              <a:t>如</a:t>
            </a:r>
            <a:r>
              <a:rPr lang="en-US" altLang="zh-TW" sz="1500" b="1">
                <a:solidFill>
                  <a:srgbClr val="0070C0"/>
                </a:solidFill>
                <a:latin typeface="Consolas" panose="020B0609020204030204" pitchFamily="49" charset="0"/>
                <a:ea typeface="+mj-ea"/>
              </a:rPr>
              <a:t>context.getRealPath("")</a:t>
            </a:r>
            <a:r>
              <a:rPr lang="en-US" altLang="zh-TW" sz="1500" b="1">
                <a:latin typeface="Consolas" panose="020B0609020204030204" pitchFamily="49" charset="0"/>
                <a:ea typeface="+mj-ea"/>
              </a:rPr>
              <a:t>;</a:t>
            </a:r>
          </a:p>
          <a:p>
            <a:pPr>
              <a:spcBef>
                <a:spcPts val="1200"/>
              </a:spcBef>
            </a:pPr>
            <a:r>
              <a:rPr lang="zh-TW" altLang="en-US" sz="1500" b="1">
                <a:latin typeface="Consolas" panose="020B0609020204030204" pitchFamily="49" charset="0"/>
                <a:ea typeface="+mj-ea"/>
              </a:rPr>
              <a:t>或使用</a:t>
            </a:r>
            <a:r>
              <a:rPr lang="en-US" altLang="zh-TW" sz="1500" b="1">
                <a:solidFill>
                  <a:srgbClr val="0070C0"/>
                </a:solidFill>
                <a:latin typeface="Consolas" panose="020B0609020204030204" pitchFamily="49" charset="0"/>
                <a:ea typeface="+mj-ea"/>
              </a:rPr>
              <a:t>context.getAttribute("javax.servlet.context.tempdir")</a:t>
            </a:r>
            <a:r>
              <a:rPr lang="en-US" altLang="zh-TW" sz="1500" b="1">
                <a:latin typeface="Consolas" panose="020B0609020204030204" pitchFamily="49" charset="0"/>
                <a:ea typeface="+mj-ea"/>
              </a:rPr>
              <a:t>;</a:t>
            </a:r>
          </a:p>
          <a:p>
            <a:pPr>
              <a:spcBef>
                <a:spcPts val="0"/>
              </a:spcBef>
            </a:pPr>
            <a:r>
              <a:rPr lang="zh-TW" altLang="en-US" sz="1500" b="1">
                <a:latin typeface="Consolas" panose="020B0609020204030204" pitchFamily="49" charset="0"/>
                <a:ea typeface="+mj-ea"/>
              </a:rPr>
              <a:t>也可取得暫存專案的路徑。</a:t>
            </a:r>
            <a:endParaRPr lang="en-US" altLang="zh-TW" sz="1500" b="1">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DE0C7043-5B7F-4E55-B9C2-004C86B4F74C}"/>
              </a:ext>
            </a:extLst>
          </p:cNvPr>
          <p:cNvSpPr>
            <a:spLocks noGrp="1"/>
          </p:cNvSpPr>
          <p:nvPr>
            <p:ph type="sldNum" sz="quarter" idx="12"/>
          </p:nvPr>
        </p:nvSpPr>
        <p:spPr/>
        <p:txBody>
          <a:bodyPr/>
          <a:lstStyle/>
          <a:p>
            <a:fld id="{B521127C-0C56-461F-B517-0D483F216F7D}" type="slidenum">
              <a:rPr lang="zh-TW" altLang="en-US" smtClean="0"/>
              <a:t>55</a:t>
            </a:fld>
            <a:endParaRPr lang="zh-TW" altLang="en-US"/>
          </a:p>
        </p:txBody>
      </p:sp>
      <p:sp>
        <p:nvSpPr>
          <p:cNvPr id="9" name="矩形 8"/>
          <p:cNvSpPr/>
          <p:nvPr/>
        </p:nvSpPr>
        <p:spPr>
          <a:xfrm>
            <a:off x="8331200" y="174836"/>
            <a:ext cx="3860800" cy="480131"/>
          </a:xfrm>
          <a:prstGeom prst="rect">
            <a:avLst/>
          </a:prstGeom>
        </p:spPr>
        <p:txBody>
          <a:bodyPr wrap="square">
            <a:spAutoFit/>
          </a:bodyPr>
          <a:lstStyle/>
          <a:p>
            <a:pPr algn="ctr" defTabSz="914400">
              <a:lnSpc>
                <a:spcPct val="90000"/>
              </a:lnSpc>
              <a:spcBef>
                <a:spcPct val="0"/>
              </a:spcBef>
            </a:pPr>
            <a:r>
              <a:rPr lang="en-US" altLang="zh-TW" sz="2800" b="1">
                <a:latin typeface="+mj-lt"/>
                <a:ea typeface="+mj-ea"/>
                <a:cs typeface="+mj-cs"/>
              </a:rPr>
              <a:t>ServletContext</a:t>
            </a:r>
            <a:r>
              <a:rPr lang="zh-TW" altLang="en-US" sz="2800" b="1">
                <a:latin typeface="+mj-lt"/>
                <a:ea typeface="+mj-ea"/>
                <a:cs typeface="+mj-cs"/>
              </a:rPr>
              <a:t>其他方法</a:t>
            </a:r>
            <a:endParaRPr lang="en-US" altLang="zh-TW" sz="2800" b="1">
              <a:latin typeface="+mj-lt"/>
              <a:ea typeface="+mj-ea"/>
              <a:cs typeface="+mj-cs"/>
            </a:endParaRPr>
          </a:p>
        </p:txBody>
      </p:sp>
      <p:sp>
        <p:nvSpPr>
          <p:cNvPr id="30" name="文字方塊 29">
            <a:extLst>
              <a:ext uri="{FF2B5EF4-FFF2-40B4-BE49-F238E27FC236}">
                <a16:creationId xmlns:a16="http://schemas.microsoft.com/office/drawing/2014/main" id="{8570CFE9-0731-4434-8914-6944777BFE6D}"/>
              </a:ext>
            </a:extLst>
          </p:cNvPr>
          <p:cNvSpPr txBox="1"/>
          <p:nvPr/>
        </p:nvSpPr>
        <p:spPr>
          <a:xfrm>
            <a:off x="87548" y="174836"/>
            <a:ext cx="8122597" cy="5909310"/>
          </a:xfrm>
          <a:prstGeom prst="rect">
            <a:avLst/>
          </a:prstGeom>
          <a:noFill/>
        </p:spPr>
        <p:txBody>
          <a:bodyPr wrap="square">
            <a:spAutoFit/>
          </a:bodyPr>
          <a:lstStyle/>
          <a:p>
            <a:pPr marL="285750" indent="-285750" algn="just">
              <a:buFont typeface="Arial" panose="020B0604020202020204" pitchFamily="34" charset="0"/>
              <a:buChar char="•"/>
            </a:pPr>
            <a:r>
              <a:rPr lang="en-US" altLang="zh-TW">
                <a:solidFill>
                  <a:srgbClr val="1890C3"/>
                </a:solidFill>
                <a:latin typeface="Consolas" panose="020B0609020204030204" pitchFamily="49" charset="0"/>
                <a:ea typeface="+mj-ea"/>
              </a:rPr>
              <a:t>String</a:t>
            </a:r>
            <a:r>
              <a:rPr lang="en-US" altLang="zh-TW">
                <a:latin typeface="Consolas" panose="020B0609020204030204" pitchFamily="49" charset="0"/>
                <a:ea typeface="+mj-ea"/>
              </a:rPr>
              <a:t> context.getRealPath(String virtualPath)</a:t>
            </a:r>
          </a:p>
          <a:p>
            <a:pPr lvl="1" algn="just"/>
            <a:r>
              <a:rPr lang="zh-TW" altLang="en-US">
                <a:latin typeface="Consolas" panose="020B0609020204030204" pitchFamily="49" charset="0"/>
                <a:ea typeface="+mj-ea"/>
              </a:rPr>
              <a:t>轉換指定的虛擬路徑為真實檔案路徑。</a:t>
            </a:r>
            <a:endParaRPr lang="en-US" altLang="zh-TW">
              <a:latin typeface="Consolas" panose="020B0609020204030204" pitchFamily="49" charset="0"/>
              <a:ea typeface="+mj-ea"/>
            </a:endParaRPr>
          </a:p>
          <a:p>
            <a:pPr lvl="1" algn="just"/>
            <a:endParaRPr lang="en-US" altLang="zh-TW">
              <a:latin typeface="Consolas" panose="020B0609020204030204" pitchFamily="49" charset="0"/>
              <a:ea typeface="+mj-ea"/>
            </a:endParaRPr>
          </a:p>
          <a:p>
            <a:pPr marL="285750" indent="-285750" algn="just">
              <a:buFont typeface="Arial" panose="020B0604020202020204" pitchFamily="34" charset="0"/>
              <a:buChar char="•"/>
            </a:pPr>
            <a:r>
              <a:rPr lang="en-US" altLang="zh-TW">
                <a:solidFill>
                  <a:srgbClr val="1890C3"/>
                </a:solidFill>
                <a:latin typeface="Consolas" panose="020B0609020204030204" pitchFamily="49" charset="0"/>
                <a:ea typeface="+mj-ea"/>
              </a:rPr>
              <a:t>Java.net.URL </a:t>
            </a:r>
            <a:r>
              <a:rPr lang="en-US" altLang="zh-TW">
                <a:latin typeface="Consolas" panose="020B0609020204030204" pitchFamily="49" charset="0"/>
                <a:ea typeface="+mj-ea"/>
              </a:rPr>
              <a:t>context.getResource(String URIPath)</a:t>
            </a:r>
          </a:p>
          <a:p>
            <a:pPr lvl="1" algn="just"/>
            <a:r>
              <a:rPr lang="zh-TW" altLang="en-US">
                <a:latin typeface="Consolas" panose="020B0609020204030204" pitchFamily="49" charset="0"/>
                <a:ea typeface="+mj-ea"/>
              </a:rPr>
              <a:t>傳回指定的</a:t>
            </a:r>
            <a:r>
              <a:rPr lang="en-US" altLang="zh-TW">
                <a:latin typeface="Consolas" panose="020B0609020204030204" pitchFamily="49" charset="0"/>
                <a:ea typeface="+mj-ea"/>
              </a:rPr>
              <a:t>URIPath(URIPath</a:t>
            </a:r>
            <a:r>
              <a:rPr lang="zh-TW" altLang="en-US">
                <a:latin typeface="Consolas" panose="020B0609020204030204" pitchFamily="49" charset="0"/>
                <a:ea typeface="+mj-ea"/>
              </a:rPr>
              <a:t>必須以</a:t>
            </a:r>
            <a:r>
              <a:rPr lang="en-US" altLang="zh-TW">
                <a:latin typeface="Consolas" panose="020B0609020204030204" pitchFamily="49" charset="0"/>
                <a:ea typeface="+mj-ea"/>
              </a:rPr>
              <a:t>/</a:t>
            </a:r>
            <a:r>
              <a:rPr lang="zh-TW" altLang="en-US">
                <a:latin typeface="Consolas" panose="020B0609020204030204" pitchFamily="49" charset="0"/>
                <a:ea typeface="+mj-ea"/>
              </a:rPr>
              <a:t>開頭</a:t>
            </a:r>
            <a:r>
              <a:rPr lang="en-US" altLang="zh-TW">
                <a:latin typeface="Consolas" panose="020B0609020204030204" pitchFamily="49" charset="0"/>
                <a:ea typeface="+mj-ea"/>
              </a:rPr>
              <a:t>)</a:t>
            </a:r>
            <a:r>
              <a:rPr lang="zh-TW" altLang="en-US">
                <a:latin typeface="Consolas" panose="020B0609020204030204" pitchFamily="49" charset="0"/>
                <a:ea typeface="+mj-ea"/>
              </a:rPr>
              <a:t>的</a:t>
            </a:r>
            <a:r>
              <a:rPr lang="en-US" altLang="zh-TW">
                <a:latin typeface="Consolas" panose="020B0609020204030204" pitchFamily="49" charset="0"/>
                <a:ea typeface="+mj-ea"/>
              </a:rPr>
              <a:t>URL</a:t>
            </a:r>
            <a:r>
              <a:rPr lang="zh-TW" altLang="en-US">
                <a:latin typeface="Consolas" panose="020B0609020204030204" pitchFamily="49" charset="0"/>
                <a:ea typeface="+mj-ea"/>
              </a:rPr>
              <a:t>物件</a:t>
            </a:r>
          </a:p>
          <a:p>
            <a:pPr lvl="1" algn="just"/>
            <a:r>
              <a:rPr lang="zh-TW" altLang="en-US">
                <a:latin typeface="Consolas" panose="020B0609020204030204" pitchFamily="49" charset="0"/>
                <a:ea typeface="+mj-ea"/>
              </a:rPr>
              <a:t>取得物件後，可使用其</a:t>
            </a:r>
            <a:r>
              <a:rPr lang="en-US" altLang="zh-TW">
                <a:latin typeface="Consolas" panose="020B0609020204030204" pitchFamily="49" charset="0"/>
                <a:ea typeface="+mj-ea"/>
              </a:rPr>
              <a:t>openStream( )</a:t>
            </a:r>
            <a:r>
              <a:rPr lang="zh-TW" altLang="en-US">
                <a:latin typeface="Consolas" panose="020B0609020204030204" pitchFamily="49" charset="0"/>
                <a:ea typeface="+mj-ea"/>
              </a:rPr>
              <a:t>方法，再使用</a:t>
            </a:r>
            <a:r>
              <a:rPr lang="en-US" altLang="zh-TW">
                <a:latin typeface="Consolas" panose="020B0609020204030204" pitchFamily="49" charset="0"/>
                <a:ea typeface="+mj-ea"/>
              </a:rPr>
              <a:t>IO</a:t>
            </a:r>
            <a:r>
              <a:rPr lang="zh-TW" altLang="en-US">
                <a:latin typeface="Consolas" panose="020B0609020204030204" pitchFamily="49" charset="0"/>
                <a:ea typeface="+mj-ea"/>
              </a:rPr>
              <a:t>做下一步的處理</a:t>
            </a:r>
            <a:endParaRPr lang="en-US" altLang="zh-TW">
              <a:latin typeface="Consolas" panose="020B0609020204030204" pitchFamily="49" charset="0"/>
              <a:ea typeface="+mj-ea"/>
            </a:endParaRPr>
          </a:p>
          <a:p>
            <a:pPr lvl="1" algn="just"/>
            <a:endParaRPr lang="en-US" altLang="zh-TW">
              <a:latin typeface="Consolas" panose="020B0609020204030204" pitchFamily="49" charset="0"/>
              <a:ea typeface="+mj-ea"/>
            </a:endParaRPr>
          </a:p>
          <a:p>
            <a:pPr marL="285750" indent="-285750" algn="just">
              <a:buFont typeface="Arial" panose="020B0604020202020204" pitchFamily="34" charset="0"/>
              <a:buChar char="•"/>
            </a:pPr>
            <a:r>
              <a:rPr lang="en-US" altLang="zh-TW">
                <a:solidFill>
                  <a:srgbClr val="1890C3"/>
                </a:solidFill>
                <a:latin typeface="Consolas" panose="020B0609020204030204" pitchFamily="49" charset="0"/>
                <a:ea typeface="+mj-ea"/>
              </a:rPr>
              <a:t>InputStream</a:t>
            </a:r>
            <a:r>
              <a:rPr lang="zh-TW" altLang="en-US">
                <a:solidFill>
                  <a:srgbClr val="1890C3"/>
                </a:solidFill>
                <a:latin typeface="Consolas" panose="020B0609020204030204" pitchFamily="49" charset="0"/>
                <a:ea typeface="+mj-ea"/>
              </a:rPr>
              <a:t> </a:t>
            </a:r>
            <a:r>
              <a:rPr lang="en-US" altLang="zh-TW">
                <a:latin typeface="Consolas" panose="020B0609020204030204" pitchFamily="49" charset="0"/>
                <a:ea typeface="+mj-ea"/>
              </a:rPr>
              <a:t>context.getResourceAsStream(String URIPath)</a:t>
            </a:r>
          </a:p>
          <a:p>
            <a:pPr lvl="1" algn="just"/>
            <a:r>
              <a:rPr lang="zh-TW" altLang="en-US">
                <a:latin typeface="Consolas" panose="020B0609020204030204" pitchFamily="49" charset="0"/>
                <a:ea typeface="+mj-ea"/>
              </a:rPr>
              <a:t>與上方方法相似，但直接取得</a:t>
            </a:r>
            <a:r>
              <a:rPr lang="en-US" altLang="zh-TW">
                <a:latin typeface="Consolas" panose="020B0609020204030204" pitchFamily="49" charset="0"/>
                <a:ea typeface="+mj-ea"/>
              </a:rPr>
              <a:t>InputStream</a:t>
            </a:r>
            <a:r>
              <a:rPr lang="zh-TW" altLang="en-US">
                <a:latin typeface="Consolas" panose="020B0609020204030204" pitchFamily="49" charset="0"/>
                <a:ea typeface="+mj-ea"/>
              </a:rPr>
              <a:t>物件。</a:t>
            </a:r>
          </a:p>
          <a:p>
            <a:pPr lvl="1" algn="just"/>
            <a:r>
              <a:rPr lang="zh-TW" altLang="en-US">
                <a:latin typeface="Consolas" panose="020B0609020204030204" pitchFamily="49" charset="0"/>
                <a:ea typeface="+mj-ea"/>
              </a:rPr>
              <a:t>儲存</a:t>
            </a:r>
            <a:r>
              <a:rPr lang="en-US" altLang="zh-TW">
                <a:latin typeface="Consolas" panose="020B0609020204030204" pitchFamily="49" charset="0"/>
                <a:ea typeface="+mj-ea"/>
              </a:rPr>
              <a:t>InputStream</a:t>
            </a:r>
            <a:r>
              <a:rPr lang="zh-TW" altLang="en-US">
                <a:latin typeface="Consolas" panose="020B0609020204030204" pitchFamily="49" charset="0"/>
                <a:ea typeface="+mj-ea"/>
              </a:rPr>
              <a:t>的內容請使用</a:t>
            </a:r>
            <a:r>
              <a:rPr lang="en-US" altLang="zh-TW">
                <a:latin typeface="Consolas" panose="020B0609020204030204" pitchFamily="49" charset="0"/>
                <a:ea typeface="+mj-ea"/>
              </a:rPr>
              <a:t>InputStream.readAllBytes();</a:t>
            </a:r>
          </a:p>
          <a:p>
            <a:pPr lvl="1" algn="just"/>
            <a:r>
              <a:rPr lang="zh-TW" altLang="en-US">
                <a:latin typeface="Consolas" panose="020B0609020204030204" pitchFamily="49" charset="0"/>
                <a:ea typeface="+mj-ea"/>
              </a:rPr>
              <a:t>儲存</a:t>
            </a:r>
            <a:r>
              <a:rPr lang="en-US" altLang="zh-TW">
                <a:latin typeface="Consolas" panose="020B0609020204030204" pitchFamily="49" charset="0"/>
                <a:ea typeface="+mj-ea"/>
              </a:rPr>
              <a:t>Bytes</a:t>
            </a:r>
            <a:r>
              <a:rPr lang="zh-TW" altLang="en-US">
                <a:latin typeface="Consolas" panose="020B0609020204030204" pitchFamily="49" charset="0"/>
                <a:ea typeface="+mj-ea"/>
              </a:rPr>
              <a:t>陣列而非</a:t>
            </a:r>
            <a:r>
              <a:rPr lang="en-US" altLang="zh-TW">
                <a:latin typeface="Consolas" panose="020B0609020204030204" pitchFamily="49" charset="0"/>
                <a:ea typeface="+mj-ea"/>
              </a:rPr>
              <a:t>InputStream</a:t>
            </a:r>
            <a:r>
              <a:rPr lang="zh-TW" altLang="en-US">
                <a:latin typeface="Consolas" panose="020B0609020204030204" pitchFamily="49" charset="0"/>
                <a:ea typeface="+mj-ea"/>
              </a:rPr>
              <a:t>，儲存水而非水龍頭。</a:t>
            </a:r>
            <a:endParaRPr lang="en-US" altLang="zh-TW">
              <a:latin typeface="Consolas" panose="020B0609020204030204" pitchFamily="49" charset="0"/>
              <a:ea typeface="+mj-ea"/>
            </a:endParaRPr>
          </a:p>
          <a:p>
            <a:pPr lvl="1" algn="just"/>
            <a:endParaRPr lang="zh-TW" altLang="en-US">
              <a:latin typeface="Consolas" panose="020B0609020204030204" pitchFamily="49" charset="0"/>
              <a:ea typeface="+mj-ea"/>
            </a:endParaRPr>
          </a:p>
          <a:p>
            <a:pPr marL="285750" indent="-285750" algn="just">
              <a:buFont typeface="Arial" panose="020B0604020202020204" pitchFamily="34" charset="0"/>
              <a:buChar char="•"/>
            </a:pPr>
            <a:r>
              <a:rPr lang="en-US" altLang="zh-TW">
                <a:solidFill>
                  <a:srgbClr val="1890C3"/>
                </a:solidFill>
                <a:latin typeface="Consolas" panose="020B0609020204030204" pitchFamily="49" charset="0"/>
                <a:ea typeface="+mj-ea"/>
              </a:rPr>
              <a:t>String </a:t>
            </a:r>
            <a:r>
              <a:rPr lang="en-US" altLang="zh-TW">
                <a:latin typeface="Consolas" panose="020B0609020204030204" pitchFamily="49" charset="0"/>
                <a:ea typeface="+mj-ea"/>
              </a:rPr>
              <a:t>context.getMimeType(String file)</a:t>
            </a:r>
          </a:p>
          <a:p>
            <a:pPr lvl="1" algn="just"/>
            <a:r>
              <a:rPr lang="zh-TW" altLang="en-US">
                <a:latin typeface="Consolas" panose="020B0609020204030204" pitchFamily="49" charset="0"/>
                <a:ea typeface="+mj-ea"/>
              </a:rPr>
              <a:t>根據</a:t>
            </a:r>
            <a:r>
              <a:rPr lang="en-US" altLang="zh-TW">
                <a:latin typeface="Consolas" panose="020B0609020204030204" pitchFamily="49" charset="0"/>
                <a:ea typeface="+mj-ea"/>
              </a:rPr>
              <a:t>file</a:t>
            </a:r>
            <a:r>
              <a:rPr lang="zh-TW" altLang="en-US">
                <a:latin typeface="Consolas" panose="020B0609020204030204" pitchFamily="49" charset="0"/>
                <a:ea typeface="+mj-ea"/>
              </a:rPr>
              <a:t>檔案的副檔名回傳所對應的</a:t>
            </a:r>
            <a:r>
              <a:rPr lang="en-US" altLang="zh-TW">
                <a:latin typeface="Consolas" panose="020B0609020204030204" pitchFamily="49" charset="0"/>
                <a:ea typeface="+mj-ea"/>
              </a:rPr>
              <a:t>MIME Type</a:t>
            </a:r>
            <a:r>
              <a:rPr lang="zh-TW" altLang="en-US">
                <a:latin typeface="Consolas" panose="020B0609020204030204" pitchFamily="49" charset="0"/>
                <a:ea typeface="+mj-ea"/>
              </a:rPr>
              <a:t>。 </a:t>
            </a:r>
            <a:r>
              <a:rPr lang="en-US" altLang="zh-TW">
                <a:latin typeface="Consolas" panose="020B0609020204030204" pitchFamily="49" charset="0"/>
                <a:ea typeface="+mj-ea"/>
              </a:rPr>
              <a:t>(</a:t>
            </a:r>
            <a:r>
              <a:rPr lang="zh-TW" altLang="en-US">
                <a:latin typeface="Consolas" panose="020B0609020204030204" pitchFamily="49" charset="0"/>
                <a:ea typeface="+mj-ea"/>
              </a:rPr>
              <a:t>或直接</a:t>
            </a:r>
            <a:r>
              <a:rPr lang="en-US" altLang="zh-TW">
                <a:latin typeface="Consolas" panose="020B0609020204030204" pitchFamily="49" charset="0"/>
                <a:ea typeface="+mj-ea"/>
              </a:rPr>
              <a:t>Google)</a:t>
            </a:r>
          </a:p>
          <a:p>
            <a:pPr lvl="1" algn="just"/>
            <a:r>
              <a:rPr lang="zh-TW" altLang="en-US">
                <a:latin typeface="Consolas" panose="020B0609020204030204" pitchFamily="49" charset="0"/>
                <a:ea typeface="+mj-ea"/>
              </a:rPr>
              <a:t>常見的</a:t>
            </a:r>
            <a:r>
              <a:rPr lang="en-US" altLang="zh-TW">
                <a:latin typeface="Consolas" panose="020B0609020204030204" pitchFamily="49" charset="0"/>
                <a:ea typeface="+mj-ea"/>
              </a:rPr>
              <a:t>MIME Type</a:t>
            </a:r>
            <a:r>
              <a:rPr lang="zh-TW" altLang="en-US">
                <a:latin typeface="Consolas" panose="020B0609020204030204" pitchFamily="49" charset="0"/>
                <a:ea typeface="+mj-ea"/>
              </a:rPr>
              <a:t>有</a:t>
            </a:r>
          </a:p>
          <a:p>
            <a:pPr lvl="2" algn="just"/>
            <a:r>
              <a:rPr lang="en-US" altLang="zh-TW">
                <a:latin typeface="Consolas" panose="020B0609020204030204" pitchFamily="49" charset="0"/>
                <a:ea typeface="+mj-ea"/>
              </a:rPr>
              <a:t>context.getMimeType("xxx.html")=text/html</a:t>
            </a:r>
          </a:p>
          <a:p>
            <a:pPr lvl="2" algn="just"/>
            <a:r>
              <a:rPr lang="en-US" altLang="zh-TW">
                <a:latin typeface="Consolas" panose="020B0609020204030204" pitchFamily="49" charset="0"/>
                <a:ea typeface="+mj-ea"/>
              </a:rPr>
              <a:t>context.getMimeType("xxx.txt")=text/plain</a:t>
            </a:r>
          </a:p>
          <a:p>
            <a:pPr lvl="2" algn="just"/>
            <a:r>
              <a:rPr lang="en-US" altLang="zh-TW">
                <a:latin typeface="Consolas" panose="020B0609020204030204" pitchFamily="49" charset="0"/>
                <a:ea typeface="+mj-ea"/>
              </a:rPr>
              <a:t>context.getMimeType("xxx.gif")=image/gif</a:t>
            </a:r>
          </a:p>
          <a:p>
            <a:pPr lvl="2" algn="just"/>
            <a:r>
              <a:rPr lang="en-US" altLang="zh-TW">
                <a:latin typeface="Consolas" panose="020B0609020204030204" pitchFamily="49" charset="0"/>
                <a:ea typeface="+mj-ea"/>
              </a:rPr>
              <a:t>context.getMimeType("xxx.jpg")=image/jpeg</a:t>
            </a:r>
          </a:p>
          <a:p>
            <a:pPr lvl="1" algn="just"/>
            <a:r>
              <a:rPr lang="en-US" altLang="zh-TW">
                <a:latin typeface="Consolas" panose="020B0609020204030204" pitchFamily="49" charset="0"/>
                <a:ea typeface="+mj-ea"/>
              </a:rPr>
              <a:t>Server</a:t>
            </a:r>
            <a:r>
              <a:rPr lang="zh-TW" altLang="en-US">
                <a:latin typeface="Consolas" panose="020B0609020204030204" pitchFamily="49" charset="0"/>
                <a:ea typeface="+mj-ea"/>
              </a:rPr>
              <a:t>內的</a:t>
            </a:r>
            <a:r>
              <a:rPr lang="en-US" altLang="zh-TW">
                <a:latin typeface="Consolas" panose="020B0609020204030204" pitchFamily="49" charset="0"/>
                <a:ea typeface="+mj-ea"/>
              </a:rPr>
              <a:t>web.xml</a:t>
            </a:r>
            <a:r>
              <a:rPr lang="zh-TW" altLang="en-US">
                <a:latin typeface="Consolas" panose="020B0609020204030204" pitchFamily="49" charset="0"/>
                <a:ea typeface="+mj-ea"/>
              </a:rPr>
              <a:t>通常會有一組「副檔名</a:t>
            </a:r>
            <a:r>
              <a:rPr lang="en-US" altLang="zh-TW">
                <a:latin typeface="Consolas" panose="020B0609020204030204" pitchFamily="49" charset="0"/>
                <a:ea typeface="+mj-ea"/>
              </a:rPr>
              <a:t>-MIME Type</a:t>
            </a:r>
            <a:r>
              <a:rPr lang="zh-TW" altLang="en-US">
                <a:latin typeface="Consolas" panose="020B0609020204030204" pitchFamily="49" charset="0"/>
                <a:ea typeface="+mj-ea"/>
              </a:rPr>
              <a:t>」的對照表，我們也可以在自己</a:t>
            </a:r>
            <a:r>
              <a:rPr lang="en-US" altLang="zh-TW">
                <a:latin typeface="Consolas" panose="020B0609020204030204" pitchFamily="49" charset="0"/>
                <a:ea typeface="+mj-ea"/>
              </a:rPr>
              <a:t>web app</a:t>
            </a:r>
            <a:r>
              <a:rPr lang="zh-TW" altLang="en-US">
                <a:latin typeface="Consolas" panose="020B0609020204030204" pitchFamily="49" charset="0"/>
                <a:ea typeface="+mj-ea"/>
              </a:rPr>
              <a:t>內的</a:t>
            </a:r>
            <a:r>
              <a:rPr lang="en-US" altLang="zh-TW">
                <a:latin typeface="Consolas" panose="020B0609020204030204" pitchFamily="49" charset="0"/>
                <a:ea typeface="+mj-ea"/>
              </a:rPr>
              <a:t>web.xml</a:t>
            </a:r>
            <a:r>
              <a:rPr lang="zh-TW" altLang="en-US">
                <a:latin typeface="Consolas" panose="020B0609020204030204" pitchFamily="49" charset="0"/>
                <a:ea typeface="+mj-ea"/>
              </a:rPr>
              <a:t>中對其做修改或擴充。</a:t>
            </a:r>
            <a:endParaRPr lang="en-US" altLang="zh-TW">
              <a:latin typeface="Consolas" panose="020B0609020204030204" pitchFamily="49" charset="0"/>
              <a:ea typeface="+mj-ea"/>
            </a:endParaRPr>
          </a:p>
        </p:txBody>
      </p:sp>
    </p:spTree>
    <p:extLst>
      <p:ext uri="{BB962C8B-B14F-4D97-AF65-F5344CB8AC3E}">
        <p14:creationId xmlns:p14="http://schemas.microsoft.com/office/powerpoint/2010/main" val="4037843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2">
            <a:extLst>
              <a:ext uri="{FF2B5EF4-FFF2-40B4-BE49-F238E27FC236}">
                <a16:creationId xmlns:a16="http://schemas.microsoft.com/office/drawing/2014/main" id="{3680DB7D-A761-4AFC-8D12-3714E56D5D48}"/>
              </a:ext>
            </a:extLst>
          </p:cNvPr>
          <p:cNvSpPr>
            <a:spLocks noGrp="1"/>
          </p:cNvSpPr>
          <p:nvPr>
            <p:ph idx="1"/>
          </p:nvPr>
        </p:nvSpPr>
        <p:spPr>
          <a:xfrm>
            <a:off x="178858" y="836579"/>
            <a:ext cx="11859171" cy="5801330"/>
          </a:xfrm>
        </p:spPr>
        <p:txBody>
          <a:bodyPr>
            <a:noAutofit/>
          </a:bodyPr>
          <a:lstStyle/>
          <a:p>
            <a:pPr marL="0" indent="0">
              <a:buNone/>
            </a:pPr>
            <a:r>
              <a:rPr lang="en-US" altLang="zh-TW" sz="1800">
                <a:latin typeface="Consolas" panose="020B0609020204030204" pitchFamily="49" charset="0"/>
                <a:ea typeface="+mj-ea"/>
              </a:rPr>
              <a:t> </a:t>
            </a:r>
            <a:r>
              <a:rPr lang="zh-TW" altLang="en-US" sz="1800">
                <a:latin typeface="Consolas" panose="020B0609020204030204" pitchFamily="49" charset="0"/>
                <a:ea typeface="+mj-ea"/>
              </a:rPr>
              <a:t>取得</a:t>
            </a:r>
            <a:r>
              <a:rPr lang="en-US" altLang="zh-TW" sz="1800">
                <a:latin typeface="Consolas" panose="020B0609020204030204" pitchFamily="49" charset="0"/>
                <a:ea typeface="+mj-ea"/>
              </a:rPr>
              <a:t>Client</a:t>
            </a:r>
            <a:r>
              <a:rPr lang="zh-TW" altLang="en-US" sz="1800">
                <a:latin typeface="Consolas" panose="020B0609020204030204" pitchFamily="49" charset="0"/>
                <a:ea typeface="+mj-ea"/>
              </a:rPr>
              <a:t>主機的資訊</a:t>
            </a:r>
            <a:endParaRPr lang="en-US" altLang="zh-TW" sz="1800">
              <a:latin typeface="Consolas" panose="020B0609020204030204" pitchFamily="49" charset="0"/>
              <a:ea typeface="+mj-ea"/>
            </a:endParaRPr>
          </a:p>
          <a:p>
            <a:pPr lvl="1"/>
            <a:r>
              <a:rPr lang="en-US" altLang="zh-TW">
                <a:solidFill>
                  <a:srgbClr val="1890C3"/>
                </a:solidFill>
                <a:latin typeface="Consolas" panose="020B0609020204030204" pitchFamily="49" charset="0"/>
                <a:ea typeface="+mj-ea"/>
              </a:rPr>
              <a:t>String</a:t>
            </a:r>
            <a:r>
              <a:rPr lang="en-US" altLang="zh-TW">
                <a:latin typeface="Consolas" panose="020B0609020204030204" pitchFamily="49" charset="0"/>
                <a:ea typeface="+mj-ea"/>
              </a:rPr>
              <a:t> </a:t>
            </a:r>
            <a:r>
              <a:rPr lang="en-US" altLang="zh-TW" err="1">
                <a:latin typeface="Consolas" panose="020B0609020204030204" pitchFamily="49" charset="0"/>
                <a:ea typeface="+mj-ea"/>
              </a:rPr>
              <a:t>request.getRemoteAddr</a:t>
            </a:r>
            <a:r>
              <a:rPr lang="en-US" altLang="zh-TW">
                <a:latin typeface="Consolas" panose="020B0609020204030204" pitchFamily="49" charset="0"/>
                <a:ea typeface="+mj-ea"/>
              </a:rPr>
              <a:t>( ):</a:t>
            </a:r>
            <a:r>
              <a:rPr lang="zh-TW" altLang="en-US">
                <a:latin typeface="Consolas" panose="020B0609020204030204" pitchFamily="49" charset="0"/>
                <a:ea typeface="+mj-ea"/>
              </a:rPr>
              <a:t> 取得</a:t>
            </a:r>
            <a:r>
              <a:rPr lang="en-US" altLang="zh-TW">
                <a:latin typeface="Consolas" panose="020B0609020204030204" pitchFamily="49" charset="0"/>
                <a:ea typeface="+mj-ea"/>
              </a:rPr>
              <a:t>Client</a:t>
            </a:r>
            <a:r>
              <a:rPr lang="zh-TW" altLang="en-US">
                <a:latin typeface="Consolas" panose="020B0609020204030204" pitchFamily="49" charset="0"/>
                <a:ea typeface="+mj-ea"/>
              </a:rPr>
              <a:t>端主機的</a:t>
            </a:r>
            <a:r>
              <a:rPr lang="en-US" altLang="zh-TW">
                <a:latin typeface="Consolas" panose="020B0609020204030204" pitchFamily="49" charset="0"/>
                <a:ea typeface="+mj-ea"/>
              </a:rPr>
              <a:t>IP</a:t>
            </a:r>
            <a:r>
              <a:rPr lang="zh-TW" altLang="en-US">
                <a:latin typeface="Consolas" panose="020B0609020204030204" pitchFamily="49" charset="0"/>
                <a:ea typeface="+mj-ea"/>
              </a:rPr>
              <a:t> </a:t>
            </a:r>
            <a:r>
              <a:rPr lang="en-US" altLang="zh-TW">
                <a:latin typeface="Consolas" panose="020B0609020204030204" pitchFamily="49" charset="0"/>
                <a:ea typeface="+mj-ea"/>
              </a:rPr>
              <a:t>Address</a:t>
            </a:r>
          </a:p>
          <a:p>
            <a:pPr lvl="1"/>
            <a:r>
              <a:rPr lang="en-US" altLang="zh-TW">
                <a:solidFill>
                  <a:srgbClr val="1890C3"/>
                </a:solidFill>
                <a:latin typeface="Consolas" panose="020B0609020204030204" pitchFamily="49" charset="0"/>
                <a:ea typeface="+mj-ea"/>
              </a:rPr>
              <a:t>String</a:t>
            </a:r>
            <a:r>
              <a:rPr lang="en-US" altLang="zh-TW">
                <a:latin typeface="Consolas" panose="020B0609020204030204" pitchFamily="49" charset="0"/>
                <a:ea typeface="+mj-ea"/>
              </a:rPr>
              <a:t> </a:t>
            </a:r>
            <a:r>
              <a:rPr lang="en-US" altLang="zh-TW" err="1">
                <a:latin typeface="Consolas" panose="020B0609020204030204" pitchFamily="49" charset="0"/>
                <a:ea typeface="+mj-ea"/>
              </a:rPr>
              <a:t>request.getRemoteHost</a:t>
            </a:r>
            <a:r>
              <a:rPr lang="en-US" altLang="zh-TW">
                <a:latin typeface="Consolas" panose="020B0609020204030204" pitchFamily="49" charset="0"/>
                <a:ea typeface="+mj-ea"/>
              </a:rPr>
              <a:t>( ): </a:t>
            </a:r>
            <a:r>
              <a:rPr lang="zh-TW" altLang="en-US">
                <a:latin typeface="Consolas" panose="020B0609020204030204" pitchFamily="49" charset="0"/>
                <a:ea typeface="+mj-ea"/>
              </a:rPr>
              <a:t>取得</a:t>
            </a:r>
            <a:r>
              <a:rPr lang="en-US" altLang="zh-TW">
                <a:latin typeface="Consolas" panose="020B0609020204030204" pitchFamily="49" charset="0"/>
                <a:ea typeface="+mj-ea"/>
              </a:rPr>
              <a:t>Client</a:t>
            </a:r>
            <a:r>
              <a:rPr lang="zh-TW" altLang="en-US">
                <a:latin typeface="Consolas" panose="020B0609020204030204" pitchFamily="49" charset="0"/>
                <a:ea typeface="+mj-ea"/>
              </a:rPr>
              <a:t>端主機的名稱</a:t>
            </a:r>
            <a:endParaRPr lang="en-US" altLang="zh-TW">
              <a:latin typeface="Consolas" panose="020B0609020204030204" pitchFamily="49" charset="0"/>
              <a:ea typeface="+mj-ea"/>
            </a:endParaRPr>
          </a:p>
          <a:p>
            <a:r>
              <a:rPr lang="zh-TW" altLang="en-US" sz="1800">
                <a:latin typeface="Consolas" panose="020B0609020204030204" pitchFamily="49" charset="0"/>
                <a:ea typeface="+mj-ea"/>
              </a:rPr>
              <a:t>取得</a:t>
            </a:r>
            <a:r>
              <a:rPr lang="en-US" altLang="zh-TW" sz="1800">
                <a:latin typeface="Consolas" panose="020B0609020204030204" pitchFamily="49" charset="0"/>
                <a:ea typeface="+mj-ea"/>
              </a:rPr>
              <a:t>Request</a:t>
            </a:r>
            <a:r>
              <a:rPr lang="zh-TW" altLang="en-US" sz="1800">
                <a:latin typeface="Consolas" panose="020B0609020204030204" pitchFamily="49" charset="0"/>
                <a:ea typeface="+mj-ea"/>
              </a:rPr>
              <a:t>參數</a:t>
            </a:r>
            <a:endParaRPr lang="en-US" altLang="zh-TW" sz="1800">
              <a:latin typeface="Consolas" panose="020B0609020204030204" pitchFamily="49" charset="0"/>
              <a:ea typeface="+mj-ea"/>
            </a:endParaRPr>
          </a:p>
          <a:p>
            <a:pPr lvl="1"/>
            <a:r>
              <a:rPr lang="en-US" altLang="zh-TW">
                <a:solidFill>
                  <a:srgbClr val="1890C3"/>
                </a:solidFill>
                <a:latin typeface="Consolas" panose="020B0609020204030204" pitchFamily="49" charset="0"/>
                <a:ea typeface="+mj-ea"/>
              </a:rPr>
              <a:t>String</a:t>
            </a:r>
            <a:r>
              <a:rPr lang="en-US" altLang="zh-TW">
                <a:latin typeface="Consolas" panose="020B0609020204030204" pitchFamily="49" charset="0"/>
                <a:ea typeface="+mj-ea"/>
              </a:rPr>
              <a:t> request.getParameter(String name)</a:t>
            </a:r>
          </a:p>
          <a:p>
            <a:pPr marL="548640" lvl="2" indent="0">
              <a:buNone/>
            </a:pPr>
            <a:r>
              <a:rPr lang="zh-TW" altLang="en-US" sz="1800">
                <a:latin typeface="Consolas" panose="020B0609020204030204" pitchFamily="49" charset="0"/>
                <a:ea typeface="+mj-ea"/>
              </a:rPr>
              <a:t>使用參數名稱取得</a:t>
            </a:r>
            <a:r>
              <a:rPr lang="en-US" altLang="zh-TW" sz="1800">
                <a:latin typeface="Consolas" panose="020B0609020204030204" pitchFamily="49" charset="0"/>
                <a:ea typeface="+mj-ea"/>
              </a:rPr>
              <a:t>Client</a:t>
            </a:r>
            <a:r>
              <a:rPr lang="zh-TW" altLang="en-US" sz="1800">
                <a:latin typeface="Consolas" panose="020B0609020204030204" pitchFamily="49" charset="0"/>
                <a:ea typeface="+mj-ea"/>
              </a:rPr>
              <a:t>端傳送過來的單一參數值</a:t>
            </a:r>
            <a:endParaRPr lang="en-US" altLang="zh-TW" sz="1800">
              <a:latin typeface="Consolas" panose="020B0609020204030204" pitchFamily="49" charset="0"/>
              <a:ea typeface="+mj-ea"/>
            </a:endParaRPr>
          </a:p>
          <a:p>
            <a:pPr lvl="2"/>
            <a:endParaRPr lang="zh-TW" altLang="en-US" sz="1800">
              <a:latin typeface="Consolas" panose="020B0609020204030204" pitchFamily="49" charset="0"/>
              <a:ea typeface="+mj-ea"/>
            </a:endParaRPr>
          </a:p>
          <a:p>
            <a:pPr lvl="1"/>
            <a:r>
              <a:rPr lang="en-US" altLang="zh-TW">
                <a:solidFill>
                  <a:srgbClr val="1890C3"/>
                </a:solidFill>
                <a:latin typeface="Consolas" panose="020B0609020204030204" pitchFamily="49" charset="0"/>
                <a:ea typeface="+mj-ea"/>
              </a:rPr>
              <a:t>Map&lt;String, String[ ]&gt; </a:t>
            </a:r>
            <a:r>
              <a:rPr lang="en-US" altLang="zh-TW" err="1">
                <a:latin typeface="Consolas" panose="020B0609020204030204" pitchFamily="49" charset="0"/>
                <a:ea typeface="+mj-ea"/>
              </a:rPr>
              <a:t>request.getParameterMap</a:t>
            </a:r>
            <a:r>
              <a:rPr lang="en-US" altLang="zh-TW">
                <a:latin typeface="Consolas" panose="020B0609020204030204" pitchFamily="49" charset="0"/>
                <a:ea typeface="+mj-ea"/>
              </a:rPr>
              <a:t>( )</a:t>
            </a:r>
          </a:p>
          <a:p>
            <a:pPr marL="548640" lvl="2" indent="0">
              <a:buNone/>
            </a:pPr>
            <a:r>
              <a:rPr lang="zh-TW" altLang="en-US" sz="1800">
                <a:latin typeface="Consolas" panose="020B0609020204030204" pitchFamily="49" charset="0"/>
                <a:ea typeface="+mj-ea"/>
              </a:rPr>
              <a:t>取得所有參數名稱、參數值，以</a:t>
            </a:r>
            <a:r>
              <a:rPr lang="en-US" altLang="zh-TW" sz="1800">
                <a:latin typeface="Consolas" panose="020B0609020204030204" pitchFamily="49" charset="0"/>
                <a:ea typeface="+mj-ea"/>
              </a:rPr>
              <a:t>Key</a:t>
            </a:r>
            <a:r>
              <a:rPr lang="zh-TW" altLang="en-US" sz="1800">
                <a:latin typeface="Consolas" panose="020B0609020204030204" pitchFamily="49" charset="0"/>
                <a:ea typeface="+mj-ea"/>
              </a:rPr>
              <a:t>、</a:t>
            </a:r>
            <a:r>
              <a:rPr lang="en-US" altLang="zh-TW" sz="1800">
                <a:latin typeface="Consolas" panose="020B0609020204030204" pitchFamily="49" charset="0"/>
                <a:ea typeface="+mj-ea"/>
              </a:rPr>
              <a:t>Value</a:t>
            </a:r>
            <a:r>
              <a:rPr lang="zh-TW" altLang="en-US" sz="1800">
                <a:latin typeface="Consolas" panose="020B0609020204030204" pitchFamily="49" charset="0"/>
                <a:ea typeface="+mj-ea"/>
              </a:rPr>
              <a:t>方式存成</a:t>
            </a:r>
            <a:r>
              <a:rPr lang="en-US" altLang="zh-TW" sz="1800">
                <a:latin typeface="Consolas" panose="020B0609020204030204" pitchFamily="49" charset="0"/>
                <a:ea typeface="+mj-ea"/>
              </a:rPr>
              <a:t>Map</a:t>
            </a:r>
            <a:r>
              <a:rPr lang="zh-TW" altLang="en-US" sz="1800">
                <a:latin typeface="Consolas" panose="020B0609020204030204" pitchFamily="49" charset="0"/>
                <a:ea typeface="+mj-ea"/>
              </a:rPr>
              <a:t>物件</a:t>
            </a:r>
            <a:endParaRPr lang="en-US" altLang="zh-TW" sz="1800">
              <a:latin typeface="Consolas" panose="020B0609020204030204" pitchFamily="49" charset="0"/>
              <a:ea typeface="+mj-ea"/>
            </a:endParaRPr>
          </a:p>
          <a:p>
            <a:pPr lvl="2"/>
            <a:endParaRPr lang="zh-TW" altLang="en-US" sz="1800">
              <a:latin typeface="Consolas" panose="020B0609020204030204" pitchFamily="49" charset="0"/>
              <a:ea typeface="+mj-ea"/>
            </a:endParaRPr>
          </a:p>
          <a:p>
            <a:pPr lvl="1"/>
            <a:r>
              <a:rPr lang="en-US" altLang="zh-TW">
                <a:solidFill>
                  <a:srgbClr val="1890C3"/>
                </a:solidFill>
                <a:latin typeface="Consolas" panose="020B0609020204030204" pitchFamily="49" charset="0"/>
                <a:ea typeface="+mj-ea"/>
              </a:rPr>
              <a:t>Enumeration&lt;String&gt; </a:t>
            </a:r>
            <a:r>
              <a:rPr lang="en-US" altLang="zh-TW">
                <a:latin typeface="Consolas" panose="020B0609020204030204" pitchFamily="49" charset="0"/>
                <a:ea typeface="+mj-ea"/>
              </a:rPr>
              <a:t>request.getParameterNames( )</a:t>
            </a:r>
          </a:p>
          <a:p>
            <a:pPr marL="548640" lvl="2" indent="0">
              <a:buNone/>
            </a:pPr>
            <a:r>
              <a:rPr lang="zh-TW" altLang="en-US" sz="1800">
                <a:latin typeface="Consolas" panose="020B0609020204030204" pitchFamily="49" charset="0"/>
                <a:ea typeface="+mj-ea"/>
              </a:rPr>
              <a:t>列舉所有參數名稱，存成</a:t>
            </a:r>
            <a:r>
              <a:rPr lang="en-US" altLang="zh-TW" sz="1800">
                <a:latin typeface="Consolas" panose="020B0609020204030204" pitchFamily="49" charset="0"/>
                <a:ea typeface="+mj-ea"/>
              </a:rPr>
              <a:t>Enumeration</a:t>
            </a:r>
            <a:r>
              <a:rPr lang="zh-TW" altLang="en-US" sz="1800">
                <a:latin typeface="Consolas" panose="020B0609020204030204" pitchFamily="49" charset="0"/>
                <a:ea typeface="+mj-ea"/>
              </a:rPr>
              <a:t>物件</a:t>
            </a:r>
            <a:endParaRPr lang="en-US" altLang="zh-TW" sz="1800">
              <a:latin typeface="Consolas" panose="020B0609020204030204" pitchFamily="49" charset="0"/>
              <a:ea typeface="+mj-ea"/>
            </a:endParaRPr>
          </a:p>
          <a:p>
            <a:pPr marL="548640" lvl="2" indent="0">
              <a:buNone/>
            </a:pPr>
            <a:endParaRPr lang="zh-TW" altLang="en-US" sz="1800">
              <a:latin typeface="Consolas" panose="020B0609020204030204" pitchFamily="49" charset="0"/>
              <a:ea typeface="+mj-ea"/>
            </a:endParaRPr>
          </a:p>
          <a:p>
            <a:pPr lvl="1"/>
            <a:r>
              <a:rPr lang="en-US" altLang="zh-TW">
                <a:solidFill>
                  <a:srgbClr val="1890C3"/>
                </a:solidFill>
                <a:latin typeface="Consolas" panose="020B0609020204030204" pitchFamily="49" charset="0"/>
                <a:ea typeface="+mj-ea"/>
              </a:rPr>
              <a:t>String[] </a:t>
            </a:r>
            <a:r>
              <a:rPr lang="en-US" altLang="zh-TW">
                <a:latin typeface="Consolas" panose="020B0609020204030204" pitchFamily="49" charset="0"/>
                <a:ea typeface="+mj-ea"/>
              </a:rPr>
              <a:t>request.getParameterValues(String name):</a:t>
            </a:r>
          </a:p>
          <a:p>
            <a:pPr marL="548640" lvl="2" indent="0">
              <a:buNone/>
            </a:pPr>
            <a:r>
              <a:rPr lang="zh-TW" altLang="en-US" sz="1800">
                <a:latin typeface="Consolas" panose="020B0609020204030204" pitchFamily="49" charset="0"/>
                <a:ea typeface="+mj-ea"/>
              </a:rPr>
              <a:t>使用參數名稱取得</a:t>
            </a:r>
            <a:r>
              <a:rPr lang="en-US" altLang="zh-TW" sz="1800">
                <a:latin typeface="Consolas" panose="020B0609020204030204" pitchFamily="49" charset="0"/>
                <a:ea typeface="+mj-ea"/>
              </a:rPr>
              <a:t>Client</a:t>
            </a:r>
            <a:r>
              <a:rPr lang="zh-TW" altLang="en-US" sz="1800">
                <a:latin typeface="Consolas" panose="020B0609020204030204" pitchFamily="49" charset="0"/>
                <a:ea typeface="+mj-ea"/>
              </a:rPr>
              <a:t>端傳過來的所有參數值</a:t>
            </a:r>
            <a:endParaRPr lang="en-US" altLang="zh-TW" sz="1800">
              <a:latin typeface="Consolas" panose="020B0609020204030204" pitchFamily="49" charset="0"/>
              <a:ea typeface="+mj-ea"/>
            </a:endParaRPr>
          </a:p>
          <a:p>
            <a:pPr marL="548640" lvl="2" indent="0">
              <a:buNone/>
            </a:pPr>
            <a:endParaRPr lang="en-US" altLang="zh-TW" sz="1800">
              <a:latin typeface="Consolas" panose="020B0609020204030204" pitchFamily="49" charset="0"/>
              <a:ea typeface="+mj-ea"/>
            </a:endParaRPr>
          </a:p>
          <a:p>
            <a:pPr lvl="1"/>
            <a:r>
              <a:rPr lang="en-US" altLang="zh-TW">
                <a:solidFill>
                  <a:srgbClr val="1890C3"/>
                </a:solidFill>
                <a:latin typeface="Consolas" panose="020B0609020204030204" pitchFamily="49" charset="0"/>
                <a:ea typeface="+mj-ea"/>
              </a:rPr>
              <a:t>String</a:t>
            </a:r>
            <a:r>
              <a:rPr lang="en-US" altLang="zh-TW">
                <a:latin typeface="Consolas" panose="020B0609020204030204" pitchFamily="49" charset="0"/>
                <a:ea typeface="+mj-ea"/>
              </a:rPr>
              <a:t> </a:t>
            </a:r>
            <a:r>
              <a:rPr lang="en-US" altLang="zh-TW" err="1">
                <a:latin typeface="Consolas" panose="020B0609020204030204" pitchFamily="49" charset="0"/>
                <a:ea typeface="+mj-ea"/>
              </a:rPr>
              <a:t>request.getQueryString</a:t>
            </a:r>
            <a:r>
              <a:rPr lang="en-US" altLang="zh-TW">
                <a:latin typeface="Consolas" panose="020B0609020204030204" pitchFamily="49" charset="0"/>
                <a:ea typeface="+mj-ea"/>
              </a:rPr>
              <a:t>( )</a:t>
            </a:r>
          </a:p>
          <a:p>
            <a:pPr marL="548640" lvl="2" indent="0">
              <a:buNone/>
            </a:pPr>
            <a:r>
              <a:rPr lang="zh-TW" altLang="en-US" sz="1800">
                <a:latin typeface="Consolas" panose="020B0609020204030204" pitchFamily="49" charset="0"/>
                <a:ea typeface="+mj-ea"/>
              </a:rPr>
              <a:t>取得查詢字串，較少使用</a:t>
            </a:r>
            <a:endParaRPr lang="en-US" altLang="zh-TW" sz="1800">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77F1DACB-6046-4678-96DE-3779E80A34D4}"/>
              </a:ext>
            </a:extLst>
          </p:cNvPr>
          <p:cNvSpPr>
            <a:spLocks noGrp="1"/>
          </p:cNvSpPr>
          <p:nvPr>
            <p:ph type="sldNum" sz="quarter" idx="12"/>
          </p:nvPr>
        </p:nvSpPr>
        <p:spPr/>
        <p:txBody>
          <a:bodyPr/>
          <a:lstStyle/>
          <a:p>
            <a:fld id="{B521127C-0C56-461F-B517-0D483F216F7D}" type="slidenum">
              <a:rPr lang="zh-TW" altLang="en-US" smtClean="0">
                <a:latin typeface="+mj-ea"/>
                <a:ea typeface="+mj-ea"/>
              </a:rPr>
              <a:t>56</a:t>
            </a:fld>
            <a:endParaRPr lang="zh-TW" altLang="en-US">
              <a:latin typeface="+mj-ea"/>
              <a:ea typeface="+mj-ea"/>
            </a:endParaRPr>
          </a:p>
        </p:txBody>
      </p:sp>
      <p:sp>
        <p:nvSpPr>
          <p:cNvPr id="7" name="文字方塊 6">
            <a:extLst>
              <a:ext uri="{FF2B5EF4-FFF2-40B4-BE49-F238E27FC236}">
                <a16:creationId xmlns:a16="http://schemas.microsoft.com/office/drawing/2014/main" id="{3ADD3859-68E3-41E3-B64B-E6F6552E77BE}"/>
              </a:ext>
            </a:extLst>
          </p:cNvPr>
          <p:cNvSpPr txBox="1"/>
          <p:nvPr/>
        </p:nvSpPr>
        <p:spPr>
          <a:xfrm>
            <a:off x="153971" y="83979"/>
            <a:ext cx="3335341"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indent="0">
              <a:buNone/>
            </a:pPr>
            <a:r>
              <a:rPr lang="zh-TW" altLang="en-US" sz="3600">
                <a:latin typeface="+mj-ea"/>
                <a:ea typeface="+mj-ea"/>
              </a:rPr>
              <a:t>取得</a:t>
            </a:r>
            <a:r>
              <a:rPr lang="en-US" altLang="zh-TW" sz="3600">
                <a:latin typeface="+mj-ea"/>
                <a:ea typeface="+mj-ea"/>
              </a:rPr>
              <a:t>Client</a:t>
            </a:r>
            <a:r>
              <a:rPr lang="zh-TW" altLang="en-US" sz="3600">
                <a:latin typeface="+mj-ea"/>
                <a:ea typeface="+mj-ea"/>
              </a:rPr>
              <a:t>資訊</a:t>
            </a:r>
            <a:endParaRPr lang="en-US" altLang="zh-TW" sz="3600">
              <a:latin typeface="+mj-ea"/>
              <a:ea typeface="+mj-ea"/>
            </a:endParaRPr>
          </a:p>
        </p:txBody>
      </p:sp>
    </p:spTree>
    <p:extLst>
      <p:ext uri="{BB962C8B-B14F-4D97-AF65-F5344CB8AC3E}">
        <p14:creationId xmlns:p14="http://schemas.microsoft.com/office/powerpoint/2010/main" val="19335953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2">
            <a:extLst>
              <a:ext uri="{FF2B5EF4-FFF2-40B4-BE49-F238E27FC236}">
                <a16:creationId xmlns:a16="http://schemas.microsoft.com/office/drawing/2014/main" id="{3680DB7D-A761-4AFC-8D12-3714E56D5D48}"/>
              </a:ext>
            </a:extLst>
          </p:cNvPr>
          <p:cNvSpPr>
            <a:spLocks noGrp="1"/>
          </p:cNvSpPr>
          <p:nvPr>
            <p:ph idx="1"/>
          </p:nvPr>
        </p:nvSpPr>
        <p:spPr>
          <a:xfrm>
            <a:off x="178858" y="877455"/>
            <a:ext cx="11859171" cy="5560289"/>
          </a:xfrm>
        </p:spPr>
        <p:txBody>
          <a:bodyPr>
            <a:noAutofit/>
          </a:bodyPr>
          <a:lstStyle/>
          <a:p>
            <a:pPr marL="0" indent="0">
              <a:buNone/>
            </a:pPr>
            <a:r>
              <a:rPr lang="en-US" altLang="zh-TW">
                <a:latin typeface="Consolas" panose="020B0609020204030204" pitchFamily="49" charset="0"/>
                <a:ea typeface="+mj-ea"/>
              </a:rPr>
              <a:t>【URI】http://localhost:8080/</a:t>
            </a:r>
            <a:r>
              <a:rPr lang="en-US" altLang="zh-TW">
                <a:solidFill>
                  <a:srgbClr val="00B0F0"/>
                </a:solidFill>
                <a:latin typeface="Consolas" panose="020B0609020204030204" pitchFamily="49" charset="0"/>
                <a:ea typeface="+mj-ea"/>
              </a:rPr>
              <a:t>MyWebApp</a:t>
            </a:r>
            <a:r>
              <a:rPr lang="en-US" altLang="zh-TW">
                <a:latin typeface="Consolas" panose="020B0609020204030204" pitchFamily="49" charset="0"/>
                <a:ea typeface="+mj-ea"/>
              </a:rPr>
              <a:t>/</a:t>
            </a:r>
            <a:r>
              <a:rPr lang="en-US" altLang="zh-TW">
                <a:solidFill>
                  <a:srgbClr val="00B050"/>
                </a:solidFill>
                <a:latin typeface="Consolas" panose="020B0609020204030204" pitchFamily="49" charset="0"/>
                <a:ea typeface="+mj-ea"/>
              </a:rPr>
              <a:t>PathTest</a:t>
            </a:r>
            <a:r>
              <a:rPr lang="en-US" altLang="zh-TW">
                <a:latin typeface="Consolas" panose="020B0609020204030204" pitchFamily="49" charset="0"/>
                <a:ea typeface="+mj-ea"/>
              </a:rPr>
              <a:t>/</a:t>
            </a:r>
            <a:r>
              <a:rPr lang="en-US" altLang="zh-TW">
                <a:solidFill>
                  <a:srgbClr val="C00000"/>
                </a:solidFill>
                <a:latin typeface="Consolas" panose="020B0609020204030204" pitchFamily="49" charset="0"/>
                <a:ea typeface="+mj-ea"/>
              </a:rPr>
              <a:t>myServlet</a:t>
            </a:r>
            <a:r>
              <a:rPr lang="en-US" altLang="zh-TW">
                <a:latin typeface="Consolas" panose="020B0609020204030204" pitchFamily="49" charset="0"/>
                <a:ea typeface="+mj-ea"/>
              </a:rPr>
              <a:t>?</a:t>
            </a:r>
            <a:r>
              <a:rPr lang="en-US" altLang="zh-TW">
                <a:solidFill>
                  <a:srgbClr val="7030A0"/>
                </a:solidFill>
                <a:latin typeface="Consolas" panose="020B0609020204030204" pitchFamily="49" charset="0"/>
                <a:ea typeface="+mj-ea"/>
              </a:rPr>
              <a:t>name=allen&amp;age=18</a:t>
            </a:r>
          </a:p>
          <a:p>
            <a:pPr marL="457200" indent="-457200">
              <a:buClrTx/>
              <a:buAutoNum type="arabicPeriod"/>
            </a:pPr>
            <a:r>
              <a:rPr lang="en-US" altLang="zh-TW" sz="1600" err="1">
                <a:latin typeface="Consolas" panose="020B0609020204030204" pitchFamily="49" charset="0"/>
                <a:ea typeface="+mj-ea"/>
              </a:rPr>
              <a:t>request.getScheme</a:t>
            </a:r>
            <a:r>
              <a:rPr lang="en-US" altLang="zh-TW" sz="1600">
                <a:latin typeface="Consolas" panose="020B0609020204030204" pitchFamily="49" charset="0"/>
                <a:ea typeface="+mj-ea"/>
              </a:rPr>
              <a:t>( )=http</a:t>
            </a:r>
          </a:p>
          <a:p>
            <a:pPr marL="457200" indent="-457200">
              <a:buClrTx/>
              <a:buAutoNum type="arabicPeriod"/>
            </a:pPr>
            <a:r>
              <a:rPr lang="en-US" altLang="zh-TW" sz="1600" err="1">
                <a:latin typeface="Consolas" panose="020B0609020204030204" pitchFamily="49" charset="0"/>
                <a:ea typeface="+mj-ea"/>
              </a:rPr>
              <a:t>request.getServerName</a:t>
            </a:r>
            <a:r>
              <a:rPr lang="en-US" altLang="zh-TW" sz="1600">
                <a:latin typeface="Consolas" panose="020B0609020204030204" pitchFamily="49" charset="0"/>
                <a:ea typeface="+mj-ea"/>
              </a:rPr>
              <a:t>( )=localhost</a:t>
            </a:r>
          </a:p>
          <a:p>
            <a:pPr marL="457200" indent="-457200">
              <a:buClrTx/>
              <a:buFont typeface="Wingdings" pitchFamily="2" charset="2"/>
              <a:buAutoNum type="arabicPeriod"/>
            </a:pPr>
            <a:r>
              <a:rPr lang="en-US" altLang="zh-TW" sz="1600" err="1">
                <a:latin typeface="Consolas" panose="020B0609020204030204" pitchFamily="49" charset="0"/>
                <a:ea typeface="+mj-ea"/>
              </a:rPr>
              <a:t>request.getServerPort</a:t>
            </a:r>
            <a:r>
              <a:rPr lang="en-US" altLang="zh-TW" sz="1600">
                <a:latin typeface="Consolas" panose="020B0609020204030204" pitchFamily="49" charset="0"/>
                <a:ea typeface="+mj-ea"/>
              </a:rPr>
              <a:t>( )=8080</a:t>
            </a:r>
          </a:p>
          <a:p>
            <a:pPr marL="457200" indent="-457200">
              <a:buClrTx/>
              <a:buFont typeface="Wingdings" pitchFamily="2" charset="2"/>
              <a:buAutoNum type="arabicPeriod"/>
            </a:pPr>
            <a:r>
              <a:rPr lang="en-US" altLang="zh-TW" sz="1600" err="1">
                <a:solidFill>
                  <a:srgbClr val="00B0F0"/>
                </a:solidFill>
                <a:latin typeface="Consolas" panose="020B0609020204030204" pitchFamily="49" charset="0"/>
                <a:ea typeface="+mj-ea"/>
              </a:rPr>
              <a:t>request.getContextPath</a:t>
            </a:r>
            <a:r>
              <a:rPr lang="en-US" altLang="zh-TW" sz="1600">
                <a:solidFill>
                  <a:srgbClr val="00B0F0"/>
                </a:solidFill>
                <a:latin typeface="Consolas" panose="020B0609020204030204" pitchFamily="49" charset="0"/>
                <a:ea typeface="+mj-ea"/>
              </a:rPr>
              <a:t>( )=/</a:t>
            </a:r>
            <a:r>
              <a:rPr lang="en-US" altLang="zh-TW" sz="1600" err="1">
                <a:solidFill>
                  <a:srgbClr val="00B0F0"/>
                </a:solidFill>
                <a:latin typeface="Consolas" panose="020B0609020204030204" pitchFamily="49" charset="0"/>
                <a:ea typeface="+mj-ea"/>
              </a:rPr>
              <a:t>MyWebApp</a:t>
            </a:r>
            <a:r>
              <a:rPr lang="en-US" altLang="zh-TW" sz="1600">
                <a:solidFill>
                  <a:srgbClr val="00B0F0"/>
                </a:solidFill>
                <a:latin typeface="Consolas" panose="020B0609020204030204" pitchFamily="49" charset="0"/>
                <a:ea typeface="+mj-ea"/>
              </a:rPr>
              <a:t>		</a:t>
            </a:r>
            <a:r>
              <a:rPr lang="en-US" altLang="zh-TW" sz="1600">
                <a:latin typeface="Consolas" panose="020B0609020204030204" pitchFamily="49" charset="0"/>
                <a:ea typeface="+mj-ea"/>
              </a:rPr>
              <a:t>【</a:t>
            </a:r>
            <a:r>
              <a:rPr lang="zh-TW" altLang="en-US" sz="1600">
                <a:latin typeface="Consolas" panose="020B0609020204030204" pitchFamily="49" charset="0"/>
                <a:ea typeface="+mj-ea"/>
              </a:rPr>
              <a:t>環境路徑</a:t>
            </a:r>
            <a:r>
              <a:rPr lang="en-US" altLang="zh-TW" sz="1600">
                <a:latin typeface="Consolas" panose="020B0609020204030204" pitchFamily="49" charset="0"/>
                <a:ea typeface="+mj-ea"/>
              </a:rPr>
              <a:t>Context Path】</a:t>
            </a:r>
          </a:p>
          <a:p>
            <a:pPr marL="457200" indent="-457200">
              <a:buClrTx/>
              <a:buFont typeface="Wingdings" pitchFamily="2" charset="2"/>
              <a:buAutoNum type="arabicPeriod"/>
            </a:pPr>
            <a:r>
              <a:rPr lang="en-US" altLang="zh-TW" sz="1600" err="1">
                <a:solidFill>
                  <a:srgbClr val="00B050"/>
                </a:solidFill>
                <a:latin typeface="Consolas" panose="020B0609020204030204" pitchFamily="49" charset="0"/>
                <a:ea typeface="+mj-ea"/>
              </a:rPr>
              <a:t>request.getServletPath</a:t>
            </a:r>
            <a:r>
              <a:rPr lang="en-US" altLang="zh-TW" sz="1600">
                <a:solidFill>
                  <a:srgbClr val="00B050"/>
                </a:solidFill>
                <a:latin typeface="Consolas" panose="020B0609020204030204" pitchFamily="49" charset="0"/>
                <a:ea typeface="+mj-ea"/>
              </a:rPr>
              <a:t>( )=/</a:t>
            </a:r>
            <a:r>
              <a:rPr lang="en-US" altLang="zh-TW" sz="1600" err="1">
                <a:solidFill>
                  <a:srgbClr val="00B050"/>
                </a:solidFill>
                <a:latin typeface="Consolas" panose="020B0609020204030204" pitchFamily="49" charset="0"/>
                <a:ea typeface="+mj-ea"/>
              </a:rPr>
              <a:t>PathTest</a:t>
            </a:r>
            <a:r>
              <a:rPr lang="en-US" altLang="zh-TW" sz="1600">
                <a:solidFill>
                  <a:srgbClr val="00B050"/>
                </a:solidFill>
                <a:latin typeface="Consolas" panose="020B0609020204030204" pitchFamily="49" charset="0"/>
                <a:ea typeface="+mj-ea"/>
              </a:rPr>
              <a:t>		</a:t>
            </a:r>
            <a:r>
              <a:rPr lang="en-US" altLang="zh-TW" sz="1600">
                <a:latin typeface="Consolas" panose="020B0609020204030204" pitchFamily="49" charset="0"/>
                <a:ea typeface="+mj-ea"/>
              </a:rPr>
              <a:t>【Servlet</a:t>
            </a:r>
            <a:r>
              <a:rPr lang="zh-TW" altLang="en-US" sz="1600">
                <a:latin typeface="Consolas" panose="020B0609020204030204" pitchFamily="49" charset="0"/>
                <a:ea typeface="+mj-ea"/>
              </a:rPr>
              <a:t>路徑</a:t>
            </a:r>
            <a:r>
              <a:rPr lang="en-US" altLang="zh-TW" sz="1600">
                <a:latin typeface="Consolas" panose="020B0609020204030204" pitchFamily="49" charset="0"/>
                <a:ea typeface="+mj-ea"/>
              </a:rPr>
              <a:t>Servlet Path】</a:t>
            </a:r>
          </a:p>
          <a:p>
            <a:pPr marL="457200" indent="-457200">
              <a:buClrTx/>
              <a:buFont typeface="Wingdings" pitchFamily="2" charset="2"/>
              <a:buAutoNum type="arabicPeriod"/>
            </a:pPr>
            <a:r>
              <a:rPr lang="en-US" altLang="zh-TW" sz="1600" err="1">
                <a:solidFill>
                  <a:srgbClr val="C00000"/>
                </a:solidFill>
                <a:latin typeface="Consolas" panose="020B0609020204030204" pitchFamily="49" charset="0"/>
                <a:ea typeface="+mj-ea"/>
              </a:rPr>
              <a:t>request.getPathInfo</a:t>
            </a:r>
            <a:r>
              <a:rPr lang="en-US" altLang="zh-TW" sz="1600">
                <a:solidFill>
                  <a:srgbClr val="C00000"/>
                </a:solidFill>
                <a:latin typeface="Consolas" panose="020B0609020204030204" pitchFamily="49" charset="0"/>
                <a:ea typeface="+mj-ea"/>
              </a:rPr>
              <a:t>( )=/</a:t>
            </a:r>
            <a:r>
              <a:rPr lang="en-US" altLang="zh-TW" sz="1600" err="1">
                <a:solidFill>
                  <a:srgbClr val="C00000"/>
                </a:solidFill>
                <a:latin typeface="Consolas" panose="020B0609020204030204" pitchFamily="49" charset="0"/>
                <a:ea typeface="+mj-ea"/>
              </a:rPr>
              <a:t>myServlet</a:t>
            </a:r>
            <a:r>
              <a:rPr lang="en-US" altLang="zh-TW" sz="1600">
                <a:solidFill>
                  <a:srgbClr val="C00000"/>
                </a:solidFill>
                <a:latin typeface="Consolas" panose="020B0609020204030204" pitchFamily="49" charset="0"/>
                <a:ea typeface="+mj-ea"/>
              </a:rPr>
              <a:t>		</a:t>
            </a:r>
            <a:r>
              <a:rPr lang="en-US" altLang="zh-TW" sz="1600">
                <a:latin typeface="Consolas" panose="020B0609020204030204" pitchFamily="49" charset="0"/>
                <a:ea typeface="+mj-ea"/>
              </a:rPr>
              <a:t>【</a:t>
            </a:r>
            <a:r>
              <a:rPr lang="zh-TW" altLang="en-US" sz="1600">
                <a:latin typeface="Consolas" panose="020B0609020204030204" pitchFamily="49" charset="0"/>
                <a:ea typeface="+mj-ea"/>
              </a:rPr>
              <a:t>額外路徑資訊</a:t>
            </a:r>
            <a:r>
              <a:rPr lang="en-US" altLang="zh-TW" sz="1600">
                <a:latin typeface="Consolas" panose="020B0609020204030204" pitchFamily="49" charset="0"/>
                <a:ea typeface="+mj-ea"/>
              </a:rPr>
              <a:t>Extra Path </a:t>
            </a:r>
            <a:r>
              <a:rPr lang="en-US" altLang="zh-TW" sz="1600" err="1">
                <a:latin typeface="Consolas" panose="020B0609020204030204" pitchFamily="49" charset="0"/>
                <a:ea typeface="+mj-ea"/>
              </a:rPr>
              <a:t>Informathion</a:t>
            </a:r>
            <a:r>
              <a:rPr lang="en-US" altLang="zh-TW" sz="1600">
                <a:latin typeface="Consolas" panose="020B0609020204030204" pitchFamily="49" charset="0"/>
                <a:ea typeface="+mj-ea"/>
              </a:rPr>
              <a:t>】</a:t>
            </a:r>
          </a:p>
          <a:p>
            <a:pPr marL="457200" indent="-457200">
              <a:buClrTx/>
              <a:buFont typeface="Wingdings" pitchFamily="2" charset="2"/>
              <a:buAutoNum type="arabicPeriod"/>
            </a:pPr>
            <a:r>
              <a:rPr lang="en-US" altLang="zh-TW" sz="1600" err="1">
                <a:solidFill>
                  <a:srgbClr val="C00000"/>
                </a:solidFill>
                <a:latin typeface="Consolas" panose="020B0609020204030204" pitchFamily="49" charset="0"/>
                <a:ea typeface="+mj-ea"/>
              </a:rPr>
              <a:t>request.getPathTranslated</a:t>
            </a:r>
            <a:r>
              <a:rPr lang="en-US" altLang="zh-TW" sz="1600">
                <a:solidFill>
                  <a:srgbClr val="C00000"/>
                </a:solidFill>
                <a:latin typeface="Consolas" panose="020B0609020204030204" pitchFamily="49" charset="0"/>
                <a:ea typeface="+mj-ea"/>
              </a:rPr>
              <a:t>( )=C:\apache-tomcat-9.0.45\webapps</a:t>
            </a:r>
            <a:r>
              <a:rPr lang="en-US" altLang="zh-TW" sz="1600">
                <a:solidFill>
                  <a:srgbClr val="0070C0"/>
                </a:solidFill>
                <a:latin typeface="Consolas" panose="020B0609020204030204" pitchFamily="49" charset="0"/>
                <a:ea typeface="+mj-ea"/>
              </a:rPr>
              <a:t>\MyWebApp</a:t>
            </a:r>
            <a:r>
              <a:rPr lang="en-US" altLang="zh-TW" sz="1600">
                <a:solidFill>
                  <a:srgbClr val="C00000"/>
                </a:solidFill>
                <a:latin typeface="Consolas" panose="020B0609020204030204" pitchFamily="49" charset="0"/>
                <a:ea typeface="+mj-ea"/>
              </a:rPr>
              <a:t>\myServlet    </a:t>
            </a:r>
            <a:r>
              <a:rPr lang="en-US" altLang="zh-TW" sz="1600">
                <a:latin typeface="Consolas" panose="020B0609020204030204" pitchFamily="49" charset="0"/>
                <a:ea typeface="+mj-ea"/>
              </a:rPr>
              <a:t>【</a:t>
            </a:r>
            <a:r>
              <a:rPr lang="zh-TW" altLang="en-US" sz="1600">
                <a:latin typeface="Consolas" panose="020B0609020204030204" pitchFamily="49" charset="0"/>
                <a:ea typeface="+mj-ea"/>
              </a:rPr>
              <a:t>前者的絕對路徑</a:t>
            </a:r>
            <a:r>
              <a:rPr lang="en-US" altLang="zh-TW" sz="1600">
                <a:latin typeface="Consolas" panose="020B0609020204030204" pitchFamily="49" charset="0"/>
                <a:ea typeface="+mj-ea"/>
              </a:rPr>
              <a:t>】</a:t>
            </a:r>
          </a:p>
          <a:p>
            <a:pPr marL="457200" indent="-457200">
              <a:buClrTx/>
              <a:buFont typeface="Wingdings" pitchFamily="2" charset="2"/>
              <a:buAutoNum type="arabicPeriod"/>
            </a:pPr>
            <a:r>
              <a:rPr lang="en-US" altLang="zh-TW" sz="1600" err="1">
                <a:latin typeface="Consolas" panose="020B0609020204030204" pitchFamily="49" charset="0"/>
                <a:ea typeface="+mj-ea"/>
              </a:rPr>
              <a:t>request.getRequestURI</a:t>
            </a:r>
            <a:r>
              <a:rPr lang="en-US" altLang="zh-TW" sz="1600">
                <a:latin typeface="Consolas" panose="020B0609020204030204" pitchFamily="49" charset="0"/>
                <a:ea typeface="+mj-ea"/>
              </a:rPr>
              <a:t>( )=</a:t>
            </a:r>
            <a:r>
              <a:rPr lang="en-US" altLang="zh-TW" sz="1600">
                <a:solidFill>
                  <a:srgbClr val="00B0F0"/>
                </a:solidFill>
                <a:latin typeface="Consolas" panose="020B0609020204030204" pitchFamily="49" charset="0"/>
                <a:ea typeface="+mj-ea"/>
              </a:rPr>
              <a:t>/</a:t>
            </a:r>
            <a:r>
              <a:rPr lang="en-US" altLang="zh-TW" sz="1600" err="1">
                <a:solidFill>
                  <a:srgbClr val="00B0F0"/>
                </a:solidFill>
                <a:latin typeface="Consolas" panose="020B0609020204030204" pitchFamily="49" charset="0"/>
                <a:ea typeface="+mj-ea"/>
              </a:rPr>
              <a:t>MyWebApp</a:t>
            </a:r>
            <a:r>
              <a:rPr lang="en-US" altLang="zh-TW" sz="1600">
                <a:solidFill>
                  <a:srgbClr val="00B050"/>
                </a:solidFill>
                <a:latin typeface="Consolas" panose="020B0609020204030204" pitchFamily="49" charset="0"/>
                <a:ea typeface="+mj-ea"/>
              </a:rPr>
              <a:t>/</a:t>
            </a:r>
            <a:r>
              <a:rPr lang="en-US" altLang="zh-TW" sz="1600" err="1">
                <a:solidFill>
                  <a:srgbClr val="00B050"/>
                </a:solidFill>
                <a:latin typeface="Consolas" panose="020B0609020204030204" pitchFamily="49" charset="0"/>
                <a:ea typeface="+mj-ea"/>
              </a:rPr>
              <a:t>PathTest</a:t>
            </a:r>
            <a:r>
              <a:rPr lang="en-US" altLang="zh-TW" sz="1600">
                <a:solidFill>
                  <a:srgbClr val="C00000"/>
                </a:solidFill>
                <a:latin typeface="Consolas" panose="020B0609020204030204" pitchFamily="49" charset="0"/>
                <a:ea typeface="+mj-ea"/>
              </a:rPr>
              <a:t>/</a:t>
            </a:r>
            <a:r>
              <a:rPr lang="en-US" altLang="zh-TW" sz="1600" err="1">
                <a:solidFill>
                  <a:srgbClr val="C00000"/>
                </a:solidFill>
                <a:latin typeface="Consolas" panose="020B0609020204030204" pitchFamily="49" charset="0"/>
                <a:ea typeface="+mj-ea"/>
              </a:rPr>
              <a:t>myServlet</a:t>
            </a:r>
            <a:r>
              <a:rPr lang="en-US" altLang="zh-TW" sz="1600">
                <a:solidFill>
                  <a:srgbClr val="C00000"/>
                </a:solidFill>
                <a:latin typeface="Consolas" panose="020B0609020204030204" pitchFamily="49" charset="0"/>
                <a:ea typeface="+mj-ea"/>
              </a:rPr>
              <a:t>		</a:t>
            </a:r>
            <a:r>
              <a:rPr lang="en-US" altLang="zh-TW" sz="1600">
                <a:latin typeface="Consolas" panose="020B0609020204030204" pitchFamily="49" charset="0"/>
                <a:ea typeface="+mj-ea"/>
              </a:rPr>
              <a:t>【URI</a:t>
            </a:r>
            <a:r>
              <a:rPr lang="zh-TW" altLang="en-US" sz="1600">
                <a:latin typeface="Consolas" panose="020B0609020204030204" pitchFamily="49" charset="0"/>
                <a:ea typeface="+mj-ea"/>
              </a:rPr>
              <a:t>路徑</a:t>
            </a:r>
            <a:r>
              <a:rPr lang="en-US" altLang="zh-TW" sz="1600">
                <a:latin typeface="Consolas" panose="020B0609020204030204" pitchFamily="49" charset="0"/>
                <a:ea typeface="+mj-ea"/>
              </a:rPr>
              <a:t>】</a:t>
            </a:r>
          </a:p>
          <a:p>
            <a:pPr marL="457200" indent="-457200">
              <a:buClrTx/>
              <a:buFont typeface="Wingdings" pitchFamily="2" charset="2"/>
              <a:buAutoNum type="arabicPeriod"/>
            </a:pPr>
            <a:r>
              <a:rPr lang="en-US" altLang="zh-TW" sz="1600" err="1">
                <a:latin typeface="Consolas" panose="020B0609020204030204" pitchFamily="49" charset="0"/>
                <a:ea typeface="+mj-ea"/>
              </a:rPr>
              <a:t>request.getQueryString</a:t>
            </a:r>
            <a:r>
              <a:rPr lang="en-US" altLang="zh-TW" sz="1600">
                <a:latin typeface="Consolas" panose="020B0609020204030204" pitchFamily="49" charset="0"/>
                <a:ea typeface="+mj-ea"/>
              </a:rPr>
              <a:t>( )=</a:t>
            </a:r>
            <a:r>
              <a:rPr lang="en-US" altLang="zh-TW" sz="1600">
                <a:solidFill>
                  <a:srgbClr val="7030A0"/>
                </a:solidFill>
                <a:latin typeface="Consolas" panose="020B0609020204030204" pitchFamily="49" charset="0"/>
                <a:ea typeface="+mj-ea"/>
              </a:rPr>
              <a:t>name=</a:t>
            </a:r>
            <a:r>
              <a:rPr lang="en-US" altLang="zh-TW" sz="1600" err="1">
                <a:solidFill>
                  <a:srgbClr val="7030A0"/>
                </a:solidFill>
                <a:latin typeface="Consolas" panose="020B0609020204030204" pitchFamily="49" charset="0"/>
                <a:ea typeface="+mj-ea"/>
              </a:rPr>
              <a:t>allen&amp;age</a:t>
            </a:r>
            <a:r>
              <a:rPr lang="en-US" altLang="zh-TW" sz="1600">
                <a:solidFill>
                  <a:srgbClr val="7030A0"/>
                </a:solidFill>
                <a:latin typeface="Consolas" panose="020B0609020204030204" pitchFamily="49" charset="0"/>
                <a:ea typeface="+mj-ea"/>
              </a:rPr>
              <a:t>=18</a:t>
            </a:r>
            <a:r>
              <a:rPr lang="en-US" altLang="zh-TW" sz="1600">
                <a:latin typeface="Consolas" panose="020B0609020204030204" pitchFamily="49" charset="0"/>
                <a:ea typeface="+mj-ea"/>
              </a:rPr>
              <a:t>  ||  null</a:t>
            </a:r>
          </a:p>
          <a:p>
            <a:pPr marL="457200" indent="-457200">
              <a:buClrTx/>
              <a:buFont typeface="Wingdings" pitchFamily="2" charset="2"/>
              <a:buAutoNum type="arabicPeriod"/>
            </a:pPr>
            <a:r>
              <a:rPr lang="en-US" altLang="zh-TW" sz="1600" err="1">
                <a:latin typeface="Consolas" panose="020B0609020204030204" pitchFamily="49" charset="0"/>
                <a:ea typeface="+mj-ea"/>
              </a:rPr>
              <a:t>request.getProtocol</a:t>
            </a:r>
            <a:r>
              <a:rPr lang="en-US" altLang="zh-TW" sz="1600">
                <a:latin typeface="Consolas" panose="020B0609020204030204" pitchFamily="49" charset="0"/>
                <a:ea typeface="+mj-ea"/>
              </a:rPr>
              <a:t>( )=HTTP/1.1</a:t>
            </a:r>
          </a:p>
          <a:p>
            <a:pPr marL="457200" indent="-457200">
              <a:buClrTx/>
              <a:buFont typeface="Wingdings" pitchFamily="2" charset="2"/>
              <a:buAutoNum type="arabicPeriod"/>
            </a:pPr>
            <a:r>
              <a:rPr lang="en-US" altLang="zh-TW" sz="1600" err="1">
                <a:latin typeface="Consolas" panose="020B0609020204030204" pitchFamily="49" charset="0"/>
                <a:ea typeface="+mj-ea"/>
              </a:rPr>
              <a:t>request.getMethod</a:t>
            </a:r>
            <a:r>
              <a:rPr lang="en-US" altLang="zh-TW" sz="1600">
                <a:latin typeface="Consolas" panose="020B0609020204030204" pitchFamily="49" charset="0"/>
                <a:ea typeface="+mj-ea"/>
              </a:rPr>
              <a:t>( )=GET  ||  POST</a:t>
            </a:r>
          </a:p>
          <a:p>
            <a:pPr marL="457200" indent="-457200">
              <a:buClrTx/>
              <a:buFont typeface="Wingdings" pitchFamily="2" charset="2"/>
              <a:buAutoNum type="arabicPeriod"/>
            </a:pPr>
            <a:r>
              <a:rPr lang="en-US" altLang="zh-TW" sz="1600" err="1">
                <a:latin typeface="Consolas" panose="020B0609020204030204" pitchFamily="49" charset="0"/>
                <a:ea typeface="+mj-ea"/>
              </a:rPr>
              <a:t>request.getContentType</a:t>
            </a:r>
            <a:r>
              <a:rPr lang="en-US" altLang="zh-TW" sz="1600">
                <a:latin typeface="Consolas" panose="020B0609020204030204" pitchFamily="49" charset="0"/>
                <a:ea typeface="+mj-ea"/>
              </a:rPr>
              <a:t>( )=null </a:t>
            </a:r>
            <a:r>
              <a:rPr lang="zh-TW" altLang="en-US" sz="1600">
                <a:latin typeface="Consolas" panose="020B0609020204030204" pitchFamily="49" charset="0"/>
                <a:ea typeface="+mj-ea"/>
              </a:rPr>
              <a:t> </a:t>
            </a:r>
            <a:r>
              <a:rPr lang="en-US" altLang="zh-TW" sz="1600">
                <a:latin typeface="Consolas" panose="020B0609020204030204" pitchFamily="49" charset="0"/>
                <a:ea typeface="+mj-ea"/>
              </a:rPr>
              <a:t>||  application/x-www-form-</a:t>
            </a:r>
            <a:r>
              <a:rPr lang="en-US" altLang="zh-TW" sz="1600" err="1">
                <a:latin typeface="Consolas" panose="020B0609020204030204" pitchFamily="49" charset="0"/>
                <a:ea typeface="+mj-ea"/>
              </a:rPr>
              <a:t>urlencoded</a:t>
            </a:r>
            <a:endParaRPr lang="en-US" altLang="zh-TW" sz="1600">
              <a:latin typeface="Consolas" panose="020B0609020204030204" pitchFamily="49" charset="0"/>
              <a:ea typeface="+mj-ea"/>
            </a:endParaRPr>
          </a:p>
          <a:p>
            <a:pPr marL="457200" indent="-457200">
              <a:buClrTx/>
              <a:buFont typeface="Wingdings" pitchFamily="2" charset="2"/>
              <a:buAutoNum type="arabicPeriod"/>
            </a:pPr>
            <a:r>
              <a:rPr lang="en-US" altLang="zh-TW" sz="1600" err="1">
                <a:latin typeface="Consolas" panose="020B0609020204030204" pitchFamily="49" charset="0"/>
                <a:ea typeface="+mj-ea"/>
              </a:rPr>
              <a:t>request.getContentLength</a:t>
            </a:r>
            <a:r>
              <a:rPr lang="en-US" altLang="zh-TW" sz="1600">
                <a:latin typeface="Consolas" panose="020B0609020204030204" pitchFamily="49" charset="0"/>
                <a:ea typeface="+mj-ea"/>
              </a:rPr>
              <a:t>( )=null  ||  17</a:t>
            </a:r>
          </a:p>
          <a:p>
            <a:pPr lvl="1"/>
            <a:endParaRPr lang="zh-TW" altLang="en-US">
              <a:latin typeface="+mj-ea"/>
              <a:ea typeface="+mj-ea"/>
            </a:endParaRPr>
          </a:p>
        </p:txBody>
      </p:sp>
      <p:sp>
        <p:nvSpPr>
          <p:cNvPr id="4" name="投影片編號版面配置區 3">
            <a:extLst>
              <a:ext uri="{FF2B5EF4-FFF2-40B4-BE49-F238E27FC236}">
                <a16:creationId xmlns:a16="http://schemas.microsoft.com/office/drawing/2014/main" id="{77F1DACB-6046-4678-96DE-3779E80A34D4}"/>
              </a:ext>
            </a:extLst>
          </p:cNvPr>
          <p:cNvSpPr>
            <a:spLocks noGrp="1"/>
          </p:cNvSpPr>
          <p:nvPr>
            <p:ph type="sldNum" sz="quarter" idx="12"/>
          </p:nvPr>
        </p:nvSpPr>
        <p:spPr/>
        <p:txBody>
          <a:bodyPr/>
          <a:lstStyle/>
          <a:p>
            <a:fld id="{B521127C-0C56-461F-B517-0D483F216F7D}" type="slidenum">
              <a:rPr lang="zh-TW" altLang="en-US" smtClean="0">
                <a:latin typeface="+mj-ea"/>
                <a:ea typeface="+mj-ea"/>
              </a:rPr>
              <a:t>57</a:t>
            </a:fld>
            <a:endParaRPr lang="zh-TW" altLang="en-US">
              <a:latin typeface="+mj-ea"/>
              <a:ea typeface="+mj-ea"/>
            </a:endParaRPr>
          </a:p>
        </p:txBody>
      </p:sp>
      <p:sp>
        <p:nvSpPr>
          <p:cNvPr id="7" name="文字方塊 6">
            <a:extLst>
              <a:ext uri="{FF2B5EF4-FFF2-40B4-BE49-F238E27FC236}">
                <a16:creationId xmlns:a16="http://schemas.microsoft.com/office/drawing/2014/main" id="{4C73EA60-5A36-4952-B05C-5402C39673E7}"/>
              </a:ext>
            </a:extLst>
          </p:cNvPr>
          <p:cNvSpPr txBox="1"/>
          <p:nvPr/>
        </p:nvSpPr>
        <p:spPr>
          <a:xfrm>
            <a:off x="169431" y="91217"/>
            <a:ext cx="3016829"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indent="0">
              <a:buNone/>
            </a:pPr>
            <a:r>
              <a:rPr lang="zh-TW" altLang="en-US" sz="3600">
                <a:latin typeface="Consolas" panose="020B0609020204030204" pitchFamily="49" charset="0"/>
                <a:ea typeface="+mj-ea"/>
              </a:rPr>
              <a:t>取得路徑資訊</a:t>
            </a:r>
            <a:endParaRPr lang="en-US" altLang="zh-TW" sz="3600">
              <a:latin typeface="Consolas" panose="020B0609020204030204" pitchFamily="49" charset="0"/>
              <a:ea typeface="+mj-ea"/>
            </a:endParaRPr>
          </a:p>
        </p:txBody>
      </p:sp>
    </p:spTree>
    <p:extLst>
      <p:ext uri="{BB962C8B-B14F-4D97-AF65-F5344CB8AC3E}">
        <p14:creationId xmlns:p14="http://schemas.microsoft.com/office/powerpoint/2010/main" val="31193076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sz="half" idx="2"/>
          </p:nvPr>
        </p:nvSpPr>
        <p:spPr>
          <a:xfrm>
            <a:off x="8331200" y="654967"/>
            <a:ext cx="3773252" cy="5617817"/>
          </a:xfrm>
        </p:spPr>
        <p:txBody>
          <a:bodyPr>
            <a:noAutofit/>
          </a:bodyPr>
          <a:lstStyle/>
          <a:p>
            <a:pPr algn="just"/>
            <a:r>
              <a:rPr lang="zh-TW" altLang="en-US" sz="1800" b="1">
                <a:latin typeface="Consolas" panose="020B0609020204030204" pitchFamily="49" charset="0"/>
                <a:ea typeface="+mj-ea"/>
              </a:rPr>
              <a:t>在</a:t>
            </a:r>
            <a:r>
              <a:rPr lang="en-US" altLang="zh-TW" sz="1800" b="1">
                <a:latin typeface="Consolas" panose="020B0609020204030204" pitchFamily="49" charset="0"/>
                <a:ea typeface="+mj-ea"/>
              </a:rPr>
              <a:t>Servlet 3.0</a:t>
            </a:r>
            <a:r>
              <a:rPr lang="zh-TW" altLang="en-US" sz="1800" b="1">
                <a:latin typeface="Consolas" panose="020B0609020204030204" pitchFamily="49" charset="0"/>
                <a:ea typeface="+mj-ea"/>
              </a:rPr>
              <a:t>之前沒有</a:t>
            </a:r>
            <a:r>
              <a:rPr lang="en-US" altLang="zh-TW" sz="1800" b="1">
                <a:latin typeface="Consolas" panose="020B0609020204030204" pitchFamily="49" charset="0"/>
                <a:ea typeface="+mj-ea"/>
              </a:rPr>
              <a:t>Part</a:t>
            </a:r>
            <a:r>
              <a:rPr lang="zh-TW" altLang="en-US" sz="1800" b="1">
                <a:latin typeface="Consolas" panose="020B0609020204030204" pitchFamily="49" charset="0"/>
                <a:ea typeface="+mj-ea"/>
              </a:rPr>
              <a:t>介面，那時處理檔案需使用</a:t>
            </a:r>
            <a:r>
              <a:rPr lang="en-US" altLang="zh-TW" sz="1800" b="1">
                <a:latin typeface="Consolas" panose="020B0609020204030204" pitchFamily="49" charset="0"/>
                <a:ea typeface="+mj-ea"/>
              </a:rPr>
              <a:t>request</a:t>
            </a:r>
            <a:r>
              <a:rPr lang="zh-TW" altLang="en-US" sz="1800" b="1">
                <a:latin typeface="Consolas" panose="020B0609020204030204" pitchFamily="49" charset="0"/>
                <a:ea typeface="+mj-ea"/>
              </a:rPr>
              <a:t>物件中的</a:t>
            </a:r>
            <a:r>
              <a:rPr lang="en-US" altLang="zh-TW" sz="1800" b="1">
                <a:latin typeface="Consolas" panose="020B0609020204030204" pitchFamily="49" charset="0"/>
                <a:ea typeface="+mj-ea"/>
              </a:rPr>
              <a:t>getInputStream()</a:t>
            </a:r>
            <a:r>
              <a:rPr lang="zh-TW" altLang="en-US" sz="1800" b="1">
                <a:latin typeface="Consolas" panose="020B0609020204030204" pitchFamily="49" charset="0"/>
                <a:ea typeface="+mj-ea"/>
              </a:rPr>
              <a:t>方法，取得完整的資料流，之後再撰寫判斷式區分檔案名稱、檔案本體</a:t>
            </a:r>
            <a:r>
              <a:rPr lang="en-US" altLang="zh-TW" sz="1800" b="1">
                <a:latin typeface="Consolas" panose="020B0609020204030204" pitchFamily="49" charset="0"/>
                <a:ea typeface="+mj-ea"/>
              </a:rPr>
              <a:t>(</a:t>
            </a:r>
            <a:r>
              <a:rPr lang="zh-TW" altLang="en-US" sz="1800" b="1">
                <a:latin typeface="Consolas" panose="020B0609020204030204" pitchFamily="49" charset="0"/>
                <a:ea typeface="+mj-ea"/>
              </a:rPr>
              <a:t>非常麻煩</a:t>
            </a:r>
            <a:r>
              <a:rPr lang="en-US" altLang="zh-TW" sz="1800" b="1">
                <a:latin typeface="Consolas" panose="020B0609020204030204" pitchFamily="49" charset="0"/>
                <a:ea typeface="+mj-ea"/>
              </a:rPr>
              <a:t>)</a:t>
            </a:r>
            <a:r>
              <a:rPr lang="zh-TW" altLang="en-US" sz="1800" b="1">
                <a:latin typeface="Consolas" panose="020B0609020204030204" pitchFamily="49" charset="0"/>
                <a:ea typeface="+mj-ea"/>
              </a:rPr>
              <a:t>。</a:t>
            </a:r>
            <a:endParaRPr lang="en-US" altLang="zh-TW" sz="1800" b="1">
              <a:latin typeface="Consolas" panose="020B0609020204030204" pitchFamily="49" charset="0"/>
              <a:ea typeface="+mj-ea"/>
            </a:endParaRPr>
          </a:p>
          <a:p>
            <a:pPr algn="just"/>
            <a:r>
              <a:rPr lang="en-US" altLang="zh-TW" sz="1800" b="1">
                <a:latin typeface="Consolas" panose="020B0609020204030204" pitchFamily="49" charset="0"/>
                <a:ea typeface="+mj-ea"/>
              </a:rPr>
              <a:t>Servlet 3.0</a:t>
            </a:r>
            <a:r>
              <a:rPr lang="zh-TW" altLang="en-US" sz="1800" b="1">
                <a:latin typeface="Consolas" panose="020B0609020204030204" pitchFamily="49" charset="0"/>
                <a:ea typeface="+mj-ea"/>
              </a:rPr>
              <a:t>中新增了</a:t>
            </a:r>
            <a:r>
              <a:rPr lang="en-US" altLang="zh-TW" sz="1800" b="1">
                <a:latin typeface="Consolas" panose="020B0609020204030204" pitchFamily="49" charset="0"/>
                <a:ea typeface="+mj-ea"/>
              </a:rPr>
              <a:t>Part</a:t>
            </a:r>
            <a:r>
              <a:rPr lang="zh-TW" altLang="en-US" sz="1800" b="1">
                <a:latin typeface="Consolas" panose="020B0609020204030204" pitchFamily="49" charset="0"/>
                <a:ea typeface="+mj-ea"/>
              </a:rPr>
              <a:t>介面，提供程式設計師方便的進行檔案上傳，你只需要下對正確的標註即可。</a:t>
            </a:r>
            <a:endParaRPr lang="en-US" altLang="zh-TW" sz="1800" b="1">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DE0C7043-5B7F-4E55-B9C2-004C86B4F74C}"/>
              </a:ext>
            </a:extLst>
          </p:cNvPr>
          <p:cNvSpPr>
            <a:spLocks noGrp="1"/>
          </p:cNvSpPr>
          <p:nvPr>
            <p:ph type="sldNum" sz="quarter" idx="12"/>
          </p:nvPr>
        </p:nvSpPr>
        <p:spPr/>
        <p:txBody>
          <a:bodyPr/>
          <a:lstStyle/>
          <a:p>
            <a:fld id="{B521127C-0C56-461F-B517-0D483F216F7D}" type="slidenum">
              <a:rPr lang="zh-TW" altLang="en-US" smtClean="0"/>
              <a:t>58</a:t>
            </a:fld>
            <a:endParaRPr lang="zh-TW" altLang="en-US"/>
          </a:p>
        </p:txBody>
      </p:sp>
      <p:sp>
        <p:nvSpPr>
          <p:cNvPr id="9" name="矩形 8"/>
          <p:cNvSpPr/>
          <p:nvPr/>
        </p:nvSpPr>
        <p:spPr>
          <a:xfrm>
            <a:off x="8331200" y="174836"/>
            <a:ext cx="3860800" cy="480131"/>
          </a:xfrm>
          <a:prstGeom prst="rect">
            <a:avLst/>
          </a:prstGeom>
        </p:spPr>
        <p:txBody>
          <a:bodyPr wrap="square">
            <a:spAutoFit/>
          </a:bodyPr>
          <a:lstStyle/>
          <a:p>
            <a:pPr algn="ctr" defTabSz="914400">
              <a:lnSpc>
                <a:spcPct val="90000"/>
              </a:lnSpc>
              <a:spcBef>
                <a:spcPct val="0"/>
              </a:spcBef>
            </a:pPr>
            <a:r>
              <a:rPr lang="zh-TW" altLang="en-US" sz="2800" b="1">
                <a:latin typeface="+mj-lt"/>
                <a:ea typeface="+mj-ea"/>
                <a:cs typeface="+mj-cs"/>
              </a:rPr>
              <a:t>檔案上傳 </a:t>
            </a:r>
            <a:r>
              <a:rPr lang="en-US" altLang="zh-TW" sz="2800" b="1">
                <a:latin typeface="+mj-lt"/>
                <a:ea typeface="+mj-ea"/>
                <a:cs typeface="+mj-cs"/>
              </a:rPr>
              <a:t>:</a:t>
            </a:r>
            <a:r>
              <a:rPr lang="zh-TW" altLang="en-US" sz="2800" b="1">
                <a:latin typeface="+mj-lt"/>
                <a:ea typeface="+mj-ea"/>
                <a:cs typeface="+mj-cs"/>
              </a:rPr>
              <a:t> </a:t>
            </a:r>
            <a:r>
              <a:rPr lang="en-US" altLang="zh-TW" sz="2800" b="1">
                <a:latin typeface="+mj-lt"/>
                <a:ea typeface="+mj-ea"/>
                <a:cs typeface="+mj-cs"/>
              </a:rPr>
              <a:t>Part</a:t>
            </a:r>
            <a:r>
              <a:rPr lang="zh-TW" altLang="en-US" sz="2800" b="1">
                <a:latin typeface="+mj-lt"/>
                <a:ea typeface="+mj-ea"/>
                <a:cs typeface="+mj-cs"/>
              </a:rPr>
              <a:t>介面</a:t>
            </a:r>
            <a:endParaRPr lang="en-US" altLang="zh-TW" sz="2800" b="1">
              <a:latin typeface="+mj-lt"/>
              <a:ea typeface="+mj-ea"/>
              <a:cs typeface="+mj-cs"/>
            </a:endParaRPr>
          </a:p>
        </p:txBody>
      </p:sp>
      <p:sp>
        <p:nvSpPr>
          <p:cNvPr id="30" name="文字方塊 29">
            <a:extLst>
              <a:ext uri="{FF2B5EF4-FFF2-40B4-BE49-F238E27FC236}">
                <a16:creationId xmlns:a16="http://schemas.microsoft.com/office/drawing/2014/main" id="{8570CFE9-0731-4434-8914-6944777BFE6D}"/>
              </a:ext>
            </a:extLst>
          </p:cNvPr>
          <p:cNvSpPr txBox="1">
            <a:spLocks/>
          </p:cNvSpPr>
          <p:nvPr/>
        </p:nvSpPr>
        <p:spPr>
          <a:xfrm>
            <a:off x="55359" y="74235"/>
            <a:ext cx="8122597" cy="6709529"/>
          </a:xfrm>
          <a:prstGeom prst="rect">
            <a:avLst/>
          </a:prstGeom>
          <a:noFill/>
        </p:spPr>
        <p:txBody>
          <a:bodyPr wrap="square">
            <a:spAutoFit/>
          </a:bodyPr>
          <a:lstStyle/>
          <a:p>
            <a:pPr marL="285750" indent="-285750" algn="just">
              <a:buFont typeface="Arial" panose="020B0604020202020204" pitchFamily="34" charset="0"/>
              <a:buChar char="•"/>
            </a:pPr>
            <a:r>
              <a:rPr lang="en-US" altLang="zh-TW" sz="1700">
                <a:solidFill>
                  <a:srgbClr val="1890C3"/>
                </a:solidFill>
                <a:latin typeface="Consolas" panose="020B0609020204030204" pitchFamily="49" charset="0"/>
                <a:ea typeface="+mj-ea"/>
              </a:rPr>
              <a:t>Part </a:t>
            </a:r>
            <a:r>
              <a:rPr lang="en-US" altLang="zh-TW" sz="1700">
                <a:latin typeface="Consolas" panose="020B0609020204030204" pitchFamily="49" charset="0"/>
                <a:ea typeface="+mj-ea"/>
              </a:rPr>
              <a:t>request.getPart(String name)</a:t>
            </a:r>
          </a:p>
          <a:p>
            <a:pPr lvl="1" algn="just"/>
            <a:r>
              <a:rPr lang="zh-TW" altLang="en-US" sz="1700">
                <a:latin typeface="Consolas" panose="020B0609020204030204" pitchFamily="49" charset="0"/>
                <a:ea typeface="+mj-ea"/>
              </a:rPr>
              <a:t>其中參數</a:t>
            </a:r>
            <a:r>
              <a:rPr lang="en-US" altLang="zh-TW" sz="1700">
                <a:latin typeface="Consolas" panose="020B0609020204030204" pitchFamily="49" charset="0"/>
                <a:ea typeface="+mj-ea"/>
              </a:rPr>
              <a:t>name</a:t>
            </a:r>
            <a:r>
              <a:rPr lang="zh-TW" altLang="en-US" sz="1700">
                <a:latin typeface="Consolas" panose="020B0609020204030204" pitchFamily="49" charset="0"/>
                <a:ea typeface="+mj-ea"/>
              </a:rPr>
              <a:t>代表檔案上傳欄位的</a:t>
            </a:r>
            <a:r>
              <a:rPr lang="en-US" altLang="zh-TW" sz="1700">
                <a:latin typeface="Consolas" panose="020B0609020204030204" pitchFamily="49" charset="0"/>
                <a:ea typeface="+mj-ea"/>
              </a:rPr>
              <a:t>name</a:t>
            </a:r>
            <a:r>
              <a:rPr lang="zh-TW" altLang="en-US" sz="1700">
                <a:latin typeface="Consolas" panose="020B0609020204030204" pitchFamily="49" charset="0"/>
                <a:ea typeface="+mj-ea"/>
              </a:rPr>
              <a:t>屬性，此方法會回傳一個</a:t>
            </a:r>
            <a:r>
              <a:rPr lang="en-US" altLang="zh-TW" sz="1700">
                <a:latin typeface="Consolas" panose="020B0609020204030204" pitchFamily="49" charset="0"/>
                <a:ea typeface="+mj-ea"/>
              </a:rPr>
              <a:t>Part</a:t>
            </a:r>
            <a:r>
              <a:rPr lang="zh-TW" altLang="en-US" sz="1700">
                <a:latin typeface="Consolas" panose="020B0609020204030204" pitchFamily="49" charset="0"/>
                <a:ea typeface="+mj-ea"/>
              </a:rPr>
              <a:t>物件</a:t>
            </a:r>
          </a:p>
          <a:p>
            <a:pPr lvl="1" algn="just"/>
            <a:r>
              <a:rPr lang="en-US" altLang="zh-TW" sz="1700">
                <a:latin typeface="Consolas" panose="020B0609020204030204" pitchFamily="49" charset="0"/>
                <a:ea typeface="+mj-ea"/>
              </a:rPr>
              <a:t>part</a:t>
            </a:r>
            <a:r>
              <a:rPr lang="zh-TW" altLang="en-US" sz="1700">
                <a:latin typeface="Consolas" panose="020B0609020204030204" pitchFamily="49" charset="0"/>
                <a:ea typeface="+mj-ea"/>
              </a:rPr>
              <a:t>物件的</a:t>
            </a:r>
            <a:r>
              <a:rPr lang="en-US" altLang="zh-TW" sz="1700">
                <a:latin typeface="Consolas" panose="020B0609020204030204" pitchFamily="49" charset="0"/>
                <a:ea typeface="+mj-ea"/>
              </a:rPr>
              <a:t>getInputStream( )</a:t>
            </a:r>
            <a:r>
              <a:rPr lang="zh-TW" altLang="en-US" sz="1700">
                <a:latin typeface="Consolas" panose="020B0609020204030204" pitchFamily="49" charset="0"/>
                <a:ea typeface="+mj-ea"/>
              </a:rPr>
              <a:t>方法，可取得</a:t>
            </a:r>
            <a:r>
              <a:rPr lang="en-US" altLang="zh-TW" sz="1700">
                <a:latin typeface="Consolas" panose="020B0609020204030204" pitchFamily="49" charset="0"/>
                <a:ea typeface="+mj-ea"/>
              </a:rPr>
              <a:t>java.io.Inputstream</a:t>
            </a:r>
            <a:r>
              <a:rPr lang="zh-TW" altLang="en-US" sz="1700">
                <a:latin typeface="Consolas" panose="020B0609020204030204" pitchFamily="49" charset="0"/>
                <a:ea typeface="+mj-ea"/>
              </a:rPr>
              <a:t>物件</a:t>
            </a:r>
          </a:p>
          <a:p>
            <a:pPr algn="just"/>
            <a:endParaRPr lang="en-US" altLang="zh-TW" sz="1700">
              <a:solidFill>
                <a:srgbClr val="1890C3"/>
              </a:solidFill>
              <a:latin typeface="Consolas" panose="020B0609020204030204" pitchFamily="49" charset="0"/>
              <a:ea typeface="+mj-ea"/>
            </a:endParaRPr>
          </a:p>
          <a:p>
            <a:pPr marL="285750" indent="-285750" algn="just">
              <a:buFont typeface="Arial" panose="020B0604020202020204" pitchFamily="34" charset="0"/>
              <a:buChar char="•"/>
            </a:pPr>
            <a:r>
              <a:rPr lang="en-US" altLang="zh-TW" sz="1700">
                <a:solidFill>
                  <a:srgbClr val="1890C3"/>
                </a:solidFill>
                <a:latin typeface="Consolas" panose="020B0609020204030204" pitchFamily="49" charset="0"/>
                <a:ea typeface="+mj-ea"/>
              </a:rPr>
              <a:t>Collection&lt;Part&gt; </a:t>
            </a:r>
            <a:r>
              <a:rPr lang="en-US" altLang="zh-TW" sz="1700">
                <a:latin typeface="Consolas" panose="020B0609020204030204" pitchFamily="49" charset="0"/>
                <a:ea typeface="+mj-ea"/>
              </a:rPr>
              <a:t>request.getParts( )</a:t>
            </a:r>
          </a:p>
          <a:p>
            <a:pPr lvl="1" algn="just"/>
            <a:r>
              <a:rPr lang="zh-TW" altLang="en-US" sz="1700">
                <a:latin typeface="Consolas" panose="020B0609020204030204" pitchFamily="49" charset="0"/>
                <a:ea typeface="+mj-ea"/>
              </a:rPr>
              <a:t>如果有多個檔案要上傳，可使用</a:t>
            </a:r>
            <a:r>
              <a:rPr lang="en-US" altLang="zh-TW" sz="1700">
                <a:latin typeface="Consolas" panose="020B0609020204030204" pitchFamily="49" charset="0"/>
                <a:ea typeface="+mj-ea"/>
              </a:rPr>
              <a:t>getParts( )</a:t>
            </a:r>
            <a:r>
              <a:rPr lang="zh-TW" altLang="en-US" sz="1700">
                <a:latin typeface="Consolas" panose="020B0609020204030204" pitchFamily="49" charset="0"/>
                <a:ea typeface="+mj-ea"/>
              </a:rPr>
              <a:t>方法，會回傳一個</a:t>
            </a:r>
            <a:r>
              <a:rPr lang="en-US" altLang="zh-TW" sz="1700">
                <a:latin typeface="Consolas" panose="020B0609020204030204" pitchFamily="49" charset="0"/>
                <a:ea typeface="+mj-ea"/>
              </a:rPr>
              <a:t>Collection&lt;Part&gt;</a:t>
            </a:r>
            <a:r>
              <a:rPr lang="zh-TW" altLang="en-US" sz="1700">
                <a:latin typeface="Consolas" panose="020B0609020204030204" pitchFamily="49" charset="0"/>
                <a:ea typeface="+mj-ea"/>
              </a:rPr>
              <a:t>物件</a:t>
            </a:r>
            <a:endParaRPr lang="en-US" altLang="zh-TW" sz="1700">
              <a:latin typeface="Consolas" panose="020B0609020204030204" pitchFamily="49" charset="0"/>
              <a:ea typeface="+mj-ea"/>
            </a:endParaRPr>
          </a:p>
          <a:p>
            <a:pPr lvl="1" algn="just"/>
            <a:endParaRPr lang="zh-TW" altLang="en-US" sz="1700">
              <a:latin typeface="Consolas" panose="020B0609020204030204" pitchFamily="49" charset="0"/>
              <a:ea typeface="+mj-ea"/>
            </a:endParaRPr>
          </a:p>
          <a:p>
            <a:pPr marL="285750" indent="-285750" algn="just">
              <a:buFont typeface="Arial" panose="020B0604020202020204" pitchFamily="34" charset="0"/>
              <a:buChar char="•"/>
            </a:pPr>
            <a:r>
              <a:rPr lang="en-US" altLang="zh-TW" sz="1700">
                <a:latin typeface="Consolas" panose="020B0609020204030204" pitchFamily="49" charset="0"/>
                <a:ea typeface="+mj-ea"/>
              </a:rPr>
              <a:t>HTML</a:t>
            </a:r>
            <a:r>
              <a:rPr lang="zh-TW" altLang="en-US" sz="1700">
                <a:latin typeface="Consolas" panose="020B0609020204030204" pitchFamily="49" charset="0"/>
                <a:ea typeface="+mj-ea"/>
              </a:rPr>
              <a:t>表單</a:t>
            </a:r>
            <a:r>
              <a:rPr lang="en-US" altLang="zh-TW" sz="1700">
                <a:latin typeface="Consolas" panose="020B0609020204030204" pitchFamily="49" charset="0"/>
                <a:ea typeface="+mj-ea"/>
              </a:rPr>
              <a:t>(form)</a:t>
            </a:r>
            <a:r>
              <a:rPr lang="zh-TW" altLang="en-US" sz="1700">
                <a:latin typeface="Consolas" panose="020B0609020204030204" pitchFamily="49" charset="0"/>
                <a:ea typeface="+mj-ea"/>
              </a:rPr>
              <a:t>必須符合下列格式</a:t>
            </a:r>
          </a:p>
          <a:p>
            <a:pPr lvl="1"/>
            <a:r>
              <a:rPr lang="en-US" altLang="zh-TW" sz="1500">
                <a:latin typeface="Consolas" panose="020B0609020204030204" pitchFamily="49" charset="0"/>
                <a:ea typeface="+mj-ea"/>
              </a:rPr>
              <a:t>&lt;form action="xxxServlet" method="post"</a:t>
            </a:r>
            <a:r>
              <a:rPr lang="zh-TW" altLang="en-US" sz="1500">
                <a:latin typeface="Consolas" panose="020B0609020204030204" pitchFamily="49" charset="0"/>
                <a:ea typeface="+mj-ea"/>
              </a:rPr>
              <a:t> </a:t>
            </a:r>
            <a:r>
              <a:rPr lang="en-US" altLang="zh-TW" sz="1500">
                <a:solidFill>
                  <a:srgbClr val="FF0000"/>
                </a:solidFill>
                <a:latin typeface="Consolas" panose="020B0609020204030204" pitchFamily="49" charset="0"/>
                <a:ea typeface="+mj-ea"/>
              </a:rPr>
              <a:t>enctype="multipart/form-data"</a:t>
            </a:r>
            <a:r>
              <a:rPr lang="en-US" altLang="zh-TW" sz="1500">
                <a:latin typeface="Consolas" panose="020B0609020204030204" pitchFamily="49" charset="0"/>
                <a:ea typeface="+mj-ea"/>
              </a:rPr>
              <a:t>&gt;</a:t>
            </a:r>
          </a:p>
          <a:p>
            <a:pPr lvl="2"/>
            <a:r>
              <a:rPr lang="en-US" altLang="zh-TW" sz="1500">
                <a:latin typeface="Consolas" panose="020B0609020204030204" pitchFamily="49" charset="0"/>
                <a:ea typeface="+mj-ea"/>
              </a:rPr>
              <a:t>&lt;input type="file" name="xxxName"&gt;</a:t>
            </a:r>
          </a:p>
          <a:p>
            <a:pPr lvl="2"/>
            <a:r>
              <a:rPr lang="en-US" altLang="zh-TW" sz="1500">
                <a:latin typeface="Consolas" panose="020B0609020204030204" pitchFamily="49" charset="0"/>
                <a:ea typeface="+mj-ea"/>
              </a:rPr>
              <a:t>&lt;input type="submit" name="</a:t>
            </a:r>
            <a:r>
              <a:rPr lang="zh-TW" altLang="en-US" sz="1500">
                <a:latin typeface="Consolas" panose="020B0609020204030204" pitchFamily="49" charset="0"/>
                <a:ea typeface="+mj-ea"/>
              </a:rPr>
              <a:t>上傳</a:t>
            </a:r>
            <a:r>
              <a:rPr lang="en-US" altLang="zh-TW" sz="1500">
                <a:latin typeface="Consolas" panose="020B0609020204030204" pitchFamily="49" charset="0"/>
                <a:ea typeface="+mj-ea"/>
              </a:rPr>
              <a:t>"&gt;</a:t>
            </a:r>
          </a:p>
          <a:p>
            <a:pPr lvl="1"/>
            <a:r>
              <a:rPr lang="en-US" altLang="zh-TW" sz="1500">
                <a:latin typeface="Consolas" panose="020B0609020204030204" pitchFamily="49" charset="0"/>
                <a:ea typeface="+mj-ea"/>
              </a:rPr>
              <a:t>&lt;/form&gt;</a:t>
            </a:r>
          </a:p>
          <a:p>
            <a:pPr lvl="1"/>
            <a:r>
              <a:rPr lang="en-US" altLang="zh-TW" sz="1500">
                <a:latin typeface="Consolas" panose="020B0609020204030204" pitchFamily="49" charset="0"/>
                <a:ea typeface="+mj-ea"/>
              </a:rPr>
              <a:t>	【enctype</a:t>
            </a:r>
            <a:r>
              <a:rPr lang="zh-TW" altLang="en-US" sz="1500">
                <a:latin typeface="Consolas" panose="020B0609020204030204" pitchFamily="49" charset="0"/>
                <a:ea typeface="+mj-ea"/>
              </a:rPr>
              <a:t>屬性</a:t>
            </a:r>
            <a:r>
              <a:rPr lang="en-US" altLang="zh-TW" sz="1500">
                <a:latin typeface="Consolas" panose="020B0609020204030204" pitchFamily="49" charset="0"/>
                <a:ea typeface="+mj-ea"/>
              </a:rPr>
              <a:t>】</a:t>
            </a:r>
            <a:r>
              <a:rPr lang="zh-TW" altLang="en-US" sz="1500">
                <a:latin typeface="Consolas" panose="020B0609020204030204" pitchFamily="49" charset="0"/>
                <a:ea typeface="+mj-ea"/>
              </a:rPr>
              <a:t>指定表單編碼，如</a:t>
            </a:r>
            <a:r>
              <a:rPr lang="en-US" altLang="zh-TW" sz="1500">
                <a:latin typeface="Consolas" panose="020B0609020204030204" pitchFamily="49" charset="0"/>
                <a:ea typeface="+mj-ea"/>
              </a:rPr>
              <a:t>enctype="text/plain"</a:t>
            </a:r>
            <a:r>
              <a:rPr lang="zh-TW" altLang="en-US" sz="1500">
                <a:latin typeface="Consolas" panose="020B0609020204030204" pitchFamily="49" charset="0"/>
                <a:ea typeface="+mj-ea"/>
              </a:rPr>
              <a:t>即代表不行進行編碼</a:t>
            </a:r>
            <a:endParaRPr lang="en-US" altLang="zh-TW" sz="1500">
              <a:latin typeface="Consolas" panose="020B0609020204030204" pitchFamily="49" charset="0"/>
              <a:ea typeface="+mj-ea"/>
            </a:endParaRPr>
          </a:p>
          <a:p>
            <a:pPr lvl="1"/>
            <a:endParaRPr lang="en-US" altLang="zh-TW" sz="1500">
              <a:latin typeface="Consolas" panose="020B0609020204030204" pitchFamily="49" charset="0"/>
              <a:ea typeface="+mj-ea"/>
            </a:endParaRPr>
          </a:p>
          <a:p>
            <a:pPr marL="285750" indent="-285750" algn="just">
              <a:buFont typeface="Arial" panose="020B0604020202020204" pitchFamily="34" charset="0"/>
              <a:buChar char="•"/>
            </a:pPr>
            <a:r>
              <a:rPr lang="it-IT" altLang="zh-TW" sz="1700">
                <a:latin typeface="Consolas" panose="020B0609020204030204" pitchFamily="49" charset="0"/>
                <a:ea typeface="+mj-ea"/>
              </a:rPr>
              <a:t>Sevlet</a:t>
            </a:r>
            <a:r>
              <a:rPr lang="zh-TW" altLang="it-IT" sz="1700">
                <a:latin typeface="Consolas" panose="020B0609020204030204" pitchFamily="49" charset="0"/>
                <a:ea typeface="+mj-ea"/>
              </a:rPr>
              <a:t>上方要有此項設定</a:t>
            </a:r>
            <a:r>
              <a:rPr lang="it-IT" altLang="zh-TW" sz="1700">
                <a:solidFill>
                  <a:srgbClr val="FF0000"/>
                </a:solidFill>
                <a:latin typeface="Consolas" panose="020B0609020204030204" pitchFamily="49" charset="0"/>
                <a:ea typeface="+mj-ea"/>
              </a:rPr>
              <a:t>@MultipartConfig</a:t>
            </a:r>
            <a:r>
              <a:rPr lang="it-IT" altLang="zh-TW" sz="1700">
                <a:latin typeface="Consolas" panose="020B0609020204030204" pitchFamily="49" charset="0"/>
                <a:ea typeface="+mj-ea"/>
              </a:rPr>
              <a:t>(</a:t>
            </a:r>
            <a:r>
              <a:rPr lang="zh-TW" altLang="it-IT" sz="1700">
                <a:latin typeface="Consolas" panose="020B0609020204030204" pitchFamily="49" charset="0"/>
                <a:ea typeface="+mj-ea"/>
              </a:rPr>
              <a:t>或寫在</a:t>
            </a:r>
            <a:r>
              <a:rPr lang="it-IT" altLang="zh-TW" sz="1700">
                <a:latin typeface="Consolas" panose="020B0609020204030204" pitchFamily="49" charset="0"/>
                <a:ea typeface="+mj-ea"/>
              </a:rPr>
              <a:t>XML)</a:t>
            </a:r>
            <a:r>
              <a:rPr lang="zh-TW" altLang="it-IT" sz="1700">
                <a:latin typeface="Consolas" panose="020B0609020204030204" pitchFamily="49" charset="0"/>
                <a:ea typeface="+mj-ea"/>
              </a:rPr>
              <a:t>，才可使用</a:t>
            </a:r>
            <a:r>
              <a:rPr lang="it-IT" altLang="zh-TW" sz="1700">
                <a:latin typeface="Consolas" panose="020B0609020204030204" pitchFamily="49" charset="0"/>
                <a:ea typeface="+mj-ea"/>
              </a:rPr>
              <a:t>Part API</a:t>
            </a:r>
          </a:p>
          <a:p>
            <a:pPr lvl="1" algn="just"/>
            <a:r>
              <a:rPr lang="en-US" altLang="zh-TW" sz="1700">
                <a:latin typeface="Consolas" panose="020B0609020204030204" pitchFamily="49" charset="0"/>
                <a:ea typeface="+mj-ea"/>
              </a:rPr>
              <a:t>【</a:t>
            </a:r>
            <a:r>
              <a:rPr lang="zh-TW" altLang="en-US" sz="1700">
                <a:latin typeface="Consolas" panose="020B0609020204030204" pitchFamily="49" charset="0"/>
                <a:ea typeface="+mj-ea"/>
              </a:rPr>
              <a:t>屬性解釋</a:t>
            </a:r>
            <a:r>
              <a:rPr lang="en-US" altLang="zh-TW" sz="1700">
                <a:latin typeface="Consolas" panose="020B0609020204030204" pitchFamily="49" charset="0"/>
                <a:ea typeface="+mj-ea"/>
              </a:rPr>
              <a:t>】</a:t>
            </a:r>
          </a:p>
          <a:p>
            <a:pPr lvl="2" algn="just"/>
            <a:r>
              <a:rPr lang="en-US" altLang="zh-TW" sz="1700">
                <a:solidFill>
                  <a:srgbClr val="FF0000"/>
                </a:solidFill>
                <a:latin typeface="Consolas" panose="020B0609020204030204" pitchFamily="49" charset="0"/>
                <a:ea typeface="+mj-ea"/>
              </a:rPr>
              <a:t>location</a:t>
            </a:r>
          </a:p>
          <a:p>
            <a:pPr lvl="2" algn="just"/>
            <a:r>
              <a:rPr lang="en-US" altLang="zh-TW" sz="1700">
                <a:latin typeface="Consolas" panose="020B0609020204030204" pitchFamily="49" charset="0"/>
                <a:ea typeface="+mj-ea"/>
              </a:rPr>
              <a:t>	String</a:t>
            </a:r>
            <a:r>
              <a:rPr lang="zh-TW" altLang="en-US" sz="1700">
                <a:latin typeface="Consolas" panose="020B0609020204030204" pitchFamily="49" charset="0"/>
                <a:ea typeface="+mj-ea"/>
              </a:rPr>
              <a:t>，檔案儲存目錄，預設值為空字串</a:t>
            </a:r>
            <a:endParaRPr lang="en-US" altLang="zh-TW" sz="1700">
              <a:latin typeface="Consolas" panose="020B0609020204030204" pitchFamily="49" charset="0"/>
              <a:ea typeface="+mj-ea"/>
            </a:endParaRPr>
          </a:p>
          <a:p>
            <a:pPr lvl="2" algn="just"/>
            <a:r>
              <a:rPr lang="en-US" altLang="zh-TW" sz="1700">
                <a:solidFill>
                  <a:srgbClr val="FF0000"/>
                </a:solidFill>
                <a:latin typeface="Consolas" panose="020B0609020204030204" pitchFamily="49" charset="0"/>
                <a:ea typeface="+mj-ea"/>
              </a:rPr>
              <a:t>fileSizeThreshold</a:t>
            </a:r>
          </a:p>
          <a:p>
            <a:pPr lvl="2" algn="just"/>
            <a:r>
              <a:rPr lang="en-US" altLang="zh-TW" sz="1700">
                <a:latin typeface="Consolas" panose="020B0609020204030204" pitchFamily="49" charset="0"/>
                <a:ea typeface="+mj-ea"/>
              </a:rPr>
              <a:t>	int</a:t>
            </a:r>
            <a:r>
              <a:rPr lang="zh-TW" altLang="en-US" sz="1700">
                <a:latin typeface="Consolas" panose="020B0609020204030204" pitchFamily="49" charset="0"/>
                <a:ea typeface="+mj-ea"/>
              </a:rPr>
              <a:t>，設定檔案讀取大小，超過設定值會寫入</a:t>
            </a:r>
            <a:r>
              <a:rPr lang="en-US" altLang="zh-TW" sz="1700">
                <a:latin typeface="Consolas" panose="020B0609020204030204" pitchFamily="49" charset="0"/>
                <a:ea typeface="+mj-ea"/>
              </a:rPr>
              <a:t>location</a:t>
            </a:r>
            <a:r>
              <a:rPr lang="zh-TW" altLang="en-US" sz="1700">
                <a:latin typeface="Consolas" panose="020B0609020204030204" pitchFamily="49" charset="0"/>
                <a:ea typeface="+mj-ea"/>
              </a:rPr>
              <a:t>，預設值為</a:t>
            </a:r>
            <a:r>
              <a:rPr lang="en-US" altLang="zh-TW" sz="1700">
                <a:latin typeface="Consolas" panose="020B0609020204030204" pitchFamily="49" charset="0"/>
                <a:ea typeface="+mj-ea"/>
              </a:rPr>
              <a:t>0</a:t>
            </a:r>
          </a:p>
          <a:p>
            <a:pPr lvl="2" algn="just"/>
            <a:r>
              <a:rPr lang="en-US" altLang="zh-TW" sz="1700">
                <a:solidFill>
                  <a:srgbClr val="FF0000"/>
                </a:solidFill>
                <a:latin typeface="Consolas" panose="020B0609020204030204" pitchFamily="49" charset="0"/>
                <a:ea typeface="+mj-ea"/>
              </a:rPr>
              <a:t>maxFileSize</a:t>
            </a:r>
            <a:endParaRPr lang="en-US" altLang="zh-TW" sz="1700">
              <a:latin typeface="Consolas" panose="020B0609020204030204" pitchFamily="49" charset="0"/>
              <a:ea typeface="+mj-ea"/>
            </a:endParaRPr>
          </a:p>
          <a:p>
            <a:pPr lvl="3" algn="just"/>
            <a:r>
              <a:rPr lang="en-US" altLang="zh-TW" sz="1700">
                <a:latin typeface="Consolas" panose="020B0609020204030204" pitchFamily="49" charset="0"/>
                <a:ea typeface="+mj-ea"/>
              </a:rPr>
              <a:t>long</a:t>
            </a:r>
            <a:r>
              <a:rPr lang="zh-TW" altLang="en-US" sz="1700">
                <a:latin typeface="Consolas" panose="020B0609020204030204" pitchFamily="49" charset="0"/>
                <a:ea typeface="+mj-ea"/>
              </a:rPr>
              <a:t>，設定單筆檔案大小限制，單位是</a:t>
            </a:r>
            <a:r>
              <a:rPr lang="en-US" altLang="zh-TW" sz="1700">
                <a:latin typeface="Consolas" panose="020B0609020204030204" pitchFamily="49" charset="0"/>
                <a:ea typeface="+mj-ea"/>
              </a:rPr>
              <a:t>byte</a:t>
            </a:r>
            <a:r>
              <a:rPr lang="zh-TW" altLang="en-US" sz="1700">
                <a:latin typeface="Consolas" panose="020B0609020204030204" pitchFamily="49" charset="0"/>
                <a:ea typeface="+mj-ea"/>
              </a:rPr>
              <a:t>，預設值是</a:t>
            </a:r>
            <a:r>
              <a:rPr lang="en-US" altLang="zh-TW" sz="1700">
                <a:latin typeface="Consolas" panose="020B0609020204030204" pitchFamily="49" charset="0"/>
                <a:ea typeface="+mj-ea"/>
              </a:rPr>
              <a:t>-1L</a:t>
            </a:r>
            <a:r>
              <a:rPr lang="zh-TW" altLang="en-US" sz="1700">
                <a:latin typeface="Consolas" panose="020B0609020204030204" pitchFamily="49" charset="0"/>
                <a:ea typeface="+mj-ea"/>
              </a:rPr>
              <a:t>，表示無限制，超過會拋出</a:t>
            </a:r>
            <a:r>
              <a:rPr lang="en-US" altLang="zh-TW" sz="1700">
                <a:latin typeface="Consolas" panose="020B0609020204030204" pitchFamily="49" charset="0"/>
                <a:ea typeface="+mj-ea"/>
              </a:rPr>
              <a:t>IllegalStateException</a:t>
            </a:r>
            <a:r>
              <a:rPr lang="zh-TW" altLang="en-US" sz="1700">
                <a:latin typeface="Consolas" panose="020B0609020204030204" pitchFamily="49" charset="0"/>
                <a:ea typeface="+mj-ea"/>
              </a:rPr>
              <a:t>。</a:t>
            </a:r>
            <a:endParaRPr lang="en-US" altLang="zh-TW" sz="1700">
              <a:latin typeface="Consolas" panose="020B0609020204030204" pitchFamily="49" charset="0"/>
              <a:ea typeface="+mj-ea"/>
            </a:endParaRPr>
          </a:p>
          <a:p>
            <a:pPr lvl="2" algn="just"/>
            <a:r>
              <a:rPr lang="en-US" altLang="zh-TW" sz="1700">
                <a:solidFill>
                  <a:srgbClr val="FF0000"/>
                </a:solidFill>
                <a:latin typeface="Consolas" panose="020B0609020204030204" pitchFamily="49" charset="0"/>
                <a:ea typeface="+mj-ea"/>
              </a:rPr>
              <a:t>maxRequestSize</a:t>
            </a:r>
          </a:p>
          <a:p>
            <a:pPr lvl="2" algn="just"/>
            <a:r>
              <a:rPr lang="en-US" altLang="zh-TW" sz="1700">
                <a:latin typeface="Consolas" panose="020B0609020204030204" pitchFamily="49" charset="0"/>
                <a:ea typeface="+mj-ea"/>
              </a:rPr>
              <a:t>	long</a:t>
            </a:r>
            <a:r>
              <a:rPr lang="zh-TW" altLang="en-US" sz="1700">
                <a:latin typeface="Consolas" panose="020B0609020204030204" pitchFamily="49" charset="0"/>
                <a:ea typeface="+mj-ea"/>
              </a:rPr>
              <a:t>，總和檔案大小限制</a:t>
            </a:r>
            <a:r>
              <a:rPr lang="en-US" altLang="zh-TW" sz="1700">
                <a:latin typeface="Consolas" panose="020B0609020204030204" pitchFamily="49" charset="0"/>
                <a:ea typeface="+mj-ea"/>
              </a:rPr>
              <a:t>(</a:t>
            </a:r>
            <a:r>
              <a:rPr lang="zh-TW" altLang="en-US" sz="1700">
                <a:latin typeface="Consolas" panose="020B0609020204030204" pitchFamily="49" charset="0"/>
                <a:ea typeface="+mj-ea"/>
              </a:rPr>
              <a:t>若有多筆</a:t>
            </a:r>
            <a:r>
              <a:rPr lang="en-US" altLang="zh-TW" sz="1700">
                <a:latin typeface="Consolas" panose="020B0609020204030204" pitchFamily="49" charset="0"/>
                <a:ea typeface="+mj-ea"/>
              </a:rPr>
              <a:t>input)</a:t>
            </a:r>
            <a:r>
              <a:rPr lang="zh-TW" altLang="en-US" sz="1700">
                <a:latin typeface="Consolas" panose="020B0609020204030204" pitchFamily="49" charset="0"/>
                <a:ea typeface="+mj-ea"/>
              </a:rPr>
              <a:t>，預設值是</a:t>
            </a:r>
            <a:r>
              <a:rPr lang="en-US" altLang="zh-TW" sz="1700">
                <a:latin typeface="Consolas" panose="020B0609020204030204" pitchFamily="49" charset="0"/>
                <a:ea typeface="+mj-ea"/>
              </a:rPr>
              <a:t>-1L</a:t>
            </a:r>
          </a:p>
        </p:txBody>
      </p:sp>
    </p:spTree>
    <p:extLst>
      <p:ext uri="{BB962C8B-B14F-4D97-AF65-F5344CB8AC3E}">
        <p14:creationId xmlns:p14="http://schemas.microsoft.com/office/powerpoint/2010/main" val="7093447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sz="half" idx="2"/>
          </p:nvPr>
        </p:nvSpPr>
        <p:spPr>
          <a:xfrm>
            <a:off x="8331200" y="654967"/>
            <a:ext cx="3860800" cy="5617817"/>
          </a:xfrm>
        </p:spPr>
        <p:txBody>
          <a:bodyPr>
            <a:noAutofit/>
          </a:bodyPr>
          <a:lstStyle/>
          <a:p>
            <a:pPr algn="just"/>
            <a:r>
              <a:rPr lang="zh-TW" altLang="en-US" sz="1750" b="1">
                <a:latin typeface="Consolas" panose="020B0609020204030204" pitchFamily="49" charset="0"/>
                <a:ea typeface="+mj-ea"/>
              </a:rPr>
              <a:t>關於檔案命名，實務上要盡量避免讓使用者自行命名檔案。惡意使用者可能會在上傳檔案名稱中添加特定路徑或特定命名，企圖覆蓋系統檔案；存入資料庫也需注意</a:t>
            </a:r>
            <a:r>
              <a:rPr lang="en-US" altLang="zh-TW" sz="1750" b="1">
                <a:latin typeface="Consolas" panose="020B0609020204030204" pitchFamily="49" charset="0"/>
                <a:ea typeface="+mj-ea"/>
              </a:rPr>
              <a:t>SQL Injection</a:t>
            </a:r>
            <a:r>
              <a:rPr lang="zh-TW" altLang="en-US" sz="1750" b="1">
                <a:latin typeface="Consolas" panose="020B0609020204030204" pitchFamily="49" charset="0"/>
                <a:ea typeface="+mj-ea"/>
              </a:rPr>
              <a:t>問題。</a:t>
            </a:r>
            <a:endParaRPr lang="en-US" altLang="zh-TW" sz="1750" b="1">
              <a:latin typeface="Consolas" panose="020B0609020204030204" pitchFamily="49" charset="0"/>
              <a:ea typeface="+mj-ea"/>
            </a:endParaRPr>
          </a:p>
          <a:p>
            <a:pPr algn="just">
              <a:spcBef>
                <a:spcPts val="1200"/>
              </a:spcBef>
            </a:pPr>
            <a:r>
              <a:rPr lang="zh-TW" altLang="en-US" sz="1750" b="1">
                <a:latin typeface="Consolas" panose="020B0609020204030204" pitchFamily="49" charset="0"/>
                <a:ea typeface="+mj-ea"/>
              </a:rPr>
              <a:t>上傳檔案後，</a:t>
            </a:r>
            <a:r>
              <a:rPr lang="en-US" altLang="zh-TW" sz="1750" b="1">
                <a:latin typeface="Consolas" panose="020B0609020204030204" pitchFamily="49" charset="0"/>
                <a:ea typeface="+mj-ea"/>
              </a:rPr>
              <a:t>Sever</a:t>
            </a:r>
            <a:r>
              <a:rPr lang="zh-TW" altLang="en-US" sz="1750" b="1">
                <a:latin typeface="Consolas" panose="020B0609020204030204" pitchFamily="49" charset="0"/>
                <a:ea typeface="+mj-ea"/>
              </a:rPr>
              <a:t>檔案命名建議使用自己的命名規則，</a:t>
            </a:r>
            <a:r>
              <a:rPr lang="en-US" altLang="zh-TW" sz="1750" b="1">
                <a:latin typeface="Consolas" panose="020B0609020204030204" pitchFamily="49" charset="0"/>
                <a:ea typeface="+mj-ea"/>
              </a:rPr>
              <a:t>Client</a:t>
            </a:r>
            <a:r>
              <a:rPr lang="zh-TW" altLang="en-US" sz="1750" b="1">
                <a:latin typeface="Consolas" panose="020B0609020204030204" pitchFamily="49" charset="0"/>
                <a:ea typeface="+mj-ea"/>
              </a:rPr>
              <a:t>端顯示可由使用者決定</a:t>
            </a:r>
            <a:r>
              <a:rPr lang="en-US" altLang="zh-TW" sz="1750" b="1">
                <a:latin typeface="Consolas" panose="020B0609020204030204" pitchFamily="49" charset="0"/>
                <a:ea typeface="+mj-ea"/>
              </a:rPr>
              <a:t>(</a:t>
            </a:r>
            <a:r>
              <a:rPr lang="zh-TW" altLang="en-US" sz="1750" b="1">
                <a:latin typeface="Consolas" panose="020B0609020204030204" pitchFamily="49" charset="0"/>
                <a:ea typeface="+mj-ea"/>
              </a:rPr>
              <a:t>同一張資料表有兩個「名稱」欄位</a:t>
            </a:r>
            <a:r>
              <a:rPr lang="en-US" altLang="zh-TW" sz="1750" b="1">
                <a:latin typeface="Consolas" panose="020B0609020204030204" pitchFamily="49" charset="0"/>
                <a:ea typeface="+mj-ea"/>
              </a:rPr>
              <a:t>)</a:t>
            </a:r>
            <a:r>
              <a:rPr lang="zh-TW" altLang="en-US" sz="1750" b="1">
                <a:latin typeface="Consolas" panose="020B0609020204030204" pitchFamily="49" charset="0"/>
                <a:ea typeface="+mj-ea"/>
              </a:rPr>
              <a:t>。</a:t>
            </a:r>
            <a:endParaRPr lang="en-US" altLang="zh-TW" sz="1750" b="1">
              <a:latin typeface="Consolas" panose="020B0609020204030204" pitchFamily="49" charset="0"/>
              <a:ea typeface="+mj-ea"/>
            </a:endParaRPr>
          </a:p>
          <a:p>
            <a:pPr>
              <a:spcBef>
                <a:spcPts val="1200"/>
              </a:spcBef>
            </a:pPr>
            <a:r>
              <a:rPr lang="zh-TW" altLang="en-US" sz="1750" b="1">
                <a:latin typeface="Consolas" panose="020B0609020204030204" pitchFamily="49" charset="0"/>
                <a:ea typeface="+mj-ea"/>
              </a:rPr>
              <a:t>此外，關於取得檔名，</a:t>
            </a:r>
            <a:r>
              <a:rPr lang="en-US" altLang="zh-TW" sz="1750" b="1">
                <a:latin typeface="Consolas" panose="020B0609020204030204" pitchFamily="49" charset="0"/>
                <a:ea typeface="+mj-ea"/>
              </a:rPr>
              <a:t>part</a:t>
            </a:r>
            <a:r>
              <a:rPr lang="zh-TW" altLang="en-US" sz="1750" b="1">
                <a:latin typeface="Consolas" panose="020B0609020204030204" pitchFamily="49" charset="0"/>
                <a:ea typeface="+mj-ea"/>
              </a:rPr>
              <a:t>物件的</a:t>
            </a:r>
            <a:r>
              <a:rPr lang="en-US" altLang="zh-TW" sz="1650" b="1">
                <a:latin typeface="Consolas" panose="020B0609020204030204" pitchFamily="49" charset="0"/>
                <a:ea typeface="+mj-ea"/>
              </a:rPr>
              <a:t>getHeader("content-disposition")</a:t>
            </a:r>
            <a:r>
              <a:rPr lang="zh-TW" altLang="en-US" sz="1650" b="1">
                <a:latin typeface="Consolas" panose="020B0609020204030204" pitchFamily="49" charset="0"/>
                <a:ea typeface="+mj-ea"/>
              </a:rPr>
              <a:t>中</a:t>
            </a:r>
            <a:r>
              <a:rPr lang="zh-TW" altLang="en-US" sz="1750" b="1">
                <a:latin typeface="Consolas" panose="020B0609020204030204" pitchFamily="49" charset="0"/>
                <a:ea typeface="+mj-ea"/>
              </a:rPr>
              <a:t>夾帶的</a:t>
            </a:r>
            <a:r>
              <a:rPr lang="en-US" altLang="zh-TW" sz="1750" b="1">
                <a:latin typeface="Consolas" panose="020B0609020204030204" pitchFamily="49" charset="0"/>
                <a:ea typeface="+mj-ea"/>
              </a:rPr>
              <a:t>filename</a:t>
            </a:r>
            <a:r>
              <a:rPr lang="zh-TW" altLang="en-US" sz="1750" b="1">
                <a:latin typeface="Consolas" panose="020B0609020204030204" pitchFamily="49" charset="0"/>
                <a:ea typeface="+mj-ea"/>
              </a:rPr>
              <a:t>資訊，在不同瀏覽器可能會有不同的回傳值。</a:t>
            </a:r>
            <a:endParaRPr lang="en-US" altLang="zh-TW" sz="1750" b="1">
              <a:latin typeface="Consolas" panose="020B0609020204030204" pitchFamily="49" charset="0"/>
              <a:ea typeface="+mj-ea"/>
            </a:endParaRPr>
          </a:p>
          <a:p>
            <a:pPr>
              <a:spcBef>
                <a:spcPts val="0"/>
              </a:spcBef>
            </a:pPr>
            <a:r>
              <a:rPr lang="zh-TW" altLang="en-US" sz="1750" b="1">
                <a:latin typeface="Consolas" panose="020B0609020204030204" pitchFamily="49" charset="0"/>
                <a:ea typeface="+mj-ea"/>
              </a:rPr>
              <a:t>要使用正規表達式或</a:t>
            </a:r>
            <a:r>
              <a:rPr lang="en-US" altLang="zh-TW" sz="1750" b="1">
                <a:latin typeface="Consolas" panose="020B0609020204030204" pitchFamily="49" charset="0"/>
                <a:ea typeface="+mj-ea"/>
              </a:rPr>
              <a:t>String</a:t>
            </a:r>
            <a:r>
              <a:rPr lang="zh-TW" altLang="en-US" sz="1750" b="1">
                <a:latin typeface="Consolas" panose="020B0609020204030204" pitchFamily="49" charset="0"/>
                <a:ea typeface="+mj-ea"/>
              </a:rPr>
              <a:t>物件的方法來過濾想要的資訊。</a:t>
            </a:r>
            <a:endParaRPr lang="en-US" altLang="zh-TW" sz="1750" b="1">
              <a:latin typeface="Consolas" panose="020B0609020204030204" pitchFamily="49" charset="0"/>
              <a:ea typeface="+mj-ea"/>
            </a:endParaRPr>
          </a:p>
          <a:p>
            <a:pPr algn="just"/>
            <a:endParaRPr lang="en-US" altLang="zh-TW" sz="1750" b="1">
              <a:latin typeface="Consolas" panose="020B0609020204030204" pitchFamily="49" charset="0"/>
              <a:ea typeface="+mj-ea"/>
            </a:endParaRPr>
          </a:p>
          <a:p>
            <a:pPr algn="just"/>
            <a:endParaRPr lang="en-US" altLang="zh-TW" sz="1750" b="1">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DE0C7043-5B7F-4E55-B9C2-004C86B4F74C}"/>
              </a:ext>
            </a:extLst>
          </p:cNvPr>
          <p:cNvSpPr>
            <a:spLocks noGrp="1"/>
          </p:cNvSpPr>
          <p:nvPr>
            <p:ph type="sldNum" sz="quarter" idx="12"/>
          </p:nvPr>
        </p:nvSpPr>
        <p:spPr/>
        <p:txBody>
          <a:bodyPr/>
          <a:lstStyle/>
          <a:p>
            <a:fld id="{B521127C-0C56-461F-B517-0D483F216F7D}" type="slidenum">
              <a:rPr lang="zh-TW" altLang="en-US" smtClean="0"/>
              <a:t>59</a:t>
            </a:fld>
            <a:endParaRPr lang="zh-TW" altLang="en-US"/>
          </a:p>
        </p:txBody>
      </p:sp>
      <p:sp>
        <p:nvSpPr>
          <p:cNvPr id="9" name="矩形 8"/>
          <p:cNvSpPr/>
          <p:nvPr/>
        </p:nvSpPr>
        <p:spPr>
          <a:xfrm>
            <a:off x="8331200" y="174836"/>
            <a:ext cx="3860800" cy="480131"/>
          </a:xfrm>
          <a:prstGeom prst="rect">
            <a:avLst/>
          </a:prstGeom>
        </p:spPr>
        <p:txBody>
          <a:bodyPr wrap="square">
            <a:spAutoFit/>
          </a:bodyPr>
          <a:lstStyle/>
          <a:p>
            <a:pPr algn="ctr" defTabSz="914400">
              <a:lnSpc>
                <a:spcPct val="90000"/>
              </a:lnSpc>
              <a:spcBef>
                <a:spcPct val="0"/>
              </a:spcBef>
            </a:pPr>
            <a:r>
              <a:rPr lang="en-US" altLang="zh-TW" sz="2800" b="1">
                <a:latin typeface="+mj-lt"/>
                <a:ea typeface="+mj-ea"/>
                <a:cs typeface="+mj-cs"/>
              </a:rPr>
              <a:t>Part</a:t>
            </a:r>
            <a:r>
              <a:rPr lang="zh-TW" altLang="en-US" sz="2800" b="1">
                <a:latin typeface="+mj-lt"/>
                <a:ea typeface="+mj-ea"/>
                <a:cs typeface="+mj-cs"/>
              </a:rPr>
              <a:t>介面方法</a:t>
            </a:r>
            <a:endParaRPr lang="en-US" altLang="zh-TW" sz="2800" b="1">
              <a:latin typeface="+mj-lt"/>
              <a:ea typeface="+mj-ea"/>
              <a:cs typeface="+mj-cs"/>
            </a:endParaRPr>
          </a:p>
        </p:txBody>
      </p:sp>
      <p:sp>
        <p:nvSpPr>
          <p:cNvPr id="30" name="文字方塊 29">
            <a:extLst>
              <a:ext uri="{FF2B5EF4-FFF2-40B4-BE49-F238E27FC236}">
                <a16:creationId xmlns:a16="http://schemas.microsoft.com/office/drawing/2014/main" id="{8570CFE9-0731-4434-8914-6944777BFE6D}"/>
              </a:ext>
            </a:extLst>
          </p:cNvPr>
          <p:cNvSpPr txBox="1">
            <a:spLocks/>
          </p:cNvSpPr>
          <p:nvPr/>
        </p:nvSpPr>
        <p:spPr>
          <a:xfrm>
            <a:off x="55359" y="74235"/>
            <a:ext cx="8122597" cy="6771084"/>
          </a:xfrm>
          <a:prstGeom prst="rect">
            <a:avLst/>
          </a:prstGeom>
          <a:noFill/>
        </p:spPr>
        <p:txBody>
          <a:bodyPr wrap="square">
            <a:spAutoFit/>
          </a:bodyPr>
          <a:lstStyle/>
          <a:p>
            <a:pPr marL="285750" indent="-285750" algn="just">
              <a:buFont typeface="Arial" panose="020B0604020202020204" pitchFamily="34" charset="0"/>
              <a:buChar char="•"/>
            </a:pPr>
            <a:r>
              <a:rPr lang="en-US" altLang="zh-TW" sz="1700">
                <a:solidFill>
                  <a:srgbClr val="1890C3"/>
                </a:solidFill>
                <a:latin typeface="Consolas" panose="020B0609020204030204" pitchFamily="49" charset="0"/>
                <a:ea typeface="+mj-ea"/>
              </a:rPr>
              <a:t>Collection&lt;String&gt; </a:t>
            </a:r>
            <a:r>
              <a:rPr lang="en-US" altLang="zh-TW" sz="1700">
                <a:latin typeface="Consolas" panose="020B0609020204030204" pitchFamily="49" charset="0"/>
                <a:ea typeface="+mj-ea"/>
              </a:rPr>
              <a:t>part.getHeaderNames(</a:t>
            </a:r>
            <a:r>
              <a:rPr lang="zh-TW" altLang="en-US" sz="1700">
                <a:latin typeface="Consolas" panose="020B0609020204030204" pitchFamily="49" charset="0"/>
                <a:ea typeface="+mj-ea"/>
              </a:rPr>
              <a:t> </a:t>
            </a:r>
            <a:r>
              <a:rPr lang="en-US" altLang="zh-TW" sz="1700">
                <a:latin typeface="Consolas" panose="020B0609020204030204" pitchFamily="49" charset="0"/>
                <a:ea typeface="+mj-ea"/>
              </a:rPr>
              <a:t>)</a:t>
            </a:r>
          </a:p>
          <a:p>
            <a:pPr lvl="1" algn="just"/>
            <a:r>
              <a:rPr lang="zh-TW" altLang="en-US" sz="1700">
                <a:latin typeface="Consolas" panose="020B0609020204030204" pitchFamily="49" charset="0"/>
                <a:ea typeface="+mj-ea"/>
              </a:rPr>
              <a:t>回傳</a:t>
            </a:r>
            <a:r>
              <a:rPr lang="en-US" altLang="zh-TW" sz="1700">
                <a:latin typeface="Consolas" panose="020B0609020204030204" pitchFamily="49" charset="0"/>
                <a:ea typeface="+mj-ea"/>
              </a:rPr>
              <a:t>part</a:t>
            </a:r>
            <a:r>
              <a:rPr lang="zh-TW" altLang="en-US" sz="1700">
                <a:latin typeface="Consolas" panose="020B0609020204030204" pitchFamily="49" charset="0"/>
                <a:ea typeface="+mj-ea"/>
              </a:rPr>
              <a:t>物件的所有</a:t>
            </a:r>
            <a:r>
              <a:rPr lang="en-US" altLang="zh-TW" sz="1700">
                <a:latin typeface="Consolas" panose="020B0609020204030204" pitchFamily="49" charset="0"/>
                <a:ea typeface="+mj-ea"/>
              </a:rPr>
              <a:t>header</a:t>
            </a:r>
            <a:r>
              <a:rPr lang="zh-TW" altLang="en-US" sz="1700">
                <a:latin typeface="Consolas" panose="020B0609020204030204" pitchFamily="49" charset="0"/>
                <a:ea typeface="+mj-ea"/>
              </a:rPr>
              <a:t>名稱。因</a:t>
            </a:r>
            <a:r>
              <a:rPr lang="en-US" altLang="zh-TW" sz="1700">
                <a:latin typeface="Consolas" panose="020B0609020204030204" pitchFamily="49" charset="0"/>
                <a:ea typeface="+mj-ea"/>
              </a:rPr>
              <a:t>Collection</a:t>
            </a:r>
            <a:r>
              <a:rPr lang="zh-TW" altLang="en-US" sz="1700">
                <a:latin typeface="Consolas" panose="020B0609020204030204" pitchFamily="49" charset="0"/>
                <a:ea typeface="+mj-ea"/>
              </a:rPr>
              <a:t>物件特性，可直接使用</a:t>
            </a:r>
            <a:r>
              <a:rPr lang="en-US" altLang="zh-TW" sz="1700">
                <a:latin typeface="Consolas" panose="020B0609020204030204" pitchFamily="49" charset="0"/>
                <a:ea typeface="+mj-ea"/>
              </a:rPr>
              <a:t>System.out.println(part.getHeaderNames(</a:t>
            </a:r>
            <a:r>
              <a:rPr lang="zh-TW" altLang="en-US" sz="1700">
                <a:latin typeface="Consolas" panose="020B0609020204030204" pitchFamily="49" charset="0"/>
                <a:ea typeface="+mj-ea"/>
              </a:rPr>
              <a:t> </a:t>
            </a:r>
            <a:r>
              <a:rPr lang="en-US" altLang="zh-TW" sz="1700">
                <a:latin typeface="Consolas" panose="020B0609020204030204" pitchFamily="49" charset="0"/>
                <a:ea typeface="+mj-ea"/>
              </a:rPr>
              <a:t>))</a:t>
            </a:r>
            <a:r>
              <a:rPr lang="zh-TW" altLang="en-US" sz="1700">
                <a:latin typeface="Consolas" panose="020B0609020204030204" pitchFamily="49" charset="0"/>
                <a:ea typeface="+mj-ea"/>
              </a:rPr>
              <a:t>，印出所有內容。</a:t>
            </a:r>
            <a:endParaRPr lang="en-US" altLang="zh-TW" sz="1700">
              <a:latin typeface="Consolas" panose="020B0609020204030204" pitchFamily="49" charset="0"/>
              <a:ea typeface="+mj-ea"/>
            </a:endParaRPr>
          </a:p>
          <a:p>
            <a:pPr lvl="1" algn="just"/>
            <a:endParaRPr lang="zh-TW" altLang="en-US" sz="1100">
              <a:latin typeface="Consolas" panose="020B0609020204030204" pitchFamily="49" charset="0"/>
              <a:ea typeface="+mj-ea"/>
            </a:endParaRPr>
          </a:p>
          <a:p>
            <a:pPr marL="285750" indent="-285750" algn="just">
              <a:buFont typeface="Arial" panose="020B0604020202020204" pitchFamily="34" charset="0"/>
              <a:buChar char="•"/>
            </a:pPr>
            <a:r>
              <a:rPr lang="en-US" altLang="zh-TW" sz="1700">
                <a:solidFill>
                  <a:srgbClr val="1890C3"/>
                </a:solidFill>
                <a:latin typeface="Consolas" panose="020B0609020204030204" pitchFamily="49" charset="0"/>
                <a:ea typeface="+mj-ea"/>
              </a:rPr>
              <a:t>String</a:t>
            </a:r>
            <a:r>
              <a:rPr lang="en-US" altLang="zh-TW" sz="1700">
                <a:latin typeface="Consolas" panose="020B0609020204030204" pitchFamily="49" charset="0"/>
                <a:ea typeface="+mj-ea"/>
              </a:rPr>
              <a:t> part.getHeader(String name)</a:t>
            </a:r>
          </a:p>
          <a:p>
            <a:pPr lvl="1" algn="just"/>
            <a:r>
              <a:rPr lang="zh-TW" altLang="en-US" sz="1700">
                <a:latin typeface="Consolas" panose="020B0609020204030204" pitchFamily="49" charset="0"/>
                <a:ea typeface="+mj-ea"/>
              </a:rPr>
              <a:t>根據屬性名稱取得</a:t>
            </a:r>
            <a:r>
              <a:rPr lang="en-US" altLang="zh-TW" sz="1700">
                <a:latin typeface="Consolas" panose="020B0609020204030204" pitchFamily="49" charset="0"/>
                <a:ea typeface="+mj-ea"/>
              </a:rPr>
              <a:t>Part</a:t>
            </a:r>
            <a:r>
              <a:rPr lang="zh-TW" altLang="en-US" sz="1700">
                <a:latin typeface="Consolas" panose="020B0609020204030204" pitchFamily="49" charset="0"/>
                <a:ea typeface="+mj-ea"/>
              </a:rPr>
              <a:t>的</a:t>
            </a:r>
            <a:r>
              <a:rPr lang="en-US" altLang="zh-TW" sz="1700">
                <a:latin typeface="Consolas" panose="020B0609020204030204" pitchFamily="49" charset="0"/>
                <a:ea typeface="+mj-ea"/>
              </a:rPr>
              <a:t>Header</a:t>
            </a:r>
            <a:r>
              <a:rPr lang="zh-TW" altLang="en-US" sz="1700">
                <a:latin typeface="Consolas" panose="020B0609020204030204" pitchFamily="49" charset="0"/>
                <a:ea typeface="+mj-ea"/>
              </a:rPr>
              <a:t>屬性值，其中</a:t>
            </a:r>
            <a:r>
              <a:rPr lang="en-US" altLang="zh-TW" sz="1700">
                <a:latin typeface="Consolas" panose="020B0609020204030204" pitchFamily="49" charset="0"/>
                <a:ea typeface="+mj-ea"/>
              </a:rPr>
              <a:t>content-disposition</a:t>
            </a:r>
            <a:r>
              <a:rPr lang="zh-TW" altLang="en-US" sz="1700">
                <a:latin typeface="Consolas" panose="020B0609020204030204" pitchFamily="49" charset="0"/>
                <a:ea typeface="+mj-ea"/>
              </a:rPr>
              <a:t>含有上傳檔案名稱；</a:t>
            </a:r>
            <a:r>
              <a:rPr lang="en-US" altLang="zh-TW" sz="1700">
                <a:latin typeface="Consolas" panose="020B0609020204030204" pitchFamily="49" charset="0"/>
                <a:ea typeface="+mj-ea"/>
              </a:rPr>
              <a:t>content-type</a:t>
            </a:r>
            <a:r>
              <a:rPr lang="zh-TW" altLang="en-US" sz="1700">
                <a:latin typeface="Consolas" panose="020B0609020204030204" pitchFamily="49" charset="0"/>
                <a:ea typeface="+mj-ea"/>
              </a:rPr>
              <a:t>表示上傳檔案</a:t>
            </a:r>
            <a:r>
              <a:rPr lang="en-US" altLang="zh-TW" sz="1700">
                <a:latin typeface="Consolas" panose="020B0609020204030204" pitchFamily="49" charset="0"/>
                <a:ea typeface="+mj-ea"/>
              </a:rPr>
              <a:t>Mime type</a:t>
            </a:r>
            <a:r>
              <a:rPr lang="zh-TW" altLang="en-US" sz="1700">
                <a:latin typeface="Consolas" panose="020B0609020204030204" pitchFamily="49" charset="0"/>
                <a:ea typeface="+mj-ea"/>
              </a:rPr>
              <a:t>。</a:t>
            </a:r>
            <a:endParaRPr lang="en-US" altLang="zh-TW" sz="1700">
              <a:latin typeface="Consolas" panose="020B0609020204030204" pitchFamily="49" charset="0"/>
              <a:ea typeface="+mj-ea"/>
            </a:endParaRPr>
          </a:p>
          <a:p>
            <a:pPr lvl="1"/>
            <a:endParaRPr lang="en-US" altLang="zh-TW" sz="1100">
              <a:latin typeface="Consolas" panose="020B0609020204030204" pitchFamily="49" charset="0"/>
              <a:ea typeface="+mj-ea"/>
            </a:endParaRPr>
          </a:p>
          <a:p>
            <a:pPr marL="285750" indent="-285750" algn="just">
              <a:buFont typeface="Arial" panose="020B0604020202020204" pitchFamily="34" charset="0"/>
              <a:buChar char="•"/>
            </a:pPr>
            <a:r>
              <a:rPr lang="en-US" altLang="zh-TW" sz="1700">
                <a:solidFill>
                  <a:srgbClr val="1890C3"/>
                </a:solidFill>
                <a:latin typeface="Consolas" panose="020B0609020204030204" pitchFamily="49" charset="0"/>
                <a:ea typeface="+mj-ea"/>
              </a:rPr>
              <a:t>Collection&lt;String&gt; </a:t>
            </a:r>
            <a:r>
              <a:rPr lang="en-US" altLang="zh-TW" sz="1700">
                <a:latin typeface="Consolas" panose="020B0609020204030204" pitchFamily="49" charset="0"/>
                <a:ea typeface="+mj-ea"/>
              </a:rPr>
              <a:t>part.getHeaders(String name)</a:t>
            </a:r>
          </a:p>
          <a:p>
            <a:pPr lvl="1" algn="just"/>
            <a:r>
              <a:rPr lang="zh-TW" altLang="en-US" sz="1700">
                <a:latin typeface="Consolas" panose="020B0609020204030204" pitchFamily="49" charset="0"/>
                <a:ea typeface="+mj-ea"/>
              </a:rPr>
              <a:t>若屬性值有多筆則使用此方法，回傳指定屬性名稱的屬性值集合。</a:t>
            </a:r>
            <a:endParaRPr lang="en-US" altLang="zh-TW" sz="1700">
              <a:latin typeface="Consolas" panose="020B0609020204030204" pitchFamily="49" charset="0"/>
              <a:ea typeface="+mj-ea"/>
            </a:endParaRPr>
          </a:p>
          <a:p>
            <a:pPr lvl="1" algn="just"/>
            <a:endParaRPr lang="en-US" altLang="zh-TW" sz="1100">
              <a:latin typeface="Consolas" panose="020B0609020204030204" pitchFamily="49" charset="0"/>
              <a:ea typeface="+mj-ea"/>
            </a:endParaRPr>
          </a:p>
          <a:p>
            <a:pPr marL="285750" indent="-285750" algn="just">
              <a:buFont typeface="Arial" panose="020B0604020202020204" pitchFamily="34" charset="0"/>
              <a:buChar char="•"/>
            </a:pPr>
            <a:r>
              <a:rPr lang="en-US" altLang="zh-TW" sz="1700">
                <a:solidFill>
                  <a:srgbClr val="1890C3"/>
                </a:solidFill>
                <a:latin typeface="Consolas" panose="020B0609020204030204" pitchFamily="49" charset="0"/>
                <a:ea typeface="+mj-ea"/>
              </a:rPr>
              <a:t>String</a:t>
            </a:r>
            <a:r>
              <a:rPr lang="en-US" altLang="zh-TW" sz="1700">
                <a:latin typeface="Consolas" panose="020B0609020204030204" pitchFamily="49" charset="0"/>
                <a:ea typeface="+mj-ea"/>
              </a:rPr>
              <a:t> part.getName( )</a:t>
            </a:r>
          </a:p>
          <a:p>
            <a:pPr lvl="1"/>
            <a:r>
              <a:rPr lang="zh-TW" altLang="en-US" sz="1700">
                <a:latin typeface="Consolas" panose="020B0609020204030204" pitchFamily="49" charset="0"/>
                <a:ea typeface="+mj-ea"/>
              </a:rPr>
              <a:t>回傳此項</a:t>
            </a:r>
            <a:r>
              <a:rPr lang="en-US" altLang="zh-TW" sz="1700">
                <a:latin typeface="Consolas" panose="020B0609020204030204" pitchFamily="49" charset="0"/>
                <a:ea typeface="+mj-ea"/>
              </a:rPr>
              <a:t>part</a:t>
            </a:r>
            <a:r>
              <a:rPr lang="zh-TW" altLang="en-US" sz="1700">
                <a:latin typeface="Consolas" panose="020B0609020204030204" pitchFamily="49" charset="0"/>
                <a:ea typeface="+mj-ea"/>
              </a:rPr>
              <a:t>在</a:t>
            </a:r>
            <a:r>
              <a:rPr lang="en-US" altLang="zh-TW" sz="1700">
                <a:latin typeface="Consolas" panose="020B0609020204030204" pitchFamily="49" charset="0"/>
                <a:ea typeface="+mj-ea"/>
              </a:rPr>
              <a:t>Html</a:t>
            </a:r>
            <a:r>
              <a:rPr lang="zh-TW" altLang="en-US" sz="1700">
                <a:latin typeface="Consolas" panose="020B0609020204030204" pitchFamily="49" charset="0"/>
                <a:ea typeface="+mj-ea"/>
              </a:rPr>
              <a:t>頁面中設定的</a:t>
            </a:r>
            <a:r>
              <a:rPr lang="en-US" altLang="zh-TW" sz="1700">
                <a:latin typeface="Consolas" panose="020B0609020204030204" pitchFamily="49" charset="0"/>
                <a:ea typeface="+mj-ea"/>
              </a:rPr>
              <a:t>name</a:t>
            </a:r>
            <a:r>
              <a:rPr lang="zh-TW" altLang="en-US" sz="1700">
                <a:latin typeface="Consolas" panose="020B0609020204030204" pitchFamily="49" charset="0"/>
                <a:ea typeface="+mj-ea"/>
              </a:rPr>
              <a:t>名稱，可用來過濾是否為檔案</a:t>
            </a:r>
            <a:r>
              <a:rPr lang="en-US" altLang="zh-TW" sz="1700">
                <a:latin typeface="Consolas" panose="020B0609020204030204" pitchFamily="49" charset="0"/>
                <a:ea typeface="+mj-ea"/>
              </a:rPr>
              <a:t>(</a:t>
            </a:r>
            <a:r>
              <a:rPr lang="zh-TW" altLang="en-US" sz="1700">
                <a:latin typeface="Consolas" panose="020B0609020204030204" pitchFamily="49" charset="0"/>
                <a:ea typeface="+mj-ea"/>
              </a:rPr>
              <a:t>而非文字或數值，但要注意</a:t>
            </a:r>
            <a:r>
              <a:rPr lang="en-US" altLang="zh-TW" sz="1700">
                <a:latin typeface="Consolas" panose="020B0609020204030204" pitchFamily="49" charset="0"/>
                <a:ea typeface="+mj-ea"/>
              </a:rPr>
              <a:t>name</a:t>
            </a:r>
            <a:r>
              <a:rPr lang="zh-TW" altLang="en-US" sz="1700">
                <a:latin typeface="Consolas" panose="020B0609020204030204" pitchFamily="49" charset="0"/>
                <a:ea typeface="+mj-ea"/>
              </a:rPr>
              <a:t>的命名規則</a:t>
            </a:r>
            <a:r>
              <a:rPr lang="en-US" altLang="zh-TW" sz="1700">
                <a:latin typeface="Consolas" panose="020B0609020204030204" pitchFamily="49" charset="0"/>
                <a:ea typeface="+mj-ea"/>
              </a:rPr>
              <a:t>)</a:t>
            </a:r>
            <a:r>
              <a:rPr lang="zh-TW" altLang="en-US" sz="1700">
                <a:latin typeface="Consolas" panose="020B0609020204030204" pitchFamily="49" charset="0"/>
                <a:ea typeface="+mj-ea"/>
              </a:rPr>
              <a:t>。</a:t>
            </a:r>
            <a:endParaRPr lang="en-US" altLang="zh-TW" sz="1700">
              <a:latin typeface="Consolas" panose="020B0609020204030204" pitchFamily="49" charset="0"/>
              <a:ea typeface="+mj-ea"/>
            </a:endParaRPr>
          </a:p>
          <a:p>
            <a:pPr lvl="1"/>
            <a:endParaRPr lang="en-US" altLang="zh-TW" sz="1100">
              <a:latin typeface="Consolas" panose="020B0609020204030204" pitchFamily="49" charset="0"/>
              <a:ea typeface="+mj-ea"/>
            </a:endParaRPr>
          </a:p>
          <a:p>
            <a:pPr marL="285750" indent="-285750" algn="just">
              <a:buFont typeface="Arial" panose="020B0604020202020204" pitchFamily="34" charset="0"/>
              <a:buChar char="•"/>
            </a:pPr>
            <a:r>
              <a:rPr lang="en-US" altLang="zh-TW" sz="1700">
                <a:solidFill>
                  <a:srgbClr val="CC6227"/>
                </a:solidFill>
                <a:latin typeface="Consolas" panose="020B0609020204030204" pitchFamily="49" charset="0"/>
                <a:ea typeface="+mj-ea"/>
              </a:rPr>
              <a:t>long</a:t>
            </a:r>
            <a:r>
              <a:rPr lang="en-US" altLang="zh-TW" sz="1700">
                <a:latin typeface="Consolas" panose="020B0609020204030204" pitchFamily="49" charset="0"/>
                <a:ea typeface="+mj-ea"/>
              </a:rPr>
              <a:t> part.getSize(</a:t>
            </a:r>
            <a:r>
              <a:rPr lang="zh-TW" altLang="en-US" sz="1700">
                <a:latin typeface="Consolas" panose="020B0609020204030204" pitchFamily="49" charset="0"/>
                <a:ea typeface="+mj-ea"/>
              </a:rPr>
              <a:t> </a:t>
            </a:r>
            <a:r>
              <a:rPr lang="en-US" altLang="zh-TW" sz="1700">
                <a:latin typeface="Consolas" panose="020B0609020204030204" pitchFamily="49" charset="0"/>
                <a:ea typeface="+mj-ea"/>
              </a:rPr>
              <a:t>)</a:t>
            </a:r>
          </a:p>
          <a:p>
            <a:pPr lvl="1" algn="just"/>
            <a:r>
              <a:rPr lang="zh-TW" altLang="en-US" sz="1700">
                <a:latin typeface="Consolas" panose="020B0609020204030204" pitchFamily="49" charset="0"/>
                <a:ea typeface="+mj-ea"/>
              </a:rPr>
              <a:t>回傳檔案的大小，單位是</a:t>
            </a:r>
            <a:r>
              <a:rPr lang="en-US" altLang="zh-TW" sz="1700">
                <a:latin typeface="Consolas" panose="020B0609020204030204" pitchFamily="49" charset="0"/>
                <a:ea typeface="+mj-ea"/>
              </a:rPr>
              <a:t>byte</a:t>
            </a:r>
            <a:r>
              <a:rPr lang="zh-TW" altLang="en-US" sz="1700">
                <a:latin typeface="Consolas" panose="020B0609020204030204" pitchFamily="49" charset="0"/>
                <a:ea typeface="+mj-ea"/>
              </a:rPr>
              <a:t>。</a:t>
            </a:r>
            <a:endParaRPr lang="en-US" altLang="zh-TW" sz="1700">
              <a:latin typeface="Consolas" panose="020B0609020204030204" pitchFamily="49" charset="0"/>
              <a:ea typeface="+mj-ea"/>
            </a:endParaRPr>
          </a:p>
          <a:p>
            <a:pPr lvl="1" algn="just"/>
            <a:endParaRPr lang="en-US" altLang="zh-TW" sz="1100">
              <a:latin typeface="Consolas" panose="020B0609020204030204" pitchFamily="49" charset="0"/>
              <a:ea typeface="+mj-ea"/>
            </a:endParaRPr>
          </a:p>
          <a:p>
            <a:pPr marL="285750" indent="-285750" algn="just">
              <a:buFont typeface="Arial" panose="020B0604020202020204" pitchFamily="34" charset="0"/>
              <a:buChar char="•"/>
            </a:pPr>
            <a:r>
              <a:rPr lang="en-US" altLang="zh-TW" sz="1700">
                <a:solidFill>
                  <a:srgbClr val="1890C3"/>
                </a:solidFill>
                <a:latin typeface="Consolas" panose="020B0609020204030204" pitchFamily="49" charset="0"/>
                <a:ea typeface="+mj-ea"/>
              </a:rPr>
              <a:t>String</a:t>
            </a:r>
            <a:r>
              <a:rPr lang="en-US" altLang="zh-TW" sz="1700">
                <a:latin typeface="Consolas" panose="020B0609020204030204" pitchFamily="49" charset="0"/>
                <a:ea typeface="+mj-ea"/>
              </a:rPr>
              <a:t> part.getContentType</a:t>
            </a:r>
            <a:r>
              <a:rPr lang="en-US" altLang="zh-TW" sz="1700">
                <a:latin typeface="Consolas" panose="020B0609020204030204" pitchFamily="49" charset="0"/>
              </a:rPr>
              <a:t>(</a:t>
            </a:r>
            <a:r>
              <a:rPr lang="zh-TW" altLang="en-US" sz="1700">
                <a:latin typeface="Consolas" panose="020B0609020204030204" pitchFamily="49" charset="0"/>
              </a:rPr>
              <a:t> </a:t>
            </a:r>
            <a:r>
              <a:rPr lang="en-US" altLang="zh-TW" sz="1700">
                <a:latin typeface="Consolas" panose="020B0609020204030204" pitchFamily="49" charset="0"/>
              </a:rPr>
              <a:t>)</a:t>
            </a:r>
            <a:endParaRPr lang="en-US" altLang="zh-TW" sz="1700">
              <a:latin typeface="Consolas" panose="020B0609020204030204" pitchFamily="49" charset="0"/>
              <a:ea typeface="+mj-ea"/>
            </a:endParaRPr>
          </a:p>
          <a:p>
            <a:pPr lvl="1" algn="just"/>
            <a:r>
              <a:rPr lang="zh-TW" altLang="en-US" sz="1700">
                <a:latin typeface="Consolas" panose="020B0609020204030204" pitchFamily="49" charset="0"/>
                <a:ea typeface="+mj-ea"/>
              </a:rPr>
              <a:t>回傳檔案的</a:t>
            </a:r>
            <a:r>
              <a:rPr lang="en-US" altLang="zh-TW" sz="1700">
                <a:latin typeface="Consolas" panose="020B0609020204030204" pitchFamily="49" charset="0"/>
                <a:ea typeface="+mj-ea"/>
              </a:rPr>
              <a:t>Mime type</a:t>
            </a:r>
            <a:r>
              <a:rPr lang="zh-TW" altLang="en-US" sz="1700">
                <a:latin typeface="Consolas" panose="020B0609020204030204" pitchFamily="49" charset="0"/>
                <a:ea typeface="+mj-ea"/>
              </a:rPr>
              <a:t>。</a:t>
            </a:r>
            <a:endParaRPr lang="en-US" altLang="zh-TW" sz="1700">
              <a:latin typeface="Consolas" panose="020B0609020204030204" pitchFamily="49" charset="0"/>
              <a:ea typeface="+mj-ea"/>
            </a:endParaRPr>
          </a:p>
          <a:p>
            <a:pPr lvl="1" algn="just"/>
            <a:endParaRPr lang="en-US" altLang="zh-TW" sz="1100">
              <a:latin typeface="Consolas" panose="020B0609020204030204" pitchFamily="49" charset="0"/>
              <a:ea typeface="+mj-ea"/>
            </a:endParaRPr>
          </a:p>
          <a:p>
            <a:pPr marL="285750" indent="-285750" algn="just">
              <a:buFont typeface="Arial" panose="020B0604020202020204" pitchFamily="34" charset="0"/>
              <a:buChar char="•"/>
            </a:pPr>
            <a:r>
              <a:rPr lang="en-US" altLang="zh-TW" sz="1700">
                <a:solidFill>
                  <a:srgbClr val="1890C3"/>
                </a:solidFill>
                <a:latin typeface="Consolas" panose="020B0609020204030204" pitchFamily="49" charset="0"/>
              </a:rPr>
              <a:t>String</a:t>
            </a:r>
            <a:r>
              <a:rPr lang="en-US" altLang="zh-TW" sz="1700">
                <a:latin typeface="Consolas" panose="020B0609020204030204" pitchFamily="49" charset="0"/>
              </a:rPr>
              <a:t> part.getInputStream(</a:t>
            </a:r>
            <a:r>
              <a:rPr lang="zh-TW" altLang="en-US" sz="1700">
                <a:latin typeface="Consolas" panose="020B0609020204030204" pitchFamily="49" charset="0"/>
              </a:rPr>
              <a:t> </a:t>
            </a:r>
            <a:r>
              <a:rPr lang="en-US" altLang="zh-TW" sz="1700">
                <a:latin typeface="Consolas" panose="020B0609020204030204" pitchFamily="49" charset="0"/>
              </a:rPr>
              <a:t>)</a:t>
            </a:r>
          </a:p>
          <a:p>
            <a:pPr lvl="1" algn="just"/>
            <a:r>
              <a:rPr lang="zh-TW" altLang="en-US" sz="1700">
                <a:latin typeface="Consolas" panose="020B0609020204030204" pitchFamily="49" charset="0"/>
                <a:ea typeface="+mj-ea"/>
              </a:rPr>
              <a:t>取得輸入資料流物件，可用來做進一步的操作，如存入資料庫、後端傳遞等等。</a:t>
            </a:r>
            <a:endParaRPr lang="en-US" altLang="zh-TW" sz="1700">
              <a:latin typeface="Consolas" panose="020B0609020204030204" pitchFamily="49" charset="0"/>
              <a:ea typeface="+mj-ea"/>
            </a:endParaRPr>
          </a:p>
          <a:p>
            <a:pPr lvl="1" algn="just"/>
            <a:endParaRPr lang="en-US" altLang="zh-TW" sz="1100">
              <a:latin typeface="Consolas" panose="020B0609020204030204" pitchFamily="49" charset="0"/>
              <a:ea typeface="+mj-ea"/>
            </a:endParaRPr>
          </a:p>
          <a:p>
            <a:pPr marL="285750" indent="-285750" algn="just">
              <a:buFont typeface="Arial" panose="020B0604020202020204" pitchFamily="34" charset="0"/>
              <a:buChar char="•"/>
            </a:pPr>
            <a:r>
              <a:rPr lang="en-US" altLang="zh-TW" sz="1700">
                <a:solidFill>
                  <a:srgbClr val="1890C3"/>
                </a:solidFill>
                <a:latin typeface="Consolas" panose="020B0609020204030204" pitchFamily="49" charset="0"/>
              </a:rPr>
              <a:t>String</a:t>
            </a:r>
            <a:r>
              <a:rPr lang="en-US" altLang="zh-TW" sz="1700">
                <a:latin typeface="Consolas" panose="020B0609020204030204" pitchFamily="49" charset="0"/>
              </a:rPr>
              <a:t> part.wirte(String fileName)</a:t>
            </a:r>
          </a:p>
          <a:p>
            <a:pPr lvl="1" algn="just"/>
            <a:r>
              <a:rPr lang="zh-TW" altLang="en-US" sz="1700">
                <a:latin typeface="Consolas" panose="020B0609020204030204" pitchFamily="49" charset="0"/>
                <a:ea typeface="+mj-ea"/>
              </a:rPr>
              <a:t>根據</a:t>
            </a:r>
            <a:r>
              <a:rPr lang="en-US" altLang="zh-TW" sz="1700">
                <a:solidFill>
                  <a:srgbClr val="FF0000"/>
                </a:solidFill>
                <a:latin typeface="Consolas" panose="020B0609020204030204" pitchFamily="49" charset="0"/>
                <a:ea typeface="+mj-ea"/>
              </a:rPr>
              <a:t>location</a:t>
            </a:r>
            <a:r>
              <a:rPr lang="zh-TW" altLang="en-US" sz="1700">
                <a:latin typeface="Consolas" panose="020B0609020204030204" pitchFamily="49" charset="0"/>
                <a:ea typeface="+mj-ea"/>
              </a:rPr>
              <a:t>設定的目錄，以傳入的字串引數作為檔名，進行寫入操作。</a:t>
            </a:r>
            <a:endParaRPr lang="en-US" altLang="zh-TW" sz="1700">
              <a:latin typeface="Consolas" panose="020B0609020204030204" pitchFamily="49" charset="0"/>
              <a:ea typeface="+mj-ea"/>
            </a:endParaRPr>
          </a:p>
          <a:p>
            <a:pPr lvl="1" algn="just"/>
            <a:endParaRPr lang="en-US" altLang="zh-TW" sz="1700">
              <a:latin typeface="Consolas" panose="020B0609020204030204" pitchFamily="49" charset="0"/>
              <a:ea typeface="+mj-ea"/>
            </a:endParaRPr>
          </a:p>
          <a:p>
            <a:pPr lvl="1"/>
            <a:endParaRPr lang="en-US" altLang="zh-TW" sz="1700">
              <a:latin typeface="Consolas" panose="020B0609020204030204" pitchFamily="49" charset="0"/>
              <a:ea typeface="+mj-ea"/>
            </a:endParaRPr>
          </a:p>
        </p:txBody>
      </p:sp>
    </p:spTree>
    <p:extLst>
      <p:ext uri="{BB962C8B-B14F-4D97-AF65-F5344CB8AC3E}">
        <p14:creationId xmlns:p14="http://schemas.microsoft.com/office/powerpoint/2010/main" val="38746465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9">
            <a:extLst>
              <a:ext uri="{FF2B5EF4-FFF2-40B4-BE49-F238E27FC236}">
                <a16:creationId xmlns:a16="http://schemas.microsoft.com/office/drawing/2014/main" id="{9A3D0CE2-91FF-49B3-A5D8-181E900D7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11">
            <a:extLst>
              <a:ext uri="{FF2B5EF4-FFF2-40B4-BE49-F238E27FC236}">
                <a16:creationId xmlns:a16="http://schemas.microsoft.com/office/drawing/2014/main" id="{58AEBD96-C315-4F53-9D9E-0E20E993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13">
            <a:extLst>
              <a:ext uri="{FF2B5EF4-FFF2-40B4-BE49-F238E27FC236}">
                <a16:creationId xmlns:a16="http://schemas.microsoft.com/office/drawing/2014/main" id="{78916AAA-66F6-4DFA-88ED-7E27CF6B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1" name="Group 15">
            <a:extLst>
              <a:ext uri="{FF2B5EF4-FFF2-40B4-BE49-F238E27FC236}">
                <a16:creationId xmlns:a16="http://schemas.microsoft.com/office/drawing/2014/main" id="{A137D43F-BAD6-47F1-AA65-AEEA38A2FF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17" name="Oval 16">
              <a:extLst>
                <a:ext uri="{FF2B5EF4-FFF2-40B4-BE49-F238E27FC236}">
                  <a16:creationId xmlns:a16="http://schemas.microsoft.com/office/drawing/2014/main" id="{D512C9B2-6B22-4211-A940-FCD7C2CD0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8" name="Oval 17">
              <a:extLst>
                <a:ext uri="{FF2B5EF4-FFF2-40B4-BE49-F238E27FC236}">
                  <a16:creationId xmlns:a16="http://schemas.microsoft.com/office/drawing/2014/main" id="{85F7DB84-CDE7-46F8-90DD-9D048A7D5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sp>
      </p:grpSp>
      <p:sp useBgFill="1">
        <p:nvSpPr>
          <p:cNvPr id="13" name="Rectangle 19">
            <a:extLst>
              <a:ext uri="{FF2B5EF4-FFF2-40B4-BE49-F238E27FC236}">
                <a16:creationId xmlns:a16="http://schemas.microsoft.com/office/drawing/2014/main" id="{C3D25154-9EF7-4C33-9AAC-7B3BE089FE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文字方塊 3">
            <a:extLst>
              <a:ext uri="{FF2B5EF4-FFF2-40B4-BE49-F238E27FC236}">
                <a16:creationId xmlns:a16="http://schemas.microsoft.com/office/drawing/2014/main" id="{4C0C7DFB-F839-4192-B53B-1812E6CE4CEC}"/>
              </a:ext>
            </a:extLst>
          </p:cNvPr>
          <p:cNvSpPr txBox="1"/>
          <p:nvPr/>
        </p:nvSpPr>
        <p:spPr>
          <a:xfrm>
            <a:off x="1051560" y="643468"/>
            <a:ext cx="9966960" cy="359243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zh-TW" altLang="en-US" sz="8900" b="1" cap="all">
                <a:latin typeface="+mj-lt"/>
                <a:ea typeface="+mj-ea"/>
                <a:cs typeface="+mj-cs"/>
              </a:rPr>
              <a:t>第七節</a:t>
            </a:r>
          </a:p>
          <a:p>
            <a:pPr defTabSz="914400">
              <a:lnSpc>
                <a:spcPct val="80000"/>
              </a:lnSpc>
              <a:spcBef>
                <a:spcPct val="0"/>
              </a:spcBef>
              <a:spcAft>
                <a:spcPts val="600"/>
              </a:spcAft>
            </a:pPr>
            <a:r>
              <a:rPr lang="en-US" altLang="zh-TW" sz="8900" b="1" cap="all">
                <a:latin typeface="+mj-lt"/>
                <a:ea typeface="+mj-ea"/>
                <a:cs typeface="+mj-cs"/>
              </a:rPr>
              <a:t>Response Header</a:t>
            </a:r>
          </a:p>
          <a:p>
            <a:pPr defTabSz="914400">
              <a:lnSpc>
                <a:spcPct val="80000"/>
              </a:lnSpc>
              <a:spcBef>
                <a:spcPct val="0"/>
              </a:spcBef>
              <a:spcAft>
                <a:spcPts val="600"/>
              </a:spcAft>
            </a:pPr>
            <a:r>
              <a:rPr lang="zh-TW" altLang="en-US" sz="8900" b="1" cap="all">
                <a:latin typeface="+mj-lt"/>
                <a:ea typeface="+mj-ea"/>
                <a:cs typeface="+mj-cs"/>
              </a:rPr>
              <a:t>相關應用</a:t>
            </a:r>
          </a:p>
        </p:txBody>
      </p:sp>
      <p:sp>
        <p:nvSpPr>
          <p:cNvPr id="15" name="Rectangle 21">
            <a:extLst>
              <a:ext uri="{FF2B5EF4-FFF2-40B4-BE49-F238E27FC236}">
                <a16:creationId xmlns:a16="http://schemas.microsoft.com/office/drawing/2014/main" id="{1604E8C0-C927-4C06-A96A-BF3323BA7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95831"/>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23">
            <a:extLst>
              <a:ext uri="{FF2B5EF4-FFF2-40B4-BE49-F238E27FC236}">
                <a16:creationId xmlns:a16="http://schemas.microsoft.com/office/drawing/2014/main" id="{9DCECFD5-4C30-4892-9FF0-540E17955A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111496"/>
            <a:ext cx="1080904" cy="1080902"/>
            <a:chOff x="10245590" y="5111496"/>
            <a:chExt cx="1080904" cy="1080902"/>
          </a:xfrm>
        </p:grpSpPr>
        <p:sp>
          <p:nvSpPr>
            <p:cNvPr id="25" name="Oval 24">
              <a:extLst>
                <a:ext uri="{FF2B5EF4-FFF2-40B4-BE49-F238E27FC236}">
                  <a16:creationId xmlns:a16="http://schemas.microsoft.com/office/drawing/2014/main" id="{95C67F70-EAFE-425C-8422-591620A96D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5590" y="5111496"/>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26" name="Oval 25">
              <a:extLst>
                <a:ext uri="{FF2B5EF4-FFF2-40B4-BE49-F238E27FC236}">
                  <a16:creationId xmlns:a16="http://schemas.microsoft.com/office/drawing/2014/main" id="{D47FA16B-C217-4D91-84EA-5B0846BDDA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53681" y="5219586"/>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5" name="投影片編號版面配置區 4">
            <a:extLst>
              <a:ext uri="{FF2B5EF4-FFF2-40B4-BE49-F238E27FC236}">
                <a16:creationId xmlns:a16="http://schemas.microsoft.com/office/drawing/2014/main" id="{5D23B375-A6D2-4583-8FE9-BFCCCFBD241B}"/>
              </a:ext>
            </a:extLst>
          </p:cNvPr>
          <p:cNvSpPr>
            <a:spLocks noGrp="1"/>
          </p:cNvSpPr>
          <p:nvPr>
            <p:ph type="sldNum" sz="quarter" idx="12"/>
          </p:nvPr>
        </p:nvSpPr>
        <p:spPr>
          <a:xfrm>
            <a:off x="10189108" y="5342324"/>
            <a:ext cx="1193868" cy="640080"/>
          </a:xfrm>
        </p:spPr>
        <p:txBody>
          <a:bodyPr vert="horz" lIns="91440" tIns="45720" rIns="91440" bIns="45720" rtlCol="0" anchor="ctr">
            <a:normAutofit/>
          </a:bodyPr>
          <a:lstStyle/>
          <a:p>
            <a:pPr>
              <a:spcAft>
                <a:spcPts val="600"/>
              </a:spcAft>
            </a:pPr>
            <a:fld id="{B521127C-0C56-461F-B517-0D483F216F7D}" type="slidenum">
              <a:rPr lang="en-US" altLang="zh-TW" sz="2800" b="1" kern="1200">
                <a:solidFill>
                  <a:srgbClr val="FFFFFF"/>
                </a:solidFill>
                <a:latin typeface="+mj-lt"/>
                <a:ea typeface="+mn-ea"/>
                <a:cs typeface="+mn-cs"/>
              </a:rPr>
              <a:pPr>
                <a:spcAft>
                  <a:spcPts val="600"/>
                </a:spcAft>
              </a:pPr>
              <a:t>60</a:t>
            </a:fld>
            <a:endParaRPr lang="en-US" altLang="zh-TW" sz="2800" b="1" kern="1200">
              <a:solidFill>
                <a:srgbClr val="FFFFFF"/>
              </a:solidFill>
              <a:latin typeface="+mj-lt"/>
              <a:ea typeface="+mn-ea"/>
              <a:cs typeface="+mn-cs"/>
            </a:endParaRPr>
          </a:p>
        </p:txBody>
      </p:sp>
    </p:spTree>
    <p:extLst>
      <p:ext uri="{BB962C8B-B14F-4D97-AF65-F5344CB8AC3E}">
        <p14:creationId xmlns:p14="http://schemas.microsoft.com/office/powerpoint/2010/main" val="13078712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sz="half" idx="2"/>
          </p:nvPr>
        </p:nvSpPr>
        <p:spPr>
          <a:xfrm>
            <a:off x="8331200" y="654967"/>
            <a:ext cx="3860800" cy="6028197"/>
          </a:xfrm>
        </p:spPr>
        <p:txBody>
          <a:bodyPr>
            <a:noAutofit/>
          </a:bodyPr>
          <a:lstStyle/>
          <a:p>
            <a:pPr algn="just"/>
            <a:r>
              <a:rPr lang="zh-TW" altLang="en-US" sz="1300" b="1">
                <a:latin typeface="Consolas" panose="020B0609020204030204" pitchFamily="49" charset="0"/>
                <a:ea typeface="+mj-ea"/>
              </a:rPr>
              <a:t>進行</a:t>
            </a:r>
            <a:r>
              <a:rPr lang="en-US" altLang="zh-TW" sz="1300" b="1">
                <a:latin typeface="Consolas" panose="020B0609020204030204" pitchFamily="49" charset="0"/>
                <a:ea typeface="+mj-ea"/>
              </a:rPr>
              <a:t>HTTP</a:t>
            </a:r>
            <a:r>
              <a:rPr lang="zh-TW" altLang="en-US" sz="1300" b="1">
                <a:latin typeface="Consolas" panose="020B0609020204030204" pitchFamily="49" charset="0"/>
                <a:ea typeface="+mj-ea"/>
              </a:rPr>
              <a:t>通訊之前，必須先建立</a:t>
            </a:r>
            <a:r>
              <a:rPr lang="en-US" altLang="zh-TW" sz="1300" b="1">
                <a:latin typeface="Consolas" panose="020B0609020204030204" pitchFamily="49" charset="0"/>
                <a:ea typeface="+mj-ea"/>
              </a:rPr>
              <a:t>TCP</a:t>
            </a:r>
            <a:r>
              <a:rPr lang="zh-TW" altLang="en-US" sz="1300" b="1">
                <a:latin typeface="Consolas" panose="020B0609020204030204" pitchFamily="49" charset="0"/>
                <a:ea typeface="+mj-ea"/>
              </a:rPr>
              <a:t>連線，建立</a:t>
            </a:r>
            <a:r>
              <a:rPr lang="en-US" altLang="zh-TW" sz="1300" b="1">
                <a:latin typeface="Consolas" panose="020B0609020204030204" pitchFamily="49" charset="0"/>
                <a:ea typeface="+mj-ea"/>
              </a:rPr>
              <a:t>TCP</a:t>
            </a:r>
            <a:r>
              <a:rPr lang="zh-TW" altLang="en-US" sz="1300" b="1">
                <a:latin typeface="Consolas" panose="020B0609020204030204" pitchFamily="49" charset="0"/>
                <a:ea typeface="+mj-ea"/>
              </a:rPr>
              <a:t>連線有三次握手，與中斷連線的四次揮手；簡言之，建立</a:t>
            </a:r>
            <a:r>
              <a:rPr lang="en-US" altLang="zh-TW" sz="1300" b="1">
                <a:latin typeface="Consolas" panose="020B0609020204030204" pitchFamily="49" charset="0"/>
                <a:ea typeface="+mj-ea"/>
              </a:rPr>
              <a:t>TCP</a:t>
            </a:r>
            <a:r>
              <a:rPr lang="zh-TW" altLang="en-US" sz="1300" b="1">
                <a:latin typeface="Consolas" panose="020B0609020204030204" pitchFamily="49" charset="0"/>
                <a:ea typeface="+mj-ea"/>
              </a:rPr>
              <a:t>連線是很消耗資源的。</a:t>
            </a:r>
            <a:endParaRPr lang="en-US" altLang="zh-TW" sz="1300" b="1">
              <a:latin typeface="Consolas" panose="020B0609020204030204" pitchFamily="49" charset="0"/>
              <a:ea typeface="+mj-ea"/>
            </a:endParaRPr>
          </a:p>
          <a:p>
            <a:pPr algn="just"/>
            <a:r>
              <a:rPr lang="en-US" altLang="zh-TW" sz="1300" b="1">
                <a:latin typeface="Consolas" panose="020B0609020204030204" pitchFamily="49" charset="0"/>
                <a:ea typeface="+mj-ea"/>
              </a:rPr>
              <a:t>HTTP</a:t>
            </a:r>
            <a:r>
              <a:rPr lang="zh-TW" altLang="en-US" sz="1300" b="1">
                <a:latin typeface="Consolas" panose="020B0609020204030204" pitchFamily="49" charset="0"/>
                <a:ea typeface="+mj-ea"/>
              </a:rPr>
              <a:t>通訊協定經歷了很多版本，如</a:t>
            </a:r>
          </a:p>
          <a:p>
            <a:pPr algn="just"/>
            <a:r>
              <a:rPr lang="en-US" altLang="zh-TW" sz="1300" b="1">
                <a:latin typeface="Consolas" panose="020B0609020204030204" pitchFamily="49" charset="0"/>
                <a:ea typeface="+mj-ea"/>
              </a:rPr>
              <a:t>【HTTP/0.9】</a:t>
            </a:r>
          </a:p>
          <a:p>
            <a:pPr algn="just">
              <a:spcBef>
                <a:spcPts val="0"/>
              </a:spcBef>
            </a:pPr>
            <a:r>
              <a:rPr lang="zh-TW" altLang="en-US" sz="1300" b="1">
                <a:latin typeface="Consolas" panose="020B0609020204030204" pitchFamily="49" charset="0"/>
                <a:ea typeface="+mj-ea"/>
              </a:rPr>
              <a:t>已過時，對於每個請求建立一個</a:t>
            </a:r>
            <a:r>
              <a:rPr lang="en-US" altLang="zh-TW" sz="1300" b="1">
                <a:latin typeface="Consolas" panose="020B0609020204030204" pitchFamily="49" charset="0"/>
                <a:ea typeface="+mj-ea"/>
              </a:rPr>
              <a:t>TCP</a:t>
            </a:r>
            <a:r>
              <a:rPr lang="zh-TW" altLang="en-US" sz="1300" b="1">
                <a:latin typeface="Consolas" panose="020B0609020204030204" pitchFamily="49" charset="0"/>
                <a:ea typeface="+mj-ea"/>
              </a:rPr>
              <a:t>連線，且只有</a:t>
            </a:r>
            <a:r>
              <a:rPr lang="en-US" altLang="zh-TW" sz="1300" b="1">
                <a:latin typeface="Consolas" panose="020B0609020204030204" pitchFamily="49" charset="0"/>
                <a:ea typeface="+mj-ea"/>
              </a:rPr>
              <a:t>GET</a:t>
            </a:r>
            <a:r>
              <a:rPr lang="zh-TW" altLang="en-US" sz="1300" b="1">
                <a:latin typeface="Consolas" panose="020B0609020204030204" pitchFamily="49" charset="0"/>
                <a:ea typeface="+mj-ea"/>
              </a:rPr>
              <a:t>請求方法、只能請求</a:t>
            </a:r>
            <a:r>
              <a:rPr lang="en-US" altLang="zh-TW" sz="1300" b="1">
                <a:latin typeface="Consolas" panose="020B0609020204030204" pitchFamily="49" charset="0"/>
                <a:ea typeface="+mj-ea"/>
              </a:rPr>
              <a:t>HTML</a:t>
            </a:r>
            <a:r>
              <a:rPr lang="zh-TW" altLang="en-US" sz="1300" b="1">
                <a:latin typeface="Consolas" panose="020B0609020204030204" pitchFamily="49" charset="0"/>
                <a:ea typeface="+mj-ea"/>
              </a:rPr>
              <a:t>文件、沒有回應標頭</a:t>
            </a:r>
            <a:r>
              <a:rPr lang="en-US" altLang="zh-TW" sz="1300" b="1">
                <a:latin typeface="Consolas" panose="020B0609020204030204" pitchFamily="49" charset="0"/>
                <a:ea typeface="+mj-ea"/>
              </a:rPr>
              <a:t>(head)</a:t>
            </a:r>
            <a:r>
              <a:rPr lang="zh-TW" altLang="en-US" sz="1300" b="1">
                <a:latin typeface="Consolas" panose="020B0609020204030204" pitchFamily="49" charset="0"/>
                <a:ea typeface="+mj-ea"/>
              </a:rPr>
              <a:t>、沒有狀態碼與錯誤碼，出現錯誤會回傳包含錯誤訊息的</a:t>
            </a:r>
            <a:r>
              <a:rPr lang="en-US" altLang="zh-TW" sz="1300" b="1">
                <a:latin typeface="Consolas" panose="020B0609020204030204" pitchFamily="49" charset="0"/>
                <a:ea typeface="+mj-ea"/>
              </a:rPr>
              <a:t>HTML</a:t>
            </a:r>
            <a:r>
              <a:rPr lang="zh-TW" altLang="en-US" sz="1300" b="1">
                <a:latin typeface="Consolas" panose="020B0609020204030204" pitchFamily="49" charset="0"/>
                <a:ea typeface="+mj-ea"/>
              </a:rPr>
              <a:t>文件。</a:t>
            </a:r>
          </a:p>
          <a:p>
            <a:pPr algn="just"/>
            <a:r>
              <a:rPr lang="en-US" altLang="zh-TW" sz="1300" b="1">
                <a:latin typeface="Consolas" panose="020B0609020204030204" pitchFamily="49" charset="0"/>
                <a:ea typeface="+mj-ea"/>
              </a:rPr>
              <a:t>【HTTP/1.0】</a:t>
            </a:r>
          </a:p>
          <a:p>
            <a:pPr algn="just">
              <a:spcBef>
                <a:spcPts val="0"/>
              </a:spcBef>
            </a:pPr>
            <a:r>
              <a:rPr lang="zh-TW" altLang="en-US" sz="1300" b="1">
                <a:latin typeface="Consolas" panose="020B0609020204030204" pitchFamily="49" charset="0"/>
                <a:ea typeface="+mj-ea"/>
              </a:rPr>
              <a:t>引入標頭</a:t>
            </a:r>
            <a:r>
              <a:rPr lang="en-US" altLang="zh-TW" sz="1300" b="1">
                <a:latin typeface="Consolas" panose="020B0609020204030204" pitchFamily="49" charset="0"/>
                <a:ea typeface="+mj-ea"/>
              </a:rPr>
              <a:t>(head)</a:t>
            </a:r>
            <a:r>
              <a:rPr lang="zh-TW" altLang="en-US" sz="1300" b="1">
                <a:latin typeface="Consolas" panose="020B0609020204030204" pitchFamily="49" charset="0"/>
                <a:ea typeface="+mj-ea"/>
              </a:rPr>
              <a:t>，對於每個請求建立一個</a:t>
            </a:r>
            <a:r>
              <a:rPr lang="en-US" altLang="zh-TW" sz="1300" b="1">
                <a:latin typeface="Consolas" panose="020B0609020204030204" pitchFamily="49" charset="0"/>
                <a:ea typeface="+mj-ea"/>
              </a:rPr>
              <a:t>TCP</a:t>
            </a:r>
            <a:r>
              <a:rPr lang="zh-TW" altLang="en-US" sz="1300" b="1">
                <a:latin typeface="Consolas" panose="020B0609020204030204" pitchFamily="49" charset="0"/>
                <a:ea typeface="+mj-ea"/>
              </a:rPr>
              <a:t>連線，可以傳送圖片</a:t>
            </a:r>
            <a:endParaRPr lang="en-US" altLang="zh-TW" sz="1300" b="1">
              <a:latin typeface="Consolas" panose="020B0609020204030204" pitchFamily="49" charset="0"/>
              <a:ea typeface="+mj-ea"/>
            </a:endParaRPr>
          </a:p>
          <a:p>
            <a:pPr algn="just"/>
            <a:r>
              <a:rPr lang="en-US" altLang="zh-TW" sz="1300" b="1">
                <a:latin typeface="Consolas" panose="020B0609020204030204" pitchFamily="49" charset="0"/>
                <a:ea typeface="+mj-ea"/>
              </a:rPr>
              <a:t>【HTTP/1.1】</a:t>
            </a:r>
          </a:p>
          <a:p>
            <a:pPr algn="just">
              <a:spcBef>
                <a:spcPts val="0"/>
              </a:spcBef>
            </a:pPr>
            <a:r>
              <a:rPr lang="zh-TW" altLang="en-US" sz="1300" b="1">
                <a:latin typeface="Consolas" panose="020B0609020204030204" pitchFamily="49" charset="0"/>
                <a:ea typeface="+mj-ea"/>
              </a:rPr>
              <a:t>現在主流版本，定義八種請求方法，預設長連線</a:t>
            </a:r>
            <a:r>
              <a:rPr lang="en-US" altLang="zh-TW" sz="1300" b="1">
                <a:latin typeface="Consolas" panose="020B0609020204030204" pitchFamily="49" charset="0"/>
                <a:ea typeface="+mj-ea"/>
              </a:rPr>
              <a:t>(keep-alive)</a:t>
            </a:r>
            <a:r>
              <a:rPr lang="zh-TW" altLang="en-US" sz="1300" b="1">
                <a:latin typeface="Consolas" panose="020B0609020204030204" pitchFamily="49" charset="0"/>
                <a:ea typeface="+mj-ea"/>
              </a:rPr>
              <a:t>，擴展更多標頭</a:t>
            </a:r>
            <a:r>
              <a:rPr lang="en-US" altLang="zh-TW" sz="1300" b="1">
                <a:latin typeface="Consolas" panose="020B0609020204030204" pitchFamily="49" charset="0"/>
                <a:ea typeface="+mj-ea"/>
              </a:rPr>
              <a:t>(head)</a:t>
            </a:r>
            <a:r>
              <a:rPr lang="zh-TW" altLang="en-US" sz="1300" b="1">
                <a:latin typeface="Consolas" panose="020B0609020204030204" pitchFamily="49" charset="0"/>
                <a:ea typeface="+mj-ea"/>
              </a:rPr>
              <a:t>，支援斷點續傳</a:t>
            </a:r>
            <a:r>
              <a:rPr lang="en-US" altLang="zh-TW" sz="1300" b="1">
                <a:latin typeface="Consolas" panose="020B0609020204030204" pitchFamily="49" charset="0"/>
                <a:ea typeface="+mj-ea"/>
              </a:rPr>
              <a:t>(</a:t>
            </a:r>
            <a:r>
              <a:rPr lang="zh-TW" altLang="en-US" sz="1300" b="1">
                <a:latin typeface="Consolas" panose="020B0609020204030204" pitchFamily="49" charset="0"/>
                <a:ea typeface="+mj-ea"/>
              </a:rPr>
              <a:t>而非每次重新下載</a:t>
            </a:r>
            <a:r>
              <a:rPr lang="en-US" altLang="zh-TW" sz="1300" b="1">
                <a:latin typeface="Consolas" panose="020B0609020204030204" pitchFamily="49" charset="0"/>
                <a:ea typeface="+mj-ea"/>
              </a:rPr>
              <a:t>)</a:t>
            </a:r>
          </a:p>
          <a:p>
            <a:pPr algn="just"/>
            <a:r>
              <a:rPr lang="en-US" altLang="zh-TW" sz="1300" b="1">
                <a:latin typeface="Consolas" panose="020B0609020204030204" pitchFamily="49" charset="0"/>
                <a:ea typeface="+mj-ea"/>
              </a:rPr>
              <a:t>【HTTP/2】</a:t>
            </a:r>
          </a:p>
          <a:p>
            <a:pPr algn="just">
              <a:spcBef>
                <a:spcPts val="0"/>
              </a:spcBef>
            </a:pPr>
            <a:r>
              <a:rPr lang="zh-TW" altLang="en-US" sz="1300" b="1">
                <a:latin typeface="Consolas" panose="020B0609020204030204" pitchFamily="49" charset="0"/>
                <a:ea typeface="+mj-ea"/>
              </a:rPr>
              <a:t>截至</a:t>
            </a:r>
            <a:r>
              <a:rPr lang="en-US" altLang="zh-TW" sz="1300" b="1">
                <a:latin typeface="Consolas" panose="020B0609020204030204" pitchFamily="49" charset="0"/>
                <a:ea typeface="+mj-ea"/>
              </a:rPr>
              <a:t>2021</a:t>
            </a:r>
            <a:r>
              <a:rPr lang="zh-TW" altLang="en-US" sz="1300" b="1">
                <a:latin typeface="Consolas" panose="020B0609020204030204" pitchFamily="49" charset="0"/>
                <a:ea typeface="+mj-ea"/>
              </a:rPr>
              <a:t>年</a:t>
            </a:r>
            <a:r>
              <a:rPr lang="en-US" altLang="zh-TW" sz="1300" b="1">
                <a:latin typeface="Consolas" panose="020B0609020204030204" pitchFamily="49" charset="0"/>
                <a:ea typeface="+mj-ea"/>
              </a:rPr>
              <a:t>10</a:t>
            </a:r>
            <a:r>
              <a:rPr lang="zh-TW" altLang="en-US" sz="1300" b="1">
                <a:latin typeface="Consolas" panose="020B0609020204030204" pitchFamily="49" charset="0"/>
                <a:ea typeface="+mj-ea"/>
              </a:rPr>
              <a:t>月，全球有</a:t>
            </a:r>
            <a:r>
              <a:rPr lang="en-US" altLang="zh-TW" sz="1300" b="1">
                <a:latin typeface="Consolas" panose="020B0609020204030204" pitchFamily="49" charset="0"/>
                <a:ea typeface="+mj-ea"/>
              </a:rPr>
              <a:t>46.5%</a:t>
            </a:r>
            <a:r>
              <a:rPr lang="zh-TW" altLang="en-US" sz="1300" b="1">
                <a:latin typeface="Consolas" panose="020B0609020204030204" pitchFamily="49" charset="0"/>
                <a:ea typeface="+mj-ea"/>
              </a:rPr>
              <a:t>的網站支援了</a:t>
            </a:r>
            <a:r>
              <a:rPr lang="en-US" altLang="zh-TW" sz="1300" b="1">
                <a:latin typeface="Consolas" panose="020B0609020204030204" pitchFamily="49" charset="0"/>
                <a:ea typeface="+mj-ea"/>
              </a:rPr>
              <a:t>HTTP/2</a:t>
            </a:r>
            <a:r>
              <a:rPr lang="zh-TW" altLang="en-US" sz="1300" b="1">
                <a:latin typeface="Consolas" panose="020B0609020204030204" pitchFamily="49" charset="0"/>
                <a:ea typeface="+mj-ea"/>
              </a:rPr>
              <a:t>。對標頭欄位壓縮、伺服器主動推播、資料傳輸採多路復用，讓多筆請求合併在一條</a:t>
            </a:r>
            <a:r>
              <a:rPr lang="en-US" altLang="zh-TW" sz="1300" b="1">
                <a:latin typeface="Consolas" panose="020B0609020204030204" pitchFamily="49" charset="0"/>
                <a:ea typeface="+mj-ea"/>
              </a:rPr>
              <a:t>TCP</a:t>
            </a:r>
            <a:r>
              <a:rPr lang="zh-TW" altLang="en-US" sz="1300" b="1">
                <a:latin typeface="Consolas" panose="020B0609020204030204" pitchFamily="49" charset="0"/>
                <a:ea typeface="+mj-ea"/>
              </a:rPr>
              <a:t>連線當中。</a:t>
            </a:r>
            <a:endParaRPr lang="en-US" altLang="zh-TW" sz="1300" b="1">
              <a:latin typeface="Consolas" panose="020B0609020204030204" pitchFamily="49" charset="0"/>
              <a:ea typeface="+mj-ea"/>
            </a:endParaRPr>
          </a:p>
          <a:p>
            <a:pPr algn="just"/>
            <a:r>
              <a:rPr lang="en-US" altLang="zh-TW" sz="1300" b="1">
                <a:latin typeface="Consolas" panose="020B0609020204030204" pitchFamily="49" charset="0"/>
                <a:ea typeface="+mj-ea"/>
              </a:rPr>
              <a:t>【HTTP/3】</a:t>
            </a:r>
          </a:p>
          <a:p>
            <a:pPr algn="just">
              <a:spcBef>
                <a:spcPts val="0"/>
              </a:spcBef>
            </a:pPr>
            <a:r>
              <a:rPr lang="zh-TW" altLang="en-US" sz="1300" b="1">
                <a:latin typeface="Consolas" panose="020B0609020204030204" pitchFamily="49" charset="0"/>
                <a:ea typeface="+mj-ea"/>
              </a:rPr>
              <a:t>棄用</a:t>
            </a:r>
            <a:r>
              <a:rPr lang="en-US" altLang="zh-TW" sz="1300" b="1">
                <a:latin typeface="Consolas" panose="020B0609020204030204" pitchFamily="49" charset="0"/>
                <a:ea typeface="+mj-ea"/>
              </a:rPr>
              <a:t>TCP</a:t>
            </a:r>
            <a:r>
              <a:rPr lang="zh-TW" altLang="en-US" sz="1300" b="1">
                <a:latin typeface="Consolas" panose="020B0609020204030204" pitchFamily="49" charset="0"/>
                <a:ea typeface="+mj-ea"/>
              </a:rPr>
              <a:t>連線，改基於</a:t>
            </a:r>
            <a:r>
              <a:rPr lang="en-US" altLang="zh-TW" sz="1300" b="1">
                <a:latin typeface="Consolas" panose="020B0609020204030204" pitchFamily="49" charset="0"/>
                <a:ea typeface="+mj-ea"/>
              </a:rPr>
              <a:t>UDP</a:t>
            </a:r>
            <a:r>
              <a:rPr lang="zh-TW" altLang="en-US" sz="1300" b="1">
                <a:latin typeface="Consolas" panose="020B0609020204030204" pitchFamily="49" charset="0"/>
                <a:ea typeface="+mj-ea"/>
              </a:rPr>
              <a:t>。</a:t>
            </a:r>
            <a:endParaRPr lang="en-US" altLang="zh-TW" sz="1300" b="1">
              <a:latin typeface="Consolas" panose="020B0609020204030204" pitchFamily="49" charset="0"/>
              <a:ea typeface="+mj-ea"/>
            </a:endParaRPr>
          </a:p>
          <a:p>
            <a:pPr algn="just">
              <a:spcBef>
                <a:spcPts val="0"/>
              </a:spcBef>
            </a:pPr>
            <a:r>
              <a:rPr lang="zh-TW" altLang="en-US" sz="1300" b="1">
                <a:latin typeface="Consolas" panose="020B0609020204030204" pitchFamily="49" charset="0"/>
                <a:ea typeface="+mj-ea"/>
              </a:rPr>
              <a:t>截至</a:t>
            </a:r>
            <a:r>
              <a:rPr lang="en-US" altLang="zh-TW" sz="1300" b="1">
                <a:latin typeface="Consolas" panose="020B0609020204030204" pitchFamily="49" charset="0"/>
                <a:ea typeface="+mj-ea"/>
              </a:rPr>
              <a:t>2022</a:t>
            </a:r>
            <a:r>
              <a:rPr lang="zh-TW" altLang="en-US" sz="1300" b="1">
                <a:latin typeface="Consolas" panose="020B0609020204030204" pitchFamily="49" charset="0"/>
                <a:ea typeface="+mj-ea"/>
              </a:rPr>
              <a:t>年</a:t>
            </a:r>
            <a:r>
              <a:rPr lang="en-US" altLang="zh-TW" sz="1300" b="1">
                <a:latin typeface="Consolas" panose="020B0609020204030204" pitchFamily="49" charset="0"/>
                <a:ea typeface="+mj-ea"/>
              </a:rPr>
              <a:t>2</a:t>
            </a:r>
            <a:r>
              <a:rPr lang="zh-TW" altLang="en-US" sz="1300" b="1">
                <a:latin typeface="Consolas" panose="020B0609020204030204" pitchFamily="49" charset="0"/>
                <a:ea typeface="+mj-ea"/>
              </a:rPr>
              <a:t>月，</a:t>
            </a:r>
            <a:r>
              <a:rPr lang="en-US" altLang="zh-TW" sz="1300" b="1">
                <a:latin typeface="Consolas" panose="020B0609020204030204" pitchFamily="49" charset="0"/>
                <a:ea typeface="+mj-ea"/>
              </a:rPr>
              <a:t>HTTP/3</a:t>
            </a:r>
            <a:r>
              <a:rPr lang="zh-TW" altLang="en-US" sz="1300" b="1">
                <a:latin typeface="Consolas" panose="020B0609020204030204" pitchFamily="49" charset="0"/>
                <a:ea typeface="+mj-ea"/>
              </a:rPr>
              <a:t>仍然是草案狀態。</a:t>
            </a:r>
            <a:endParaRPr lang="en-US" altLang="zh-TW" sz="1300" b="1">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DE0C7043-5B7F-4E55-B9C2-004C86B4F74C}"/>
              </a:ext>
            </a:extLst>
          </p:cNvPr>
          <p:cNvSpPr>
            <a:spLocks noGrp="1"/>
          </p:cNvSpPr>
          <p:nvPr>
            <p:ph type="sldNum" sz="quarter" idx="12"/>
          </p:nvPr>
        </p:nvSpPr>
        <p:spPr/>
        <p:txBody>
          <a:bodyPr/>
          <a:lstStyle/>
          <a:p>
            <a:fld id="{B521127C-0C56-461F-B517-0D483F216F7D}" type="slidenum">
              <a:rPr lang="zh-TW" altLang="en-US" smtClean="0"/>
              <a:t>61</a:t>
            </a:fld>
            <a:endParaRPr lang="zh-TW" altLang="en-US"/>
          </a:p>
        </p:txBody>
      </p:sp>
      <p:sp>
        <p:nvSpPr>
          <p:cNvPr id="9" name="矩形 8"/>
          <p:cNvSpPr/>
          <p:nvPr/>
        </p:nvSpPr>
        <p:spPr>
          <a:xfrm>
            <a:off x="8331200" y="174836"/>
            <a:ext cx="3860800" cy="480131"/>
          </a:xfrm>
          <a:prstGeom prst="rect">
            <a:avLst/>
          </a:prstGeom>
        </p:spPr>
        <p:txBody>
          <a:bodyPr wrap="square">
            <a:spAutoFit/>
          </a:bodyPr>
          <a:lstStyle/>
          <a:p>
            <a:pPr algn="ctr" defTabSz="914400">
              <a:lnSpc>
                <a:spcPct val="90000"/>
              </a:lnSpc>
              <a:spcBef>
                <a:spcPct val="0"/>
              </a:spcBef>
            </a:pPr>
            <a:r>
              <a:rPr lang="en-US" altLang="zh-TW" sz="2800" b="1">
                <a:latin typeface="+mj-lt"/>
                <a:ea typeface="+mj-ea"/>
                <a:cs typeface="+mj-cs"/>
              </a:rPr>
              <a:t>HTTP </a:t>
            </a:r>
            <a:r>
              <a:rPr lang="zh-TW" altLang="en-US" sz="2800" b="1">
                <a:latin typeface="+mj-lt"/>
                <a:ea typeface="+mj-ea"/>
                <a:cs typeface="+mj-cs"/>
              </a:rPr>
              <a:t>通訊協定</a:t>
            </a:r>
            <a:endParaRPr lang="en-US" altLang="zh-TW" sz="2800" b="1">
              <a:latin typeface="+mj-lt"/>
              <a:ea typeface="+mj-ea"/>
              <a:cs typeface="+mj-cs"/>
            </a:endParaRPr>
          </a:p>
        </p:txBody>
      </p:sp>
      <p:sp>
        <p:nvSpPr>
          <p:cNvPr id="30" name="文字方塊 29">
            <a:extLst>
              <a:ext uri="{FF2B5EF4-FFF2-40B4-BE49-F238E27FC236}">
                <a16:creationId xmlns:a16="http://schemas.microsoft.com/office/drawing/2014/main" id="{8570CFE9-0731-4434-8914-6944777BFE6D}"/>
              </a:ext>
            </a:extLst>
          </p:cNvPr>
          <p:cNvSpPr txBox="1">
            <a:spLocks/>
          </p:cNvSpPr>
          <p:nvPr/>
        </p:nvSpPr>
        <p:spPr>
          <a:xfrm>
            <a:off x="129250" y="813144"/>
            <a:ext cx="8017223" cy="2554545"/>
          </a:xfrm>
          <a:prstGeom prst="rect">
            <a:avLst/>
          </a:prstGeom>
          <a:noFill/>
        </p:spPr>
        <p:txBody>
          <a:bodyPr wrap="square">
            <a:spAutoFit/>
          </a:bodyPr>
          <a:lstStyle/>
          <a:p>
            <a:pPr marL="285750" indent="-285750" algn="just">
              <a:buFont typeface="Arial" panose="020B0604020202020204" pitchFamily="34" charset="0"/>
              <a:buChar char="•"/>
            </a:pPr>
            <a:r>
              <a:rPr lang="zh-TW" altLang="en-US" sz="1600">
                <a:latin typeface="Consolas" panose="020B0609020204030204" pitchFamily="49" charset="0"/>
                <a:ea typeface="+mj-ea"/>
              </a:rPr>
              <a:t>「</a:t>
            </a:r>
            <a:r>
              <a:rPr lang="en-US" altLang="zh-TW" sz="1600">
                <a:latin typeface="Consolas" panose="020B0609020204030204" pitchFamily="49" charset="0"/>
                <a:ea typeface="+mj-ea"/>
              </a:rPr>
              <a:t>Response Content(</a:t>
            </a:r>
            <a:r>
              <a:rPr lang="zh-TW" altLang="en-US" sz="1600">
                <a:latin typeface="Consolas" panose="020B0609020204030204" pitchFamily="49" charset="0"/>
                <a:ea typeface="+mj-ea"/>
              </a:rPr>
              <a:t>回應內容</a:t>
            </a:r>
            <a:r>
              <a:rPr lang="en-US" altLang="zh-TW" sz="1600">
                <a:latin typeface="Consolas" panose="020B0609020204030204" pitchFamily="49" charset="0"/>
                <a:ea typeface="+mj-ea"/>
              </a:rPr>
              <a:t>)</a:t>
            </a:r>
            <a:r>
              <a:rPr lang="zh-TW" altLang="en-US" sz="1600">
                <a:latin typeface="Consolas" panose="020B0609020204030204" pitchFamily="49" charset="0"/>
                <a:ea typeface="+mj-ea"/>
              </a:rPr>
              <a:t>」是回應客戶端時的主要內容</a:t>
            </a:r>
          </a:p>
          <a:p>
            <a:pPr marL="742950" lvl="1" indent="-285750" algn="just">
              <a:buFont typeface="Arial" panose="020B0604020202020204" pitchFamily="34" charset="0"/>
              <a:buChar char="•"/>
            </a:pPr>
            <a:r>
              <a:rPr lang="zh-TW" altLang="en-US" sz="1600">
                <a:latin typeface="Consolas" panose="020B0609020204030204" pitchFamily="49" charset="0"/>
                <a:ea typeface="+mj-ea"/>
              </a:rPr>
              <a:t>對</a:t>
            </a:r>
            <a:r>
              <a:rPr lang="en-US" altLang="zh-TW" sz="1600">
                <a:latin typeface="Consolas" panose="020B0609020204030204" pitchFamily="49" charset="0"/>
                <a:ea typeface="+mj-ea"/>
              </a:rPr>
              <a:t>HTML</a:t>
            </a:r>
            <a:r>
              <a:rPr lang="zh-TW" altLang="en-US" sz="1600">
                <a:latin typeface="Consolas" panose="020B0609020204030204" pitchFamily="49" charset="0"/>
                <a:ea typeface="+mj-ea"/>
              </a:rPr>
              <a:t>網頁而言，</a:t>
            </a:r>
            <a:r>
              <a:rPr lang="en-US" altLang="zh-TW" sz="1600">
                <a:latin typeface="Consolas" panose="020B0609020204030204" pitchFamily="49" charset="0"/>
                <a:ea typeface="+mj-ea"/>
              </a:rPr>
              <a:t>Response Content</a:t>
            </a:r>
            <a:r>
              <a:rPr lang="zh-TW" altLang="en-US" sz="1600">
                <a:latin typeface="Consolas" panose="020B0609020204030204" pitchFamily="49" charset="0"/>
                <a:ea typeface="+mj-ea"/>
              </a:rPr>
              <a:t>就是</a:t>
            </a:r>
            <a:r>
              <a:rPr lang="en-US" altLang="zh-TW" sz="1600">
                <a:latin typeface="Consolas" panose="020B0609020204030204" pitchFamily="49" charset="0"/>
                <a:ea typeface="+mj-ea"/>
              </a:rPr>
              <a:t>HTML</a:t>
            </a:r>
            <a:r>
              <a:rPr lang="zh-TW" altLang="en-US" sz="1600">
                <a:latin typeface="Consolas" panose="020B0609020204030204" pitchFamily="49" charset="0"/>
                <a:ea typeface="+mj-ea"/>
              </a:rPr>
              <a:t>本身文字檔</a:t>
            </a:r>
          </a:p>
          <a:p>
            <a:pPr marL="742950" lvl="1" indent="-285750" algn="just">
              <a:buFont typeface="Arial" panose="020B0604020202020204" pitchFamily="34" charset="0"/>
              <a:buChar char="•"/>
            </a:pPr>
            <a:r>
              <a:rPr lang="zh-TW" altLang="en-US" sz="1600">
                <a:latin typeface="Consolas" panose="020B0609020204030204" pitchFamily="49" charset="0"/>
                <a:ea typeface="+mj-ea"/>
              </a:rPr>
              <a:t>對圖像而言，</a:t>
            </a:r>
            <a:r>
              <a:rPr lang="en-US" altLang="zh-TW" sz="1600">
                <a:latin typeface="Consolas" panose="020B0609020204030204" pitchFamily="49" charset="0"/>
                <a:ea typeface="+mj-ea"/>
              </a:rPr>
              <a:t>Response Content</a:t>
            </a:r>
            <a:r>
              <a:rPr lang="zh-TW" altLang="en-US" sz="1600">
                <a:latin typeface="Consolas" panose="020B0609020204030204" pitchFamily="49" charset="0"/>
                <a:ea typeface="+mj-ea"/>
              </a:rPr>
              <a:t>則是構成其影像的位元組</a:t>
            </a:r>
            <a:r>
              <a:rPr lang="en-US" altLang="zh-TW" sz="1600">
                <a:latin typeface="Consolas" panose="020B0609020204030204" pitchFamily="49" charset="0"/>
                <a:ea typeface="+mj-ea"/>
              </a:rPr>
              <a:t>(byte)</a:t>
            </a:r>
          </a:p>
          <a:p>
            <a:pPr marL="285750" indent="-285750" algn="just">
              <a:buFont typeface="Arial" panose="020B0604020202020204" pitchFamily="34" charset="0"/>
              <a:buChar char="•"/>
            </a:pPr>
            <a:r>
              <a:rPr lang="zh-TW" altLang="en-US" sz="1600">
                <a:latin typeface="Consolas" panose="020B0609020204030204" pitchFamily="49" charset="0"/>
                <a:ea typeface="+mj-ea"/>
              </a:rPr>
              <a:t>以底層的觀點來看，</a:t>
            </a:r>
            <a:r>
              <a:rPr lang="en-US" altLang="zh-TW" sz="1600">
                <a:latin typeface="Consolas" panose="020B0609020204030204" pitchFamily="49" charset="0"/>
                <a:ea typeface="+mj-ea"/>
              </a:rPr>
              <a:t>Web</a:t>
            </a:r>
            <a:r>
              <a:rPr lang="zh-TW" altLang="en-US" sz="1600">
                <a:latin typeface="Consolas" panose="020B0609020204030204" pitchFamily="49" charset="0"/>
                <a:ea typeface="+mj-ea"/>
              </a:rPr>
              <a:t>伺服器其實是將「整個回應」當成一連串的位元組傳給客戶端。所以</a:t>
            </a:r>
            <a:r>
              <a:rPr lang="en-US" altLang="zh-TW" sz="1600">
                <a:latin typeface="Consolas" panose="020B0609020204030204" pitchFamily="49" charset="0"/>
                <a:ea typeface="+mj-ea"/>
              </a:rPr>
              <a:t>HTTP</a:t>
            </a:r>
            <a:r>
              <a:rPr lang="zh-TW" altLang="en-US" sz="1600">
                <a:latin typeface="Consolas" panose="020B0609020204030204" pitchFamily="49" charset="0"/>
                <a:ea typeface="+mj-ea"/>
              </a:rPr>
              <a:t>協定規定伺服器必須</a:t>
            </a:r>
            <a:r>
              <a:rPr lang="en-US" altLang="zh-TW" sz="1600">
                <a:latin typeface="Consolas" panose="020B0609020204030204" pitchFamily="49" charset="0"/>
                <a:ea typeface="+mj-ea"/>
              </a:rPr>
              <a:t>:</a:t>
            </a:r>
          </a:p>
          <a:p>
            <a:pPr marL="742950" lvl="1" indent="-285750" algn="just">
              <a:buFont typeface="Arial" panose="020B0604020202020204" pitchFamily="34" charset="0"/>
              <a:buChar char="•"/>
            </a:pPr>
            <a:r>
              <a:rPr lang="zh-TW" altLang="en-US" sz="1600">
                <a:latin typeface="Consolas" panose="020B0609020204030204" pitchFamily="49" charset="0"/>
                <a:ea typeface="+mj-ea"/>
              </a:rPr>
              <a:t>先送出「</a:t>
            </a:r>
            <a:r>
              <a:rPr lang="en-US" altLang="zh-TW" sz="1600">
                <a:latin typeface="Consolas" panose="020B0609020204030204" pitchFamily="49" charset="0"/>
                <a:ea typeface="+mj-ea"/>
              </a:rPr>
              <a:t>Status Line</a:t>
            </a:r>
            <a:r>
              <a:rPr lang="zh-TW" altLang="en-US" sz="1600">
                <a:latin typeface="Consolas" panose="020B0609020204030204" pitchFamily="49" charset="0"/>
                <a:ea typeface="+mj-ea"/>
              </a:rPr>
              <a:t>」</a:t>
            </a:r>
            <a:r>
              <a:rPr lang="en-US" altLang="zh-TW" sz="1600">
                <a:latin typeface="Consolas" panose="020B0609020204030204" pitchFamily="49" charset="0"/>
                <a:ea typeface="+mj-ea"/>
              </a:rPr>
              <a:t>(</a:t>
            </a:r>
            <a:r>
              <a:rPr lang="zh-TW" altLang="en-US" sz="1600">
                <a:latin typeface="Consolas" panose="020B0609020204030204" pitchFamily="49" charset="0"/>
                <a:ea typeface="+mj-ea"/>
              </a:rPr>
              <a:t>狀態列，包含協定、狀態碼、結果訊息</a:t>
            </a:r>
            <a:r>
              <a:rPr lang="en-US" altLang="zh-TW" sz="1600">
                <a:latin typeface="Consolas" panose="020B0609020204030204" pitchFamily="49" charset="0"/>
                <a:ea typeface="+mj-ea"/>
              </a:rPr>
              <a:t>)</a:t>
            </a:r>
            <a:r>
              <a:rPr lang="zh-TW" altLang="en-US" sz="1600">
                <a:latin typeface="Consolas" panose="020B0609020204030204" pitchFamily="49" charset="0"/>
                <a:ea typeface="+mj-ea"/>
              </a:rPr>
              <a:t>和「</a:t>
            </a:r>
            <a:r>
              <a:rPr lang="en-US" altLang="zh-TW" sz="1600">
                <a:latin typeface="Consolas" panose="020B0609020204030204" pitchFamily="49" charset="0"/>
                <a:ea typeface="+mj-ea"/>
              </a:rPr>
              <a:t>Response Header</a:t>
            </a:r>
            <a:r>
              <a:rPr lang="zh-TW" altLang="en-US" sz="1600">
                <a:latin typeface="Consolas" panose="020B0609020204030204" pitchFamily="49" charset="0"/>
                <a:ea typeface="+mj-ea"/>
              </a:rPr>
              <a:t>」</a:t>
            </a:r>
            <a:r>
              <a:rPr lang="en-US" altLang="zh-TW" sz="1600">
                <a:latin typeface="Consolas" panose="020B0609020204030204" pitchFamily="49" charset="0"/>
                <a:ea typeface="+mj-ea"/>
              </a:rPr>
              <a:t>(</a:t>
            </a:r>
            <a:r>
              <a:rPr lang="zh-TW" altLang="en-US" sz="1600">
                <a:latin typeface="Consolas" panose="020B0609020204030204" pitchFamily="49" charset="0"/>
                <a:ea typeface="+mj-ea"/>
              </a:rPr>
              <a:t>回應標頭，包含</a:t>
            </a:r>
            <a:r>
              <a:rPr lang="en-US" altLang="zh-TW" sz="1600">
                <a:latin typeface="Consolas" panose="020B0609020204030204" pitchFamily="49" charset="0"/>
                <a:ea typeface="+mj-ea"/>
              </a:rPr>
              <a:t>Content-Type</a:t>
            </a:r>
            <a:r>
              <a:rPr lang="zh-TW" altLang="en-US" sz="1600">
                <a:latin typeface="Consolas" panose="020B0609020204030204" pitchFamily="49" charset="0"/>
                <a:ea typeface="+mj-ea"/>
              </a:rPr>
              <a:t>、</a:t>
            </a:r>
            <a:r>
              <a:rPr lang="en-US" altLang="zh-TW" sz="1600">
                <a:latin typeface="Consolas" panose="020B0609020204030204" pitchFamily="49" charset="0"/>
                <a:ea typeface="+mj-ea"/>
              </a:rPr>
              <a:t>Content-Length)</a:t>
            </a:r>
            <a:endParaRPr lang="zh-TW" altLang="en-US" sz="1600">
              <a:latin typeface="Consolas" panose="020B0609020204030204" pitchFamily="49" charset="0"/>
              <a:ea typeface="+mj-ea"/>
            </a:endParaRPr>
          </a:p>
          <a:p>
            <a:pPr marL="742950" lvl="1" indent="-285750" algn="just">
              <a:buFont typeface="Arial" panose="020B0604020202020204" pitchFamily="34" charset="0"/>
              <a:buChar char="•"/>
            </a:pPr>
            <a:r>
              <a:rPr lang="zh-TW" altLang="en-US" sz="1600">
                <a:latin typeface="Consolas" panose="020B0609020204030204" pitchFamily="49" charset="0"/>
                <a:ea typeface="+mj-ea"/>
              </a:rPr>
              <a:t>後才能送出「</a:t>
            </a:r>
            <a:r>
              <a:rPr lang="en-US" altLang="zh-TW" sz="1600">
                <a:latin typeface="Consolas" panose="020B0609020204030204" pitchFamily="49" charset="0"/>
                <a:ea typeface="+mj-ea"/>
              </a:rPr>
              <a:t>Response Content</a:t>
            </a:r>
            <a:r>
              <a:rPr lang="zh-TW" altLang="en-US" sz="1600">
                <a:latin typeface="Consolas" panose="020B0609020204030204" pitchFamily="49" charset="0"/>
                <a:ea typeface="+mj-ea"/>
              </a:rPr>
              <a:t>」</a:t>
            </a:r>
            <a:r>
              <a:rPr lang="en-US" altLang="zh-TW" sz="1600">
                <a:latin typeface="Consolas" panose="020B0609020204030204" pitchFamily="49" charset="0"/>
                <a:ea typeface="+mj-ea"/>
              </a:rPr>
              <a:t>(</a:t>
            </a:r>
            <a:r>
              <a:rPr lang="zh-TW" altLang="en-US" sz="1600">
                <a:latin typeface="Consolas" panose="020B0609020204030204" pitchFamily="49" charset="0"/>
                <a:ea typeface="+mj-ea"/>
              </a:rPr>
              <a:t>回應內容</a:t>
            </a:r>
            <a:r>
              <a:rPr lang="en-US" altLang="zh-TW" sz="1600">
                <a:latin typeface="Consolas" panose="020B0609020204030204" pitchFamily="49" charset="0"/>
                <a:ea typeface="+mj-ea"/>
              </a:rPr>
              <a:t>)</a:t>
            </a:r>
            <a:endParaRPr lang="zh-TW" altLang="en-US" sz="1600">
              <a:latin typeface="Consolas" panose="020B0609020204030204" pitchFamily="49" charset="0"/>
              <a:ea typeface="+mj-ea"/>
            </a:endParaRPr>
          </a:p>
          <a:p>
            <a:pPr marL="742950" lvl="1" indent="-285750" algn="just">
              <a:buFont typeface="Arial" panose="020B0604020202020204" pitchFamily="34" charset="0"/>
              <a:buChar char="•"/>
            </a:pPr>
            <a:r>
              <a:rPr lang="zh-TW" altLang="en-US" sz="1600">
                <a:latin typeface="Consolas" panose="020B0609020204030204" pitchFamily="49" charset="0"/>
                <a:ea typeface="+mj-ea"/>
              </a:rPr>
              <a:t>以便客戶端能先解讀「</a:t>
            </a:r>
            <a:r>
              <a:rPr lang="en-US" altLang="zh-TW" sz="1600">
                <a:latin typeface="Consolas" panose="020B0609020204030204" pitchFamily="49" charset="0"/>
                <a:ea typeface="+mj-ea"/>
              </a:rPr>
              <a:t>Status Line</a:t>
            </a:r>
            <a:r>
              <a:rPr lang="zh-TW" altLang="en-US" sz="1600">
                <a:latin typeface="Consolas" panose="020B0609020204030204" pitchFamily="49" charset="0"/>
                <a:ea typeface="+mj-ea"/>
              </a:rPr>
              <a:t>」和「</a:t>
            </a:r>
            <a:r>
              <a:rPr lang="en-US" altLang="zh-TW" sz="1600">
                <a:latin typeface="Consolas" panose="020B0609020204030204" pitchFamily="49" charset="0"/>
                <a:ea typeface="+mj-ea"/>
              </a:rPr>
              <a:t>Response Header</a:t>
            </a:r>
            <a:r>
              <a:rPr lang="zh-TW" altLang="en-US" sz="1600">
                <a:latin typeface="Consolas" panose="020B0609020204030204" pitchFamily="49" charset="0"/>
                <a:ea typeface="+mj-ea"/>
              </a:rPr>
              <a:t>」，才能接續解讀之後送過來的「</a:t>
            </a:r>
            <a:r>
              <a:rPr lang="en-US" altLang="zh-TW" sz="1600">
                <a:latin typeface="Consolas" panose="020B0609020204030204" pitchFamily="49" charset="0"/>
                <a:ea typeface="+mj-ea"/>
              </a:rPr>
              <a:t>Response Content</a:t>
            </a:r>
            <a:r>
              <a:rPr lang="zh-TW" altLang="en-US" sz="1600">
                <a:latin typeface="Consolas" panose="020B0609020204030204" pitchFamily="49" charset="0"/>
                <a:ea typeface="+mj-ea"/>
              </a:rPr>
              <a:t>」位元組</a:t>
            </a:r>
          </a:p>
        </p:txBody>
      </p:sp>
      <p:sp>
        <p:nvSpPr>
          <p:cNvPr id="8" name="文字方塊 7">
            <a:extLst>
              <a:ext uri="{FF2B5EF4-FFF2-40B4-BE49-F238E27FC236}">
                <a16:creationId xmlns:a16="http://schemas.microsoft.com/office/drawing/2014/main" id="{5F4DC5D4-E6FC-46AB-8FD1-63CF96193457}"/>
              </a:ext>
            </a:extLst>
          </p:cNvPr>
          <p:cNvSpPr txBox="1"/>
          <p:nvPr/>
        </p:nvSpPr>
        <p:spPr>
          <a:xfrm>
            <a:off x="200320" y="131524"/>
            <a:ext cx="4741135" cy="55399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zh-TW" altLang="en-US" sz="3000">
                <a:latin typeface="+mj-ea"/>
                <a:ea typeface="+mj-ea"/>
              </a:rPr>
              <a:t>傳送</a:t>
            </a:r>
            <a:r>
              <a:rPr lang="en-US" altLang="zh-TW" sz="3000">
                <a:latin typeface="+mj-ea"/>
                <a:ea typeface="+mj-ea"/>
              </a:rPr>
              <a:t>HTML</a:t>
            </a:r>
            <a:r>
              <a:rPr lang="zh-TW" altLang="en-US" sz="3000">
                <a:latin typeface="+mj-ea"/>
                <a:ea typeface="+mj-ea"/>
              </a:rPr>
              <a:t>資訊的基本觀念</a:t>
            </a:r>
            <a:endParaRPr lang="en-US" altLang="zh-TW" sz="3000">
              <a:latin typeface="+mj-ea"/>
              <a:ea typeface="+mj-ea"/>
            </a:endParaRPr>
          </a:p>
        </p:txBody>
      </p:sp>
      <p:pic>
        <p:nvPicPr>
          <p:cNvPr id="24" name="圖片 23" descr="一張含有 文字, 顯示 的圖片&#10;&#10;自動產生的描述">
            <a:extLst>
              <a:ext uri="{FF2B5EF4-FFF2-40B4-BE49-F238E27FC236}">
                <a16:creationId xmlns:a16="http://schemas.microsoft.com/office/drawing/2014/main" id="{055F81AB-15F9-4E27-B99B-B32986A849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658" y="5283642"/>
            <a:ext cx="782424" cy="782424"/>
          </a:xfrm>
          <a:prstGeom prst="rect">
            <a:avLst/>
          </a:prstGeom>
        </p:spPr>
      </p:pic>
      <p:graphicFrame>
        <p:nvGraphicFramePr>
          <p:cNvPr id="25" name="表格 26">
            <a:extLst>
              <a:ext uri="{FF2B5EF4-FFF2-40B4-BE49-F238E27FC236}">
                <a16:creationId xmlns:a16="http://schemas.microsoft.com/office/drawing/2014/main" id="{9AF1CB60-9968-48E3-8013-311D48302416}"/>
              </a:ext>
            </a:extLst>
          </p:cNvPr>
          <p:cNvGraphicFramePr>
            <a:graphicFrameLocks noGrp="1"/>
          </p:cNvGraphicFramePr>
          <p:nvPr>
            <p:extLst>
              <p:ext uri="{D42A27DB-BD31-4B8C-83A1-F6EECF244321}">
                <p14:modId xmlns:p14="http://schemas.microsoft.com/office/powerpoint/2010/main" val="798887414"/>
              </p:ext>
            </p:extLst>
          </p:nvPr>
        </p:nvGraphicFramePr>
        <p:xfrm>
          <a:off x="753405" y="3531107"/>
          <a:ext cx="3715225" cy="1493520"/>
        </p:xfrm>
        <a:graphic>
          <a:graphicData uri="http://schemas.openxmlformats.org/drawingml/2006/table">
            <a:tbl>
              <a:tblPr firstRow="1" bandRow="1">
                <a:tableStyleId>{5940675A-B579-460E-94D1-54222C63F5DA}</a:tableStyleId>
              </a:tblPr>
              <a:tblGrid>
                <a:gridCol w="972680">
                  <a:extLst>
                    <a:ext uri="{9D8B030D-6E8A-4147-A177-3AD203B41FA5}">
                      <a16:colId xmlns:a16="http://schemas.microsoft.com/office/drawing/2014/main" val="57161215"/>
                    </a:ext>
                  </a:extLst>
                </a:gridCol>
                <a:gridCol w="2742545">
                  <a:extLst>
                    <a:ext uri="{9D8B030D-6E8A-4147-A177-3AD203B41FA5}">
                      <a16:colId xmlns:a16="http://schemas.microsoft.com/office/drawing/2014/main" val="3234696926"/>
                    </a:ext>
                  </a:extLst>
                </a:gridCol>
              </a:tblGrid>
              <a:tr h="200606">
                <a:tc>
                  <a:txBody>
                    <a:bodyPr/>
                    <a:lstStyle/>
                    <a:p>
                      <a:pPr algn="ctr"/>
                      <a:r>
                        <a:rPr lang="en-US" altLang="zh-TW" sz="1000"/>
                        <a:t>Request Line</a:t>
                      </a:r>
                      <a:endParaRPr lang="zh-TW" altLang="en-US" sz="1000"/>
                    </a:p>
                  </a:txBody>
                  <a:tcPr anchor="ctr"/>
                </a:tc>
                <a:tc>
                  <a:txBody>
                    <a:bodyPr/>
                    <a:lstStyle/>
                    <a:p>
                      <a:pPr algn="ctr"/>
                      <a:r>
                        <a:rPr lang="en-US" altLang="zh-TW" sz="1000"/>
                        <a:t>Post  /index.html  HTTP/1.1</a:t>
                      </a:r>
                      <a:endParaRPr lang="zh-TW" altLang="en-US" sz="1000"/>
                    </a:p>
                  </a:txBody>
                  <a:tcPr anchor="ctr"/>
                </a:tc>
                <a:extLst>
                  <a:ext uri="{0D108BD9-81ED-4DB2-BD59-A6C34878D82A}">
                    <a16:rowId xmlns:a16="http://schemas.microsoft.com/office/drawing/2014/main" val="447843135"/>
                  </a:ext>
                </a:extLst>
              </a:tr>
              <a:tr h="827501">
                <a:tc>
                  <a:txBody>
                    <a:bodyPr/>
                    <a:lstStyle/>
                    <a:p>
                      <a:pPr algn="ctr"/>
                      <a:r>
                        <a:rPr lang="en-US" altLang="zh-TW" sz="1000"/>
                        <a:t>Request Header</a:t>
                      </a:r>
                      <a:endParaRPr lang="zh-TW" altLang="en-US" sz="1000"/>
                    </a:p>
                  </a:txBody>
                  <a:tcPr anchor="ctr"/>
                </a:tc>
                <a:tc>
                  <a:txBody>
                    <a:bodyPr/>
                    <a:lstStyle/>
                    <a:p>
                      <a:pPr algn="ctr"/>
                      <a:r>
                        <a:rPr lang="en-US" altLang="zh-TW" sz="1000"/>
                        <a:t>Accept: image/gif,…</a:t>
                      </a:r>
                    </a:p>
                    <a:p>
                      <a:pPr algn="ctr"/>
                      <a:r>
                        <a:rPr lang="en-US" altLang="zh-TW" sz="1000"/>
                        <a:t>Accept-Language:zh-TW, en-US…</a:t>
                      </a:r>
                    </a:p>
                    <a:p>
                      <a:pPr algn="ctr"/>
                      <a:r>
                        <a:rPr lang="en-US" altLang="zh-TW" sz="1000"/>
                        <a:t>…</a:t>
                      </a:r>
                    </a:p>
                    <a:p>
                      <a:pPr algn="ctr"/>
                      <a:r>
                        <a:rPr lang="en-US" altLang="zh-TW" sz="1000"/>
                        <a:t>Content-Type: application/x-www-form-…</a:t>
                      </a:r>
                    </a:p>
                    <a:p>
                      <a:pPr algn="ctr"/>
                      <a:r>
                        <a:rPr lang="en-US" altLang="zh-TW" sz="1000"/>
                        <a:t>Content-Length: 27</a:t>
                      </a:r>
                      <a:endParaRPr lang="zh-TW" altLang="en-US" sz="1000"/>
                    </a:p>
                  </a:txBody>
                  <a:tcPr anchor="ctr"/>
                </a:tc>
                <a:extLst>
                  <a:ext uri="{0D108BD9-81ED-4DB2-BD59-A6C34878D82A}">
                    <a16:rowId xmlns:a16="http://schemas.microsoft.com/office/drawing/2014/main" val="2863983022"/>
                  </a:ext>
                </a:extLst>
              </a:tr>
              <a:tr h="325985">
                <a:tc>
                  <a:txBody>
                    <a:bodyPr/>
                    <a:lstStyle/>
                    <a:p>
                      <a:pPr algn="ctr"/>
                      <a:r>
                        <a:rPr lang="en-US" altLang="zh-TW" sz="1000"/>
                        <a:t>Request Content</a:t>
                      </a:r>
                      <a:endParaRPr lang="zh-TW" altLang="en-US" sz="1000"/>
                    </a:p>
                  </a:txBody>
                  <a:tcPr anchor="ctr"/>
                </a:tc>
                <a:tc>
                  <a:txBody>
                    <a:bodyPr/>
                    <a:lstStyle/>
                    <a:p>
                      <a:pPr algn="ctr"/>
                      <a:r>
                        <a:rPr lang="en-US" altLang="zh-TW" sz="1000"/>
                        <a:t>name=</a:t>
                      </a:r>
                      <a:r>
                        <a:rPr lang="en-US" altLang="zh-TW" sz="1000" err="1"/>
                        <a:t>allen&amp;age</a:t>
                      </a:r>
                      <a:r>
                        <a:rPr lang="en-US" altLang="zh-TW" sz="1000"/>
                        <a:t>=18</a:t>
                      </a:r>
                      <a:endParaRPr lang="zh-TW" altLang="en-US" sz="1000"/>
                    </a:p>
                  </a:txBody>
                  <a:tcPr anchor="ctr"/>
                </a:tc>
                <a:extLst>
                  <a:ext uri="{0D108BD9-81ED-4DB2-BD59-A6C34878D82A}">
                    <a16:rowId xmlns:a16="http://schemas.microsoft.com/office/drawing/2014/main" val="649722648"/>
                  </a:ext>
                </a:extLst>
              </a:tr>
            </a:tbl>
          </a:graphicData>
        </a:graphic>
      </p:graphicFrame>
      <p:graphicFrame>
        <p:nvGraphicFramePr>
          <p:cNvPr id="26" name="表格 26">
            <a:extLst>
              <a:ext uri="{FF2B5EF4-FFF2-40B4-BE49-F238E27FC236}">
                <a16:creationId xmlns:a16="http://schemas.microsoft.com/office/drawing/2014/main" id="{473A413C-425B-4355-853E-A23359741DBA}"/>
              </a:ext>
            </a:extLst>
          </p:cNvPr>
          <p:cNvGraphicFramePr>
            <a:graphicFrameLocks noGrp="1"/>
          </p:cNvGraphicFramePr>
          <p:nvPr/>
        </p:nvGraphicFramePr>
        <p:xfrm>
          <a:off x="2788758" y="5131952"/>
          <a:ext cx="4052478" cy="1584959"/>
        </p:xfrm>
        <a:graphic>
          <a:graphicData uri="http://schemas.openxmlformats.org/drawingml/2006/table">
            <a:tbl>
              <a:tblPr firstRow="1" bandRow="1">
                <a:tableStyleId>{5940675A-B579-460E-94D1-54222C63F5DA}</a:tableStyleId>
              </a:tblPr>
              <a:tblGrid>
                <a:gridCol w="1162654">
                  <a:extLst>
                    <a:ext uri="{9D8B030D-6E8A-4147-A177-3AD203B41FA5}">
                      <a16:colId xmlns:a16="http://schemas.microsoft.com/office/drawing/2014/main" val="57161215"/>
                    </a:ext>
                  </a:extLst>
                </a:gridCol>
                <a:gridCol w="2889824">
                  <a:extLst>
                    <a:ext uri="{9D8B030D-6E8A-4147-A177-3AD203B41FA5}">
                      <a16:colId xmlns:a16="http://schemas.microsoft.com/office/drawing/2014/main" val="3234696926"/>
                    </a:ext>
                  </a:extLst>
                </a:gridCol>
              </a:tblGrid>
              <a:tr h="243840">
                <a:tc>
                  <a:txBody>
                    <a:bodyPr/>
                    <a:lstStyle/>
                    <a:p>
                      <a:pPr algn="ctr"/>
                      <a:r>
                        <a:rPr lang="en-US" altLang="zh-TW" sz="1200">
                          <a:latin typeface="Consolas" panose="020B0609020204030204" pitchFamily="49" charset="0"/>
                        </a:rPr>
                        <a:t>Status Line</a:t>
                      </a:r>
                      <a:endParaRPr lang="zh-TW" altLang="en-US" sz="1200">
                        <a:latin typeface="Consolas" panose="020B0609020204030204" pitchFamily="49" charset="0"/>
                      </a:endParaRPr>
                    </a:p>
                  </a:txBody>
                  <a:tcPr anchor="ctr"/>
                </a:tc>
                <a:tc>
                  <a:txBody>
                    <a:bodyPr/>
                    <a:lstStyle/>
                    <a:p>
                      <a:pPr algn="ctr"/>
                      <a:r>
                        <a:rPr lang="en-US" altLang="zh-TW" sz="1200">
                          <a:latin typeface="Consolas" panose="020B0609020204030204" pitchFamily="49" charset="0"/>
                        </a:rPr>
                        <a:t>HTTP/1.1  200  OK</a:t>
                      </a:r>
                      <a:endParaRPr lang="zh-TW" altLang="en-US" sz="1200">
                        <a:latin typeface="Consolas" panose="020B0609020204030204" pitchFamily="49" charset="0"/>
                      </a:endParaRPr>
                    </a:p>
                  </a:txBody>
                  <a:tcPr anchor="ctr"/>
                </a:tc>
                <a:extLst>
                  <a:ext uri="{0D108BD9-81ED-4DB2-BD59-A6C34878D82A}">
                    <a16:rowId xmlns:a16="http://schemas.microsoft.com/office/drawing/2014/main" val="447843135"/>
                  </a:ext>
                </a:extLst>
              </a:tr>
              <a:tr h="853439">
                <a:tc>
                  <a:txBody>
                    <a:bodyPr/>
                    <a:lstStyle/>
                    <a:p>
                      <a:pPr algn="ctr"/>
                      <a:r>
                        <a:rPr lang="en-US" altLang="zh-TW" sz="1200">
                          <a:latin typeface="Consolas" panose="020B0609020204030204" pitchFamily="49" charset="0"/>
                        </a:rPr>
                        <a:t>Response Header</a:t>
                      </a:r>
                      <a:endParaRPr lang="zh-TW" altLang="en-US" sz="1200">
                        <a:latin typeface="Consolas" panose="020B0609020204030204" pitchFamily="49" charset="0"/>
                      </a:endParaRPr>
                    </a:p>
                  </a:txBody>
                  <a:tcPr anchor="ctr"/>
                </a:tc>
                <a:tc>
                  <a:txBody>
                    <a:bodyPr/>
                    <a:lstStyle/>
                    <a:p>
                      <a:pPr algn="ctr"/>
                      <a:r>
                        <a:rPr lang="en-US" altLang="zh-TW" sz="1200">
                          <a:latin typeface="Consolas" panose="020B0609020204030204" pitchFamily="49" charset="0"/>
                        </a:rPr>
                        <a:t>Accept-Ranges: bytes</a:t>
                      </a:r>
                    </a:p>
                    <a:p>
                      <a:pPr algn="ctr"/>
                      <a:r>
                        <a:rPr lang="en-US" altLang="zh-TW" sz="1200">
                          <a:latin typeface="Consolas" panose="020B0609020204030204" pitchFamily="49" charset="0"/>
                        </a:rPr>
                        <a:t>…</a:t>
                      </a:r>
                    </a:p>
                    <a:p>
                      <a:pPr algn="ctr"/>
                      <a:r>
                        <a:rPr lang="en-US" altLang="zh-TW" sz="1200">
                          <a:solidFill>
                            <a:srgbClr val="FF0000"/>
                          </a:solidFill>
                          <a:latin typeface="Consolas" panose="020B0609020204030204" pitchFamily="49" charset="0"/>
                        </a:rPr>
                        <a:t>Content-Type: text/html</a:t>
                      </a:r>
                    </a:p>
                    <a:p>
                      <a:pPr algn="ctr"/>
                      <a:r>
                        <a:rPr lang="en-US" altLang="zh-TW" sz="1200">
                          <a:solidFill>
                            <a:srgbClr val="FF0000"/>
                          </a:solidFill>
                          <a:latin typeface="Consolas" panose="020B0609020204030204" pitchFamily="49" charset="0"/>
                        </a:rPr>
                        <a:t>Content-Length: 251</a:t>
                      </a:r>
                    </a:p>
                  </a:txBody>
                  <a:tcPr anchor="ctr"/>
                </a:tc>
                <a:extLst>
                  <a:ext uri="{0D108BD9-81ED-4DB2-BD59-A6C34878D82A}">
                    <a16:rowId xmlns:a16="http://schemas.microsoft.com/office/drawing/2014/main" val="2863983022"/>
                  </a:ext>
                </a:extLst>
              </a:tr>
              <a:tr h="269465">
                <a:tc>
                  <a:txBody>
                    <a:bodyPr/>
                    <a:lstStyle/>
                    <a:p>
                      <a:pPr algn="ctr"/>
                      <a:r>
                        <a:rPr lang="en-US" altLang="zh-TW" sz="1200">
                          <a:latin typeface="Consolas" panose="020B0609020204030204" pitchFamily="49" charset="0"/>
                        </a:rPr>
                        <a:t>Response Content</a:t>
                      </a:r>
                      <a:endParaRPr lang="zh-TW" altLang="en-US" sz="1200">
                        <a:latin typeface="Consolas" panose="020B0609020204030204" pitchFamily="49" charset="0"/>
                      </a:endParaRPr>
                    </a:p>
                  </a:txBody>
                  <a:tcPr anchor="ctr"/>
                </a:tc>
                <a:tc>
                  <a:txBody>
                    <a:bodyPr/>
                    <a:lstStyle/>
                    <a:p>
                      <a:pPr algn="ctr"/>
                      <a:r>
                        <a:rPr lang="en-US" altLang="zh-TW" sz="1200">
                          <a:latin typeface="Consolas" panose="020B0609020204030204" pitchFamily="49" charset="0"/>
                        </a:rPr>
                        <a:t>&lt;html&gt;…&lt;/html&gt;</a:t>
                      </a:r>
                      <a:endParaRPr lang="zh-TW" altLang="en-US" sz="1200">
                        <a:latin typeface="Consolas" panose="020B0609020204030204" pitchFamily="49" charset="0"/>
                      </a:endParaRPr>
                    </a:p>
                  </a:txBody>
                  <a:tcPr anchor="ctr"/>
                </a:tc>
                <a:extLst>
                  <a:ext uri="{0D108BD9-81ED-4DB2-BD59-A6C34878D82A}">
                    <a16:rowId xmlns:a16="http://schemas.microsoft.com/office/drawing/2014/main" val="649722648"/>
                  </a:ext>
                </a:extLst>
              </a:tr>
            </a:tbl>
          </a:graphicData>
        </a:graphic>
      </p:graphicFrame>
      <p:pic>
        <p:nvPicPr>
          <p:cNvPr id="27" name="圖片 26">
            <a:extLst>
              <a:ext uri="{FF2B5EF4-FFF2-40B4-BE49-F238E27FC236}">
                <a16:creationId xmlns:a16="http://schemas.microsoft.com/office/drawing/2014/main" id="{D9969367-3C0E-4E3D-A9C2-508DBAE9DB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55243" y="3940583"/>
            <a:ext cx="861492" cy="1084044"/>
          </a:xfrm>
          <a:prstGeom prst="rect">
            <a:avLst/>
          </a:prstGeom>
        </p:spPr>
      </p:pic>
      <p:cxnSp>
        <p:nvCxnSpPr>
          <p:cNvPr id="28" name="直線接點 27">
            <a:extLst>
              <a:ext uri="{FF2B5EF4-FFF2-40B4-BE49-F238E27FC236}">
                <a16:creationId xmlns:a16="http://schemas.microsoft.com/office/drawing/2014/main" id="{8214DC21-C184-499D-B01D-26B0A1ADD343}"/>
              </a:ext>
            </a:extLst>
          </p:cNvPr>
          <p:cNvCxnSpPr>
            <a:cxnSpLocks/>
          </p:cNvCxnSpPr>
          <p:nvPr/>
        </p:nvCxnSpPr>
        <p:spPr>
          <a:xfrm flipV="1">
            <a:off x="405671" y="3612935"/>
            <a:ext cx="194569" cy="1519017"/>
          </a:xfrm>
          <a:prstGeom prst="line">
            <a:avLst/>
          </a:prstGeom>
        </p:spPr>
        <p:style>
          <a:lnRef idx="1">
            <a:schemeClr val="dk1"/>
          </a:lnRef>
          <a:fillRef idx="0">
            <a:schemeClr val="dk1"/>
          </a:fillRef>
          <a:effectRef idx="0">
            <a:schemeClr val="dk1"/>
          </a:effectRef>
          <a:fontRef idx="minor">
            <a:schemeClr val="tx1"/>
          </a:fontRef>
        </p:style>
      </p:cxnSp>
      <p:cxnSp>
        <p:nvCxnSpPr>
          <p:cNvPr id="29" name="直線接點 28">
            <a:extLst>
              <a:ext uri="{FF2B5EF4-FFF2-40B4-BE49-F238E27FC236}">
                <a16:creationId xmlns:a16="http://schemas.microsoft.com/office/drawing/2014/main" id="{29D0C83E-BE93-4865-9039-80D996696E20}"/>
              </a:ext>
            </a:extLst>
          </p:cNvPr>
          <p:cNvCxnSpPr>
            <a:cxnSpLocks/>
          </p:cNvCxnSpPr>
          <p:nvPr/>
        </p:nvCxnSpPr>
        <p:spPr>
          <a:xfrm flipV="1">
            <a:off x="1268809" y="5167220"/>
            <a:ext cx="1284900" cy="912904"/>
          </a:xfrm>
          <a:prstGeom prst="line">
            <a:avLst/>
          </a:prstGeom>
        </p:spPr>
        <p:style>
          <a:lnRef idx="1">
            <a:schemeClr val="dk1"/>
          </a:lnRef>
          <a:fillRef idx="0">
            <a:schemeClr val="dk1"/>
          </a:fillRef>
          <a:effectRef idx="0">
            <a:schemeClr val="dk1"/>
          </a:effectRef>
          <a:fontRef idx="minor">
            <a:schemeClr val="tx1"/>
          </a:fontRef>
        </p:style>
      </p:cxnSp>
      <p:cxnSp>
        <p:nvCxnSpPr>
          <p:cNvPr id="32" name="直線接點 31">
            <a:extLst>
              <a:ext uri="{FF2B5EF4-FFF2-40B4-BE49-F238E27FC236}">
                <a16:creationId xmlns:a16="http://schemas.microsoft.com/office/drawing/2014/main" id="{191A9AAE-ADBD-48BE-ABAA-21E327DC962A}"/>
              </a:ext>
            </a:extLst>
          </p:cNvPr>
          <p:cNvCxnSpPr>
            <a:cxnSpLocks/>
          </p:cNvCxnSpPr>
          <p:nvPr/>
        </p:nvCxnSpPr>
        <p:spPr>
          <a:xfrm flipH="1">
            <a:off x="5441956" y="4340986"/>
            <a:ext cx="1637960" cy="676189"/>
          </a:xfrm>
          <a:prstGeom prst="line">
            <a:avLst/>
          </a:prstGeom>
        </p:spPr>
        <p:style>
          <a:lnRef idx="1">
            <a:schemeClr val="dk1"/>
          </a:lnRef>
          <a:fillRef idx="0">
            <a:schemeClr val="dk1"/>
          </a:fillRef>
          <a:effectRef idx="0">
            <a:schemeClr val="dk1"/>
          </a:effectRef>
          <a:fontRef idx="minor">
            <a:schemeClr val="tx1"/>
          </a:fontRef>
        </p:style>
      </p:cxnSp>
      <p:cxnSp>
        <p:nvCxnSpPr>
          <p:cNvPr id="33" name="直線接點 32">
            <a:extLst>
              <a:ext uri="{FF2B5EF4-FFF2-40B4-BE49-F238E27FC236}">
                <a16:creationId xmlns:a16="http://schemas.microsoft.com/office/drawing/2014/main" id="{47F9C7AA-8D83-495D-88C7-8A22C5B9DF0E}"/>
              </a:ext>
            </a:extLst>
          </p:cNvPr>
          <p:cNvCxnSpPr>
            <a:cxnSpLocks/>
          </p:cNvCxnSpPr>
          <p:nvPr/>
        </p:nvCxnSpPr>
        <p:spPr>
          <a:xfrm flipH="1">
            <a:off x="7025963" y="5079707"/>
            <a:ext cx="1088804" cy="1251070"/>
          </a:xfrm>
          <a:prstGeom prst="line">
            <a:avLst/>
          </a:prstGeom>
        </p:spPr>
        <p:style>
          <a:lnRef idx="1">
            <a:schemeClr val="dk1"/>
          </a:lnRef>
          <a:fillRef idx="0">
            <a:schemeClr val="dk1"/>
          </a:fillRef>
          <a:effectRef idx="0">
            <a:schemeClr val="dk1"/>
          </a:effectRef>
          <a:fontRef idx="minor">
            <a:schemeClr val="tx1"/>
          </a:fontRef>
        </p:style>
      </p:cxnSp>
      <p:sp>
        <p:nvSpPr>
          <p:cNvPr id="37" name="文字方塊 36">
            <a:extLst>
              <a:ext uri="{FF2B5EF4-FFF2-40B4-BE49-F238E27FC236}">
                <a16:creationId xmlns:a16="http://schemas.microsoft.com/office/drawing/2014/main" id="{50AAE399-AA28-4735-AA45-97629D0F9D9F}"/>
              </a:ext>
            </a:extLst>
          </p:cNvPr>
          <p:cNvSpPr txBox="1"/>
          <p:nvPr/>
        </p:nvSpPr>
        <p:spPr>
          <a:xfrm>
            <a:off x="301658" y="6146111"/>
            <a:ext cx="829073" cy="369332"/>
          </a:xfrm>
          <a:prstGeom prst="rect">
            <a:avLst/>
          </a:prstGeom>
          <a:noFill/>
        </p:spPr>
        <p:txBody>
          <a:bodyPr wrap="square" rtlCol="0">
            <a:spAutoFit/>
          </a:bodyPr>
          <a:lstStyle/>
          <a:p>
            <a:r>
              <a:rPr lang="en-US" altLang="zh-TW">
                <a:latin typeface="+mj-ea"/>
                <a:ea typeface="+mj-ea"/>
              </a:rPr>
              <a:t>Client</a:t>
            </a:r>
            <a:endParaRPr lang="zh-TW" altLang="en-US">
              <a:latin typeface="+mj-ea"/>
              <a:ea typeface="+mj-ea"/>
            </a:endParaRPr>
          </a:p>
        </p:txBody>
      </p:sp>
      <p:sp>
        <p:nvSpPr>
          <p:cNvPr id="38" name="文字方塊 37">
            <a:extLst>
              <a:ext uri="{FF2B5EF4-FFF2-40B4-BE49-F238E27FC236}">
                <a16:creationId xmlns:a16="http://schemas.microsoft.com/office/drawing/2014/main" id="{B216EBD8-8DDB-46EC-B8F8-91F6582B8639}"/>
              </a:ext>
            </a:extLst>
          </p:cNvPr>
          <p:cNvSpPr txBox="1"/>
          <p:nvPr/>
        </p:nvSpPr>
        <p:spPr>
          <a:xfrm>
            <a:off x="7226118" y="3516171"/>
            <a:ext cx="887679" cy="369332"/>
          </a:xfrm>
          <a:prstGeom prst="rect">
            <a:avLst/>
          </a:prstGeom>
          <a:noFill/>
        </p:spPr>
        <p:txBody>
          <a:bodyPr wrap="none" rtlCol="0">
            <a:spAutoFit/>
          </a:bodyPr>
          <a:lstStyle/>
          <a:p>
            <a:r>
              <a:rPr lang="en-US" altLang="zh-TW">
                <a:latin typeface="+mj-ea"/>
                <a:ea typeface="+mj-ea"/>
              </a:rPr>
              <a:t>Server</a:t>
            </a:r>
            <a:endParaRPr lang="zh-TW" altLang="en-US">
              <a:latin typeface="+mj-ea"/>
              <a:ea typeface="+mj-ea"/>
            </a:endParaRPr>
          </a:p>
        </p:txBody>
      </p:sp>
    </p:spTree>
    <p:extLst>
      <p:ext uri="{BB962C8B-B14F-4D97-AF65-F5344CB8AC3E}">
        <p14:creationId xmlns:p14="http://schemas.microsoft.com/office/powerpoint/2010/main" val="25875025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sz="half" idx="2"/>
          </p:nvPr>
        </p:nvSpPr>
        <p:spPr>
          <a:xfrm>
            <a:off x="8331200" y="654967"/>
            <a:ext cx="3860800" cy="6028197"/>
          </a:xfrm>
        </p:spPr>
        <p:txBody>
          <a:bodyPr>
            <a:noAutofit/>
          </a:bodyPr>
          <a:lstStyle/>
          <a:p>
            <a:pPr>
              <a:spcBef>
                <a:spcPts val="600"/>
              </a:spcBef>
            </a:pPr>
            <a:r>
              <a:rPr lang="en-US" altLang="zh-TW" sz="1500" b="1">
                <a:latin typeface="Consolas" panose="020B0609020204030204" pitchFamily="49" charset="0"/>
                <a:ea typeface="+mj-ea"/>
              </a:rPr>
              <a:t>1xx: </a:t>
            </a:r>
          </a:p>
          <a:p>
            <a:pPr>
              <a:spcBef>
                <a:spcPts val="0"/>
              </a:spcBef>
            </a:pPr>
            <a:r>
              <a:rPr lang="zh-TW" altLang="en-US" sz="1500" b="1">
                <a:latin typeface="Consolas" panose="020B0609020204030204" pitchFamily="49" charset="0"/>
                <a:ea typeface="+mj-ea"/>
              </a:rPr>
              <a:t>資訊性，指出客戶端應繼續回應其他動作，比較少見。</a:t>
            </a:r>
            <a:endParaRPr lang="en-US" altLang="zh-TW" sz="1500" b="1">
              <a:latin typeface="Consolas" panose="020B0609020204030204" pitchFamily="49" charset="0"/>
              <a:ea typeface="+mj-ea"/>
            </a:endParaRPr>
          </a:p>
          <a:p>
            <a:pPr>
              <a:spcBef>
                <a:spcPts val="600"/>
              </a:spcBef>
            </a:pPr>
            <a:r>
              <a:rPr lang="en-US" altLang="zh-TW" sz="1500" b="1">
                <a:latin typeface="Consolas" panose="020B0609020204030204" pitchFamily="49" charset="0"/>
                <a:ea typeface="+mj-ea"/>
              </a:rPr>
              <a:t>2xx: </a:t>
            </a:r>
          </a:p>
          <a:p>
            <a:pPr>
              <a:spcBef>
                <a:spcPts val="0"/>
              </a:spcBef>
            </a:pPr>
            <a:r>
              <a:rPr lang="zh-TW" altLang="en-US" sz="1500" b="1">
                <a:latin typeface="Consolas" panose="020B0609020204030204" pitchFamily="49" charset="0"/>
                <a:ea typeface="+mj-ea"/>
              </a:rPr>
              <a:t>成功完成客戶端請求</a:t>
            </a:r>
            <a:endParaRPr lang="en-US" altLang="zh-TW" sz="1500" b="1">
              <a:latin typeface="Consolas" panose="020B0609020204030204" pitchFamily="49" charset="0"/>
              <a:ea typeface="+mj-ea"/>
            </a:endParaRPr>
          </a:p>
          <a:p>
            <a:pPr>
              <a:spcBef>
                <a:spcPts val="600"/>
              </a:spcBef>
            </a:pPr>
            <a:r>
              <a:rPr lang="en-US" altLang="zh-TW" sz="1500" b="1">
                <a:latin typeface="Consolas" panose="020B0609020204030204" pitchFamily="49" charset="0"/>
                <a:ea typeface="+mj-ea"/>
              </a:rPr>
              <a:t>3xx: </a:t>
            </a:r>
          </a:p>
          <a:p>
            <a:pPr>
              <a:spcBef>
                <a:spcPts val="0"/>
              </a:spcBef>
            </a:pPr>
            <a:r>
              <a:rPr lang="zh-TW" altLang="en-US" sz="1500" b="1">
                <a:latin typeface="Consolas" panose="020B0609020204030204" pitchFamily="49" charset="0"/>
                <a:ea typeface="+mj-ea"/>
              </a:rPr>
              <a:t>重導客戶端的請求至他處，進行下一步動作</a:t>
            </a:r>
            <a:endParaRPr lang="en-US" altLang="zh-TW" sz="1500" b="1">
              <a:latin typeface="Consolas" panose="020B0609020204030204" pitchFamily="49" charset="0"/>
              <a:ea typeface="+mj-ea"/>
            </a:endParaRPr>
          </a:p>
          <a:p>
            <a:pPr>
              <a:spcBef>
                <a:spcPts val="600"/>
              </a:spcBef>
            </a:pPr>
            <a:r>
              <a:rPr lang="en-US" altLang="zh-TW" sz="1500" b="1">
                <a:latin typeface="Consolas" panose="020B0609020204030204" pitchFamily="49" charset="0"/>
                <a:ea typeface="+mj-ea"/>
              </a:rPr>
              <a:t>4xx: </a:t>
            </a:r>
          </a:p>
          <a:p>
            <a:pPr>
              <a:spcBef>
                <a:spcPts val="0"/>
              </a:spcBef>
            </a:pPr>
            <a:r>
              <a:rPr lang="zh-TW" altLang="en-US" sz="1500" b="1">
                <a:latin typeface="Consolas" panose="020B0609020204030204" pitchFamily="49" charset="0"/>
                <a:ea typeface="+mj-ea"/>
              </a:rPr>
              <a:t>客戶端錯誤</a:t>
            </a:r>
            <a:endParaRPr lang="en-US" altLang="zh-TW" sz="1500" b="1">
              <a:latin typeface="Consolas" panose="020B0609020204030204" pitchFamily="49" charset="0"/>
              <a:ea typeface="+mj-ea"/>
            </a:endParaRPr>
          </a:p>
          <a:p>
            <a:pPr>
              <a:spcBef>
                <a:spcPts val="600"/>
              </a:spcBef>
            </a:pPr>
            <a:r>
              <a:rPr lang="en-US" altLang="zh-TW" sz="1500" b="1">
                <a:latin typeface="Consolas" panose="020B0609020204030204" pitchFamily="49" charset="0"/>
                <a:ea typeface="+mj-ea"/>
              </a:rPr>
              <a:t>5xx: </a:t>
            </a:r>
          </a:p>
          <a:p>
            <a:pPr>
              <a:spcBef>
                <a:spcPts val="0"/>
              </a:spcBef>
            </a:pPr>
            <a:r>
              <a:rPr lang="zh-TW" altLang="en-US" sz="1500" b="1">
                <a:latin typeface="Consolas" panose="020B0609020204030204" pitchFamily="49" charset="0"/>
                <a:ea typeface="+mj-ea"/>
              </a:rPr>
              <a:t>伺服器端錯誤</a:t>
            </a:r>
            <a:endParaRPr lang="en-US" altLang="zh-TW" sz="1500" b="1">
              <a:latin typeface="Consolas" panose="020B0609020204030204" pitchFamily="49" charset="0"/>
              <a:ea typeface="+mj-ea"/>
            </a:endParaRPr>
          </a:p>
          <a:p>
            <a:pPr>
              <a:spcBef>
                <a:spcPts val="0"/>
              </a:spcBef>
            </a:pPr>
            <a:endParaRPr lang="en-US" altLang="zh-TW" sz="1500" b="1">
              <a:latin typeface="Consolas" panose="020B0609020204030204" pitchFamily="49" charset="0"/>
              <a:ea typeface="+mj-ea"/>
            </a:endParaRPr>
          </a:p>
          <a:p>
            <a:pPr>
              <a:spcBef>
                <a:spcPts val="0"/>
              </a:spcBef>
            </a:pPr>
            <a:r>
              <a:rPr lang="en-US" altLang="zh-TW" sz="1500" b="1">
                <a:latin typeface="Consolas" panose="020B0609020204030204" pitchFamily="49" charset="0"/>
                <a:ea typeface="+mj-ea"/>
              </a:rPr>
              <a:t>【</a:t>
            </a:r>
            <a:r>
              <a:rPr lang="zh-TW" altLang="en-US" sz="1500" b="1">
                <a:latin typeface="Consolas" panose="020B0609020204030204" pitchFamily="49" charset="0"/>
                <a:ea typeface="+mj-ea"/>
              </a:rPr>
              <a:t>設定狀態碼</a:t>
            </a:r>
            <a:r>
              <a:rPr lang="en-US" altLang="zh-TW" sz="1500" b="1">
                <a:latin typeface="Consolas" panose="020B0609020204030204" pitchFamily="49" charset="0"/>
                <a:ea typeface="+mj-ea"/>
              </a:rPr>
              <a:t>】</a:t>
            </a:r>
            <a:endParaRPr lang="zh-TW" altLang="en-US" sz="1500" b="1">
              <a:latin typeface="Consolas" panose="020B0609020204030204" pitchFamily="49" charset="0"/>
              <a:ea typeface="+mj-ea"/>
            </a:endParaRPr>
          </a:p>
          <a:p>
            <a:pPr>
              <a:spcBef>
                <a:spcPts val="0"/>
              </a:spcBef>
            </a:pPr>
            <a:r>
              <a:rPr lang="en-US" altLang="zh-TW" sz="1500" b="1">
                <a:latin typeface="Consolas" panose="020B0609020204030204" pitchFamily="49" charset="0"/>
                <a:ea typeface="+mj-ea"/>
              </a:rPr>
              <a:t>response.setStatus(int sc)</a:t>
            </a:r>
          </a:p>
          <a:p>
            <a:pPr>
              <a:spcBef>
                <a:spcPts val="0"/>
              </a:spcBef>
            </a:pPr>
            <a:r>
              <a:rPr lang="zh-TW" altLang="en-US" sz="1500" b="1">
                <a:latin typeface="Consolas" panose="020B0609020204030204" pitchFamily="49" charset="0"/>
                <a:ea typeface="+mj-ea"/>
              </a:rPr>
              <a:t>設定</a:t>
            </a:r>
            <a:r>
              <a:rPr lang="en-US" altLang="zh-TW" sz="1500" b="1">
                <a:latin typeface="Consolas" panose="020B0609020204030204" pitchFamily="49" charset="0"/>
                <a:ea typeface="+mj-ea"/>
              </a:rPr>
              <a:t>HTTP</a:t>
            </a:r>
            <a:r>
              <a:rPr lang="zh-TW" altLang="en-US" sz="1500" b="1">
                <a:latin typeface="Consolas" panose="020B0609020204030204" pitchFamily="49" charset="0"/>
                <a:ea typeface="+mj-ea"/>
              </a:rPr>
              <a:t>狀態碼</a:t>
            </a:r>
          </a:p>
          <a:p>
            <a:pPr>
              <a:spcBef>
                <a:spcPts val="1200"/>
              </a:spcBef>
            </a:pPr>
            <a:r>
              <a:rPr lang="en-US" altLang="zh-TW" sz="1500" b="1">
                <a:latin typeface="Consolas" panose="020B0609020204030204" pitchFamily="49" charset="0"/>
                <a:ea typeface="+mj-ea"/>
              </a:rPr>
              <a:t>resp.sendError(int sc,String msg)</a:t>
            </a:r>
          </a:p>
          <a:p>
            <a:pPr>
              <a:spcBef>
                <a:spcPts val="0"/>
              </a:spcBef>
            </a:pPr>
            <a:r>
              <a:rPr lang="zh-TW" altLang="en-US" sz="1500" b="1">
                <a:latin typeface="Consolas" panose="020B0609020204030204" pitchFamily="49" charset="0"/>
                <a:ea typeface="+mj-ea"/>
              </a:rPr>
              <a:t>與上述方法類似，但專門用於</a:t>
            </a:r>
            <a:r>
              <a:rPr lang="en-US" altLang="zh-TW" sz="1500" b="1">
                <a:latin typeface="Consolas" panose="020B0609020204030204" pitchFamily="49" charset="0"/>
                <a:ea typeface="+mj-ea"/>
              </a:rPr>
              <a:t>servlet</a:t>
            </a:r>
            <a:r>
              <a:rPr lang="zh-TW" altLang="en-US" sz="1500" b="1">
                <a:latin typeface="Consolas" panose="020B0609020204030204" pitchFamily="49" charset="0"/>
                <a:ea typeface="+mj-ea"/>
              </a:rPr>
              <a:t>在處理</a:t>
            </a:r>
            <a:r>
              <a:rPr lang="en-US" altLang="zh-TW" sz="1500" b="1">
                <a:latin typeface="Consolas" panose="020B0609020204030204" pitchFamily="49" charset="0"/>
                <a:ea typeface="+mj-ea"/>
              </a:rPr>
              <a:t>Request</a:t>
            </a:r>
            <a:r>
              <a:rPr lang="zh-TW" altLang="en-US" sz="1500" b="1">
                <a:latin typeface="Consolas" panose="020B0609020204030204" pitchFamily="49" charset="0"/>
                <a:ea typeface="+mj-ea"/>
              </a:rPr>
              <a:t>的過程中發生的錯誤。伺服器會代為產生一個錯誤訊息網頁。</a:t>
            </a:r>
          </a:p>
          <a:p>
            <a:pPr>
              <a:spcBef>
                <a:spcPts val="0"/>
              </a:spcBef>
            </a:pPr>
            <a:endParaRPr lang="zh-TW" altLang="en-US" sz="1500" b="1">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DE0C7043-5B7F-4E55-B9C2-004C86B4F74C}"/>
              </a:ext>
            </a:extLst>
          </p:cNvPr>
          <p:cNvSpPr>
            <a:spLocks noGrp="1"/>
          </p:cNvSpPr>
          <p:nvPr>
            <p:ph type="sldNum" sz="quarter" idx="12"/>
          </p:nvPr>
        </p:nvSpPr>
        <p:spPr/>
        <p:txBody>
          <a:bodyPr/>
          <a:lstStyle/>
          <a:p>
            <a:fld id="{B521127C-0C56-461F-B517-0D483F216F7D}" type="slidenum">
              <a:rPr lang="zh-TW" altLang="en-US" smtClean="0"/>
              <a:t>62</a:t>
            </a:fld>
            <a:endParaRPr lang="zh-TW" altLang="en-US"/>
          </a:p>
        </p:txBody>
      </p:sp>
      <p:sp>
        <p:nvSpPr>
          <p:cNvPr id="9" name="矩形 8"/>
          <p:cNvSpPr/>
          <p:nvPr/>
        </p:nvSpPr>
        <p:spPr>
          <a:xfrm>
            <a:off x="8331200" y="174836"/>
            <a:ext cx="3860800" cy="480131"/>
          </a:xfrm>
          <a:prstGeom prst="rect">
            <a:avLst/>
          </a:prstGeom>
        </p:spPr>
        <p:txBody>
          <a:bodyPr wrap="square">
            <a:spAutoFit/>
          </a:bodyPr>
          <a:lstStyle/>
          <a:p>
            <a:pPr algn="ctr" defTabSz="914400">
              <a:lnSpc>
                <a:spcPct val="90000"/>
              </a:lnSpc>
              <a:spcBef>
                <a:spcPct val="0"/>
              </a:spcBef>
            </a:pPr>
            <a:r>
              <a:rPr lang="zh-TW" altLang="en-US" sz="2800" b="1">
                <a:latin typeface="+mj-lt"/>
                <a:ea typeface="+mj-ea"/>
                <a:cs typeface="+mj-cs"/>
              </a:rPr>
              <a:t>狀態碼</a:t>
            </a:r>
            <a:r>
              <a:rPr lang="en-US" altLang="zh-TW" sz="2800" b="1">
                <a:latin typeface="+mj-lt"/>
                <a:ea typeface="+mj-ea"/>
                <a:cs typeface="+mj-cs"/>
              </a:rPr>
              <a:t>(Status)</a:t>
            </a:r>
          </a:p>
        </p:txBody>
      </p:sp>
      <p:sp>
        <p:nvSpPr>
          <p:cNvPr id="30" name="文字方塊 29">
            <a:extLst>
              <a:ext uri="{FF2B5EF4-FFF2-40B4-BE49-F238E27FC236}">
                <a16:creationId xmlns:a16="http://schemas.microsoft.com/office/drawing/2014/main" id="{8570CFE9-0731-4434-8914-6944777BFE6D}"/>
              </a:ext>
            </a:extLst>
          </p:cNvPr>
          <p:cNvSpPr txBox="1">
            <a:spLocks/>
          </p:cNvSpPr>
          <p:nvPr/>
        </p:nvSpPr>
        <p:spPr>
          <a:xfrm>
            <a:off x="103694" y="72212"/>
            <a:ext cx="8107051" cy="6601807"/>
          </a:xfrm>
          <a:prstGeom prst="rect">
            <a:avLst/>
          </a:prstGeom>
          <a:noFill/>
        </p:spPr>
        <p:txBody>
          <a:bodyPr wrap="square">
            <a:spAutoFit/>
          </a:bodyPr>
          <a:lstStyle/>
          <a:p>
            <a:pPr algn="just"/>
            <a:r>
              <a:rPr lang="zh-TW" altLang="en-US">
                <a:latin typeface="Consolas" panose="020B0609020204030204" pitchFamily="49" charset="0"/>
                <a:ea typeface="+mj-ea"/>
              </a:rPr>
              <a:t>常見狀態碼：</a:t>
            </a:r>
            <a:endParaRPr lang="en-US" altLang="zh-TW">
              <a:latin typeface="Consolas" panose="020B0609020204030204" pitchFamily="49" charset="0"/>
              <a:ea typeface="+mj-ea"/>
            </a:endParaRPr>
          </a:p>
          <a:p>
            <a:pPr algn="just"/>
            <a:r>
              <a:rPr lang="en-US" altLang="zh-TW" sz="1500">
                <a:latin typeface="Consolas" panose="020B0609020204030204" pitchFamily="49" charset="0"/>
                <a:ea typeface="+mj-ea"/>
              </a:rPr>
              <a:t>【200】OK</a:t>
            </a:r>
          </a:p>
          <a:p>
            <a:pPr algn="just"/>
            <a:r>
              <a:rPr lang="zh-TW" altLang="en-US" sz="1500">
                <a:latin typeface="Consolas" panose="020B0609020204030204" pitchFamily="49" charset="0"/>
                <a:ea typeface="+mj-ea"/>
              </a:rPr>
              <a:t>請求已成功，請求所希望的回應頭或資料體將隨此回應返回。</a:t>
            </a:r>
            <a:endParaRPr lang="en-US" altLang="zh-TW" sz="1500">
              <a:latin typeface="Consolas" panose="020B0609020204030204" pitchFamily="49" charset="0"/>
              <a:ea typeface="+mj-ea"/>
            </a:endParaRPr>
          </a:p>
          <a:p>
            <a:pPr algn="just"/>
            <a:endParaRPr lang="en-US" altLang="zh-TW" sz="1500">
              <a:latin typeface="Consolas" panose="020B0609020204030204" pitchFamily="49" charset="0"/>
              <a:ea typeface="+mj-ea"/>
            </a:endParaRPr>
          </a:p>
          <a:p>
            <a:pPr algn="just"/>
            <a:r>
              <a:rPr lang="en-US" altLang="zh-TW" sz="1500">
                <a:latin typeface="Consolas" panose="020B0609020204030204" pitchFamily="49" charset="0"/>
                <a:ea typeface="+mj-ea"/>
              </a:rPr>
              <a:t>【301】Moved Permanently (</a:t>
            </a:r>
            <a:r>
              <a:rPr lang="zh-TW" altLang="en-US" sz="1500">
                <a:latin typeface="Consolas" panose="020B0609020204030204" pitchFamily="49" charset="0"/>
                <a:ea typeface="+mj-ea"/>
              </a:rPr>
              <a:t>永久移動</a:t>
            </a:r>
            <a:r>
              <a:rPr lang="en-US" altLang="zh-TW" sz="1500">
                <a:latin typeface="Consolas" panose="020B0609020204030204" pitchFamily="49" charset="0"/>
                <a:ea typeface="+mj-ea"/>
              </a:rPr>
              <a:t>)</a:t>
            </a:r>
          </a:p>
          <a:p>
            <a:pPr algn="just"/>
            <a:r>
              <a:rPr lang="zh-TW" altLang="en-US" sz="1500">
                <a:latin typeface="Consolas" panose="020B0609020204030204" pitchFamily="49" charset="0"/>
                <a:ea typeface="+mj-ea"/>
              </a:rPr>
              <a:t>某資源永久被移動，當瀏覽器請求原網址時，告訴瀏覽器要重新導向新網址，並要求未來連結時也使用新網址</a:t>
            </a:r>
            <a:r>
              <a:rPr lang="en-US" altLang="zh-TW" sz="1500">
                <a:latin typeface="Consolas" panose="020B0609020204030204" pitchFamily="49" charset="0"/>
                <a:ea typeface="+mj-ea"/>
              </a:rPr>
              <a:t>(</a:t>
            </a:r>
            <a:r>
              <a:rPr lang="zh-TW" altLang="en-US" sz="1500">
                <a:latin typeface="Consolas" panose="020B0609020204030204" pitchFamily="49" charset="0"/>
                <a:ea typeface="+mj-ea"/>
              </a:rPr>
              <a:t>有利於搜尋引擎最佳化、</a:t>
            </a:r>
            <a:r>
              <a:rPr lang="en-US" altLang="zh-TW" sz="1500">
                <a:latin typeface="Consolas" panose="020B0609020204030204" pitchFamily="49" charset="0"/>
                <a:ea typeface="+mj-ea"/>
              </a:rPr>
              <a:t>SEO</a:t>
            </a:r>
            <a:r>
              <a:rPr lang="zh-TW" altLang="en-US" sz="1500">
                <a:latin typeface="Consolas" panose="020B0609020204030204" pitchFamily="49" charset="0"/>
                <a:ea typeface="+mj-ea"/>
              </a:rPr>
              <a:t>排名</a:t>
            </a:r>
            <a:r>
              <a:rPr lang="en-US" altLang="zh-TW" sz="1500">
                <a:latin typeface="Consolas" panose="020B0609020204030204" pitchFamily="49" charset="0"/>
                <a:ea typeface="+mj-ea"/>
              </a:rPr>
              <a:t>)</a:t>
            </a:r>
            <a:r>
              <a:rPr lang="zh-TW" altLang="en-US" sz="1500">
                <a:latin typeface="Consolas" panose="020B0609020204030204" pitchFamily="49" charset="0"/>
                <a:ea typeface="+mj-ea"/>
              </a:rPr>
              <a:t>。</a:t>
            </a:r>
            <a:endParaRPr lang="en-US" altLang="zh-TW" sz="1500">
              <a:latin typeface="Consolas" panose="020B0609020204030204" pitchFamily="49" charset="0"/>
              <a:ea typeface="+mj-ea"/>
            </a:endParaRPr>
          </a:p>
          <a:p>
            <a:pPr algn="just"/>
            <a:endParaRPr lang="en-US" altLang="zh-TW" sz="1500">
              <a:latin typeface="Consolas" panose="020B0609020204030204" pitchFamily="49" charset="0"/>
              <a:ea typeface="+mj-ea"/>
            </a:endParaRPr>
          </a:p>
          <a:p>
            <a:pPr algn="just"/>
            <a:r>
              <a:rPr lang="en-US" altLang="zh-TW" sz="1500">
                <a:latin typeface="Consolas" panose="020B0609020204030204" pitchFamily="49" charset="0"/>
                <a:ea typeface="+mj-ea"/>
              </a:rPr>
              <a:t>【302】Found (</a:t>
            </a:r>
            <a:r>
              <a:rPr lang="zh-TW" altLang="en-US" sz="1500">
                <a:latin typeface="Consolas" panose="020B0609020204030204" pitchFamily="49" charset="0"/>
                <a:ea typeface="+mj-ea"/>
              </a:rPr>
              <a:t>臨時重新導向</a:t>
            </a:r>
            <a:r>
              <a:rPr lang="en-US" altLang="zh-TW" sz="1500">
                <a:latin typeface="Consolas" panose="020B0609020204030204" pitchFamily="49" charset="0"/>
                <a:ea typeface="+mj-ea"/>
              </a:rPr>
              <a:t>)</a:t>
            </a:r>
          </a:p>
          <a:p>
            <a:pPr algn="just"/>
            <a:r>
              <a:rPr lang="zh-TW" altLang="en-US" sz="1500">
                <a:latin typeface="Consolas" panose="020B0609020204030204" pitchFamily="49" charset="0"/>
                <a:ea typeface="+mj-ea"/>
              </a:rPr>
              <a:t>要求客戶端執行臨時重新導向，同時也是之後會介紹的</a:t>
            </a:r>
            <a:r>
              <a:rPr lang="en-US" altLang="zh-TW" sz="1500">
                <a:latin typeface="Consolas" panose="020B0609020204030204" pitchFamily="49" charset="0"/>
                <a:ea typeface="+mj-ea"/>
              </a:rPr>
              <a:t>response.sendRedirect()</a:t>
            </a:r>
            <a:r>
              <a:rPr lang="zh-TW" altLang="en-US" sz="1500">
                <a:latin typeface="Consolas" panose="020B0609020204030204" pitchFamily="49" charset="0"/>
                <a:ea typeface="+mj-ea"/>
              </a:rPr>
              <a:t>方法中會自帶的狀態碼。</a:t>
            </a:r>
            <a:r>
              <a:rPr lang="en-US" altLang="zh-TW" sz="1500">
                <a:latin typeface="Consolas" panose="020B0609020204030204" pitchFamily="49" charset="0"/>
                <a:ea typeface="+mj-ea"/>
              </a:rPr>
              <a:t> </a:t>
            </a:r>
          </a:p>
          <a:p>
            <a:pPr algn="just"/>
            <a:endParaRPr lang="en-US" altLang="zh-TW" sz="1500">
              <a:latin typeface="Consolas" panose="020B0609020204030204" pitchFamily="49" charset="0"/>
              <a:ea typeface="+mj-ea"/>
            </a:endParaRPr>
          </a:p>
          <a:p>
            <a:pPr algn="just"/>
            <a:r>
              <a:rPr lang="en-US" altLang="zh-TW" sz="1500">
                <a:latin typeface="Consolas" panose="020B0609020204030204" pitchFamily="49" charset="0"/>
                <a:ea typeface="+mj-ea"/>
              </a:rPr>
              <a:t>【304】Not Modified(</a:t>
            </a:r>
            <a:r>
              <a:rPr lang="zh-TW" altLang="en-US" sz="1500">
                <a:latin typeface="Consolas" panose="020B0609020204030204" pitchFamily="49" charset="0"/>
                <a:ea typeface="+mj-ea"/>
              </a:rPr>
              <a:t>未修改</a:t>
            </a:r>
            <a:r>
              <a:rPr lang="en-US" altLang="zh-TW" sz="1500">
                <a:latin typeface="Consolas" panose="020B0609020204030204" pitchFamily="49" charset="0"/>
                <a:ea typeface="+mj-ea"/>
              </a:rPr>
              <a:t>)</a:t>
            </a:r>
          </a:p>
          <a:p>
            <a:pPr algn="just"/>
            <a:r>
              <a:rPr lang="zh-TW" altLang="en-US" sz="1500">
                <a:latin typeface="Consolas" panose="020B0609020204030204" pitchFamily="49" charset="0"/>
                <a:ea typeface="+mj-ea"/>
              </a:rPr>
              <a:t>表示請求資源沒有被修改</a:t>
            </a:r>
            <a:r>
              <a:rPr lang="en-US" altLang="zh-TW" sz="1500">
                <a:latin typeface="Consolas" panose="020B0609020204030204" pitchFamily="49" charset="0"/>
                <a:ea typeface="+mj-ea"/>
              </a:rPr>
              <a:t>(</a:t>
            </a:r>
            <a:r>
              <a:rPr lang="zh-TW" altLang="en-US" sz="1500">
                <a:latin typeface="Consolas" panose="020B0609020204030204" pitchFamily="49" charset="0"/>
                <a:ea typeface="+mj-ea"/>
              </a:rPr>
              <a:t>檢查標頭中屬性</a:t>
            </a:r>
            <a:r>
              <a:rPr lang="en-US" altLang="zh-TW" sz="1500">
                <a:latin typeface="Consolas" panose="020B0609020204030204" pitchFamily="49" charset="0"/>
                <a:ea typeface="+mj-ea"/>
              </a:rPr>
              <a:t>If-Modified-Since</a:t>
            </a:r>
            <a:r>
              <a:rPr lang="zh-TW" altLang="en-US" sz="1500">
                <a:latin typeface="Consolas" panose="020B0609020204030204" pitchFamily="49" charset="0"/>
                <a:ea typeface="+mj-ea"/>
              </a:rPr>
              <a:t>或</a:t>
            </a:r>
            <a:r>
              <a:rPr lang="en-US" altLang="zh-TW" sz="1500">
                <a:latin typeface="Consolas" panose="020B0609020204030204" pitchFamily="49" charset="0"/>
                <a:ea typeface="+mj-ea"/>
              </a:rPr>
              <a:t>If-None-Match)</a:t>
            </a:r>
            <a:r>
              <a:rPr lang="zh-TW" altLang="en-US" sz="1500">
                <a:latin typeface="Consolas" panose="020B0609020204030204" pitchFamily="49" charset="0"/>
                <a:ea typeface="+mj-ea"/>
              </a:rPr>
              <a:t>，在客戶端</a:t>
            </a:r>
            <a:r>
              <a:rPr lang="en-US" altLang="zh-TW" sz="1500">
                <a:latin typeface="Consolas" panose="020B0609020204030204" pitchFamily="49" charset="0"/>
                <a:ea typeface="+mj-ea"/>
              </a:rPr>
              <a:t>(</a:t>
            </a:r>
            <a:r>
              <a:rPr lang="zh-TW" altLang="en-US" sz="1500">
                <a:latin typeface="Consolas" panose="020B0609020204030204" pitchFamily="49" charset="0"/>
                <a:ea typeface="+mj-ea"/>
              </a:rPr>
              <a:t>瀏覽器快取</a:t>
            </a:r>
            <a:r>
              <a:rPr lang="en-US" altLang="zh-TW" sz="1500">
                <a:latin typeface="Consolas" panose="020B0609020204030204" pitchFamily="49" charset="0"/>
                <a:ea typeface="+mj-ea"/>
              </a:rPr>
              <a:t>)</a:t>
            </a:r>
            <a:r>
              <a:rPr lang="zh-TW" altLang="en-US" sz="1500">
                <a:latin typeface="Consolas" panose="020B0609020204030204" pitchFamily="49" charset="0"/>
                <a:ea typeface="+mj-ea"/>
              </a:rPr>
              <a:t>中存有副本，無須再次請求。</a:t>
            </a:r>
            <a:endParaRPr lang="en-US" altLang="zh-TW" sz="1500">
              <a:latin typeface="Consolas" panose="020B0609020204030204" pitchFamily="49" charset="0"/>
              <a:ea typeface="+mj-ea"/>
            </a:endParaRPr>
          </a:p>
          <a:p>
            <a:pPr algn="just"/>
            <a:endParaRPr lang="en-US" altLang="zh-TW" sz="1500">
              <a:latin typeface="Consolas" panose="020B0609020204030204" pitchFamily="49" charset="0"/>
              <a:ea typeface="+mj-ea"/>
            </a:endParaRPr>
          </a:p>
          <a:p>
            <a:pPr algn="just"/>
            <a:r>
              <a:rPr lang="en-US" altLang="zh-TW" sz="1500">
                <a:latin typeface="Consolas" panose="020B0609020204030204" pitchFamily="49" charset="0"/>
                <a:ea typeface="+mj-ea"/>
              </a:rPr>
              <a:t>【400】Bad Request</a:t>
            </a:r>
          </a:p>
          <a:p>
            <a:pPr algn="just"/>
            <a:r>
              <a:rPr lang="zh-TW" altLang="en-US" sz="1500">
                <a:latin typeface="Consolas" panose="020B0609020204030204" pitchFamily="49" charset="0"/>
                <a:ea typeface="+mj-ea"/>
              </a:rPr>
              <a:t>由於明顯的客戶端錯誤，伺服器不能或不會處理該請求。</a:t>
            </a:r>
            <a:endParaRPr lang="en-US" altLang="zh-TW" sz="1500">
              <a:latin typeface="Consolas" panose="020B0609020204030204" pitchFamily="49" charset="0"/>
              <a:ea typeface="+mj-ea"/>
            </a:endParaRPr>
          </a:p>
          <a:p>
            <a:pPr algn="just"/>
            <a:r>
              <a:rPr lang="zh-TW" altLang="en-US" sz="1500">
                <a:latin typeface="Consolas" panose="020B0609020204030204" pitchFamily="49" charset="0"/>
                <a:ea typeface="+mj-ea"/>
              </a:rPr>
              <a:t>如格式錯誤的請求語法，過大的檔案大小，無效的請求訊息或欺騙性路由請求。</a:t>
            </a:r>
            <a:endParaRPr lang="en-US" altLang="zh-TW" sz="1500">
              <a:latin typeface="Consolas" panose="020B0609020204030204" pitchFamily="49" charset="0"/>
              <a:ea typeface="+mj-ea"/>
            </a:endParaRPr>
          </a:p>
          <a:p>
            <a:pPr algn="just"/>
            <a:endParaRPr lang="en-US" altLang="zh-TW" sz="1500">
              <a:latin typeface="Consolas" panose="020B0609020204030204" pitchFamily="49" charset="0"/>
              <a:ea typeface="+mj-ea"/>
            </a:endParaRPr>
          </a:p>
          <a:p>
            <a:pPr algn="just"/>
            <a:r>
              <a:rPr lang="en-US" altLang="zh-TW" sz="1500">
                <a:latin typeface="Consolas" panose="020B0609020204030204" pitchFamily="49" charset="0"/>
                <a:ea typeface="+mj-ea"/>
              </a:rPr>
              <a:t>【404】Not Found</a:t>
            </a:r>
          </a:p>
          <a:p>
            <a:pPr algn="just"/>
            <a:r>
              <a:rPr lang="zh-TW" altLang="en-US" sz="1500">
                <a:latin typeface="Consolas" panose="020B0609020204030204" pitchFamily="49" charset="0"/>
                <a:ea typeface="+mj-ea"/>
              </a:rPr>
              <a:t>找不到請求資源，檢查你的</a:t>
            </a:r>
            <a:r>
              <a:rPr lang="en-US" altLang="zh-TW" sz="1500">
                <a:latin typeface="Consolas" panose="020B0609020204030204" pitchFamily="49" charset="0"/>
                <a:ea typeface="+mj-ea"/>
              </a:rPr>
              <a:t>URI</a:t>
            </a:r>
            <a:r>
              <a:rPr lang="zh-TW" altLang="en-US" sz="1500">
                <a:latin typeface="Consolas" panose="020B0609020204030204" pitchFamily="49" charset="0"/>
                <a:ea typeface="+mj-ea"/>
              </a:rPr>
              <a:t>路徑。</a:t>
            </a:r>
            <a:endParaRPr lang="en-US" altLang="zh-TW" sz="1500">
              <a:latin typeface="Consolas" panose="020B0609020204030204" pitchFamily="49" charset="0"/>
              <a:ea typeface="+mj-ea"/>
            </a:endParaRPr>
          </a:p>
          <a:p>
            <a:pPr algn="just"/>
            <a:endParaRPr lang="en-US" altLang="zh-TW" sz="1500">
              <a:latin typeface="Consolas" panose="020B0609020204030204" pitchFamily="49" charset="0"/>
              <a:ea typeface="+mj-ea"/>
            </a:endParaRPr>
          </a:p>
          <a:p>
            <a:pPr algn="just"/>
            <a:r>
              <a:rPr lang="en-US" altLang="zh-TW" sz="1500">
                <a:latin typeface="Consolas" panose="020B0609020204030204" pitchFamily="49" charset="0"/>
                <a:ea typeface="+mj-ea"/>
              </a:rPr>
              <a:t>【405】Method Not Allowed</a:t>
            </a:r>
          </a:p>
          <a:p>
            <a:pPr algn="just"/>
            <a:r>
              <a:rPr lang="zh-TW" altLang="en-US" sz="1500">
                <a:latin typeface="Consolas" panose="020B0609020204030204" pitchFamily="49" charset="0"/>
                <a:ea typeface="+mj-ea"/>
              </a:rPr>
              <a:t>錯誤的請求方法，常見於檔案上傳指定錯誤的</a:t>
            </a:r>
            <a:r>
              <a:rPr lang="en-US" altLang="zh-TW" sz="1500">
                <a:latin typeface="Consolas" panose="020B0609020204030204" pitchFamily="49" charset="0"/>
                <a:ea typeface="+mj-ea"/>
              </a:rPr>
              <a:t>method="GET"</a:t>
            </a:r>
            <a:r>
              <a:rPr lang="zh-TW" altLang="en-US" sz="1500">
                <a:latin typeface="Consolas" panose="020B0609020204030204" pitchFamily="49" charset="0"/>
                <a:ea typeface="+mj-ea"/>
              </a:rPr>
              <a:t>。</a:t>
            </a:r>
            <a:endParaRPr lang="en-US" altLang="zh-TW" sz="1500">
              <a:latin typeface="Consolas" panose="020B0609020204030204" pitchFamily="49" charset="0"/>
              <a:ea typeface="+mj-ea"/>
            </a:endParaRPr>
          </a:p>
          <a:p>
            <a:pPr algn="just"/>
            <a:endParaRPr lang="en-US" altLang="zh-TW" sz="1500">
              <a:latin typeface="Consolas" panose="020B0609020204030204" pitchFamily="49" charset="0"/>
              <a:ea typeface="+mj-ea"/>
            </a:endParaRPr>
          </a:p>
          <a:p>
            <a:pPr algn="just"/>
            <a:r>
              <a:rPr lang="en-US" altLang="zh-TW" sz="1500">
                <a:latin typeface="Consolas" panose="020B0609020204030204" pitchFamily="49" charset="0"/>
                <a:ea typeface="+mj-ea"/>
              </a:rPr>
              <a:t>【500】Internal Server Error</a:t>
            </a:r>
            <a:r>
              <a:rPr lang="zh-TW" altLang="en-US" sz="1500">
                <a:latin typeface="Consolas" panose="020B0609020204030204" pitchFamily="49" charset="0"/>
                <a:ea typeface="+mj-ea"/>
              </a:rPr>
              <a:t> </a:t>
            </a:r>
            <a:r>
              <a:rPr lang="en-US" altLang="zh-TW" sz="1500">
                <a:latin typeface="Consolas" panose="020B0609020204030204" pitchFamily="49" charset="0"/>
                <a:ea typeface="+mj-ea"/>
              </a:rPr>
              <a:t>(</a:t>
            </a:r>
            <a:r>
              <a:rPr lang="zh-TW" altLang="en-US" sz="1500">
                <a:latin typeface="Consolas" panose="020B0609020204030204" pitchFamily="49" charset="0"/>
                <a:ea typeface="+mj-ea"/>
              </a:rPr>
              <a:t>內部伺服器錯誤</a:t>
            </a:r>
            <a:r>
              <a:rPr lang="en-US" altLang="zh-TW" sz="1500">
                <a:latin typeface="Consolas" panose="020B0609020204030204" pitchFamily="49" charset="0"/>
                <a:ea typeface="+mj-ea"/>
              </a:rPr>
              <a:t>)</a:t>
            </a:r>
          </a:p>
          <a:p>
            <a:pPr algn="just"/>
            <a:r>
              <a:rPr lang="zh-TW" altLang="en-US" sz="1500">
                <a:latin typeface="Consolas" panose="020B0609020204030204" pitchFamily="49" charset="0"/>
                <a:ea typeface="+mj-ea"/>
              </a:rPr>
              <a:t>伺服器端錯誤，通常是程式有錯誤。</a:t>
            </a:r>
          </a:p>
        </p:txBody>
      </p:sp>
    </p:spTree>
    <p:extLst>
      <p:ext uri="{BB962C8B-B14F-4D97-AF65-F5344CB8AC3E}">
        <p14:creationId xmlns:p14="http://schemas.microsoft.com/office/powerpoint/2010/main" val="348165844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B847C30F-9E08-4E17-824D-F5B657D0BBBC}"/>
              </a:ext>
            </a:extLst>
          </p:cNvPr>
          <p:cNvSpPr>
            <a:spLocks noGrp="1"/>
          </p:cNvSpPr>
          <p:nvPr>
            <p:ph type="sldNum" sz="quarter" idx="12"/>
          </p:nvPr>
        </p:nvSpPr>
        <p:spPr/>
        <p:txBody>
          <a:bodyPr/>
          <a:lstStyle/>
          <a:p>
            <a:fld id="{B521127C-0C56-461F-B517-0D483F216F7D}" type="slidenum">
              <a:rPr lang="zh-TW" altLang="en-US" smtClean="0"/>
              <a:t>63</a:t>
            </a:fld>
            <a:endParaRPr lang="zh-TW" altLang="en-US"/>
          </a:p>
        </p:txBody>
      </p:sp>
      <p:sp>
        <p:nvSpPr>
          <p:cNvPr id="18" name="內容版面配置區 2">
            <a:extLst>
              <a:ext uri="{FF2B5EF4-FFF2-40B4-BE49-F238E27FC236}">
                <a16:creationId xmlns:a16="http://schemas.microsoft.com/office/drawing/2014/main" id="{9F14AAE5-D10B-41CB-8FBA-0652AFF4CC72}"/>
              </a:ext>
            </a:extLst>
          </p:cNvPr>
          <p:cNvSpPr>
            <a:spLocks noGrp="1"/>
          </p:cNvSpPr>
          <p:nvPr>
            <p:ph idx="1"/>
          </p:nvPr>
        </p:nvSpPr>
        <p:spPr>
          <a:xfrm>
            <a:off x="0" y="828626"/>
            <a:ext cx="11717518" cy="5685296"/>
          </a:xfrm>
        </p:spPr>
        <p:txBody>
          <a:bodyPr>
            <a:noAutofit/>
          </a:bodyPr>
          <a:lstStyle/>
          <a:p>
            <a:pPr lvl="1">
              <a:buClrTx/>
            </a:pPr>
            <a:r>
              <a:rPr lang="zh-TW" altLang="en-US" sz="1700">
                <a:latin typeface="Consolas" panose="020B0609020204030204" pitchFamily="49" charset="0"/>
                <a:ea typeface="+mj-ea"/>
              </a:rPr>
              <a:t>藉由</a:t>
            </a:r>
            <a:r>
              <a:rPr lang="en-US" altLang="zh-TW" sz="1700">
                <a:latin typeface="Consolas" panose="020B0609020204030204" pitchFamily="49" charset="0"/>
                <a:ea typeface="+mj-ea"/>
              </a:rPr>
              <a:t>Servlet</a:t>
            </a:r>
            <a:r>
              <a:rPr lang="zh-TW" altLang="en-US" sz="1700">
                <a:latin typeface="Consolas" panose="020B0609020204030204" pitchFamily="49" charset="0"/>
                <a:ea typeface="+mj-ea"/>
              </a:rPr>
              <a:t>設定</a:t>
            </a:r>
            <a:r>
              <a:rPr lang="en-US" altLang="zh-TW" sz="1700">
                <a:latin typeface="Consolas" panose="020B0609020204030204" pitchFamily="49" charset="0"/>
                <a:ea typeface="+mj-ea"/>
              </a:rPr>
              <a:t>Response Header</a:t>
            </a:r>
            <a:r>
              <a:rPr lang="zh-TW" altLang="en-US" sz="1700">
                <a:latin typeface="Consolas" panose="020B0609020204030204" pitchFamily="49" charset="0"/>
                <a:ea typeface="+mj-ea"/>
              </a:rPr>
              <a:t>，可提供其他有關的額外資訊，</a:t>
            </a:r>
            <a:r>
              <a:rPr lang="en-US" altLang="zh-TW" sz="1700">
                <a:latin typeface="Consolas" panose="020B0609020204030204" pitchFamily="49" charset="0"/>
                <a:ea typeface="+mj-ea"/>
              </a:rPr>
              <a:t>HTTP1.1</a:t>
            </a:r>
            <a:r>
              <a:rPr lang="zh-TW" altLang="en-US" sz="1700">
                <a:latin typeface="Consolas" panose="020B0609020204030204" pitchFamily="49" charset="0"/>
                <a:ea typeface="+mj-ea"/>
              </a:rPr>
              <a:t>的各項</a:t>
            </a:r>
            <a:r>
              <a:rPr lang="en-US" altLang="zh-TW" sz="1700">
                <a:latin typeface="Consolas" panose="020B0609020204030204" pitchFamily="49" charset="0"/>
                <a:ea typeface="+mj-ea"/>
              </a:rPr>
              <a:t>header</a:t>
            </a:r>
            <a:r>
              <a:rPr lang="zh-TW" altLang="en-US" sz="1700">
                <a:latin typeface="Consolas" panose="020B0609020204030204" pitchFamily="49" charset="0"/>
                <a:ea typeface="+mj-ea"/>
              </a:rPr>
              <a:t>設定如下</a:t>
            </a:r>
            <a:endParaRPr lang="en-US" altLang="zh-TW" sz="1700">
              <a:latin typeface="Consolas" panose="020B0609020204030204" pitchFamily="49" charset="0"/>
              <a:ea typeface="+mj-ea"/>
            </a:endParaRPr>
          </a:p>
          <a:p>
            <a:pPr lvl="2">
              <a:buClrTx/>
            </a:pPr>
            <a:r>
              <a:rPr lang="en-US" altLang="zh-TW" sz="1700">
                <a:latin typeface="Consolas" panose="020B0609020204030204" pitchFamily="49" charset="0"/>
                <a:ea typeface="+mj-ea"/>
              </a:rPr>
              <a:t>void </a:t>
            </a:r>
            <a:r>
              <a:rPr lang="en-US" altLang="zh-TW" sz="1700" err="1">
                <a:latin typeface="Consolas" panose="020B0609020204030204" pitchFamily="49" charset="0"/>
                <a:ea typeface="+mj-ea"/>
              </a:rPr>
              <a:t>response.setHeader</a:t>
            </a:r>
            <a:r>
              <a:rPr lang="en-US" altLang="zh-TW" sz="1700">
                <a:latin typeface="Consolas" panose="020B0609020204030204" pitchFamily="49" charset="0"/>
                <a:ea typeface="+mj-ea"/>
              </a:rPr>
              <a:t>(String name, String value)</a:t>
            </a:r>
          </a:p>
          <a:p>
            <a:pPr lvl="3">
              <a:buClrTx/>
            </a:pPr>
            <a:r>
              <a:rPr lang="zh-TW" altLang="en-US" sz="1700">
                <a:latin typeface="Consolas" panose="020B0609020204030204" pitchFamily="49" charset="0"/>
                <a:ea typeface="+mj-ea"/>
              </a:rPr>
              <a:t>以上會將指定的</a:t>
            </a:r>
            <a:r>
              <a:rPr lang="en-US" altLang="zh-TW" sz="1700">
                <a:latin typeface="Consolas" panose="020B0609020204030204" pitchFamily="49" charset="0"/>
                <a:ea typeface="+mj-ea"/>
              </a:rPr>
              <a:t>name</a:t>
            </a:r>
            <a:r>
              <a:rPr lang="zh-TW" altLang="en-US" sz="1700">
                <a:latin typeface="Consolas" panose="020B0609020204030204" pitchFamily="49" charset="0"/>
                <a:ea typeface="+mj-ea"/>
              </a:rPr>
              <a:t>設定標頭值</a:t>
            </a:r>
            <a:endParaRPr lang="en-US" altLang="zh-TW" sz="1700">
              <a:latin typeface="Consolas" panose="020B0609020204030204" pitchFamily="49" charset="0"/>
              <a:ea typeface="+mj-ea"/>
            </a:endParaRPr>
          </a:p>
          <a:p>
            <a:pPr lvl="3">
              <a:buClrTx/>
            </a:pPr>
            <a:r>
              <a:rPr lang="zh-TW" altLang="en-US" sz="1700">
                <a:latin typeface="Consolas" panose="020B0609020204030204" pitchFamily="49" charset="0"/>
                <a:ea typeface="+mj-ea"/>
              </a:rPr>
              <a:t>若指定的</a:t>
            </a:r>
            <a:r>
              <a:rPr lang="en-US" altLang="zh-TW" sz="1700">
                <a:latin typeface="Consolas" panose="020B0609020204030204" pitchFamily="49" charset="0"/>
                <a:ea typeface="+mj-ea"/>
              </a:rPr>
              <a:t>name</a:t>
            </a:r>
            <a:r>
              <a:rPr lang="zh-TW" altLang="en-US" sz="1700">
                <a:latin typeface="Consolas" panose="020B0609020204030204" pitchFamily="49" charset="0"/>
                <a:ea typeface="+mj-ea"/>
              </a:rPr>
              <a:t>已有標頭值，則新值會覆蓋舊值</a:t>
            </a:r>
            <a:endParaRPr lang="en-US" altLang="zh-TW" sz="1700">
              <a:latin typeface="Consolas" panose="020B0609020204030204" pitchFamily="49" charset="0"/>
              <a:ea typeface="+mj-ea"/>
            </a:endParaRPr>
          </a:p>
          <a:p>
            <a:pPr lvl="2">
              <a:buClrTx/>
            </a:pPr>
            <a:r>
              <a:rPr lang="en-US" altLang="zh-TW" sz="1700">
                <a:latin typeface="Consolas" panose="020B0609020204030204" pitchFamily="49" charset="0"/>
                <a:ea typeface="+mj-ea"/>
              </a:rPr>
              <a:t>void </a:t>
            </a:r>
            <a:r>
              <a:rPr lang="en-US" altLang="zh-TW" sz="1700" err="1">
                <a:latin typeface="Consolas" panose="020B0609020204030204" pitchFamily="49" charset="0"/>
                <a:ea typeface="+mj-ea"/>
              </a:rPr>
              <a:t>response.addHeader</a:t>
            </a:r>
            <a:r>
              <a:rPr lang="en-US" altLang="zh-TW" sz="1700">
                <a:latin typeface="Consolas" panose="020B0609020204030204" pitchFamily="49" charset="0"/>
                <a:ea typeface="+mj-ea"/>
              </a:rPr>
              <a:t>(String name, String value)</a:t>
            </a:r>
          </a:p>
          <a:p>
            <a:pPr lvl="3">
              <a:buClrTx/>
            </a:pPr>
            <a:r>
              <a:rPr lang="zh-TW" altLang="en-US" sz="1700">
                <a:latin typeface="Consolas" panose="020B0609020204030204" pitchFamily="49" charset="0"/>
                <a:ea typeface="+mj-ea"/>
              </a:rPr>
              <a:t>同一個</a:t>
            </a:r>
            <a:r>
              <a:rPr lang="en-US" altLang="zh-TW" sz="1700">
                <a:latin typeface="Consolas" panose="020B0609020204030204" pitchFamily="49" charset="0"/>
                <a:ea typeface="+mj-ea"/>
              </a:rPr>
              <a:t>head</a:t>
            </a:r>
            <a:r>
              <a:rPr lang="zh-TW" altLang="en-US" sz="1700">
                <a:latin typeface="Consolas" panose="020B0609020204030204" pitchFamily="49" charset="0"/>
                <a:ea typeface="+mj-ea"/>
              </a:rPr>
              <a:t>需要具有多個不同值的時候，新值附加於舊值之後</a:t>
            </a:r>
            <a:endParaRPr lang="en-US" altLang="zh-TW" sz="1700">
              <a:latin typeface="Consolas" panose="020B0609020204030204" pitchFamily="49" charset="0"/>
              <a:ea typeface="+mj-ea"/>
            </a:endParaRPr>
          </a:p>
          <a:p>
            <a:pPr lvl="1">
              <a:buClrTx/>
            </a:pPr>
            <a:r>
              <a:rPr lang="en-US" altLang="zh-TW" sz="1700">
                <a:latin typeface="Consolas" panose="020B0609020204030204" pitchFamily="49" charset="0"/>
                <a:ea typeface="+mj-ea"/>
              </a:rPr>
              <a:t>Header</a:t>
            </a:r>
            <a:r>
              <a:rPr lang="zh-TW" altLang="en-US" sz="1700">
                <a:latin typeface="Consolas" panose="020B0609020204030204" pitchFamily="49" charset="0"/>
                <a:ea typeface="+mj-ea"/>
              </a:rPr>
              <a:t>值應用</a:t>
            </a:r>
            <a:endParaRPr lang="en-US" altLang="zh-TW" sz="1700">
              <a:latin typeface="Consolas" panose="020B0609020204030204" pitchFamily="49" charset="0"/>
              <a:ea typeface="+mj-ea"/>
            </a:endParaRPr>
          </a:p>
          <a:p>
            <a:pPr lvl="2">
              <a:buClrTx/>
            </a:pPr>
            <a:r>
              <a:rPr lang="en-US" altLang="zh-TW" sz="1700" err="1">
                <a:latin typeface="Consolas" panose="020B0609020204030204" pitchFamily="49" charset="0"/>
                <a:ea typeface="+mj-ea"/>
              </a:rPr>
              <a:t>response.setHeader</a:t>
            </a:r>
            <a:r>
              <a:rPr lang="en-US" altLang="zh-TW" sz="1700">
                <a:latin typeface="Consolas" panose="020B0609020204030204" pitchFamily="49" charset="0"/>
                <a:ea typeface="+mj-ea"/>
              </a:rPr>
              <a:t>("Location", String </a:t>
            </a:r>
            <a:r>
              <a:rPr lang="en-US" altLang="zh-TW" sz="1700" err="1">
                <a:latin typeface="Consolas" panose="020B0609020204030204" pitchFamily="49" charset="0"/>
                <a:ea typeface="+mj-ea"/>
              </a:rPr>
              <a:t>url</a:t>
            </a:r>
            <a:r>
              <a:rPr lang="en-US" altLang="zh-TW" sz="1700">
                <a:latin typeface="Consolas" panose="020B0609020204030204" pitchFamily="49" charset="0"/>
                <a:ea typeface="+mj-ea"/>
              </a:rPr>
              <a:t>):</a:t>
            </a:r>
            <a:r>
              <a:rPr lang="zh-TW" altLang="en-US" sz="1700">
                <a:latin typeface="Consolas" panose="020B0609020204030204" pitchFamily="49" charset="0"/>
                <a:ea typeface="+mj-ea"/>
              </a:rPr>
              <a:t>網頁重導</a:t>
            </a:r>
            <a:endParaRPr lang="en-US" altLang="zh-TW" sz="1700">
              <a:latin typeface="Consolas" panose="020B0609020204030204" pitchFamily="49" charset="0"/>
              <a:ea typeface="+mj-ea"/>
            </a:endParaRPr>
          </a:p>
          <a:p>
            <a:pPr lvl="2">
              <a:buClrTx/>
            </a:pPr>
            <a:r>
              <a:rPr lang="en-US" altLang="zh-TW" sz="1700" err="1">
                <a:latin typeface="Consolas" panose="020B0609020204030204" pitchFamily="49" charset="0"/>
                <a:ea typeface="+mj-ea"/>
              </a:rPr>
              <a:t>response.setHeader</a:t>
            </a:r>
            <a:r>
              <a:rPr lang="en-US" altLang="zh-TW" sz="1700">
                <a:latin typeface="Consolas" panose="020B0609020204030204" pitchFamily="49" charset="0"/>
                <a:ea typeface="+mj-ea"/>
              </a:rPr>
              <a:t>("Refresh", String second):</a:t>
            </a:r>
            <a:r>
              <a:rPr lang="zh-TW" altLang="en-US" sz="1700">
                <a:latin typeface="Consolas" panose="020B0609020204030204" pitchFamily="49" charset="0"/>
                <a:ea typeface="+mj-ea"/>
              </a:rPr>
              <a:t>指定秒數後刷新頁面</a:t>
            </a:r>
            <a:endParaRPr lang="en-US" altLang="zh-TW" sz="1700">
              <a:latin typeface="Consolas" panose="020B0609020204030204" pitchFamily="49" charset="0"/>
              <a:ea typeface="+mj-ea"/>
            </a:endParaRPr>
          </a:p>
          <a:p>
            <a:pPr lvl="2">
              <a:buClrTx/>
            </a:pPr>
            <a:r>
              <a:rPr lang="en-US" altLang="zh-TW" sz="1700" err="1">
                <a:latin typeface="Consolas" panose="020B0609020204030204" pitchFamily="49" charset="0"/>
                <a:ea typeface="+mj-ea"/>
              </a:rPr>
              <a:t>response.setHeader</a:t>
            </a:r>
            <a:r>
              <a:rPr lang="en-US" altLang="zh-TW" sz="1700">
                <a:latin typeface="Consolas" panose="020B0609020204030204" pitchFamily="49" charset="0"/>
                <a:ea typeface="+mj-ea"/>
              </a:rPr>
              <a:t>("Refresh", "</a:t>
            </a:r>
            <a:r>
              <a:rPr lang="en-US" altLang="zh-TW" sz="1700">
                <a:solidFill>
                  <a:srgbClr val="FF0000"/>
                </a:solidFill>
                <a:latin typeface="Consolas" panose="020B0609020204030204" pitchFamily="49" charset="0"/>
                <a:ea typeface="+mj-ea"/>
              </a:rPr>
              <a:t>3</a:t>
            </a:r>
            <a:r>
              <a:rPr lang="en-US" altLang="zh-TW" sz="1700">
                <a:latin typeface="Consolas" panose="020B0609020204030204" pitchFamily="49" charset="0"/>
                <a:ea typeface="+mj-ea"/>
              </a:rPr>
              <a:t>;URL=http://…"):</a:t>
            </a:r>
            <a:r>
              <a:rPr lang="en-US" altLang="zh-TW" sz="1700">
                <a:solidFill>
                  <a:srgbClr val="FF0000"/>
                </a:solidFill>
                <a:latin typeface="Consolas" panose="020B0609020204030204" pitchFamily="49" charset="0"/>
                <a:ea typeface="+mj-ea"/>
              </a:rPr>
              <a:t>3</a:t>
            </a:r>
            <a:r>
              <a:rPr lang="zh-TW" altLang="en-US" sz="1700">
                <a:latin typeface="Consolas" panose="020B0609020204030204" pitchFamily="49" charset="0"/>
                <a:ea typeface="+mj-ea"/>
              </a:rPr>
              <a:t>秒後導向指定頁面</a:t>
            </a:r>
            <a:endParaRPr lang="en-US" altLang="zh-TW" sz="1700">
              <a:latin typeface="Consolas" panose="020B0609020204030204" pitchFamily="49" charset="0"/>
              <a:ea typeface="+mj-ea"/>
            </a:endParaRPr>
          </a:p>
          <a:p>
            <a:pPr lvl="2">
              <a:buClrTx/>
            </a:pPr>
            <a:r>
              <a:rPr lang="en-US" altLang="zh-TW" sz="1700" err="1">
                <a:latin typeface="Consolas" panose="020B0609020204030204" pitchFamily="49" charset="0"/>
                <a:ea typeface="+mj-ea"/>
              </a:rPr>
              <a:t>response.setHeader</a:t>
            </a:r>
            <a:r>
              <a:rPr lang="en-US" altLang="zh-TW" sz="1700">
                <a:latin typeface="Consolas" panose="020B0609020204030204" pitchFamily="49" charset="0"/>
                <a:ea typeface="+mj-ea"/>
              </a:rPr>
              <a:t>("Cache-</a:t>
            </a:r>
            <a:r>
              <a:rPr lang="en-US" altLang="zh-TW" sz="1700" err="1">
                <a:latin typeface="Consolas" panose="020B0609020204030204" pitchFamily="49" charset="0"/>
                <a:ea typeface="+mj-ea"/>
              </a:rPr>
              <a:t>Control","no</a:t>
            </a:r>
            <a:r>
              <a:rPr lang="en-US" altLang="zh-TW" sz="1700">
                <a:latin typeface="Consolas" panose="020B0609020204030204" pitchFamily="49" charset="0"/>
                <a:ea typeface="+mj-ea"/>
              </a:rPr>
              <a:t>-store"):</a:t>
            </a:r>
            <a:r>
              <a:rPr lang="zh-TW" altLang="en-US" sz="1700">
                <a:latin typeface="Consolas" panose="020B0609020204030204" pitchFamily="49" charset="0"/>
                <a:ea typeface="+mj-ea"/>
              </a:rPr>
              <a:t>禁止此文件被快取 </a:t>
            </a:r>
            <a:r>
              <a:rPr lang="en-US" altLang="zh-TW" sz="1700">
                <a:latin typeface="Consolas" panose="020B0609020204030204" pitchFamily="49" charset="0"/>
                <a:ea typeface="+mj-ea"/>
              </a:rPr>
              <a:t>HTTP1.1</a:t>
            </a:r>
          </a:p>
          <a:p>
            <a:pPr lvl="2">
              <a:buClrTx/>
            </a:pPr>
            <a:r>
              <a:rPr lang="en-US" altLang="zh-TW" sz="1700" err="1">
                <a:latin typeface="Consolas" panose="020B0609020204030204" pitchFamily="49" charset="0"/>
                <a:ea typeface="+mj-ea"/>
              </a:rPr>
              <a:t>response.setHeader</a:t>
            </a:r>
            <a:r>
              <a:rPr lang="en-US" altLang="zh-TW" sz="1700">
                <a:latin typeface="Consolas" panose="020B0609020204030204" pitchFamily="49" charset="0"/>
                <a:ea typeface="+mj-ea"/>
              </a:rPr>
              <a:t>("</a:t>
            </a:r>
            <a:r>
              <a:rPr lang="en-US" altLang="zh-TW" sz="1700" err="1">
                <a:latin typeface="Consolas" panose="020B0609020204030204" pitchFamily="49" charset="0"/>
                <a:ea typeface="+mj-ea"/>
              </a:rPr>
              <a:t>Pragma","no</a:t>
            </a:r>
            <a:r>
              <a:rPr lang="en-US" altLang="zh-TW" sz="1700">
                <a:latin typeface="Consolas" panose="020B0609020204030204" pitchFamily="49" charset="0"/>
                <a:ea typeface="+mj-ea"/>
              </a:rPr>
              <a:t>-cache"):</a:t>
            </a:r>
            <a:r>
              <a:rPr lang="zh-TW" altLang="en-US" sz="1700">
                <a:latin typeface="Consolas" panose="020B0609020204030204" pitchFamily="49" charset="0"/>
                <a:ea typeface="+mj-ea"/>
              </a:rPr>
              <a:t>禁止此文件被快取 </a:t>
            </a:r>
            <a:r>
              <a:rPr lang="en-US" altLang="zh-TW" sz="1700">
                <a:latin typeface="Consolas" panose="020B0609020204030204" pitchFamily="49" charset="0"/>
                <a:ea typeface="+mj-ea"/>
              </a:rPr>
              <a:t>HTTP1.0</a:t>
            </a:r>
          </a:p>
          <a:p>
            <a:pPr lvl="2">
              <a:buClrTx/>
            </a:pPr>
            <a:r>
              <a:rPr lang="en-US" altLang="zh-TW" sz="1700" err="1">
                <a:latin typeface="Consolas" panose="020B0609020204030204" pitchFamily="49" charset="0"/>
                <a:ea typeface="+mj-ea"/>
              </a:rPr>
              <a:t>response.setDateHeader</a:t>
            </a:r>
            <a:r>
              <a:rPr lang="en-US" altLang="zh-TW" sz="1700">
                <a:latin typeface="Consolas" panose="020B0609020204030204" pitchFamily="49" charset="0"/>
                <a:ea typeface="+mj-ea"/>
              </a:rPr>
              <a:t>("Expires","0"):</a:t>
            </a:r>
            <a:r>
              <a:rPr lang="zh-TW" altLang="en-US" sz="1700">
                <a:latin typeface="Consolas" panose="020B0609020204030204" pitchFamily="49" charset="0"/>
                <a:ea typeface="+mj-ea"/>
              </a:rPr>
              <a:t>指該文件失效的時間，預設值為零表示立即失效</a:t>
            </a:r>
            <a:endParaRPr lang="en-US" altLang="zh-TW" sz="1700">
              <a:latin typeface="Consolas" panose="020B0609020204030204" pitchFamily="49" charset="0"/>
              <a:ea typeface="+mj-ea"/>
            </a:endParaRPr>
          </a:p>
          <a:p>
            <a:pPr lvl="3">
              <a:buClrTx/>
            </a:pPr>
            <a:endParaRPr lang="en-US" altLang="zh-TW" sz="1700">
              <a:latin typeface="Consolas" panose="020B0609020204030204" pitchFamily="49" charset="0"/>
              <a:ea typeface="+mj-ea"/>
            </a:endParaRPr>
          </a:p>
        </p:txBody>
      </p:sp>
      <p:sp>
        <p:nvSpPr>
          <p:cNvPr id="23" name="文字方塊 22">
            <a:extLst>
              <a:ext uri="{FF2B5EF4-FFF2-40B4-BE49-F238E27FC236}">
                <a16:creationId xmlns:a16="http://schemas.microsoft.com/office/drawing/2014/main" id="{360905D6-D711-4FAE-9825-DE60BD1FDC05}"/>
              </a:ext>
            </a:extLst>
          </p:cNvPr>
          <p:cNvSpPr txBox="1"/>
          <p:nvPr/>
        </p:nvSpPr>
        <p:spPr>
          <a:xfrm>
            <a:off x="194696" y="126402"/>
            <a:ext cx="2510797" cy="55399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indent="0" algn="ctr">
              <a:buClrTx/>
              <a:buNone/>
            </a:pPr>
            <a:r>
              <a:rPr lang="zh-TW" altLang="en-US" sz="3000">
                <a:latin typeface="Consolas" panose="020B0609020204030204" pitchFamily="49" charset="0"/>
                <a:ea typeface="+mj-ea"/>
              </a:rPr>
              <a:t>回應標頭設定</a:t>
            </a:r>
            <a:endParaRPr lang="en-US" altLang="zh-TW" sz="3000">
              <a:latin typeface="Consolas" panose="020B0609020204030204" pitchFamily="49" charset="0"/>
              <a:ea typeface="+mj-ea"/>
            </a:endParaRPr>
          </a:p>
        </p:txBody>
      </p:sp>
    </p:spTree>
    <p:extLst>
      <p:ext uri="{BB962C8B-B14F-4D97-AF65-F5344CB8AC3E}">
        <p14:creationId xmlns:p14="http://schemas.microsoft.com/office/powerpoint/2010/main" val="21335884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9">
            <a:extLst>
              <a:ext uri="{FF2B5EF4-FFF2-40B4-BE49-F238E27FC236}">
                <a16:creationId xmlns:a16="http://schemas.microsoft.com/office/drawing/2014/main" id="{9A3D0CE2-91FF-49B3-A5D8-181E900D7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11">
            <a:extLst>
              <a:ext uri="{FF2B5EF4-FFF2-40B4-BE49-F238E27FC236}">
                <a16:creationId xmlns:a16="http://schemas.microsoft.com/office/drawing/2014/main" id="{58AEBD96-C315-4F53-9D9E-0E20E993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13">
            <a:extLst>
              <a:ext uri="{FF2B5EF4-FFF2-40B4-BE49-F238E27FC236}">
                <a16:creationId xmlns:a16="http://schemas.microsoft.com/office/drawing/2014/main" id="{78916AAA-66F6-4DFA-88ED-7E27CF6B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1" name="Group 15">
            <a:extLst>
              <a:ext uri="{FF2B5EF4-FFF2-40B4-BE49-F238E27FC236}">
                <a16:creationId xmlns:a16="http://schemas.microsoft.com/office/drawing/2014/main" id="{A137D43F-BAD6-47F1-AA65-AEEA38A2FF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17" name="Oval 16">
              <a:extLst>
                <a:ext uri="{FF2B5EF4-FFF2-40B4-BE49-F238E27FC236}">
                  <a16:creationId xmlns:a16="http://schemas.microsoft.com/office/drawing/2014/main" id="{D512C9B2-6B22-4211-A940-FCD7C2CD0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8" name="Oval 17">
              <a:extLst>
                <a:ext uri="{FF2B5EF4-FFF2-40B4-BE49-F238E27FC236}">
                  <a16:creationId xmlns:a16="http://schemas.microsoft.com/office/drawing/2014/main" id="{85F7DB84-CDE7-46F8-90DD-9D048A7D5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sp>
      </p:grpSp>
      <p:sp useBgFill="1">
        <p:nvSpPr>
          <p:cNvPr id="13" name="Rectangle 19">
            <a:extLst>
              <a:ext uri="{FF2B5EF4-FFF2-40B4-BE49-F238E27FC236}">
                <a16:creationId xmlns:a16="http://schemas.microsoft.com/office/drawing/2014/main" id="{C3D25154-9EF7-4C33-9AAC-7B3BE089FE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文字方塊 3">
            <a:extLst>
              <a:ext uri="{FF2B5EF4-FFF2-40B4-BE49-F238E27FC236}">
                <a16:creationId xmlns:a16="http://schemas.microsoft.com/office/drawing/2014/main" id="{4C0C7DFB-F839-4192-B53B-1812E6CE4CEC}"/>
              </a:ext>
            </a:extLst>
          </p:cNvPr>
          <p:cNvSpPr txBox="1"/>
          <p:nvPr/>
        </p:nvSpPr>
        <p:spPr>
          <a:xfrm>
            <a:off x="1051560" y="643468"/>
            <a:ext cx="9966960" cy="359243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zh-TW" altLang="en-US" sz="8900" b="1" cap="all">
                <a:latin typeface="+mj-lt"/>
                <a:ea typeface="+mj-ea"/>
                <a:cs typeface="+mj-cs"/>
              </a:rPr>
              <a:t>第八節</a:t>
            </a:r>
          </a:p>
          <a:p>
            <a:pPr defTabSz="914400">
              <a:lnSpc>
                <a:spcPct val="80000"/>
              </a:lnSpc>
              <a:spcBef>
                <a:spcPct val="0"/>
              </a:spcBef>
              <a:spcAft>
                <a:spcPts val="600"/>
              </a:spcAft>
            </a:pPr>
            <a:r>
              <a:rPr lang="en-US" altLang="zh-TW" sz="8900" b="1" cap="all">
                <a:latin typeface="+mj-lt"/>
                <a:ea typeface="+mj-ea"/>
                <a:cs typeface="+mj-cs"/>
              </a:rPr>
              <a:t>Session Tracking</a:t>
            </a:r>
          </a:p>
        </p:txBody>
      </p:sp>
      <p:sp>
        <p:nvSpPr>
          <p:cNvPr id="15" name="Rectangle 21">
            <a:extLst>
              <a:ext uri="{FF2B5EF4-FFF2-40B4-BE49-F238E27FC236}">
                <a16:creationId xmlns:a16="http://schemas.microsoft.com/office/drawing/2014/main" id="{1604E8C0-C927-4C06-A96A-BF3323BA7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95831"/>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23">
            <a:extLst>
              <a:ext uri="{FF2B5EF4-FFF2-40B4-BE49-F238E27FC236}">
                <a16:creationId xmlns:a16="http://schemas.microsoft.com/office/drawing/2014/main" id="{9DCECFD5-4C30-4892-9FF0-540E17955A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111496"/>
            <a:ext cx="1080904" cy="1080902"/>
            <a:chOff x="10245590" y="5111496"/>
            <a:chExt cx="1080904" cy="1080902"/>
          </a:xfrm>
        </p:grpSpPr>
        <p:sp>
          <p:nvSpPr>
            <p:cNvPr id="25" name="Oval 24">
              <a:extLst>
                <a:ext uri="{FF2B5EF4-FFF2-40B4-BE49-F238E27FC236}">
                  <a16:creationId xmlns:a16="http://schemas.microsoft.com/office/drawing/2014/main" id="{95C67F70-EAFE-425C-8422-591620A96D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5590" y="5111496"/>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26" name="Oval 25">
              <a:extLst>
                <a:ext uri="{FF2B5EF4-FFF2-40B4-BE49-F238E27FC236}">
                  <a16:creationId xmlns:a16="http://schemas.microsoft.com/office/drawing/2014/main" id="{D47FA16B-C217-4D91-84EA-5B0846BDDA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53681" y="5219586"/>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5" name="投影片編號版面配置區 4">
            <a:extLst>
              <a:ext uri="{FF2B5EF4-FFF2-40B4-BE49-F238E27FC236}">
                <a16:creationId xmlns:a16="http://schemas.microsoft.com/office/drawing/2014/main" id="{5D23B375-A6D2-4583-8FE9-BFCCCFBD241B}"/>
              </a:ext>
            </a:extLst>
          </p:cNvPr>
          <p:cNvSpPr>
            <a:spLocks noGrp="1"/>
          </p:cNvSpPr>
          <p:nvPr>
            <p:ph type="sldNum" sz="quarter" idx="12"/>
          </p:nvPr>
        </p:nvSpPr>
        <p:spPr>
          <a:xfrm>
            <a:off x="10189108" y="5342324"/>
            <a:ext cx="1193868" cy="640080"/>
          </a:xfrm>
        </p:spPr>
        <p:txBody>
          <a:bodyPr vert="horz" lIns="91440" tIns="45720" rIns="91440" bIns="45720" rtlCol="0" anchor="ctr">
            <a:normAutofit/>
          </a:bodyPr>
          <a:lstStyle/>
          <a:p>
            <a:pPr>
              <a:spcAft>
                <a:spcPts val="600"/>
              </a:spcAft>
            </a:pPr>
            <a:fld id="{B521127C-0C56-461F-B517-0D483F216F7D}" type="slidenum">
              <a:rPr lang="en-US" altLang="zh-TW" sz="2800" b="1" kern="1200">
                <a:solidFill>
                  <a:srgbClr val="FFFFFF"/>
                </a:solidFill>
                <a:latin typeface="+mj-lt"/>
                <a:ea typeface="+mn-ea"/>
                <a:cs typeface="+mn-cs"/>
              </a:rPr>
              <a:pPr>
                <a:spcAft>
                  <a:spcPts val="600"/>
                </a:spcAft>
              </a:pPr>
              <a:t>64</a:t>
            </a:fld>
            <a:endParaRPr lang="en-US" altLang="zh-TW" sz="2800" b="1" kern="1200">
              <a:solidFill>
                <a:srgbClr val="FFFFFF"/>
              </a:solidFill>
              <a:latin typeface="+mj-lt"/>
              <a:ea typeface="+mn-ea"/>
              <a:cs typeface="+mn-cs"/>
            </a:endParaRPr>
          </a:p>
        </p:txBody>
      </p:sp>
    </p:spTree>
    <p:extLst>
      <p:ext uri="{BB962C8B-B14F-4D97-AF65-F5344CB8AC3E}">
        <p14:creationId xmlns:p14="http://schemas.microsoft.com/office/powerpoint/2010/main" val="39544680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sz="half" idx="2"/>
          </p:nvPr>
        </p:nvSpPr>
        <p:spPr>
          <a:xfrm>
            <a:off x="8331200" y="654967"/>
            <a:ext cx="3860800" cy="6203033"/>
          </a:xfrm>
        </p:spPr>
        <p:txBody>
          <a:bodyPr>
            <a:noAutofit/>
          </a:bodyPr>
          <a:lstStyle/>
          <a:p>
            <a:pPr algn="just">
              <a:spcBef>
                <a:spcPts val="600"/>
              </a:spcBef>
            </a:pPr>
            <a:r>
              <a:rPr lang="zh-TW" altLang="en-US" sz="1500" b="1">
                <a:latin typeface="Consolas" panose="020B0609020204030204" pitchFamily="49" charset="0"/>
                <a:ea typeface="+mj-ea"/>
              </a:rPr>
              <a:t>網路應用程式</a:t>
            </a:r>
            <a:r>
              <a:rPr lang="en-US" altLang="zh-TW" sz="1500" b="1">
                <a:latin typeface="Consolas" panose="020B0609020204030204" pitchFamily="49" charset="0"/>
                <a:ea typeface="+mj-ea"/>
              </a:rPr>
              <a:t>(Web App)</a:t>
            </a:r>
            <a:r>
              <a:rPr lang="zh-TW" altLang="en-US" sz="1500" b="1">
                <a:latin typeface="Consolas" panose="020B0609020204030204" pitchFamily="49" charset="0"/>
                <a:ea typeface="+mj-ea"/>
              </a:rPr>
              <a:t>的運作是基於</a:t>
            </a:r>
            <a:r>
              <a:rPr lang="en-US" altLang="zh-TW" sz="1500" b="1">
                <a:latin typeface="Consolas" panose="020B0609020204030204" pitchFamily="49" charset="0"/>
                <a:ea typeface="+mj-ea"/>
              </a:rPr>
              <a:t>HTTP</a:t>
            </a:r>
            <a:r>
              <a:rPr lang="zh-TW" altLang="en-US" sz="1500" b="1">
                <a:latin typeface="Consolas" panose="020B0609020204030204" pitchFamily="49" charset="0"/>
                <a:ea typeface="+mj-ea"/>
              </a:rPr>
              <a:t>協定，而</a:t>
            </a:r>
            <a:r>
              <a:rPr lang="en-US" altLang="zh-TW" sz="1500" b="1">
                <a:latin typeface="Consolas" panose="020B0609020204030204" pitchFamily="49" charset="0"/>
                <a:ea typeface="+mj-ea"/>
              </a:rPr>
              <a:t>HTTP</a:t>
            </a:r>
            <a:r>
              <a:rPr lang="zh-TW" altLang="en-US" sz="1500" b="1">
                <a:latin typeface="Consolas" panose="020B0609020204030204" pitchFamily="49" charset="0"/>
                <a:ea typeface="+mj-ea"/>
              </a:rPr>
              <a:t>的兩大特性之一便是無狀態協定</a:t>
            </a:r>
            <a:r>
              <a:rPr lang="en-US" altLang="zh-TW" sz="1500" b="1">
                <a:latin typeface="Consolas" panose="020B0609020204030204" pitchFamily="49" charset="0"/>
                <a:ea typeface="+mj-ea"/>
              </a:rPr>
              <a:t>(Stateless)</a:t>
            </a:r>
            <a:r>
              <a:rPr lang="zh-TW" altLang="en-US" sz="1500" b="1">
                <a:latin typeface="Consolas" panose="020B0609020204030204" pitchFamily="49" charset="0"/>
                <a:ea typeface="+mj-ea"/>
              </a:rPr>
              <a:t>。這表示基於</a:t>
            </a:r>
            <a:r>
              <a:rPr lang="en-US" altLang="zh-TW" sz="1500" b="1">
                <a:latin typeface="Consolas" panose="020B0609020204030204" pitchFamily="49" charset="0"/>
                <a:ea typeface="+mj-ea"/>
              </a:rPr>
              <a:t>HTTP</a:t>
            </a:r>
            <a:r>
              <a:rPr lang="zh-TW" altLang="en-US" sz="1500" b="1">
                <a:latin typeface="Consolas" panose="020B0609020204030204" pitchFamily="49" charset="0"/>
                <a:ea typeface="+mj-ea"/>
              </a:rPr>
              <a:t>的你的網站無法「記住」使用者；對於網站來說，每一次的請求都被視為「新的請求」，每一次回應完成後都會遺忘掉所有資訊。</a:t>
            </a:r>
            <a:endParaRPr lang="en-US" altLang="zh-TW" sz="1500" b="1">
              <a:latin typeface="Consolas" panose="020B0609020204030204" pitchFamily="49" charset="0"/>
              <a:ea typeface="+mj-ea"/>
            </a:endParaRPr>
          </a:p>
          <a:p>
            <a:pPr algn="just">
              <a:spcBef>
                <a:spcPts val="1200"/>
              </a:spcBef>
            </a:pPr>
            <a:r>
              <a:rPr lang="zh-TW" altLang="en-US" sz="1500" b="1">
                <a:latin typeface="Consolas" panose="020B0609020204030204" pitchFamily="49" charset="0"/>
                <a:ea typeface="+mj-ea"/>
              </a:rPr>
              <a:t>但一個功能正常的網站應該要有能力記住使用者，如撰寫購物車功能、登入功能等等。要如何讓網站有能力記住使用者</a:t>
            </a:r>
            <a:r>
              <a:rPr lang="en-US" altLang="zh-TW" sz="1500" b="1">
                <a:latin typeface="Consolas" panose="020B0609020204030204" pitchFamily="49" charset="0"/>
                <a:ea typeface="+mj-ea"/>
              </a:rPr>
              <a:t>?</a:t>
            </a:r>
            <a:r>
              <a:rPr lang="zh-TW" altLang="en-US" sz="1500" b="1">
                <a:latin typeface="Consolas" panose="020B0609020204030204" pitchFamily="49" charset="0"/>
                <a:ea typeface="+mj-ea"/>
              </a:rPr>
              <a:t>以目前的階段而言，總共有四種實作的方式，分別是：「隱藏欄位」、「</a:t>
            </a:r>
            <a:r>
              <a:rPr lang="en-US" altLang="zh-TW" sz="1500" b="1">
                <a:latin typeface="Consolas" panose="020B0609020204030204" pitchFamily="49" charset="0"/>
                <a:ea typeface="+mj-ea"/>
              </a:rPr>
              <a:t>URL</a:t>
            </a:r>
            <a:r>
              <a:rPr lang="zh-TW" altLang="en-US" sz="1500" b="1">
                <a:latin typeface="Consolas" panose="020B0609020204030204" pitchFamily="49" charset="0"/>
                <a:ea typeface="+mj-ea"/>
              </a:rPr>
              <a:t>重寫」、「</a:t>
            </a:r>
            <a:r>
              <a:rPr lang="en-US" altLang="zh-TW" sz="1500" b="1">
                <a:latin typeface="Consolas" panose="020B0609020204030204" pitchFamily="49" charset="0"/>
                <a:ea typeface="+mj-ea"/>
              </a:rPr>
              <a:t>Cookie</a:t>
            </a:r>
            <a:r>
              <a:rPr lang="zh-TW" altLang="en-US" sz="1500" b="1">
                <a:latin typeface="Consolas" panose="020B0609020204030204" pitchFamily="49" charset="0"/>
                <a:ea typeface="+mj-ea"/>
              </a:rPr>
              <a:t>」、「</a:t>
            </a:r>
            <a:r>
              <a:rPr lang="en-US" altLang="zh-TW" sz="1500" b="1">
                <a:latin typeface="Consolas" panose="020B0609020204030204" pitchFamily="49" charset="0"/>
                <a:ea typeface="+mj-ea"/>
              </a:rPr>
              <a:t>Session API</a:t>
            </a:r>
            <a:r>
              <a:rPr lang="zh-TW" altLang="en-US" sz="1500" b="1">
                <a:latin typeface="Consolas" panose="020B0609020204030204" pitchFamily="49" charset="0"/>
                <a:ea typeface="+mj-ea"/>
              </a:rPr>
              <a:t>」。其中前兩項有安全性與實作上的問題，後兩項為現在主流的設計模式。本節重點會放在「</a:t>
            </a:r>
            <a:r>
              <a:rPr lang="en-US" altLang="zh-TW" sz="1500" b="1">
                <a:latin typeface="Consolas" panose="020B0609020204030204" pitchFamily="49" charset="0"/>
                <a:ea typeface="+mj-ea"/>
              </a:rPr>
              <a:t>Session API</a:t>
            </a:r>
            <a:r>
              <a:rPr lang="zh-TW" altLang="en-US" sz="1500" b="1">
                <a:latin typeface="Consolas" panose="020B0609020204030204" pitchFamily="49" charset="0"/>
                <a:ea typeface="+mj-ea"/>
              </a:rPr>
              <a:t>」。</a:t>
            </a:r>
            <a:endParaRPr lang="en-US" altLang="zh-TW" sz="1500" b="1">
              <a:latin typeface="Consolas" panose="020B0609020204030204" pitchFamily="49" charset="0"/>
              <a:ea typeface="+mj-ea"/>
            </a:endParaRPr>
          </a:p>
          <a:p>
            <a:pPr algn="just">
              <a:spcBef>
                <a:spcPts val="1200"/>
              </a:spcBef>
            </a:pPr>
            <a:r>
              <a:rPr lang="en-US" altLang="zh-TW" sz="1500" b="1">
                <a:latin typeface="Consolas" panose="020B0609020204030204" pitchFamily="49" charset="0"/>
                <a:ea typeface="+mj-ea"/>
              </a:rPr>
              <a:t>Stateful(</a:t>
            </a:r>
            <a:r>
              <a:rPr lang="zh-TW" altLang="en-US" sz="1500" b="1">
                <a:latin typeface="Consolas" panose="020B0609020204030204" pitchFamily="49" charset="0"/>
                <a:ea typeface="+mj-ea"/>
              </a:rPr>
              <a:t>有狀態</a:t>
            </a:r>
            <a:r>
              <a:rPr lang="en-US" altLang="zh-TW" sz="1500" b="1">
                <a:latin typeface="Consolas" panose="020B0609020204030204" pitchFamily="49" charset="0"/>
                <a:ea typeface="+mj-ea"/>
              </a:rPr>
              <a:t>)</a:t>
            </a:r>
            <a:r>
              <a:rPr lang="zh-TW" altLang="en-US" sz="1500" b="1">
                <a:latin typeface="Consolas" panose="020B0609020204030204" pitchFamily="49" charset="0"/>
                <a:ea typeface="+mj-ea"/>
              </a:rPr>
              <a:t> 的例子</a:t>
            </a:r>
            <a:r>
              <a:rPr lang="en-US" altLang="zh-TW" sz="1500" b="1">
                <a:latin typeface="Consolas" panose="020B0609020204030204" pitchFamily="49" charset="0"/>
                <a:ea typeface="+mj-ea"/>
              </a:rPr>
              <a:t>【FTP】</a:t>
            </a:r>
          </a:p>
          <a:p>
            <a:pPr algn="just">
              <a:spcBef>
                <a:spcPts val="0"/>
              </a:spcBef>
            </a:pPr>
            <a:r>
              <a:rPr lang="zh-TW" altLang="en-US" sz="1500" b="1">
                <a:latin typeface="Consolas" panose="020B0609020204030204" pitchFamily="49" charset="0"/>
                <a:ea typeface="+mj-ea"/>
              </a:rPr>
              <a:t>屬於</a:t>
            </a:r>
            <a:r>
              <a:rPr lang="en-US" altLang="zh-TW" sz="1500" b="1">
                <a:latin typeface="Consolas" panose="020B0609020204030204" pitchFamily="49" charset="0"/>
                <a:ea typeface="+mj-ea"/>
              </a:rPr>
              <a:t>Stateful(</a:t>
            </a:r>
            <a:r>
              <a:rPr lang="zh-TW" altLang="en-US" sz="1500" b="1">
                <a:latin typeface="Consolas" panose="020B0609020204030204" pitchFamily="49" charset="0"/>
                <a:ea typeface="+mj-ea"/>
              </a:rPr>
              <a:t>有狀態</a:t>
            </a:r>
            <a:r>
              <a:rPr lang="en-US" altLang="zh-TW" sz="1500" b="1">
                <a:latin typeface="Consolas" panose="020B0609020204030204" pitchFamily="49" charset="0"/>
                <a:ea typeface="+mj-ea"/>
              </a:rPr>
              <a:t>)</a:t>
            </a:r>
            <a:r>
              <a:rPr lang="zh-TW" altLang="en-US" sz="1500" b="1">
                <a:latin typeface="Consolas" panose="020B0609020204030204" pitchFamily="49" charset="0"/>
                <a:ea typeface="+mj-ea"/>
              </a:rPr>
              <a:t>的通訊協定</a:t>
            </a:r>
          </a:p>
          <a:p>
            <a:pPr algn="just">
              <a:spcBef>
                <a:spcPts val="0"/>
              </a:spcBef>
            </a:pPr>
            <a:r>
              <a:rPr lang="zh-TW" altLang="en-US" sz="1500" b="1">
                <a:latin typeface="Consolas" panose="020B0609020204030204" pitchFamily="49" charset="0"/>
                <a:ea typeface="+mj-ea"/>
              </a:rPr>
              <a:t>從使用者登入建立連線後，</a:t>
            </a:r>
            <a:r>
              <a:rPr lang="en-US" altLang="zh-TW" sz="1500" b="1">
                <a:latin typeface="Consolas" panose="020B0609020204030204" pitchFamily="49" charset="0"/>
                <a:ea typeface="+mj-ea"/>
              </a:rPr>
              <a:t>Server</a:t>
            </a:r>
            <a:r>
              <a:rPr lang="zh-TW" altLang="en-US" sz="1500" b="1">
                <a:latin typeface="Consolas" panose="020B0609020204030204" pitchFamily="49" charset="0"/>
                <a:ea typeface="+mj-ea"/>
              </a:rPr>
              <a:t>會一直記住使用者，直到登出</a:t>
            </a:r>
          </a:p>
          <a:p>
            <a:pPr algn="just">
              <a:spcBef>
                <a:spcPts val="600"/>
              </a:spcBef>
            </a:pPr>
            <a:r>
              <a:rPr lang="en-US" altLang="zh-TW" sz="1500" b="1">
                <a:latin typeface="Consolas" panose="020B0609020204030204" pitchFamily="49" charset="0"/>
                <a:ea typeface="+mj-ea"/>
              </a:rPr>
              <a:t>Stateless(</a:t>
            </a:r>
            <a:r>
              <a:rPr lang="zh-TW" altLang="en-US" sz="1500" b="1">
                <a:latin typeface="Consolas" panose="020B0609020204030204" pitchFamily="49" charset="0"/>
                <a:ea typeface="+mj-ea"/>
              </a:rPr>
              <a:t>無狀態</a:t>
            </a:r>
            <a:r>
              <a:rPr lang="en-US" altLang="zh-TW" sz="1500" b="1">
                <a:latin typeface="Consolas" panose="020B0609020204030204" pitchFamily="49" charset="0"/>
                <a:ea typeface="+mj-ea"/>
              </a:rPr>
              <a:t>)</a:t>
            </a:r>
            <a:r>
              <a:rPr lang="zh-TW" altLang="en-US" sz="1500" b="1">
                <a:latin typeface="Consolas" panose="020B0609020204030204" pitchFamily="49" charset="0"/>
                <a:ea typeface="+mj-ea"/>
              </a:rPr>
              <a:t>的例子</a:t>
            </a:r>
            <a:r>
              <a:rPr lang="en-US" altLang="zh-TW" sz="1500" b="1">
                <a:latin typeface="Consolas" panose="020B0609020204030204" pitchFamily="49" charset="0"/>
                <a:ea typeface="+mj-ea"/>
              </a:rPr>
              <a:t>【HTTP】</a:t>
            </a:r>
          </a:p>
          <a:p>
            <a:pPr algn="just">
              <a:spcBef>
                <a:spcPts val="0"/>
              </a:spcBef>
            </a:pPr>
            <a:r>
              <a:rPr lang="en-US" altLang="zh-TW" sz="1500" b="1">
                <a:latin typeface="Consolas" panose="020B0609020204030204" pitchFamily="49" charset="0"/>
                <a:ea typeface="+mj-ea"/>
              </a:rPr>
              <a:t>Server</a:t>
            </a:r>
            <a:r>
              <a:rPr lang="zh-TW" altLang="en-US" sz="1500" b="1">
                <a:latin typeface="Consolas" panose="020B0609020204030204" pitchFamily="49" charset="0"/>
                <a:ea typeface="+mj-ea"/>
              </a:rPr>
              <a:t>無法記住使用者，它只關心請求與回應，一旦回應結束，</a:t>
            </a:r>
            <a:r>
              <a:rPr lang="en-US" altLang="zh-TW" sz="1500" b="1">
                <a:latin typeface="Consolas" panose="020B0609020204030204" pitchFamily="49" charset="0"/>
                <a:ea typeface="+mj-ea"/>
              </a:rPr>
              <a:t>Server</a:t>
            </a:r>
            <a:r>
              <a:rPr lang="zh-TW" altLang="en-US" sz="1500" b="1">
                <a:latin typeface="Consolas" panose="020B0609020204030204" pitchFamily="49" charset="0"/>
                <a:ea typeface="+mj-ea"/>
              </a:rPr>
              <a:t>與</a:t>
            </a:r>
            <a:r>
              <a:rPr lang="en-US" altLang="zh-TW" sz="1500" b="1">
                <a:latin typeface="Consolas" panose="020B0609020204030204" pitchFamily="49" charset="0"/>
                <a:ea typeface="+mj-ea"/>
              </a:rPr>
              <a:t>Client</a:t>
            </a:r>
            <a:r>
              <a:rPr lang="zh-TW" altLang="en-US" sz="1500" b="1">
                <a:latin typeface="Consolas" panose="020B0609020204030204" pitchFamily="49" charset="0"/>
                <a:ea typeface="+mj-ea"/>
              </a:rPr>
              <a:t>的連線也同時結束。</a:t>
            </a:r>
          </a:p>
          <a:p>
            <a:pPr algn="just">
              <a:spcBef>
                <a:spcPts val="600"/>
              </a:spcBef>
            </a:pPr>
            <a:endParaRPr lang="en-US" altLang="zh-TW" sz="1500" b="1">
              <a:latin typeface="Consolas" panose="020B0609020204030204" pitchFamily="49" charset="0"/>
              <a:ea typeface="+mj-ea"/>
            </a:endParaRPr>
          </a:p>
          <a:p>
            <a:pPr algn="just">
              <a:spcBef>
                <a:spcPts val="600"/>
              </a:spcBef>
            </a:pPr>
            <a:endParaRPr lang="zh-TW" altLang="en-US" sz="1500" b="1">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DE0C7043-5B7F-4E55-B9C2-004C86B4F74C}"/>
              </a:ext>
            </a:extLst>
          </p:cNvPr>
          <p:cNvSpPr>
            <a:spLocks noGrp="1"/>
          </p:cNvSpPr>
          <p:nvPr>
            <p:ph type="sldNum" sz="quarter" idx="12"/>
          </p:nvPr>
        </p:nvSpPr>
        <p:spPr/>
        <p:txBody>
          <a:bodyPr/>
          <a:lstStyle/>
          <a:p>
            <a:fld id="{B521127C-0C56-461F-B517-0D483F216F7D}" type="slidenum">
              <a:rPr lang="zh-TW" altLang="en-US" smtClean="0"/>
              <a:t>65</a:t>
            </a:fld>
            <a:endParaRPr lang="zh-TW" altLang="en-US"/>
          </a:p>
        </p:txBody>
      </p:sp>
      <p:sp>
        <p:nvSpPr>
          <p:cNvPr id="9" name="矩形 8"/>
          <p:cNvSpPr/>
          <p:nvPr/>
        </p:nvSpPr>
        <p:spPr>
          <a:xfrm>
            <a:off x="8331200" y="174836"/>
            <a:ext cx="3860800" cy="480131"/>
          </a:xfrm>
          <a:prstGeom prst="rect">
            <a:avLst/>
          </a:prstGeom>
        </p:spPr>
        <p:txBody>
          <a:bodyPr wrap="square">
            <a:spAutoFit/>
          </a:bodyPr>
          <a:lstStyle/>
          <a:p>
            <a:pPr algn="ctr" defTabSz="914400">
              <a:lnSpc>
                <a:spcPct val="90000"/>
              </a:lnSpc>
              <a:spcBef>
                <a:spcPct val="0"/>
              </a:spcBef>
            </a:pPr>
            <a:r>
              <a:rPr lang="en-US" altLang="zh-TW" sz="2800" b="1">
                <a:latin typeface="+mj-lt"/>
                <a:ea typeface="+mj-ea"/>
                <a:cs typeface="+mj-cs"/>
              </a:rPr>
              <a:t>Session Tracking </a:t>
            </a:r>
          </a:p>
        </p:txBody>
      </p:sp>
      <p:sp>
        <p:nvSpPr>
          <p:cNvPr id="30" name="文字方塊 29">
            <a:extLst>
              <a:ext uri="{FF2B5EF4-FFF2-40B4-BE49-F238E27FC236}">
                <a16:creationId xmlns:a16="http://schemas.microsoft.com/office/drawing/2014/main" id="{8570CFE9-0731-4434-8914-6944777BFE6D}"/>
              </a:ext>
            </a:extLst>
          </p:cNvPr>
          <p:cNvSpPr txBox="1">
            <a:spLocks/>
          </p:cNvSpPr>
          <p:nvPr/>
        </p:nvSpPr>
        <p:spPr>
          <a:xfrm>
            <a:off x="103694" y="72212"/>
            <a:ext cx="8107051" cy="6740307"/>
          </a:xfrm>
          <a:prstGeom prst="rect">
            <a:avLst/>
          </a:prstGeom>
          <a:noFill/>
        </p:spPr>
        <p:txBody>
          <a:bodyPr wrap="square">
            <a:spAutoFit/>
          </a:bodyPr>
          <a:lstStyle/>
          <a:p>
            <a:pPr algn="just"/>
            <a:r>
              <a:rPr lang="en-US" altLang="zh-TW">
                <a:latin typeface="Consolas" panose="020B0609020204030204" pitchFamily="49" charset="0"/>
                <a:ea typeface="+mj-ea"/>
              </a:rPr>
              <a:t>【</a:t>
            </a:r>
            <a:r>
              <a:rPr lang="zh-TW" altLang="en-US">
                <a:latin typeface="Consolas" panose="020B0609020204030204" pitchFamily="49" charset="0"/>
                <a:ea typeface="+mj-ea"/>
              </a:rPr>
              <a:t>隱藏欄位</a:t>
            </a:r>
            <a:r>
              <a:rPr lang="en-US" altLang="zh-TW">
                <a:latin typeface="Consolas" panose="020B0609020204030204" pitchFamily="49" charset="0"/>
                <a:ea typeface="+mj-ea"/>
              </a:rPr>
              <a:t>】</a:t>
            </a:r>
          </a:p>
          <a:p>
            <a:pPr algn="just"/>
            <a:r>
              <a:rPr lang="zh-TW" altLang="en-US" sz="1600">
                <a:latin typeface="Consolas" panose="020B0609020204030204" pitchFamily="49" charset="0"/>
                <a:ea typeface="+mj-ea"/>
              </a:rPr>
              <a:t>使用</a:t>
            </a:r>
            <a:r>
              <a:rPr lang="en-US" altLang="zh-TW" sz="1600">
                <a:latin typeface="Consolas" panose="020B0609020204030204" pitchFamily="49" charset="0"/>
                <a:ea typeface="+mj-ea"/>
              </a:rPr>
              <a:t>HTML</a:t>
            </a:r>
            <a:r>
              <a:rPr lang="zh-TW" altLang="en-US" sz="1600">
                <a:latin typeface="Consolas" panose="020B0609020204030204" pitchFamily="49" charset="0"/>
                <a:ea typeface="+mj-ea"/>
              </a:rPr>
              <a:t>內的</a:t>
            </a:r>
            <a:r>
              <a:rPr lang="en-US" altLang="zh-TW" sz="1600">
                <a:latin typeface="Consolas" panose="020B0609020204030204" pitchFamily="49" charset="0"/>
                <a:ea typeface="+mj-ea"/>
              </a:rPr>
              <a:t>Hidden</a:t>
            </a:r>
            <a:r>
              <a:rPr lang="zh-TW" altLang="en-US" sz="1600">
                <a:latin typeface="Consolas" panose="020B0609020204030204" pitchFamily="49" charset="0"/>
                <a:ea typeface="+mj-ea"/>
              </a:rPr>
              <a:t>屬性</a:t>
            </a:r>
          </a:p>
          <a:p>
            <a:pPr algn="just"/>
            <a:r>
              <a:rPr lang="zh-TW" altLang="en-US" sz="1600">
                <a:latin typeface="Consolas" panose="020B0609020204030204" pitchFamily="49" charset="0"/>
                <a:ea typeface="+mj-ea"/>
              </a:rPr>
              <a:t>實作方式</a:t>
            </a:r>
            <a:r>
              <a:rPr lang="en-US" altLang="zh-TW" sz="1600">
                <a:latin typeface="Consolas" panose="020B0609020204030204" pitchFamily="49" charset="0"/>
                <a:ea typeface="+mj-ea"/>
              </a:rPr>
              <a:t>:</a:t>
            </a:r>
          </a:p>
          <a:p>
            <a:pPr algn="just"/>
            <a:r>
              <a:rPr lang="en-US" altLang="zh-TW" sz="1600">
                <a:latin typeface="Consolas" panose="020B0609020204030204" pitchFamily="49" charset="0"/>
                <a:ea typeface="+mj-ea"/>
              </a:rPr>
              <a:t>&lt;Form action="xxxServlet"&gt;</a:t>
            </a:r>
          </a:p>
          <a:p>
            <a:pPr algn="just"/>
            <a:r>
              <a:rPr lang="en-US" altLang="zh-TW" sz="1600">
                <a:latin typeface="Consolas" panose="020B0609020204030204" pitchFamily="49" charset="0"/>
                <a:ea typeface="+mj-ea"/>
              </a:rPr>
              <a:t>&lt;input type="hidden" name="sessionId" value="12345"&gt;</a:t>
            </a:r>
          </a:p>
          <a:p>
            <a:pPr algn="just"/>
            <a:r>
              <a:rPr lang="en-US" altLang="zh-TW" sz="1600">
                <a:latin typeface="Consolas" panose="020B0609020204030204" pitchFamily="49" charset="0"/>
                <a:ea typeface="+mj-ea"/>
              </a:rPr>
              <a:t>&lt;input type="submit" value="</a:t>
            </a:r>
            <a:r>
              <a:rPr lang="zh-TW" altLang="en-US" sz="1600">
                <a:latin typeface="Consolas" panose="020B0609020204030204" pitchFamily="49" charset="0"/>
                <a:ea typeface="+mj-ea"/>
              </a:rPr>
              <a:t>送出</a:t>
            </a:r>
            <a:r>
              <a:rPr lang="en-US" altLang="zh-TW" sz="1600">
                <a:latin typeface="Consolas" panose="020B0609020204030204" pitchFamily="49" charset="0"/>
                <a:ea typeface="+mj-ea"/>
              </a:rPr>
              <a:t>"&gt;</a:t>
            </a:r>
          </a:p>
          <a:p>
            <a:pPr algn="just"/>
            <a:r>
              <a:rPr lang="en-US" altLang="zh-TW" sz="1600">
                <a:latin typeface="Consolas" panose="020B0609020204030204" pitchFamily="49" charset="0"/>
                <a:ea typeface="+mj-ea"/>
              </a:rPr>
              <a:t>&lt;/Form&gt;</a:t>
            </a:r>
          </a:p>
          <a:p>
            <a:pPr algn="just"/>
            <a:endParaRPr lang="en-US" altLang="zh-TW" sz="1600">
              <a:latin typeface="Consolas" panose="020B0609020204030204" pitchFamily="49" charset="0"/>
              <a:ea typeface="+mj-ea"/>
            </a:endParaRPr>
          </a:p>
          <a:p>
            <a:pPr algn="just"/>
            <a:r>
              <a:rPr lang="en-US" altLang="zh-TW" sz="1600">
                <a:latin typeface="Consolas" panose="020B0609020204030204" pitchFamily="49" charset="0"/>
                <a:ea typeface="+mj-ea"/>
              </a:rPr>
              <a:t>Servlet: String userSession=request.getParameter("sessionId");</a:t>
            </a:r>
          </a:p>
          <a:p>
            <a:pPr algn="just"/>
            <a:r>
              <a:rPr lang="zh-TW" altLang="en-US" sz="1600">
                <a:latin typeface="Consolas" panose="020B0609020204030204" pitchFamily="49" charset="0"/>
                <a:ea typeface="+mj-ea"/>
              </a:rPr>
              <a:t>優點</a:t>
            </a:r>
            <a:r>
              <a:rPr lang="en-US" altLang="zh-TW" sz="1600">
                <a:latin typeface="Consolas" panose="020B0609020204030204" pitchFamily="49" charset="0"/>
                <a:ea typeface="+mj-ea"/>
              </a:rPr>
              <a:t>:</a:t>
            </a:r>
          </a:p>
          <a:p>
            <a:pPr lvl="1" algn="just"/>
            <a:r>
              <a:rPr lang="zh-TW" altLang="en-US" sz="1600">
                <a:latin typeface="Consolas" panose="020B0609020204030204" pitchFamily="49" charset="0"/>
                <a:ea typeface="+mj-ea"/>
              </a:rPr>
              <a:t>主流瀏覽器皆支援隱藏欄位，瀏覽器不顯示其值，簡單直觀。</a:t>
            </a:r>
          </a:p>
          <a:p>
            <a:pPr algn="just"/>
            <a:r>
              <a:rPr lang="zh-TW" altLang="en-US" sz="1600">
                <a:latin typeface="Consolas" panose="020B0609020204030204" pitchFamily="49" charset="0"/>
                <a:ea typeface="+mj-ea"/>
              </a:rPr>
              <a:t>缺點</a:t>
            </a:r>
            <a:r>
              <a:rPr lang="en-US" altLang="zh-TW" sz="1600">
                <a:latin typeface="Consolas" panose="020B0609020204030204" pitchFamily="49" charset="0"/>
                <a:ea typeface="+mj-ea"/>
              </a:rPr>
              <a:t>:</a:t>
            </a:r>
          </a:p>
          <a:p>
            <a:pPr lvl="1" algn="just"/>
            <a:r>
              <a:rPr lang="zh-TW" altLang="en-US" sz="1600">
                <a:latin typeface="Consolas" panose="020B0609020204030204" pitchFamily="49" charset="0"/>
                <a:ea typeface="+mj-ea"/>
              </a:rPr>
              <a:t>檢視原始碼即可看到隱藏欄位，有安全疑慮。</a:t>
            </a:r>
            <a:endParaRPr lang="en-US" altLang="zh-TW" sz="1600">
              <a:latin typeface="Consolas" panose="020B0609020204030204" pitchFamily="49" charset="0"/>
              <a:ea typeface="+mj-ea"/>
            </a:endParaRPr>
          </a:p>
          <a:p>
            <a:pPr algn="just"/>
            <a:endParaRPr lang="en-US" altLang="zh-TW" sz="1600">
              <a:latin typeface="Consolas" panose="020B0609020204030204" pitchFamily="49" charset="0"/>
              <a:ea typeface="+mj-ea"/>
            </a:endParaRPr>
          </a:p>
          <a:p>
            <a:pPr algn="just"/>
            <a:r>
              <a:rPr lang="en-US" altLang="zh-TW">
                <a:latin typeface="Consolas" panose="020B0609020204030204" pitchFamily="49" charset="0"/>
                <a:ea typeface="+mj-ea"/>
              </a:rPr>
              <a:t>【URL</a:t>
            </a:r>
            <a:r>
              <a:rPr lang="zh-TW" altLang="en-US">
                <a:latin typeface="Consolas" panose="020B0609020204030204" pitchFamily="49" charset="0"/>
                <a:ea typeface="+mj-ea"/>
              </a:rPr>
              <a:t>重寫</a:t>
            </a:r>
            <a:r>
              <a:rPr lang="en-US" altLang="zh-TW">
                <a:latin typeface="Consolas" panose="020B0609020204030204" pitchFamily="49" charset="0"/>
                <a:ea typeface="+mj-ea"/>
              </a:rPr>
              <a:t>】</a:t>
            </a:r>
          </a:p>
          <a:p>
            <a:pPr algn="just"/>
            <a:r>
              <a:rPr lang="zh-TW" altLang="en-US" sz="1600">
                <a:latin typeface="Consolas" panose="020B0609020204030204" pitchFamily="49" charset="0"/>
                <a:ea typeface="+mj-ea"/>
              </a:rPr>
              <a:t>在</a:t>
            </a:r>
            <a:r>
              <a:rPr lang="en-US" altLang="zh-TW" sz="1600">
                <a:latin typeface="Consolas" panose="020B0609020204030204" pitchFamily="49" charset="0"/>
                <a:ea typeface="+mj-ea"/>
              </a:rPr>
              <a:t>URL</a:t>
            </a:r>
            <a:r>
              <a:rPr lang="zh-TW" altLang="en-US" sz="1600">
                <a:latin typeface="Consolas" panose="020B0609020204030204" pitchFamily="49" charset="0"/>
                <a:ea typeface="+mj-ea"/>
              </a:rPr>
              <a:t>尾端加上額外的參數來達到</a:t>
            </a:r>
            <a:r>
              <a:rPr lang="en-US" altLang="zh-TW" sz="1600">
                <a:latin typeface="Consolas" panose="020B0609020204030204" pitchFamily="49" charset="0"/>
                <a:ea typeface="+mj-ea"/>
              </a:rPr>
              <a:t>Session Tracking</a:t>
            </a:r>
            <a:r>
              <a:rPr lang="zh-TW" altLang="en-US" sz="1600">
                <a:latin typeface="Consolas" panose="020B0609020204030204" pitchFamily="49" charset="0"/>
                <a:ea typeface="+mj-ea"/>
              </a:rPr>
              <a:t>目的</a:t>
            </a:r>
          </a:p>
          <a:p>
            <a:pPr algn="just"/>
            <a:r>
              <a:rPr lang="zh-TW" altLang="en-US" sz="1600">
                <a:latin typeface="Consolas" panose="020B0609020204030204" pitchFamily="49" charset="0"/>
                <a:ea typeface="+mj-ea"/>
              </a:rPr>
              <a:t>實作方式</a:t>
            </a:r>
            <a:r>
              <a:rPr lang="en-US" altLang="zh-TW" sz="1600">
                <a:latin typeface="Consolas" panose="020B0609020204030204" pitchFamily="49" charset="0"/>
                <a:ea typeface="+mj-ea"/>
              </a:rPr>
              <a:t>:</a:t>
            </a:r>
          </a:p>
          <a:p>
            <a:pPr lvl="1" algn="just"/>
            <a:r>
              <a:rPr lang="en-US" altLang="zh-TW" sz="1600">
                <a:latin typeface="Consolas" panose="020B0609020204030204" pitchFamily="49" charset="0"/>
                <a:ea typeface="+mj-ea"/>
              </a:rPr>
              <a:t>Http://local:8080/project/URLRewriting/12345</a:t>
            </a:r>
          </a:p>
          <a:p>
            <a:pPr algn="just"/>
            <a:r>
              <a:rPr lang="zh-TW" altLang="en-US" sz="1600">
                <a:latin typeface="Consolas" panose="020B0609020204030204" pitchFamily="49" charset="0"/>
                <a:ea typeface="+mj-ea"/>
              </a:rPr>
              <a:t>額外路徑資訊：</a:t>
            </a:r>
            <a:endParaRPr lang="en-US" altLang="zh-TW" sz="1600">
              <a:latin typeface="Consolas" panose="020B0609020204030204" pitchFamily="49" charset="0"/>
              <a:ea typeface="+mj-ea"/>
            </a:endParaRPr>
          </a:p>
          <a:p>
            <a:pPr lvl="1" algn="just"/>
            <a:r>
              <a:rPr lang="en-US" altLang="zh-TW" sz="1600">
                <a:latin typeface="Consolas" panose="020B0609020204030204" pitchFamily="49" charset="0"/>
                <a:ea typeface="+mj-ea"/>
              </a:rPr>
              <a:t>Http://</a:t>
            </a:r>
            <a:r>
              <a:rPr lang="en-US" altLang="zh-TW" sz="1600">
                <a:latin typeface="Consolas" panose="020B0609020204030204" pitchFamily="49" charset="0"/>
              </a:rPr>
              <a:t>local:8080</a:t>
            </a:r>
            <a:r>
              <a:rPr lang="en-US" altLang="zh-TW" sz="1600">
                <a:latin typeface="Consolas" panose="020B0609020204030204" pitchFamily="49" charset="0"/>
                <a:ea typeface="+mj-ea"/>
              </a:rPr>
              <a:t>/project/URLRewriting?sessionId=12345</a:t>
            </a:r>
          </a:p>
          <a:p>
            <a:pPr algn="just"/>
            <a:endParaRPr lang="en-US" altLang="zh-TW" sz="1600">
              <a:latin typeface="Consolas" panose="020B0609020204030204" pitchFamily="49" charset="0"/>
              <a:ea typeface="+mj-ea"/>
            </a:endParaRPr>
          </a:p>
          <a:p>
            <a:pPr algn="just"/>
            <a:r>
              <a:rPr lang="en-US" altLang="zh-TW" sz="1600">
                <a:latin typeface="Consolas" panose="020B0609020204030204" pitchFamily="49" charset="0"/>
                <a:ea typeface="+mj-ea"/>
              </a:rPr>
              <a:t>Servlet: String userSession=request.getParameter("sessionId");</a:t>
            </a:r>
          </a:p>
          <a:p>
            <a:pPr algn="just"/>
            <a:endParaRPr lang="en-US" altLang="zh-TW" sz="1600">
              <a:latin typeface="Consolas" panose="020B0609020204030204" pitchFamily="49" charset="0"/>
              <a:ea typeface="+mj-ea"/>
            </a:endParaRPr>
          </a:p>
          <a:p>
            <a:pPr algn="just"/>
            <a:r>
              <a:rPr lang="zh-TW" altLang="en-US" sz="1600">
                <a:latin typeface="Consolas" panose="020B0609020204030204" pitchFamily="49" charset="0"/>
                <a:ea typeface="+mj-ea"/>
              </a:rPr>
              <a:t>優點</a:t>
            </a:r>
            <a:r>
              <a:rPr lang="en-US" altLang="zh-TW" sz="1600">
                <a:latin typeface="Consolas" panose="020B0609020204030204" pitchFamily="49" charset="0"/>
                <a:ea typeface="+mj-ea"/>
              </a:rPr>
              <a:t>:</a:t>
            </a:r>
          </a:p>
          <a:p>
            <a:pPr algn="just"/>
            <a:r>
              <a:rPr lang="en-US" altLang="zh-TW" sz="1600">
                <a:latin typeface="Consolas" panose="020B0609020204030204" pitchFamily="49" charset="0"/>
                <a:ea typeface="+mj-ea"/>
              </a:rPr>
              <a:t>	</a:t>
            </a:r>
            <a:r>
              <a:rPr lang="zh-TW" altLang="en-US" sz="1600">
                <a:latin typeface="Consolas" panose="020B0609020204030204" pitchFamily="49" charset="0"/>
                <a:ea typeface="+mj-ea"/>
              </a:rPr>
              <a:t>主流瀏覽器、伺服器皆支援，此方法對不支援</a:t>
            </a:r>
            <a:r>
              <a:rPr lang="en-US" altLang="zh-TW" sz="1600">
                <a:latin typeface="Consolas" panose="020B0609020204030204" pitchFamily="49" charset="0"/>
                <a:ea typeface="+mj-ea"/>
              </a:rPr>
              <a:t>(</a:t>
            </a:r>
            <a:r>
              <a:rPr lang="zh-TW" altLang="en-US" sz="1600">
                <a:latin typeface="Consolas" panose="020B0609020204030204" pitchFamily="49" charset="0"/>
                <a:ea typeface="+mj-ea"/>
              </a:rPr>
              <a:t>或禁用</a:t>
            </a:r>
            <a:r>
              <a:rPr lang="en-US" altLang="zh-TW" sz="1600">
                <a:latin typeface="Consolas" panose="020B0609020204030204" pitchFamily="49" charset="0"/>
                <a:ea typeface="+mj-ea"/>
              </a:rPr>
              <a:t>)cookie</a:t>
            </a:r>
            <a:r>
              <a:rPr lang="zh-TW" altLang="en-US" sz="1600">
                <a:latin typeface="Consolas" panose="020B0609020204030204" pitchFamily="49" charset="0"/>
                <a:ea typeface="+mj-ea"/>
              </a:rPr>
              <a:t>的瀏覽器有所幫助。</a:t>
            </a:r>
          </a:p>
          <a:p>
            <a:pPr algn="just"/>
            <a:r>
              <a:rPr lang="zh-TW" altLang="en-US" sz="1600">
                <a:latin typeface="Consolas" panose="020B0609020204030204" pitchFamily="49" charset="0"/>
                <a:ea typeface="+mj-ea"/>
              </a:rPr>
              <a:t>缺點</a:t>
            </a:r>
            <a:r>
              <a:rPr lang="en-US" altLang="zh-TW" sz="1600">
                <a:latin typeface="Consolas" panose="020B0609020204030204" pitchFamily="49" charset="0"/>
                <a:ea typeface="+mj-ea"/>
              </a:rPr>
              <a:t>:</a:t>
            </a:r>
          </a:p>
          <a:p>
            <a:pPr lvl="1" algn="just"/>
            <a:r>
              <a:rPr lang="zh-TW" altLang="en-US" sz="1600">
                <a:latin typeface="Consolas" panose="020B0609020204030204" pitchFamily="49" charset="0"/>
                <a:ea typeface="+mj-ea"/>
              </a:rPr>
              <a:t>資訊暴露在</a:t>
            </a:r>
            <a:r>
              <a:rPr lang="en-US" altLang="zh-TW" sz="1600">
                <a:latin typeface="Consolas" panose="020B0609020204030204" pitchFamily="49" charset="0"/>
                <a:ea typeface="+mj-ea"/>
              </a:rPr>
              <a:t>URL</a:t>
            </a:r>
            <a:r>
              <a:rPr lang="zh-TW" altLang="en-US" sz="1600">
                <a:latin typeface="Consolas" panose="020B0609020204030204" pitchFamily="49" charset="0"/>
                <a:ea typeface="+mj-ea"/>
              </a:rPr>
              <a:t>上，有安全疑慮。</a:t>
            </a:r>
          </a:p>
        </p:txBody>
      </p:sp>
    </p:spTree>
    <p:extLst>
      <p:ext uri="{BB962C8B-B14F-4D97-AF65-F5344CB8AC3E}">
        <p14:creationId xmlns:p14="http://schemas.microsoft.com/office/powerpoint/2010/main" val="324595032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sz="half" idx="2"/>
          </p:nvPr>
        </p:nvSpPr>
        <p:spPr>
          <a:xfrm>
            <a:off x="8331200" y="654967"/>
            <a:ext cx="3860800" cy="6203033"/>
          </a:xfrm>
        </p:spPr>
        <p:txBody>
          <a:bodyPr>
            <a:noAutofit/>
          </a:bodyPr>
          <a:lstStyle/>
          <a:p>
            <a:pPr algn="just">
              <a:spcBef>
                <a:spcPts val="600"/>
              </a:spcBef>
            </a:pPr>
            <a:r>
              <a:rPr lang="zh-TW" altLang="en-US" sz="1700" b="1">
                <a:latin typeface="Consolas" panose="020B0609020204030204" pitchFamily="49" charset="0"/>
                <a:ea typeface="+mj-ea"/>
              </a:rPr>
              <a:t>小餅乾，儲存在客戶端的瀏覽器裡，不同的瀏覽器在相同的頁面會拿到不同的</a:t>
            </a:r>
            <a:r>
              <a:rPr lang="en-US" altLang="zh-TW" sz="1700" b="1">
                <a:latin typeface="Consolas" panose="020B0609020204030204" pitchFamily="49" charset="0"/>
                <a:ea typeface="+mj-ea"/>
              </a:rPr>
              <a:t>Cookie</a:t>
            </a:r>
            <a:r>
              <a:rPr lang="zh-TW" altLang="en-US" sz="1700" b="1">
                <a:latin typeface="Consolas" panose="020B0609020204030204" pitchFamily="49" charset="0"/>
                <a:ea typeface="+mj-ea"/>
              </a:rPr>
              <a:t>，不同的網站</a:t>
            </a:r>
            <a:r>
              <a:rPr lang="en-US" altLang="zh-TW" sz="1700" b="1">
                <a:latin typeface="Consolas" panose="020B0609020204030204" pitchFamily="49" charset="0"/>
                <a:ea typeface="+mj-ea"/>
              </a:rPr>
              <a:t>(domain)</a:t>
            </a:r>
            <a:r>
              <a:rPr lang="zh-TW" altLang="en-US" sz="1700" b="1">
                <a:latin typeface="Consolas" panose="020B0609020204030204" pitchFamily="49" charset="0"/>
                <a:ea typeface="+mj-ea"/>
              </a:rPr>
              <a:t>無法存取彼此的</a:t>
            </a:r>
            <a:r>
              <a:rPr lang="en-US" altLang="zh-TW" sz="1700" b="1">
                <a:latin typeface="Consolas" panose="020B0609020204030204" pitchFamily="49" charset="0"/>
                <a:ea typeface="+mj-ea"/>
              </a:rPr>
              <a:t>Cookie</a:t>
            </a:r>
            <a:r>
              <a:rPr lang="zh-TW" altLang="en-US" sz="1700" b="1">
                <a:latin typeface="Consolas" panose="020B0609020204030204" pitchFamily="49" charset="0"/>
                <a:ea typeface="+mj-ea"/>
              </a:rPr>
              <a:t>。不同瀏覽器、不同網站對於</a:t>
            </a:r>
            <a:r>
              <a:rPr lang="en-US" altLang="zh-TW" sz="1700" b="1">
                <a:latin typeface="Consolas" panose="020B0609020204030204" pitchFamily="49" charset="0"/>
                <a:ea typeface="+mj-ea"/>
              </a:rPr>
              <a:t>Cookie</a:t>
            </a:r>
            <a:r>
              <a:rPr lang="zh-TW" altLang="en-US" sz="1700" b="1">
                <a:latin typeface="Consolas" panose="020B0609020204030204" pitchFamily="49" charset="0"/>
                <a:ea typeface="+mj-ea"/>
              </a:rPr>
              <a:t>的處理是獨立的。</a:t>
            </a:r>
            <a:endParaRPr lang="en-US" altLang="zh-TW" sz="1700" b="1">
              <a:latin typeface="Consolas" panose="020B0609020204030204" pitchFamily="49" charset="0"/>
              <a:ea typeface="+mj-ea"/>
            </a:endParaRPr>
          </a:p>
          <a:p>
            <a:pPr algn="just">
              <a:spcBef>
                <a:spcPts val="600"/>
              </a:spcBef>
            </a:pPr>
            <a:r>
              <a:rPr lang="en-US" altLang="zh-TW" sz="1700" b="1">
                <a:latin typeface="Consolas" panose="020B0609020204030204" pitchFamily="49" charset="0"/>
                <a:ea typeface="+mj-ea"/>
              </a:rPr>
              <a:t>Cookie</a:t>
            </a:r>
            <a:r>
              <a:rPr lang="zh-TW" altLang="en-US" sz="1700" b="1">
                <a:latin typeface="Consolas" panose="020B0609020204030204" pitchFamily="49" charset="0"/>
                <a:ea typeface="+mj-ea"/>
              </a:rPr>
              <a:t>若存在客戶端的記憶體中，會「自動」附加在每一次</a:t>
            </a:r>
            <a:r>
              <a:rPr lang="en-US" altLang="zh-TW" sz="1700" b="1">
                <a:latin typeface="Consolas" panose="020B0609020204030204" pitchFamily="49" charset="0"/>
                <a:ea typeface="+mj-ea"/>
              </a:rPr>
              <a:t>Http</a:t>
            </a:r>
            <a:r>
              <a:rPr lang="zh-TW" altLang="en-US" sz="1700" b="1">
                <a:latin typeface="Consolas" panose="020B0609020204030204" pitchFamily="49" charset="0"/>
                <a:ea typeface="+mj-ea"/>
              </a:rPr>
              <a:t>的請求當中，無須自己處理。你要做的只有建立</a:t>
            </a:r>
            <a:r>
              <a:rPr lang="en-US" altLang="zh-TW" sz="1700" b="1">
                <a:latin typeface="Consolas" panose="020B0609020204030204" pitchFamily="49" charset="0"/>
                <a:ea typeface="+mj-ea"/>
              </a:rPr>
              <a:t>Cookie</a:t>
            </a:r>
            <a:r>
              <a:rPr lang="zh-TW" altLang="en-US" sz="1700" b="1">
                <a:latin typeface="Consolas" panose="020B0609020204030204" pitchFamily="49" charset="0"/>
                <a:ea typeface="+mj-ea"/>
              </a:rPr>
              <a:t>，並把它附加在</a:t>
            </a:r>
            <a:r>
              <a:rPr lang="en-US" altLang="zh-TW" sz="1700" b="1">
                <a:latin typeface="Consolas" panose="020B0609020204030204" pitchFamily="49" charset="0"/>
                <a:ea typeface="+mj-ea"/>
              </a:rPr>
              <a:t>Response</a:t>
            </a:r>
            <a:r>
              <a:rPr lang="zh-TW" altLang="en-US" sz="1700" b="1">
                <a:latin typeface="Consolas" panose="020B0609020204030204" pitchFamily="49" charset="0"/>
                <a:ea typeface="+mj-ea"/>
              </a:rPr>
              <a:t>的</a:t>
            </a:r>
            <a:r>
              <a:rPr lang="en-US" altLang="zh-TW" sz="1700" b="1">
                <a:latin typeface="Consolas" panose="020B0609020204030204" pitchFamily="49" charset="0"/>
                <a:ea typeface="+mj-ea"/>
              </a:rPr>
              <a:t>Header</a:t>
            </a:r>
            <a:r>
              <a:rPr lang="zh-TW" altLang="en-US" sz="1700" b="1">
                <a:latin typeface="Consolas" panose="020B0609020204030204" pitchFamily="49" charset="0"/>
                <a:ea typeface="+mj-ea"/>
              </a:rPr>
              <a:t>裡，客戶端在收到含有</a:t>
            </a:r>
            <a:r>
              <a:rPr lang="en-US" altLang="zh-TW" sz="1700" b="1">
                <a:latin typeface="Consolas" panose="020B0609020204030204" pitchFamily="49" charset="0"/>
                <a:ea typeface="+mj-ea"/>
              </a:rPr>
              <a:t>Cookie</a:t>
            </a:r>
            <a:r>
              <a:rPr lang="zh-TW" altLang="en-US" sz="1700" b="1">
                <a:latin typeface="Consolas" panose="020B0609020204030204" pitchFamily="49" charset="0"/>
                <a:ea typeface="+mj-ea"/>
              </a:rPr>
              <a:t>的</a:t>
            </a:r>
            <a:r>
              <a:rPr lang="en-US" altLang="zh-TW" sz="1700" b="1">
                <a:latin typeface="Consolas" panose="020B0609020204030204" pitchFamily="49" charset="0"/>
                <a:ea typeface="+mj-ea"/>
              </a:rPr>
              <a:t>Header</a:t>
            </a:r>
            <a:r>
              <a:rPr lang="zh-TW" altLang="en-US" sz="1700" b="1">
                <a:latin typeface="Consolas" panose="020B0609020204030204" pitchFamily="49" charset="0"/>
                <a:ea typeface="+mj-ea"/>
              </a:rPr>
              <a:t>時，會自動在瀏覽器的儲存空間建立</a:t>
            </a:r>
            <a:r>
              <a:rPr lang="en-US" altLang="zh-TW" sz="1700" b="1">
                <a:latin typeface="Consolas" panose="020B0609020204030204" pitchFamily="49" charset="0"/>
                <a:ea typeface="+mj-ea"/>
              </a:rPr>
              <a:t>Cookie</a:t>
            </a:r>
            <a:r>
              <a:rPr lang="zh-TW" altLang="en-US" sz="1700" b="1">
                <a:latin typeface="Consolas" panose="020B0609020204030204" pitchFamily="49" charset="0"/>
                <a:ea typeface="+mj-ea"/>
              </a:rPr>
              <a:t>。</a:t>
            </a:r>
            <a:endParaRPr lang="en-US" altLang="zh-TW" sz="1700" b="1">
              <a:latin typeface="Consolas" panose="020B0609020204030204" pitchFamily="49" charset="0"/>
              <a:ea typeface="+mj-ea"/>
            </a:endParaRPr>
          </a:p>
          <a:p>
            <a:pPr algn="just">
              <a:spcBef>
                <a:spcPts val="600"/>
              </a:spcBef>
            </a:pPr>
            <a:r>
              <a:rPr lang="en-US" altLang="zh-TW" sz="1700" b="1">
                <a:latin typeface="Consolas" panose="020B0609020204030204" pitchFamily="49" charset="0"/>
                <a:ea typeface="+mj-ea"/>
              </a:rPr>
              <a:t>Cookie</a:t>
            </a:r>
            <a:r>
              <a:rPr lang="zh-TW" altLang="en-US" sz="1700" b="1">
                <a:latin typeface="Consolas" panose="020B0609020204030204" pitchFamily="49" charset="0"/>
                <a:ea typeface="+mj-ea"/>
              </a:rPr>
              <a:t>是純文字檔，以</a:t>
            </a:r>
            <a:r>
              <a:rPr lang="en-US" altLang="zh-TW" sz="1700" b="1">
                <a:latin typeface="Consolas" panose="020B0609020204030204" pitchFamily="49" charset="0"/>
                <a:ea typeface="+mj-ea"/>
              </a:rPr>
              <a:t>Key</a:t>
            </a:r>
            <a:r>
              <a:rPr lang="zh-TW" altLang="en-US" sz="1700" b="1">
                <a:latin typeface="Consolas" panose="020B0609020204030204" pitchFamily="49" charset="0"/>
                <a:ea typeface="+mj-ea"/>
              </a:rPr>
              <a:t>、</a:t>
            </a:r>
            <a:r>
              <a:rPr lang="en-US" altLang="zh-TW" sz="1700" b="1">
                <a:latin typeface="Consolas" panose="020B0609020204030204" pitchFamily="49" charset="0"/>
                <a:ea typeface="+mj-ea"/>
              </a:rPr>
              <a:t>Value</a:t>
            </a:r>
            <a:r>
              <a:rPr lang="zh-TW" altLang="en-US" sz="1700" b="1">
                <a:latin typeface="Consolas" panose="020B0609020204030204" pitchFamily="49" charset="0"/>
                <a:ea typeface="+mj-ea"/>
              </a:rPr>
              <a:t>的方式儲存資訊，儲存大小大約</a:t>
            </a:r>
            <a:r>
              <a:rPr lang="en-US" altLang="zh-TW" sz="1700" b="1">
                <a:latin typeface="Consolas" panose="020B0609020204030204" pitchFamily="49" charset="0"/>
                <a:ea typeface="+mj-ea"/>
              </a:rPr>
              <a:t>4KB</a:t>
            </a:r>
            <a:r>
              <a:rPr lang="zh-TW" altLang="en-US" sz="1700" b="1">
                <a:latin typeface="Consolas" panose="020B0609020204030204" pitchFamily="49" charset="0"/>
                <a:ea typeface="+mj-ea"/>
              </a:rPr>
              <a:t>左右</a:t>
            </a:r>
            <a:r>
              <a:rPr lang="en-US" altLang="zh-TW" sz="1700" b="1">
                <a:latin typeface="Consolas" panose="020B0609020204030204" pitchFamily="49" charset="0"/>
                <a:ea typeface="+mj-ea"/>
              </a:rPr>
              <a:t>(</a:t>
            </a:r>
            <a:r>
              <a:rPr lang="zh-TW" altLang="en-US" sz="1700" b="1">
                <a:latin typeface="Consolas" panose="020B0609020204030204" pitchFamily="49" charset="0"/>
                <a:ea typeface="+mj-ea"/>
              </a:rPr>
              <a:t>依瀏覽器決定</a:t>
            </a:r>
            <a:r>
              <a:rPr lang="en-US" altLang="zh-TW" sz="1700" b="1">
                <a:latin typeface="Consolas" panose="020B0609020204030204" pitchFamily="49" charset="0"/>
                <a:ea typeface="+mj-ea"/>
              </a:rPr>
              <a:t>)</a:t>
            </a:r>
            <a:r>
              <a:rPr lang="zh-TW" altLang="en-US" sz="1700" b="1">
                <a:latin typeface="Consolas" panose="020B0609020204030204" pitchFamily="49" charset="0"/>
                <a:ea typeface="+mj-ea"/>
              </a:rPr>
              <a:t>。因</a:t>
            </a:r>
            <a:r>
              <a:rPr lang="en-US" altLang="zh-TW" sz="1700" b="1">
                <a:latin typeface="Consolas" panose="020B0609020204030204" pitchFamily="49" charset="0"/>
                <a:ea typeface="+mj-ea"/>
              </a:rPr>
              <a:t>Cookie</a:t>
            </a:r>
            <a:r>
              <a:rPr lang="zh-TW" altLang="en-US" sz="1700" b="1">
                <a:latin typeface="Consolas" panose="020B0609020204030204" pitchFamily="49" charset="0"/>
                <a:ea typeface="+mj-ea"/>
              </a:rPr>
              <a:t>是儲存在客戶端，只要能操作客戶端，所有資訊一覽無遺，故不適合儲存敏感資料，如密碼、信用卡資訊等等。</a:t>
            </a:r>
            <a:endParaRPr lang="en-US" altLang="zh-TW" sz="1700" b="1">
              <a:latin typeface="Consolas" panose="020B0609020204030204" pitchFamily="49" charset="0"/>
              <a:ea typeface="+mj-ea"/>
            </a:endParaRPr>
          </a:p>
          <a:p>
            <a:pPr algn="just">
              <a:spcBef>
                <a:spcPts val="600"/>
              </a:spcBef>
            </a:pPr>
            <a:r>
              <a:rPr lang="zh-TW" altLang="en-US" sz="1700" b="1">
                <a:latin typeface="Consolas" panose="020B0609020204030204" pitchFamily="49" charset="0"/>
                <a:ea typeface="+mj-ea"/>
              </a:rPr>
              <a:t>只有同網域的</a:t>
            </a:r>
            <a:r>
              <a:rPr lang="en-US" altLang="zh-TW" sz="1700" b="1">
                <a:latin typeface="Consolas" panose="020B0609020204030204" pitchFamily="49" charset="0"/>
                <a:ea typeface="+mj-ea"/>
              </a:rPr>
              <a:t>Cookie</a:t>
            </a:r>
            <a:r>
              <a:rPr lang="zh-TW" altLang="en-US" sz="1700" b="1">
                <a:latin typeface="Consolas" panose="020B0609020204030204" pitchFamily="49" charset="0"/>
                <a:ea typeface="+mj-ea"/>
              </a:rPr>
              <a:t>會被附在</a:t>
            </a:r>
            <a:r>
              <a:rPr lang="en-US" altLang="zh-TW" sz="1700" b="1">
                <a:latin typeface="Consolas" panose="020B0609020204030204" pitchFamily="49" charset="0"/>
                <a:ea typeface="+mj-ea"/>
              </a:rPr>
              <a:t>Http</a:t>
            </a:r>
            <a:r>
              <a:rPr lang="zh-TW" altLang="en-US" sz="1700" b="1">
                <a:latin typeface="Consolas" panose="020B0609020204030204" pitchFamily="49" charset="0"/>
                <a:ea typeface="+mj-ea"/>
              </a:rPr>
              <a:t>請求之中。</a:t>
            </a:r>
          </a:p>
        </p:txBody>
      </p:sp>
      <p:sp>
        <p:nvSpPr>
          <p:cNvPr id="4" name="投影片編號版面配置區 3">
            <a:extLst>
              <a:ext uri="{FF2B5EF4-FFF2-40B4-BE49-F238E27FC236}">
                <a16:creationId xmlns:a16="http://schemas.microsoft.com/office/drawing/2014/main" id="{DE0C7043-5B7F-4E55-B9C2-004C86B4F74C}"/>
              </a:ext>
            </a:extLst>
          </p:cNvPr>
          <p:cNvSpPr>
            <a:spLocks noGrp="1"/>
          </p:cNvSpPr>
          <p:nvPr>
            <p:ph type="sldNum" sz="quarter" idx="12"/>
          </p:nvPr>
        </p:nvSpPr>
        <p:spPr/>
        <p:txBody>
          <a:bodyPr/>
          <a:lstStyle/>
          <a:p>
            <a:fld id="{B521127C-0C56-461F-B517-0D483F216F7D}" type="slidenum">
              <a:rPr lang="zh-TW" altLang="en-US" smtClean="0"/>
              <a:t>66</a:t>
            </a:fld>
            <a:endParaRPr lang="zh-TW" altLang="en-US"/>
          </a:p>
        </p:txBody>
      </p:sp>
      <p:sp>
        <p:nvSpPr>
          <p:cNvPr id="9" name="矩形 8"/>
          <p:cNvSpPr/>
          <p:nvPr/>
        </p:nvSpPr>
        <p:spPr>
          <a:xfrm>
            <a:off x="8331200" y="174836"/>
            <a:ext cx="3860800" cy="480131"/>
          </a:xfrm>
          <a:prstGeom prst="rect">
            <a:avLst/>
          </a:prstGeom>
        </p:spPr>
        <p:txBody>
          <a:bodyPr wrap="square">
            <a:spAutoFit/>
          </a:bodyPr>
          <a:lstStyle/>
          <a:p>
            <a:pPr algn="ctr" defTabSz="914400">
              <a:lnSpc>
                <a:spcPct val="90000"/>
              </a:lnSpc>
              <a:spcBef>
                <a:spcPct val="0"/>
              </a:spcBef>
            </a:pPr>
            <a:r>
              <a:rPr lang="en-US" altLang="zh-TW" sz="2800" b="1">
                <a:latin typeface="+mj-lt"/>
                <a:ea typeface="+mj-ea"/>
                <a:cs typeface="+mj-cs"/>
              </a:rPr>
              <a:t>Cookie</a:t>
            </a:r>
          </a:p>
        </p:txBody>
      </p:sp>
      <p:sp>
        <p:nvSpPr>
          <p:cNvPr id="30" name="文字方塊 29">
            <a:extLst>
              <a:ext uri="{FF2B5EF4-FFF2-40B4-BE49-F238E27FC236}">
                <a16:creationId xmlns:a16="http://schemas.microsoft.com/office/drawing/2014/main" id="{8570CFE9-0731-4434-8914-6944777BFE6D}"/>
              </a:ext>
            </a:extLst>
          </p:cNvPr>
          <p:cNvSpPr txBox="1">
            <a:spLocks/>
          </p:cNvSpPr>
          <p:nvPr/>
        </p:nvSpPr>
        <p:spPr>
          <a:xfrm>
            <a:off x="88682" y="59267"/>
            <a:ext cx="8107051" cy="6509474"/>
          </a:xfrm>
          <a:prstGeom prst="rect">
            <a:avLst/>
          </a:prstGeom>
          <a:noFill/>
        </p:spPr>
        <p:txBody>
          <a:bodyPr wrap="square">
            <a:spAutoFit/>
          </a:bodyPr>
          <a:lstStyle/>
          <a:p>
            <a:pPr marL="285750" indent="-285750" algn="just">
              <a:spcBef>
                <a:spcPts val="1200"/>
              </a:spcBef>
              <a:buFont typeface="Arial" panose="020B0604020202020204" pitchFamily="34" charset="0"/>
              <a:buChar char="•"/>
            </a:pPr>
            <a:r>
              <a:rPr lang="en-US" altLang="zh-TW" sz="1700">
                <a:solidFill>
                  <a:srgbClr val="1890C3"/>
                </a:solidFill>
                <a:latin typeface="Consolas" panose="020B0609020204030204" pitchFamily="49" charset="0"/>
                <a:ea typeface="+mj-ea"/>
              </a:rPr>
              <a:t>Cookie </a:t>
            </a:r>
            <a:r>
              <a:rPr lang="en-US" altLang="zh-TW" sz="1700">
                <a:latin typeface="Consolas" panose="020B0609020204030204" pitchFamily="49" charset="0"/>
                <a:ea typeface="+mj-ea"/>
              </a:rPr>
              <a:t>c</a:t>
            </a:r>
            <a:r>
              <a:rPr lang="en-US" altLang="zh-TW" sz="1700">
                <a:solidFill>
                  <a:srgbClr val="1890C3"/>
                </a:solidFill>
                <a:latin typeface="Consolas" panose="020B0609020204030204" pitchFamily="49" charset="0"/>
                <a:ea typeface="+mj-ea"/>
              </a:rPr>
              <a:t> </a:t>
            </a:r>
            <a:r>
              <a:rPr lang="en-US" altLang="zh-TW" sz="1700">
                <a:latin typeface="Consolas" panose="020B0609020204030204" pitchFamily="49" charset="0"/>
                <a:ea typeface="+mj-ea"/>
              </a:rPr>
              <a:t>= </a:t>
            </a:r>
            <a:r>
              <a:rPr lang="en-US" altLang="zh-TW" sz="1700">
                <a:solidFill>
                  <a:srgbClr val="CC6227"/>
                </a:solidFill>
                <a:latin typeface="Consolas" panose="020B0609020204030204" pitchFamily="49" charset="0"/>
                <a:ea typeface="+mj-ea"/>
              </a:rPr>
              <a:t>new</a:t>
            </a:r>
            <a:r>
              <a:rPr lang="en-US" altLang="zh-TW" sz="1700">
                <a:latin typeface="Consolas" panose="020B0609020204030204" pitchFamily="49" charset="0"/>
                <a:ea typeface="+mj-ea"/>
              </a:rPr>
              <a:t> Cookie(String key, String value)</a:t>
            </a:r>
          </a:p>
          <a:p>
            <a:pPr lvl="1" algn="just"/>
            <a:r>
              <a:rPr lang="zh-TW" altLang="en-US" sz="1700">
                <a:latin typeface="Consolas" panose="020B0609020204030204" pitchFamily="49" charset="0"/>
                <a:ea typeface="+mj-ea"/>
              </a:rPr>
              <a:t>使用</a:t>
            </a:r>
            <a:r>
              <a:rPr lang="en-US" altLang="zh-TW" sz="1700">
                <a:latin typeface="Consolas" panose="020B0609020204030204" pitchFamily="49" charset="0"/>
                <a:ea typeface="+mj-ea"/>
              </a:rPr>
              <a:t>new</a:t>
            </a:r>
            <a:r>
              <a:rPr lang="zh-TW" altLang="en-US" sz="1700">
                <a:latin typeface="Consolas" panose="020B0609020204030204" pitchFamily="49" charset="0"/>
                <a:ea typeface="+mj-ea"/>
              </a:rPr>
              <a:t>方法建立一個</a:t>
            </a:r>
            <a:r>
              <a:rPr lang="en-US" altLang="zh-TW" sz="1700">
                <a:latin typeface="Consolas" panose="020B0609020204030204" pitchFamily="49" charset="0"/>
                <a:ea typeface="+mj-ea"/>
              </a:rPr>
              <a:t>cookie</a:t>
            </a:r>
            <a:r>
              <a:rPr lang="zh-TW" altLang="en-US" sz="1700">
                <a:latin typeface="Consolas" panose="020B0609020204030204" pitchFamily="49" charset="0"/>
                <a:ea typeface="+mj-ea"/>
              </a:rPr>
              <a:t>，並將</a:t>
            </a:r>
            <a:r>
              <a:rPr lang="en-US" altLang="zh-TW" sz="1700">
                <a:latin typeface="Consolas" panose="020B0609020204030204" pitchFamily="49" charset="0"/>
                <a:ea typeface="+mj-ea"/>
              </a:rPr>
              <a:t>key</a:t>
            </a:r>
            <a:r>
              <a:rPr lang="zh-TW" altLang="en-US" sz="1700">
                <a:latin typeface="Consolas" panose="020B0609020204030204" pitchFamily="49" charset="0"/>
                <a:ea typeface="+mj-ea"/>
              </a:rPr>
              <a:t>、</a:t>
            </a:r>
            <a:r>
              <a:rPr lang="en-US" altLang="zh-TW" sz="1700">
                <a:latin typeface="Consolas" panose="020B0609020204030204" pitchFamily="49" charset="0"/>
                <a:ea typeface="+mj-ea"/>
              </a:rPr>
              <a:t>value</a:t>
            </a:r>
            <a:r>
              <a:rPr lang="zh-TW" altLang="en-US" sz="1700">
                <a:latin typeface="Consolas" panose="020B0609020204030204" pitchFamily="49" charset="0"/>
                <a:ea typeface="+mj-ea"/>
              </a:rPr>
              <a:t>當成建構子參數傳入。</a:t>
            </a:r>
            <a:endParaRPr lang="en-US" altLang="zh-TW" sz="1700">
              <a:latin typeface="Consolas" panose="020B0609020204030204" pitchFamily="49" charset="0"/>
              <a:ea typeface="+mj-ea"/>
            </a:endParaRPr>
          </a:p>
          <a:p>
            <a:pPr marL="285750" indent="-285750" algn="just">
              <a:spcBef>
                <a:spcPts val="1200"/>
              </a:spcBef>
              <a:buFont typeface="Arial" panose="020B0604020202020204" pitchFamily="34" charset="0"/>
              <a:buChar char="•"/>
            </a:pPr>
            <a:r>
              <a:rPr lang="en-US" altLang="zh-TW" sz="1700">
                <a:solidFill>
                  <a:srgbClr val="1890C3"/>
                </a:solidFill>
                <a:latin typeface="Consolas" panose="020B0609020204030204" pitchFamily="49" charset="0"/>
                <a:ea typeface="+mj-ea"/>
              </a:rPr>
              <a:t>String </a:t>
            </a:r>
            <a:r>
              <a:rPr lang="en-US" altLang="zh-TW" sz="1700">
                <a:latin typeface="Consolas" panose="020B0609020204030204" pitchFamily="49" charset="0"/>
                <a:ea typeface="+mj-ea"/>
              </a:rPr>
              <a:t>c.getName()</a:t>
            </a:r>
          </a:p>
          <a:p>
            <a:pPr lvl="1" algn="just"/>
            <a:r>
              <a:rPr lang="zh-TW" altLang="en-US" sz="1700">
                <a:latin typeface="Consolas" panose="020B0609020204030204" pitchFamily="49" charset="0"/>
                <a:ea typeface="+mj-ea"/>
              </a:rPr>
              <a:t>取得此</a:t>
            </a:r>
            <a:r>
              <a:rPr lang="en-US" altLang="zh-TW" sz="1700">
                <a:latin typeface="Consolas" panose="020B0609020204030204" pitchFamily="49" charset="0"/>
                <a:ea typeface="+mj-ea"/>
              </a:rPr>
              <a:t>cookie</a:t>
            </a:r>
            <a:r>
              <a:rPr lang="zh-TW" altLang="en-US" sz="1700">
                <a:latin typeface="Consolas" panose="020B0609020204030204" pitchFamily="49" charset="0"/>
                <a:ea typeface="+mj-ea"/>
              </a:rPr>
              <a:t>的</a:t>
            </a:r>
            <a:r>
              <a:rPr lang="en-US" altLang="zh-TW" sz="1700">
                <a:latin typeface="Consolas" panose="020B0609020204030204" pitchFamily="49" charset="0"/>
                <a:ea typeface="+mj-ea"/>
              </a:rPr>
              <a:t>key(name)</a:t>
            </a:r>
            <a:r>
              <a:rPr lang="zh-TW" altLang="en-US" sz="1700">
                <a:latin typeface="Consolas" panose="020B0609020204030204" pitchFamily="49" charset="0"/>
                <a:ea typeface="+mj-ea"/>
              </a:rPr>
              <a:t>值。</a:t>
            </a:r>
          </a:p>
          <a:p>
            <a:pPr marL="285750" indent="-285750" algn="just">
              <a:spcBef>
                <a:spcPts val="1200"/>
              </a:spcBef>
              <a:buFont typeface="Arial" panose="020B0604020202020204" pitchFamily="34" charset="0"/>
              <a:buChar char="•"/>
            </a:pPr>
            <a:r>
              <a:rPr lang="en-US" altLang="zh-TW" sz="1700">
                <a:solidFill>
                  <a:srgbClr val="1890C3"/>
                </a:solidFill>
                <a:latin typeface="Consolas" panose="020B0609020204030204" pitchFamily="49" charset="0"/>
              </a:rPr>
              <a:t>String</a:t>
            </a:r>
            <a:r>
              <a:rPr lang="en-US" altLang="zh-TW" sz="1700">
                <a:solidFill>
                  <a:srgbClr val="1890C3"/>
                </a:solidFill>
                <a:latin typeface="Consolas" panose="020B0609020204030204" pitchFamily="49" charset="0"/>
                <a:ea typeface="+mj-ea"/>
              </a:rPr>
              <a:t> </a:t>
            </a:r>
            <a:r>
              <a:rPr lang="en-US" altLang="zh-TW" sz="1700">
                <a:latin typeface="Consolas" panose="020B0609020204030204" pitchFamily="49" charset="0"/>
                <a:ea typeface="+mj-ea"/>
              </a:rPr>
              <a:t>c.getValue()</a:t>
            </a:r>
          </a:p>
          <a:p>
            <a:pPr lvl="1" algn="just"/>
            <a:r>
              <a:rPr lang="zh-TW" altLang="en-US" sz="1700">
                <a:latin typeface="Consolas" panose="020B0609020204030204" pitchFamily="49" charset="0"/>
                <a:ea typeface="+mj-ea"/>
              </a:rPr>
              <a:t>取得此</a:t>
            </a:r>
            <a:r>
              <a:rPr lang="en-US" altLang="zh-TW" sz="1700">
                <a:latin typeface="Consolas" panose="020B0609020204030204" pitchFamily="49" charset="0"/>
                <a:ea typeface="+mj-ea"/>
              </a:rPr>
              <a:t>cookie</a:t>
            </a:r>
            <a:r>
              <a:rPr lang="zh-TW" altLang="en-US" sz="1700">
                <a:latin typeface="Consolas" panose="020B0609020204030204" pitchFamily="49" charset="0"/>
                <a:ea typeface="+mj-ea"/>
              </a:rPr>
              <a:t>的</a:t>
            </a:r>
            <a:r>
              <a:rPr lang="en-US" altLang="zh-TW" sz="1700">
                <a:latin typeface="Consolas" panose="020B0609020204030204" pitchFamily="49" charset="0"/>
                <a:ea typeface="+mj-ea"/>
              </a:rPr>
              <a:t>Value</a:t>
            </a:r>
            <a:r>
              <a:rPr lang="zh-TW" altLang="en-US" sz="1700">
                <a:latin typeface="Consolas" panose="020B0609020204030204" pitchFamily="49" charset="0"/>
                <a:ea typeface="+mj-ea"/>
              </a:rPr>
              <a:t>值。</a:t>
            </a:r>
          </a:p>
          <a:p>
            <a:pPr marL="285750" indent="-285750" algn="just">
              <a:spcBef>
                <a:spcPts val="1200"/>
              </a:spcBef>
              <a:buFont typeface="Arial" panose="020B0604020202020204" pitchFamily="34" charset="0"/>
              <a:buChar char="•"/>
            </a:pPr>
            <a:r>
              <a:rPr lang="en-US" altLang="zh-TW" sz="1700">
                <a:solidFill>
                  <a:srgbClr val="CC6227"/>
                </a:solidFill>
                <a:latin typeface="Consolas" panose="020B0609020204030204" pitchFamily="49" charset="0"/>
                <a:ea typeface="+mj-ea"/>
              </a:rPr>
              <a:t>void</a:t>
            </a:r>
            <a:r>
              <a:rPr lang="en-US" altLang="zh-TW" sz="1700">
                <a:solidFill>
                  <a:srgbClr val="1890C3"/>
                </a:solidFill>
                <a:latin typeface="Consolas" panose="020B0609020204030204" pitchFamily="49" charset="0"/>
                <a:ea typeface="+mj-ea"/>
              </a:rPr>
              <a:t> </a:t>
            </a:r>
            <a:r>
              <a:rPr lang="en-US" altLang="zh-TW" sz="1700">
                <a:latin typeface="Consolas" panose="020B0609020204030204" pitchFamily="49" charset="0"/>
                <a:ea typeface="+mj-ea"/>
              </a:rPr>
              <a:t>c.setMaxAge(int second)</a:t>
            </a:r>
          </a:p>
          <a:p>
            <a:pPr lvl="1" algn="just"/>
            <a:r>
              <a:rPr lang="zh-TW" altLang="en-US" sz="1700">
                <a:latin typeface="Consolas" panose="020B0609020204030204" pitchFamily="49" charset="0"/>
                <a:ea typeface="+mj-ea"/>
              </a:rPr>
              <a:t>設定此</a:t>
            </a:r>
            <a:r>
              <a:rPr lang="en-US" altLang="zh-TW" sz="1700">
                <a:latin typeface="Consolas" panose="020B0609020204030204" pitchFamily="49" charset="0"/>
                <a:ea typeface="+mj-ea"/>
              </a:rPr>
              <a:t>cookie</a:t>
            </a:r>
            <a:r>
              <a:rPr lang="zh-TW" altLang="en-US" sz="1700">
                <a:latin typeface="Consolas" panose="020B0609020204030204" pitchFamily="49" charset="0"/>
                <a:ea typeface="+mj-ea"/>
              </a:rPr>
              <a:t>的存活時間，單位為秒。預設值為</a:t>
            </a:r>
            <a:r>
              <a:rPr lang="en-US" altLang="zh-TW" sz="1700">
                <a:latin typeface="Consolas" panose="020B0609020204030204" pitchFamily="49" charset="0"/>
                <a:ea typeface="+mj-ea"/>
              </a:rPr>
              <a:t>-1</a:t>
            </a:r>
            <a:r>
              <a:rPr lang="zh-TW" altLang="en-US" sz="1700">
                <a:latin typeface="Consolas" panose="020B0609020204030204" pitchFamily="49" charset="0"/>
                <a:ea typeface="+mj-ea"/>
              </a:rPr>
              <a:t>。</a:t>
            </a:r>
            <a:endParaRPr lang="en-US" altLang="zh-TW" sz="1700">
              <a:latin typeface="Consolas" panose="020B0609020204030204" pitchFamily="49" charset="0"/>
              <a:ea typeface="+mj-ea"/>
            </a:endParaRPr>
          </a:p>
          <a:p>
            <a:pPr lvl="1" algn="just"/>
            <a:r>
              <a:rPr lang="zh-TW" altLang="en-US" sz="1700">
                <a:latin typeface="Consolas" panose="020B0609020204030204" pitchFamily="49" charset="0"/>
                <a:ea typeface="+mj-ea"/>
              </a:rPr>
              <a:t>引數為</a:t>
            </a:r>
            <a:r>
              <a:rPr lang="en-US" altLang="zh-TW" sz="1700">
                <a:latin typeface="Consolas" panose="020B0609020204030204" pitchFamily="49" charset="0"/>
                <a:ea typeface="+mj-ea"/>
              </a:rPr>
              <a:t>-1</a:t>
            </a:r>
            <a:r>
              <a:rPr lang="zh-TW" altLang="en-US" sz="1700">
                <a:latin typeface="Consolas" panose="020B0609020204030204" pitchFamily="49" charset="0"/>
                <a:ea typeface="+mj-ea"/>
              </a:rPr>
              <a:t>：當瀏覽階段結束時銷毀</a:t>
            </a:r>
            <a:r>
              <a:rPr lang="en-US" altLang="zh-TW" sz="1700">
                <a:latin typeface="Consolas" panose="020B0609020204030204" pitchFamily="49" charset="0"/>
                <a:ea typeface="+mj-ea"/>
              </a:rPr>
              <a:t>cookie</a:t>
            </a:r>
            <a:r>
              <a:rPr lang="zh-TW" altLang="en-US" sz="1700">
                <a:latin typeface="Consolas" panose="020B0609020204030204" pitchFamily="49" charset="0"/>
                <a:ea typeface="+mj-ea"/>
              </a:rPr>
              <a:t>。</a:t>
            </a:r>
            <a:r>
              <a:rPr lang="en-US" altLang="zh-TW" sz="1700">
                <a:latin typeface="Consolas" panose="020B0609020204030204" pitchFamily="49" charset="0"/>
                <a:ea typeface="+mj-ea"/>
              </a:rPr>
              <a:t>(</a:t>
            </a:r>
            <a:r>
              <a:rPr lang="zh-TW" altLang="en-US" sz="1700">
                <a:latin typeface="Consolas" panose="020B0609020204030204" pitchFamily="49" charset="0"/>
                <a:ea typeface="+mj-ea"/>
              </a:rPr>
              <a:t>離開網域即算，不用關瀏覽器</a:t>
            </a:r>
            <a:r>
              <a:rPr lang="en-US" altLang="zh-TW" sz="1700">
                <a:latin typeface="Consolas" panose="020B0609020204030204" pitchFamily="49" charset="0"/>
                <a:ea typeface="+mj-ea"/>
              </a:rPr>
              <a:t>)</a:t>
            </a:r>
          </a:p>
          <a:p>
            <a:pPr lvl="1" algn="just"/>
            <a:r>
              <a:rPr lang="zh-TW" altLang="en-US" sz="1700">
                <a:latin typeface="Consolas" panose="020B0609020204030204" pitchFamily="49" charset="0"/>
                <a:ea typeface="+mj-ea"/>
              </a:rPr>
              <a:t>引數為 </a:t>
            </a:r>
            <a:r>
              <a:rPr lang="en-US" altLang="zh-TW" sz="1700">
                <a:latin typeface="Consolas" panose="020B0609020204030204" pitchFamily="49" charset="0"/>
                <a:ea typeface="+mj-ea"/>
              </a:rPr>
              <a:t>0</a:t>
            </a:r>
            <a:r>
              <a:rPr lang="zh-TW" altLang="en-US" sz="1700">
                <a:latin typeface="Consolas" panose="020B0609020204030204" pitchFamily="49" charset="0"/>
                <a:ea typeface="+mj-ea"/>
              </a:rPr>
              <a:t>：立刻銷毀</a:t>
            </a:r>
            <a:r>
              <a:rPr lang="en-US" altLang="zh-TW" sz="1700">
                <a:latin typeface="Consolas" panose="020B0609020204030204" pitchFamily="49" charset="0"/>
                <a:ea typeface="+mj-ea"/>
              </a:rPr>
              <a:t>cookie</a:t>
            </a:r>
            <a:r>
              <a:rPr lang="zh-TW" altLang="en-US" sz="1700">
                <a:latin typeface="Consolas" panose="020B0609020204030204" pitchFamily="49" charset="0"/>
                <a:ea typeface="+mj-ea"/>
              </a:rPr>
              <a:t>。</a:t>
            </a:r>
            <a:r>
              <a:rPr lang="en-US" altLang="zh-TW" sz="1700">
                <a:latin typeface="Consolas" panose="020B0609020204030204" pitchFamily="49" charset="0"/>
                <a:ea typeface="+mj-ea"/>
              </a:rPr>
              <a:t>(cookie</a:t>
            </a:r>
            <a:r>
              <a:rPr lang="zh-TW" altLang="en-US" sz="1700">
                <a:latin typeface="Consolas" panose="020B0609020204030204" pitchFamily="49" charset="0"/>
                <a:ea typeface="+mj-ea"/>
              </a:rPr>
              <a:t>沒有</a:t>
            </a:r>
            <a:r>
              <a:rPr lang="en-US" altLang="zh-TW" sz="1700">
                <a:latin typeface="Consolas" panose="020B0609020204030204" pitchFamily="49" charset="0"/>
                <a:ea typeface="+mj-ea"/>
              </a:rPr>
              <a:t>delete</a:t>
            </a:r>
            <a:r>
              <a:rPr lang="zh-TW" altLang="en-US" sz="1700">
                <a:latin typeface="Consolas" panose="020B0609020204030204" pitchFamily="49" charset="0"/>
                <a:ea typeface="+mj-ea"/>
              </a:rPr>
              <a:t>方法</a:t>
            </a:r>
            <a:r>
              <a:rPr lang="en-US" altLang="zh-TW" sz="1700">
                <a:latin typeface="Consolas" panose="020B0609020204030204" pitchFamily="49" charset="0"/>
                <a:ea typeface="+mj-ea"/>
              </a:rPr>
              <a:t>)</a:t>
            </a:r>
            <a:endParaRPr lang="zh-TW" altLang="en-US" sz="1700">
              <a:latin typeface="Consolas" panose="020B0609020204030204" pitchFamily="49" charset="0"/>
              <a:ea typeface="+mj-ea"/>
            </a:endParaRPr>
          </a:p>
          <a:p>
            <a:pPr marL="285750" indent="-285750" algn="just">
              <a:spcBef>
                <a:spcPts val="1200"/>
              </a:spcBef>
              <a:buFont typeface="Arial" panose="020B0604020202020204" pitchFamily="34" charset="0"/>
              <a:buChar char="•"/>
            </a:pPr>
            <a:r>
              <a:rPr lang="en-US" altLang="zh-TW" sz="1700">
                <a:solidFill>
                  <a:srgbClr val="CC6227"/>
                </a:solidFill>
                <a:latin typeface="Consolas" panose="020B0609020204030204" pitchFamily="49" charset="0"/>
                <a:ea typeface="+mj-ea"/>
              </a:rPr>
              <a:t>void</a:t>
            </a:r>
            <a:r>
              <a:rPr lang="en-US" altLang="zh-TW" sz="1700">
                <a:solidFill>
                  <a:srgbClr val="1890C3"/>
                </a:solidFill>
                <a:latin typeface="Consolas" panose="020B0609020204030204" pitchFamily="49" charset="0"/>
                <a:ea typeface="+mj-ea"/>
              </a:rPr>
              <a:t> </a:t>
            </a:r>
            <a:r>
              <a:rPr lang="en-US" altLang="zh-TW" sz="1700">
                <a:latin typeface="Consolas" panose="020B0609020204030204" pitchFamily="49" charset="0"/>
                <a:ea typeface="+mj-ea"/>
              </a:rPr>
              <a:t>c.setHttpOnly(boolean httpOnly)</a:t>
            </a:r>
          </a:p>
          <a:p>
            <a:pPr lvl="1" algn="just"/>
            <a:r>
              <a:rPr lang="zh-TW" altLang="en-US" sz="1700">
                <a:latin typeface="Consolas" panose="020B0609020204030204" pitchFamily="49" charset="0"/>
                <a:ea typeface="+mj-ea"/>
              </a:rPr>
              <a:t>設定此</a:t>
            </a:r>
            <a:r>
              <a:rPr lang="en-US" altLang="zh-TW" sz="1700">
                <a:latin typeface="Consolas" panose="020B0609020204030204" pitchFamily="49" charset="0"/>
                <a:ea typeface="+mj-ea"/>
              </a:rPr>
              <a:t>cookie</a:t>
            </a:r>
            <a:r>
              <a:rPr lang="zh-TW" altLang="en-US" sz="1700">
                <a:latin typeface="Consolas" panose="020B0609020204030204" pitchFamily="49" charset="0"/>
                <a:ea typeface="+mj-ea"/>
              </a:rPr>
              <a:t>只給</a:t>
            </a:r>
            <a:r>
              <a:rPr lang="en-US" altLang="zh-TW" sz="1700">
                <a:latin typeface="Consolas" panose="020B0609020204030204" pitchFamily="49" charset="0"/>
                <a:ea typeface="+mj-ea"/>
              </a:rPr>
              <a:t>http</a:t>
            </a:r>
            <a:r>
              <a:rPr lang="zh-TW" altLang="en-US" sz="1700">
                <a:latin typeface="Consolas" panose="020B0609020204030204" pitchFamily="49" charset="0"/>
                <a:ea typeface="+mj-ea"/>
              </a:rPr>
              <a:t>協定使用，無法被</a:t>
            </a:r>
            <a:r>
              <a:rPr lang="en-US" altLang="zh-TW" sz="1700">
                <a:latin typeface="Consolas" panose="020B0609020204030204" pitchFamily="49" charset="0"/>
                <a:ea typeface="+mj-ea"/>
              </a:rPr>
              <a:t>JavaScript</a:t>
            </a:r>
            <a:r>
              <a:rPr lang="zh-TW" altLang="en-US" sz="1700">
                <a:latin typeface="Consolas" panose="020B0609020204030204" pitchFamily="49" charset="0"/>
                <a:ea typeface="+mj-ea"/>
              </a:rPr>
              <a:t>呼叫。預設值為</a:t>
            </a:r>
            <a:r>
              <a:rPr lang="en-US" altLang="zh-TW" sz="1700">
                <a:latin typeface="Consolas" panose="020B0609020204030204" pitchFamily="49" charset="0"/>
                <a:ea typeface="+mj-ea"/>
              </a:rPr>
              <a:t>false</a:t>
            </a:r>
            <a:r>
              <a:rPr lang="zh-TW" altLang="en-US" sz="1700">
                <a:latin typeface="Consolas" panose="020B0609020204030204" pitchFamily="49" charset="0"/>
                <a:ea typeface="+mj-ea"/>
              </a:rPr>
              <a:t>。</a:t>
            </a:r>
            <a:endParaRPr lang="en-US" altLang="zh-TW" sz="1700">
              <a:latin typeface="Consolas" panose="020B0609020204030204" pitchFamily="49" charset="0"/>
              <a:ea typeface="+mj-ea"/>
            </a:endParaRPr>
          </a:p>
          <a:p>
            <a:pPr lvl="1" algn="just"/>
            <a:r>
              <a:rPr lang="zh-TW" altLang="en-US" sz="1700">
                <a:latin typeface="Consolas" panose="020B0609020204030204" pitchFamily="49" charset="0"/>
                <a:ea typeface="+mj-ea"/>
              </a:rPr>
              <a:t>開放</a:t>
            </a:r>
            <a:r>
              <a:rPr lang="en-US" altLang="zh-TW" sz="1700">
                <a:latin typeface="Consolas" panose="020B0609020204030204" pitchFamily="49" charset="0"/>
                <a:ea typeface="+mj-ea"/>
              </a:rPr>
              <a:t>cookie</a:t>
            </a:r>
            <a:r>
              <a:rPr lang="zh-TW" altLang="en-US" sz="1700">
                <a:latin typeface="Consolas" panose="020B0609020204030204" pitchFamily="49" charset="0"/>
                <a:ea typeface="+mj-ea"/>
              </a:rPr>
              <a:t>被</a:t>
            </a:r>
            <a:r>
              <a:rPr lang="en-US" altLang="zh-TW" sz="1700">
                <a:latin typeface="Consolas" panose="020B0609020204030204" pitchFamily="49" charset="0"/>
                <a:ea typeface="+mj-ea"/>
              </a:rPr>
              <a:t>JavaScript</a:t>
            </a:r>
            <a:r>
              <a:rPr lang="zh-TW" altLang="en-US" sz="1700">
                <a:latin typeface="Consolas" panose="020B0609020204030204" pitchFamily="49" charset="0"/>
                <a:ea typeface="+mj-ea"/>
              </a:rPr>
              <a:t>呼叫會有資安風險，視情況使用即可。</a:t>
            </a:r>
          </a:p>
          <a:p>
            <a:pPr marL="285750" indent="-285750" algn="just">
              <a:spcBef>
                <a:spcPts val="1200"/>
              </a:spcBef>
              <a:buFont typeface="Arial" panose="020B0604020202020204" pitchFamily="34" charset="0"/>
              <a:buChar char="•"/>
            </a:pPr>
            <a:r>
              <a:rPr lang="en-US" altLang="zh-TW" sz="1700">
                <a:solidFill>
                  <a:srgbClr val="CC6227"/>
                </a:solidFill>
                <a:latin typeface="Consolas" panose="020B0609020204030204" pitchFamily="49" charset="0"/>
                <a:ea typeface="+mj-ea"/>
              </a:rPr>
              <a:t>void</a:t>
            </a:r>
            <a:r>
              <a:rPr lang="en-US" altLang="zh-TW" sz="1700">
                <a:solidFill>
                  <a:srgbClr val="1890C3"/>
                </a:solidFill>
                <a:latin typeface="Consolas" panose="020B0609020204030204" pitchFamily="49" charset="0"/>
                <a:ea typeface="+mj-ea"/>
              </a:rPr>
              <a:t> </a:t>
            </a:r>
            <a:r>
              <a:rPr lang="en-US" altLang="zh-TW" sz="1700">
                <a:latin typeface="Consolas" panose="020B0609020204030204" pitchFamily="49" charset="0"/>
                <a:ea typeface="+mj-ea"/>
              </a:rPr>
              <a:t>response.addCookie(Cookie c)</a:t>
            </a:r>
          </a:p>
          <a:p>
            <a:pPr lvl="1" algn="just"/>
            <a:r>
              <a:rPr lang="zh-TW" altLang="en-US" sz="1700">
                <a:latin typeface="Consolas" panose="020B0609020204030204" pitchFamily="49" charset="0"/>
                <a:ea typeface="+mj-ea"/>
              </a:rPr>
              <a:t>將</a:t>
            </a:r>
            <a:r>
              <a:rPr lang="en-US" altLang="zh-TW" sz="1700">
                <a:latin typeface="Consolas" panose="020B0609020204030204" pitchFamily="49" charset="0"/>
                <a:ea typeface="+mj-ea"/>
              </a:rPr>
              <a:t>cookie</a:t>
            </a:r>
            <a:r>
              <a:rPr lang="zh-TW" altLang="en-US" sz="1700">
                <a:latin typeface="Consolas" panose="020B0609020204030204" pitchFamily="49" charset="0"/>
                <a:ea typeface="+mj-ea"/>
              </a:rPr>
              <a:t>加入回應標頭</a:t>
            </a:r>
            <a:r>
              <a:rPr lang="en-US" altLang="zh-TW" sz="1700">
                <a:latin typeface="Consolas" panose="020B0609020204030204" pitchFamily="49" charset="0"/>
                <a:ea typeface="+mj-ea"/>
              </a:rPr>
              <a:t>(Header)</a:t>
            </a:r>
            <a:r>
              <a:rPr lang="zh-TW" altLang="en-US" sz="1700">
                <a:latin typeface="Consolas" panose="020B0609020204030204" pitchFamily="49" charset="0"/>
                <a:ea typeface="+mj-ea"/>
              </a:rPr>
              <a:t>當中，</a:t>
            </a:r>
            <a:r>
              <a:rPr lang="zh-TW" altLang="en-US" sz="1700">
                <a:solidFill>
                  <a:srgbClr val="FF0000"/>
                </a:solidFill>
                <a:latin typeface="Consolas" panose="020B0609020204030204" pitchFamily="49" charset="0"/>
                <a:ea typeface="+mj-ea"/>
              </a:rPr>
              <a:t>若有同名</a:t>
            </a:r>
            <a:r>
              <a:rPr lang="en-US" altLang="zh-TW" sz="1700">
                <a:solidFill>
                  <a:srgbClr val="FF0000"/>
                </a:solidFill>
                <a:latin typeface="Consolas" panose="020B0609020204030204" pitchFamily="49" charset="0"/>
                <a:ea typeface="+mj-ea"/>
              </a:rPr>
              <a:t>cookie</a:t>
            </a:r>
            <a:r>
              <a:rPr lang="zh-TW" altLang="en-US" sz="1700">
                <a:solidFill>
                  <a:srgbClr val="FF0000"/>
                </a:solidFill>
                <a:latin typeface="Consolas" panose="020B0609020204030204" pitchFamily="49" charset="0"/>
                <a:ea typeface="+mj-ea"/>
              </a:rPr>
              <a:t>則取代之</a:t>
            </a:r>
            <a:r>
              <a:rPr lang="zh-TW" altLang="en-US" sz="1700">
                <a:latin typeface="Consolas" panose="020B0609020204030204" pitchFamily="49" charset="0"/>
                <a:ea typeface="+mj-ea"/>
              </a:rPr>
              <a:t>。</a:t>
            </a:r>
            <a:endParaRPr lang="en-US" altLang="zh-TW" sz="1700">
              <a:latin typeface="Consolas" panose="020B0609020204030204" pitchFamily="49" charset="0"/>
              <a:ea typeface="+mj-ea"/>
            </a:endParaRPr>
          </a:p>
          <a:p>
            <a:pPr lvl="1" algn="just"/>
            <a:r>
              <a:rPr lang="zh-TW" altLang="en-US" sz="1700">
                <a:latin typeface="Consolas" panose="020B0609020204030204" pitchFamily="49" charset="0"/>
                <a:ea typeface="+mj-ea"/>
              </a:rPr>
              <a:t>你無法在同名</a:t>
            </a:r>
            <a:r>
              <a:rPr lang="en-US" altLang="zh-TW" sz="1700">
                <a:latin typeface="Consolas" panose="020B0609020204030204" pitchFamily="49" charset="0"/>
                <a:ea typeface="+mj-ea"/>
              </a:rPr>
              <a:t>cookie</a:t>
            </a:r>
            <a:r>
              <a:rPr lang="zh-TW" altLang="en-US" sz="1700">
                <a:latin typeface="Consolas" panose="020B0609020204030204" pitchFamily="49" charset="0"/>
                <a:ea typeface="+mj-ea"/>
              </a:rPr>
              <a:t>中新增</a:t>
            </a:r>
            <a:r>
              <a:rPr lang="en-US" altLang="zh-TW" sz="1700">
                <a:latin typeface="Consolas" panose="020B0609020204030204" pitchFamily="49" charset="0"/>
                <a:ea typeface="+mj-ea"/>
              </a:rPr>
              <a:t>value</a:t>
            </a:r>
            <a:r>
              <a:rPr lang="zh-TW" altLang="en-US" sz="1700">
                <a:latin typeface="Consolas" panose="020B0609020204030204" pitchFamily="49" charset="0"/>
                <a:ea typeface="+mj-ea"/>
              </a:rPr>
              <a:t>字串，只能取得全部</a:t>
            </a:r>
            <a:r>
              <a:rPr lang="en-US" altLang="zh-TW" sz="1700">
                <a:latin typeface="Consolas" panose="020B0609020204030204" pitchFamily="49" charset="0"/>
                <a:ea typeface="+mj-ea"/>
              </a:rPr>
              <a:t>value</a:t>
            </a:r>
            <a:r>
              <a:rPr lang="zh-TW" altLang="en-US" sz="1700">
                <a:latin typeface="Consolas" panose="020B0609020204030204" pitchFamily="49" charset="0"/>
                <a:ea typeface="+mj-ea"/>
              </a:rPr>
              <a:t>，改寫再覆蓋。</a:t>
            </a:r>
          </a:p>
          <a:p>
            <a:pPr marL="285750" indent="-285750" algn="just">
              <a:spcBef>
                <a:spcPts val="1200"/>
              </a:spcBef>
              <a:buFont typeface="Arial" panose="020B0604020202020204" pitchFamily="34" charset="0"/>
              <a:buChar char="•"/>
            </a:pPr>
            <a:r>
              <a:rPr lang="en-US" altLang="zh-TW" sz="1700">
                <a:solidFill>
                  <a:srgbClr val="1890C3"/>
                </a:solidFill>
                <a:latin typeface="Consolas" panose="020B0609020204030204" pitchFamily="49" charset="0"/>
                <a:ea typeface="+mj-ea"/>
              </a:rPr>
              <a:t>Cookie[] </a:t>
            </a:r>
            <a:r>
              <a:rPr lang="en-US" altLang="zh-TW" sz="1700">
                <a:latin typeface="Consolas" panose="020B0609020204030204" pitchFamily="49" charset="0"/>
                <a:ea typeface="+mj-ea"/>
              </a:rPr>
              <a:t>request.getCookies( )</a:t>
            </a:r>
          </a:p>
          <a:p>
            <a:pPr lvl="1" algn="just"/>
            <a:r>
              <a:rPr lang="zh-TW" altLang="en-US" sz="1700">
                <a:latin typeface="Consolas" panose="020B0609020204030204" pitchFamily="49" charset="0"/>
                <a:ea typeface="+mj-ea"/>
              </a:rPr>
              <a:t>取得所有此請求中附加的</a:t>
            </a:r>
            <a:r>
              <a:rPr lang="en-US" altLang="zh-TW" sz="1700">
                <a:latin typeface="Consolas" panose="020B0609020204030204" pitchFamily="49" charset="0"/>
                <a:ea typeface="+mj-ea"/>
              </a:rPr>
              <a:t>cookie</a:t>
            </a:r>
            <a:r>
              <a:rPr lang="zh-TW" altLang="en-US" sz="1700">
                <a:latin typeface="Consolas" panose="020B0609020204030204" pitchFamily="49" charset="0"/>
                <a:ea typeface="+mj-ea"/>
              </a:rPr>
              <a:t>，回傳</a:t>
            </a:r>
            <a:r>
              <a:rPr lang="en-US" altLang="zh-TW" sz="1700">
                <a:latin typeface="Consolas" panose="020B0609020204030204" pitchFamily="49" charset="0"/>
                <a:ea typeface="+mj-ea"/>
              </a:rPr>
              <a:t>cookie</a:t>
            </a:r>
            <a:r>
              <a:rPr lang="zh-TW" altLang="en-US" sz="1700">
                <a:latin typeface="Consolas" panose="020B0609020204030204" pitchFamily="49" charset="0"/>
                <a:ea typeface="+mj-ea"/>
              </a:rPr>
              <a:t>陣列。</a:t>
            </a:r>
            <a:endParaRPr lang="en-US" altLang="zh-TW" sz="1700">
              <a:latin typeface="Consolas" panose="020B0609020204030204" pitchFamily="49" charset="0"/>
              <a:ea typeface="+mj-ea"/>
            </a:endParaRPr>
          </a:p>
          <a:p>
            <a:pPr lvl="1" algn="just"/>
            <a:r>
              <a:rPr lang="zh-TW" altLang="en-US" sz="1700">
                <a:solidFill>
                  <a:srgbClr val="FF0000"/>
                </a:solidFill>
                <a:latin typeface="Consolas" panose="020B0609020204030204" pitchFamily="49" charset="0"/>
                <a:ea typeface="+mj-ea"/>
              </a:rPr>
              <a:t>沒有</a:t>
            </a:r>
            <a:r>
              <a:rPr lang="en-US" altLang="zh-TW" sz="1700">
                <a:solidFill>
                  <a:srgbClr val="FF0000"/>
                </a:solidFill>
                <a:latin typeface="Consolas" panose="020B0609020204030204" pitchFamily="49" charset="0"/>
                <a:ea typeface="+mj-ea"/>
              </a:rPr>
              <a:t>request.getCookie(String cookieName)</a:t>
            </a:r>
            <a:r>
              <a:rPr lang="zh-TW" altLang="en-US" sz="1700">
                <a:solidFill>
                  <a:srgbClr val="FF0000"/>
                </a:solidFill>
                <a:latin typeface="Consolas" panose="020B0609020204030204" pitchFamily="49" charset="0"/>
                <a:ea typeface="+mj-ea"/>
              </a:rPr>
              <a:t>這種方法。</a:t>
            </a:r>
            <a:endParaRPr lang="en-US" altLang="zh-TW" sz="1700">
              <a:solidFill>
                <a:srgbClr val="FF0000"/>
              </a:solidFill>
              <a:latin typeface="Consolas" panose="020B0609020204030204" pitchFamily="49" charset="0"/>
              <a:ea typeface="+mj-ea"/>
            </a:endParaRPr>
          </a:p>
          <a:p>
            <a:pPr lvl="1" algn="just"/>
            <a:r>
              <a:rPr lang="zh-TW" altLang="en-US" sz="1700">
                <a:latin typeface="Consolas" panose="020B0609020204030204" pitchFamily="49" charset="0"/>
                <a:ea typeface="+mj-ea"/>
              </a:rPr>
              <a:t>要操作</a:t>
            </a:r>
            <a:r>
              <a:rPr lang="en-US" altLang="zh-TW" sz="1700">
                <a:latin typeface="Consolas" panose="020B0609020204030204" pitchFamily="49" charset="0"/>
                <a:ea typeface="+mj-ea"/>
              </a:rPr>
              <a:t>cookie</a:t>
            </a:r>
            <a:r>
              <a:rPr lang="zh-TW" altLang="en-US" sz="1700">
                <a:latin typeface="Consolas" panose="020B0609020204030204" pitchFamily="49" charset="0"/>
                <a:ea typeface="+mj-ea"/>
              </a:rPr>
              <a:t>請撰寫迴圈，並用</a:t>
            </a:r>
            <a:r>
              <a:rPr lang="en-US" altLang="zh-TW" sz="1700">
                <a:latin typeface="Consolas" panose="020B0609020204030204" pitchFamily="49" charset="0"/>
                <a:ea typeface="+mj-ea"/>
              </a:rPr>
              <a:t>c.getName( )</a:t>
            </a:r>
            <a:r>
              <a:rPr lang="zh-TW" altLang="en-US" sz="1700">
                <a:latin typeface="Consolas" panose="020B0609020204030204" pitchFamily="49" charset="0"/>
                <a:ea typeface="+mj-ea"/>
              </a:rPr>
              <a:t>判斷對象；或採用第三方</a:t>
            </a:r>
            <a:r>
              <a:rPr lang="en-US" altLang="zh-TW" sz="1700">
                <a:latin typeface="Consolas" panose="020B0609020204030204" pitchFamily="49" charset="0"/>
                <a:ea typeface="+mj-ea"/>
              </a:rPr>
              <a:t>jar</a:t>
            </a:r>
            <a:r>
              <a:rPr lang="zh-TW" altLang="en-US" sz="1700">
                <a:latin typeface="Consolas" panose="020B0609020204030204" pitchFamily="49" charset="0"/>
                <a:ea typeface="+mj-ea"/>
              </a:rPr>
              <a:t>。</a:t>
            </a:r>
          </a:p>
          <a:p>
            <a:pPr algn="just"/>
            <a:endParaRPr lang="zh-TW" altLang="en-US" sz="1700">
              <a:latin typeface="Consolas" panose="020B0609020204030204" pitchFamily="49" charset="0"/>
              <a:ea typeface="+mj-ea"/>
            </a:endParaRPr>
          </a:p>
        </p:txBody>
      </p:sp>
      <p:pic>
        <p:nvPicPr>
          <p:cNvPr id="6" name="圖片 5"/>
          <p:cNvPicPr>
            <a:picLocks noChangeAspect="1"/>
          </p:cNvPicPr>
          <p:nvPr/>
        </p:nvPicPr>
        <p:blipFill>
          <a:blip r:embed="rId2"/>
          <a:stretch>
            <a:fillRect/>
          </a:stretch>
        </p:blipFill>
        <p:spPr>
          <a:xfrm>
            <a:off x="-4404806" y="4513834"/>
            <a:ext cx="3933825" cy="2124075"/>
          </a:xfrm>
          <a:prstGeom prst="rect">
            <a:avLst/>
          </a:prstGeom>
        </p:spPr>
      </p:pic>
      <p:pic>
        <p:nvPicPr>
          <p:cNvPr id="7" name="圖片 6"/>
          <p:cNvPicPr>
            <a:picLocks noChangeAspect="1"/>
          </p:cNvPicPr>
          <p:nvPr/>
        </p:nvPicPr>
        <p:blipFill>
          <a:blip r:embed="rId3"/>
          <a:stretch>
            <a:fillRect/>
          </a:stretch>
        </p:blipFill>
        <p:spPr>
          <a:xfrm>
            <a:off x="-4283537" y="654967"/>
            <a:ext cx="3812556" cy="3494843"/>
          </a:xfrm>
          <a:prstGeom prst="rect">
            <a:avLst/>
          </a:prstGeom>
        </p:spPr>
      </p:pic>
    </p:spTree>
    <p:extLst>
      <p:ext uri="{BB962C8B-B14F-4D97-AF65-F5344CB8AC3E}">
        <p14:creationId xmlns:p14="http://schemas.microsoft.com/office/powerpoint/2010/main" val="18710216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sz="half" idx="2"/>
          </p:nvPr>
        </p:nvSpPr>
        <p:spPr>
          <a:xfrm>
            <a:off x="8331200" y="654967"/>
            <a:ext cx="3860800" cy="6203033"/>
          </a:xfrm>
        </p:spPr>
        <p:txBody>
          <a:bodyPr>
            <a:noAutofit/>
          </a:bodyPr>
          <a:lstStyle/>
          <a:p>
            <a:pPr algn="just">
              <a:spcBef>
                <a:spcPts val="600"/>
              </a:spcBef>
            </a:pPr>
            <a:r>
              <a:rPr lang="zh-TW" altLang="en-US" sz="1750" b="1">
                <a:latin typeface="Consolas" panose="020B0609020204030204" pitchFamily="49" charset="0"/>
                <a:ea typeface="+mj-ea"/>
              </a:rPr>
              <a:t>主流追蹤使用者的手段，基於</a:t>
            </a:r>
            <a:r>
              <a:rPr lang="en-US" altLang="zh-TW" sz="1750" b="1">
                <a:latin typeface="Consolas" panose="020B0609020204030204" pitchFamily="49" charset="0"/>
                <a:ea typeface="+mj-ea"/>
              </a:rPr>
              <a:t>cookie</a:t>
            </a:r>
            <a:r>
              <a:rPr lang="zh-TW" altLang="en-US" sz="1750" b="1">
                <a:latin typeface="Consolas" panose="020B0609020204030204" pitchFamily="49" charset="0"/>
                <a:ea typeface="+mj-ea"/>
              </a:rPr>
              <a:t>實現追蹤能力。</a:t>
            </a:r>
            <a:endParaRPr lang="en-US" altLang="zh-TW" sz="1750" b="1">
              <a:latin typeface="Consolas" panose="020B0609020204030204" pitchFamily="49" charset="0"/>
              <a:ea typeface="+mj-ea"/>
            </a:endParaRPr>
          </a:p>
          <a:p>
            <a:pPr algn="just">
              <a:spcBef>
                <a:spcPts val="600"/>
              </a:spcBef>
            </a:pPr>
            <a:r>
              <a:rPr lang="en-US" altLang="zh-TW" sz="1750" b="1">
                <a:latin typeface="Consolas" panose="020B0609020204030204" pitchFamily="49" charset="0"/>
                <a:ea typeface="+mj-ea"/>
              </a:rPr>
              <a:t>API</a:t>
            </a:r>
            <a:r>
              <a:rPr lang="zh-TW" altLang="en-US" sz="1750" b="1">
                <a:latin typeface="Consolas" panose="020B0609020204030204" pitchFamily="49" charset="0"/>
                <a:ea typeface="+mj-ea"/>
              </a:rPr>
              <a:t>會自動在客戶端儲存一筆</a:t>
            </a:r>
            <a:r>
              <a:rPr lang="en-US" altLang="zh-TW" sz="1750" b="1">
                <a:latin typeface="Consolas" panose="020B0609020204030204" pitchFamily="49" charset="0"/>
                <a:ea typeface="+mj-ea"/>
              </a:rPr>
              <a:t>cookie</a:t>
            </a:r>
            <a:r>
              <a:rPr lang="zh-TW" altLang="en-US" sz="1750" b="1">
                <a:latin typeface="Consolas" panose="020B0609020204030204" pitchFamily="49" charset="0"/>
                <a:ea typeface="+mj-ea"/>
              </a:rPr>
              <a:t>，</a:t>
            </a:r>
            <a:r>
              <a:rPr lang="en-US" altLang="zh-TW" sz="1750" b="1">
                <a:latin typeface="Consolas" panose="020B0609020204030204" pitchFamily="49" charset="0"/>
                <a:ea typeface="+mj-ea"/>
              </a:rPr>
              <a:t>Key</a:t>
            </a:r>
            <a:r>
              <a:rPr lang="zh-TW" altLang="en-US" sz="1750" b="1">
                <a:latin typeface="Consolas" panose="020B0609020204030204" pitchFamily="49" charset="0"/>
                <a:ea typeface="+mj-ea"/>
              </a:rPr>
              <a:t>值為「識別</a:t>
            </a:r>
            <a:r>
              <a:rPr lang="en-US" altLang="zh-TW" sz="1750" b="1">
                <a:latin typeface="Consolas" panose="020B0609020204030204" pitchFamily="49" charset="0"/>
                <a:ea typeface="+mj-ea"/>
              </a:rPr>
              <a:t>ID</a:t>
            </a:r>
            <a:r>
              <a:rPr lang="zh-TW" altLang="en-US" sz="1750" b="1">
                <a:latin typeface="Consolas" panose="020B0609020204030204" pitchFamily="49" charset="0"/>
                <a:ea typeface="+mj-ea"/>
              </a:rPr>
              <a:t>」、</a:t>
            </a:r>
            <a:r>
              <a:rPr lang="en-US" altLang="zh-TW" sz="1750" b="1">
                <a:latin typeface="Consolas" panose="020B0609020204030204" pitchFamily="49" charset="0"/>
                <a:ea typeface="+mj-ea"/>
              </a:rPr>
              <a:t>Value</a:t>
            </a:r>
            <a:r>
              <a:rPr lang="zh-TW" altLang="en-US" sz="1750" b="1">
                <a:latin typeface="Consolas" panose="020B0609020204030204" pitchFamily="49" charset="0"/>
                <a:ea typeface="+mj-ea"/>
              </a:rPr>
              <a:t>值為「自動產生的長字串」。以</a:t>
            </a:r>
            <a:r>
              <a:rPr lang="en-US" altLang="zh-TW" sz="1750" b="1">
                <a:latin typeface="Consolas" panose="020B0609020204030204" pitchFamily="49" charset="0"/>
                <a:ea typeface="+mj-ea"/>
              </a:rPr>
              <a:t>Tomacat</a:t>
            </a:r>
            <a:r>
              <a:rPr lang="zh-TW" altLang="en-US" sz="1750" b="1">
                <a:latin typeface="Consolas" panose="020B0609020204030204" pitchFamily="49" charset="0"/>
                <a:ea typeface="+mj-ea"/>
              </a:rPr>
              <a:t>伺服器為例，自動產生的</a:t>
            </a:r>
            <a:r>
              <a:rPr lang="en-US" altLang="zh-TW" sz="1750" b="1">
                <a:latin typeface="Consolas" panose="020B0609020204030204" pitchFamily="49" charset="0"/>
                <a:ea typeface="+mj-ea"/>
              </a:rPr>
              <a:t>cookie</a:t>
            </a:r>
            <a:r>
              <a:rPr lang="zh-TW" altLang="en-US" sz="1750" b="1">
                <a:latin typeface="Consolas" panose="020B0609020204030204" pitchFamily="49" charset="0"/>
                <a:ea typeface="+mj-ea"/>
              </a:rPr>
              <a:t>名稱為「</a:t>
            </a:r>
            <a:r>
              <a:rPr lang="en-US" altLang="zh-TW" sz="1750" b="1">
                <a:latin typeface="Consolas" panose="020B0609020204030204" pitchFamily="49" charset="0"/>
                <a:ea typeface="+mj-ea"/>
              </a:rPr>
              <a:t>JSESSIONID</a:t>
            </a:r>
            <a:r>
              <a:rPr lang="zh-TW" altLang="en-US" sz="1750" b="1">
                <a:latin typeface="Consolas" panose="020B0609020204030204" pitchFamily="49" charset="0"/>
                <a:ea typeface="+mj-ea"/>
              </a:rPr>
              <a:t>」，其值假設為「</a:t>
            </a:r>
            <a:r>
              <a:rPr lang="en-US" altLang="zh-TW" sz="1750" b="1">
                <a:latin typeface="Consolas" panose="020B0609020204030204" pitchFamily="49" charset="0"/>
                <a:ea typeface="+mj-ea"/>
              </a:rPr>
              <a:t>ID#123</a:t>
            </a:r>
            <a:r>
              <a:rPr lang="zh-TW" altLang="en-US" sz="1750" b="1">
                <a:latin typeface="Consolas" panose="020B0609020204030204" pitchFamily="49" charset="0"/>
                <a:ea typeface="+mj-ea"/>
              </a:rPr>
              <a:t>」。概念類似發放號碼牌。</a:t>
            </a:r>
            <a:endParaRPr lang="en-US" altLang="zh-TW" sz="1750" b="1">
              <a:latin typeface="Consolas" panose="020B0609020204030204" pitchFamily="49" charset="0"/>
              <a:ea typeface="+mj-ea"/>
            </a:endParaRPr>
          </a:p>
          <a:p>
            <a:pPr algn="just">
              <a:spcBef>
                <a:spcPts val="600"/>
              </a:spcBef>
            </a:pPr>
            <a:r>
              <a:rPr lang="en-US" altLang="zh-TW" sz="1750" b="1">
                <a:latin typeface="Consolas" panose="020B0609020204030204" pitchFamily="49" charset="0"/>
                <a:ea typeface="+mj-ea"/>
              </a:rPr>
              <a:t>API</a:t>
            </a:r>
            <a:r>
              <a:rPr lang="zh-TW" altLang="en-US" sz="1750" b="1">
                <a:latin typeface="Consolas" panose="020B0609020204030204" pitchFamily="49" charset="0"/>
                <a:ea typeface="+mj-ea"/>
              </a:rPr>
              <a:t>也會在伺服器中紀錄一筆</a:t>
            </a:r>
            <a:r>
              <a:rPr lang="en-US" altLang="zh-TW" sz="1750" b="1">
                <a:latin typeface="Consolas" panose="020B0609020204030204" pitchFamily="49" charset="0"/>
                <a:ea typeface="+mj-ea"/>
              </a:rPr>
              <a:t>Session ID</a:t>
            </a:r>
            <a:r>
              <a:rPr lang="zh-TW" altLang="en-US" sz="1750" b="1">
                <a:latin typeface="Consolas" panose="020B0609020204030204" pitchFamily="49" charset="0"/>
                <a:ea typeface="+mj-ea"/>
              </a:rPr>
              <a:t>，</a:t>
            </a:r>
            <a:r>
              <a:rPr lang="en-US" altLang="zh-TW" sz="1750" b="1">
                <a:latin typeface="Consolas" panose="020B0609020204030204" pitchFamily="49" charset="0"/>
                <a:ea typeface="+mj-ea"/>
              </a:rPr>
              <a:t>Key</a:t>
            </a:r>
            <a:r>
              <a:rPr lang="zh-TW" altLang="en-US" sz="1750" b="1">
                <a:latin typeface="Consolas" panose="020B0609020204030204" pitchFamily="49" charset="0"/>
                <a:ea typeface="+mj-ea"/>
              </a:rPr>
              <a:t>為「</a:t>
            </a:r>
            <a:r>
              <a:rPr lang="en-US" altLang="zh-TW" sz="1750" b="1">
                <a:latin typeface="Consolas" panose="020B0609020204030204" pitchFamily="49" charset="0"/>
                <a:ea typeface="+mj-ea"/>
              </a:rPr>
              <a:t>ID#123</a:t>
            </a:r>
            <a:r>
              <a:rPr lang="zh-TW" altLang="en-US" sz="1750" b="1">
                <a:latin typeface="Consolas" panose="020B0609020204030204" pitchFamily="49" charset="0"/>
                <a:ea typeface="+mj-ea"/>
              </a:rPr>
              <a:t>」</a:t>
            </a:r>
            <a:r>
              <a:rPr lang="en-US" altLang="zh-TW" sz="1750" b="1">
                <a:latin typeface="Consolas" panose="020B0609020204030204" pitchFamily="49" charset="0"/>
                <a:ea typeface="+mj-ea"/>
              </a:rPr>
              <a:t>(</a:t>
            </a:r>
            <a:r>
              <a:rPr lang="zh-TW" altLang="en-US" sz="1750" b="1">
                <a:latin typeface="Consolas" panose="020B0609020204030204" pitchFamily="49" charset="0"/>
                <a:ea typeface="+mj-ea"/>
              </a:rPr>
              <a:t>即客戶端</a:t>
            </a:r>
            <a:r>
              <a:rPr lang="en-US" altLang="zh-TW" sz="1750" b="1">
                <a:latin typeface="Consolas" panose="020B0609020204030204" pitchFamily="49" charset="0"/>
                <a:ea typeface="+mj-ea"/>
              </a:rPr>
              <a:t>cookie</a:t>
            </a:r>
            <a:r>
              <a:rPr lang="zh-TW" altLang="en-US" sz="1750" b="1">
                <a:latin typeface="Consolas" panose="020B0609020204030204" pitchFamily="49" charset="0"/>
                <a:ea typeface="+mj-ea"/>
              </a:rPr>
              <a:t>的</a:t>
            </a:r>
            <a:r>
              <a:rPr lang="en-US" altLang="zh-TW" sz="1750" b="1">
                <a:latin typeface="Consolas" panose="020B0609020204030204" pitchFamily="49" charset="0"/>
                <a:ea typeface="+mj-ea"/>
              </a:rPr>
              <a:t>value)</a:t>
            </a:r>
            <a:r>
              <a:rPr lang="zh-TW" altLang="en-US" sz="1750" b="1">
                <a:latin typeface="Consolas" panose="020B0609020204030204" pitchFamily="49" charset="0"/>
                <a:ea typeface="+mj-ea"/>
              </a:rPr>
              <a:t>，其值可由程式設計師進行增刪改查。</a:t>
            </a:r>
            <a:endParaRPr lang="en-US" altLang="zh-TW" sz="1750" b="1">
              <a:latin typeface="Consolas" panose="020B0609020204030204" pitchFamily="49" charset="0"/>
              <a:ea typeface="+mj-ea"/>
            </a:endParaRPr>
          </a:p>
          <a:p>
            <a:pPr algn="just">
              <a:spcBef>
                <a:spcPts val="600"/>
              </a:spcBef>
            </a:pPr>
            <a:r>
              <a:rPr lang="zh-TW" altLang="en-US" sz="1750" b="1">
                <a:latin typeface="Consolas" panose="020B0609020204030204" pitchFamily="49" charset="0"/>
                <a:ea typeface="+mj-ea"/>
              </a:rPr>
              <a:t>每次使用者進行</a:t>
            </a:r>
            <a:r>
              <a:rPr lang="en-US" altLang="zh-TW" sz="1750" b="1">
                <a:latin typeface="Consolas" panose="020B0609020204030204" pitchFamily="49" charset="0"/>
                <a:ea typeface="+mj-ea"/>
              </a:rPr>
              <a:t>Http</a:t>
            </a:r>
            <a:r>
              <a:rPr lang="zh-TW" altLang="en-US" sz="1750" b="1">
                <a:latin typeface="Consolas" panose="020B0609020204030204" pitchFamily="49" charset="0"/>
                <a:ea typeface="+mj-ea"/>
              </a:rPr>
              <a:t>請求時，會自動附帶上</a:t>
            </a:r>
            <a:r>
              <a:rPr lang="en-US" altLang="zh-TW" sz="1750" b="1">
                <a:latin typeface="Consolas" panose="020B0609020204030204" pitchFamily="49" charset="0"/>
                <a:ea typeface="+mj-ea"/>
              </a:rPr>
              <a:t>cookie</a:t>
            </a:r>
            <a:r>
              <a:rPr lang="zh-TW" altLang="en-US" sz="1750" b="1">
                <a:latin typeface="Consolas" panose="020B0609020204030204" pitchFamily="49" charset="0"/>
                <a:ea typeface="+mj-ea"/>
              </a:rPr>
              <a:t>中的「識別</a:t>
            </a:r>
            <a:r>
              <a:rPr lang="en-US" altLang="zh-TW" sz="1750" b="1">
                <a:latin typeface="Consolas" panose="020B0609020204030204" pitchFamily="49" charset="0"/>
                <a:ea typeface="+mj-ea"/>
              </a:rPr>
              <a:t>ID</a:t>
            </a:r>
            <a:r>
              <a:rPr lang="zh-TW" altLang="en-US" sz="1750" b="1">
                <a:latin typeface="Consolas" panose="020B0609020204030204" pitchFamily="49" charset="0"/>
                <a:ea typeface="+mj-ea"/>
              </a:rPr>
              <a:t>」</a:t>
            </a:r>
            <a:r>
              <a:rPr lang="en-US" altLang="zh-TW" sz="1750" b="1">
                <a:latin typeface="Consolas" panose="020B0609020204030204" pitchFamily="49" charset="0"/>
                <a:ea typeface="+mj-ea"/>
              </a:rPr>
              <a:t>(</a:t>
            </a:r>
            <a:r>
              <a:rPr lang="en-US" altLang="zh-TW" sz="1750" b="1">
                <a:latin typeface="Consolas" panose="020B0609020204030204" pitchFamily="49" charset="0"/>
              </a:rPr>
              <a:t>JSESSIONID</a:t>
            </a:r>
            <a:r>
              <a:rPr lang="en-US" altLang="zh-TW" sz="1750" b="1">
                <a:latin typeface="Consolas" panose="020B0609020204030204" pitchFamily="49" charset="0"/>
                <a:ea typeface="+mj-ea"/>
              </a:rPr>
              <a:t>)</a:t>
            </a:r>
            <a:r>
              <a:rPr lang="zh-TW" altLang="en-US" sz="1750" b="1">
                <a:latin typeface="Consolas" panose="020B0609020204030204" pitchFamily="49" charset="0"/>
                <a:ea typeface="+mj-ea"/>
              </a:rPr>
              <a:t>與其值</a:t>
            </a:r>
            <a:r>
              <a:rPr lang="en-US" altLang="zh-TW" sz="1750" b="1">
                <a:latin typeface="Consolas" panose="020B0609020204030204" pitchFamily="49" charset="0"/>
                <a:ea typeface="+mj-ea"/>
              </a:rPr>
              <a:t>(value)</a:t>
            </a:r>
            <a:r>
              <a:rPr lang="zh-TW" altLang="en-US" sz="1750" b="1">
                <a:latin typeface="Consolas" panose="020B0609020204030204" pitchFamily="49" charset="0"/>
                <a:ea typeface="+mj-ea"/>
              </a:rPr>
              <a:t>，伺服器可使用此</a:t>
            </a:r>
            <a:r>
              <a:rPr lang="en-US" altLang="zh-TW" sz="1750" b="1">
                <a:latin typeface="Consolas" panose="020B0609020204030204" pitchFamily="49" charset="0"/>
                <a:ea typeface="+mj-ea"/>
              </a:rPr>
              <a:t>value</a:t>
            </a:r>
            <a:r>
              <a:rPr lang="zh-TW" altLang="en-US" sz="1750" b="1">
                <a:latin typeface="Consolas" panose="020B0609020204030204" pitchFamily="49" charset="0"/>
                <a:ea typeface="+mj-ea"/>
              </a:rPr>
              <a:t>存取後端存儲的屬性。</a:t>
            </a:r>
            <a:endParaRPr lang="en-US" altLang="zh-TW" sz="1750" b="1">
              <a:latin typeface="Consolas" panose="020B0609020204030204" pitchFamily="49" charset="0"/>
              <a:ea typeface="+mj-ea"/>
            </a:endParaRPr>
          </a:p>
          <a:p>
            <a:pPr algn="just">
              <a:spcBef>
                <a:spcPts val="600"/>
              </a:spcBef>
            </a:pPr>
            <a:r>
              <a:rPr lang="zh-TW" altLang="en-US" sz="1750" b="1">
                <a:latin typeface="Consolas" panose="020B0609020204030204" pitchFamily="49" charset="0"/>
                <a:ea typeface="+mj-ea"/>
              </a:rPr>
              <a:t>因為</a:t>
            </a:r>
            <a:r>
              <a:rPr lang="en-US" altLang="zh-TW" sz="1750" b="1">
                <a:latin typeface="Consolas" panose="020B0609020204030204" pitchFamily="49" charset="0"/>
                <a:ea typeface="+mj-ea"/>
              </a:rPr>
              <a:t>Session</a:t>
            </a:r>
            <a:r>
              <a:rPr lang="zh-TW" altLang="en-US" sz="1750" b="1">
                <a:latin typeface="Consolas" panose="020B0609020204030204" pitchFamily="49" charset="0"/>
                <a:ea typeface="+mj-ea"/>
              </a:rPr>
              <a:t>存在於後端，故可存入物件、文字、二進字資料等等，但取出時要記得強制轉型。</a:t>
            </a:r>
            <a:endParaRPr lang="en-US" altLang="zh-TW" sz="1750" b="1">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DE0C7043-5B7F-4E55-B9C2-004C86B4F74C}"/>
              </a:ext>
            </a:extLst>
          </p:cNvPr>
          <p:cNvSpPr>
            <a:spLocks noGrp="1"/>
          </p:cNvSpPr>
          <p:nvPr>
            <p:ph type="sldNum" sz="quarter" idx="12"/>
          </p:nvPr>
        </p:nvSpPr>
        <p:spPr/>
        <p:txBody>
          <a:bodyPr/>
          <a:lstStyle/>
          <a:p>
            <a:fld id="{B521127C-0C56-461F-B517-0D483F216F7D}" type="slidenum">
              <a:rPr lang="zh-TW" altLang="en-US" smtClean="0"/>
              <a:t>67</a:t>
            </a:fld>
            <a:endParaRPr lang="zh-TW" altLang="en-US"/>
          </a:p>
        </p:txBody>
      </p:sp>
      <p:sp>
        <p:nvSpPr>
          <p:cNvPr id="9" name="矩形 8"/>
          <p:cNvSpPr/>
          <p:nvPr/>
        </p:nvSpPr>
        <p:spPr>
          <a:xfrm>
            <a:off x="8331200" y="174836"/>
            <a:ext cx="3860800" cy="480131"/>
          </a:xfrm>
          <a:prstGeom prst="rect">
            <a:avLst/>
          </a:prstGeom>
        </p:spPr>
        <p:txBody>
          <a:bodyPr wrap="square">
            <a:spAutoFit/>
          </a:bodyPr>
          <a:lstStyle/>
          <a:p>
            <a:pPr algn="ctr" defTabSz="914400">
              <a:lnSpc>
                <a:spcPct val="90000"/>
              </a:lnSpc>
              <a:spcBef>
                <a:spcPct val="0"/>
              </a:spcBef>
            </a:pPr>
            <a:r>
              <a:rPr lang="en-US" altLang="zh-TW" sz="2800" b="1">
                <a:latin typeface="+mj-lt"/>
                <a:ea typeface="+mj-ea"/>
                <a:cs typeface="+mj-cs"/>
              </a:rPr>
              <a:t>Session</a:t>
            </a:r>
            <a:r>
              <a:rPr lang="zh-TW" altLang="en-US" sz="2800" b="1">
                <a:latin typeface="+mj-lt"/>
                <a:ea typeface="+mj-ea"/>
                <a:cs typeface="+mj-cs"/>
              </a:rPr>
              <a:t> </a:t>
            </a:r>
            <a:r>
              <a:rPr lang="en-US" altLang="zh-TW" sz="2800" b="1">
                <a:latin typeface="+mj-lt"/>
                <a:ea typeface="+mj-ea"/>
                <a:cs typeface="+mj-cs"/>
              </a:rPr>
              <a:t>API</a:t>
            </a:r>
          </a:p>
        </p:txBody>
      </p:sp>
      <p:pic>
        <p:nvPicPr>
          <p:cNvPr id="6" name="圖片 5">
            <a:extLst>
              <a:ext uri="{FF2B5EF4-FFF2-40B4-BE49-F238E27FC236}">
                <a16:creationId xmlns:a16="http://schemas.microsoft.com/office/drawing/2014/main" id="{61C06F64-D026-4A53-9721-F16012F89B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5876" y="1121389"/>
            <a:ext cx="798124" cy="1004306"/>
          </a:xfrm>
          <a:prstGeom prst="rect">
            <a:avLst/>
          </a:prstGeom>
        </p:spPr>
      </p:pic>
      <p:pic>
        <p:nvPicPr>
          <p:cNvPr id="7" name="圖片 6" descr="一張含有 文字, 顯示 的圖片&#10;&#10;自動產生的描述">
            <a:extLst>
              <a:ext uri="{FF2B5EF4-FFF2-40B4-BE49-F238E27FC236}">
                <a16:creationId xmlns:a16="http://schemas.microsoft.com/office/drawing/2014/main" id="{AF9007DB-6FD9-4D67-A286-AF433DD54A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860" y="1131875"/>
            <a:ext cx="844521" cy="844521"/>
          </a:xfrm>
          <a:prstGeom prst="rect">
            <a:avLst/>
          </a:prstGeom>
        </p:spPr>
      </p:pic>
      <p:sp>
        <p:nvSpPr>
          <p:cNvPr id="8" name="文字方塊 7">
            <a:extLst>
              <a:ext uri="{FF2B5EF4-FFF2-40B4-BE49-F238E27FC236}">
                <a16:creationId xmlns:a16="http://schemas.microsoft.com/office/drawing/2014/main" id="{CAD9D7B7-3075-4E73-B06D-C4253A50453D}"/>
              </a:ext>
            </a:extLst>
          </p:cNvPr>
          <p:cNvSpPr txBox="1"/>
          <p:nvPr/>
        </p:nvSpPr>
        <p:spPr>
          <a:xfrm>
            <a:off x="123875" y="2125695"/>
            <a:ext cx="944489" cy="369332"/>
          </a:xfrm>
          <a:prstGeom prst="rect">
            <a:avLst/>
          </a:prstGeom>
          <a:noFill/>
        </p:spPr>
        <p:txBody>
          <a:bodyPr wrap="square" rtlCol="0">
            <a:spAutoFit/>
          </a:bodyPr>
          <a:lstStyle/>
          <a:p>
            <a:r>
              <a:rPr lang="en-US" altLang="zh-TW">
                <a:latin typeface="Consolas" panose="020B0609020204030204" pitchFamily="49" charset="0"/>
                <a:ea typeface="+mj-ea"/>
              </a:rPr>
              <a:t>Client</a:t>
            </a:r>
            <a:endParaRPr lang="zh-TW" altLang="en-US">
              <a:latin typeface="Consolas" panose="020B0609020204030204" pitchFamily="49" charset="0"/>
              <a:ea typeface="+mj-ea"/>
            </a:endParaRPr>
          </a:p>
        </p:txBody>
      </p:sp>
      <p:sp>
        <p:nvSpPr>
          <p:cNvPr id="10" name="文字方塊 9">
            <a:extLst>
              <a:ext uri="{FF2B5EF4-FFF2-40B4-BE49-F238E27FC236}">
                <a16:creationId xmlns:a16="http://schemas.microsoft.com/office/drawing/2014/main" id="{490ADAE2-DBDB-4FD5-AB55-78C4932FE08B}"/>
              </a:ext>
            </a:extLst>
          </p:cNvPr>
          <p:cNvSpPr txBox="1"/>
          <p:nvPr/>
        </p:nvSpPr>
        <p:spPr>
          <a:xfrm>
            <a:off x="3192693" y="2125695"/>
            <a:ext cx="944489" cy="369332"/>
          </a:xfrm>
          <a:prstGeom prst="rect">
            <a:avLst/>
          </a:prstGeom>
          <a:noFill/>
        </p:spPr>
        <p:txBody>
          <a:bodyPr wrap="square" rtlCol="0">
            <a:spAutoFit/>
          </a:bodyPr>
          <a:lstStyle/>
          <a:p>
            <a:r>
              <a:rPr lang="en-US" altLang="zh-TW">
                <a:latin typeface="Consolas" panose="020B0609020204030204" pitchFamily="49" charset="0"/>
                <a:ea typeface="+mj-ea"/>
              </a:rPr>
              <a:t>Server</a:t>
            </a:r>
            <a:endParaRPr lang="zh-TW" altLang="en-US">
              <a:latin typeface="Consolas" panose="020B0609020204030204" pitchFamily="49" charset="0"/>
              <a:ea typeface="+mj-ea"/>
            </a:endParaRPr>
          </a:p>
        </p:txBody>
      </p:sp>
      <p:cxnSp>
        <p:nvCxnSpPr>
          <p:cNvPr id="11" name="直線單箭頭接點 10">
            <a:extLst>
              <a:ext uri="{FF2B5EF4-FFF2-40B4-BE49-F238E27FC236}">
                <a16:creationId xmlns:a16="http://schemas.microsoft.com/office/drawing/2014/main" id="{1133B925-FAD9-42EF-B1EA-AE9C1530DB39}"/>
              </a:ext>
            </a:extLst>
          </p:cNvPr>
          <p:cNvCxnSpPr>
            <a:cxnSpLocks/>
          </p:cNvCxnSpPr>
          <p:nvPr/>
        </p:nvCxnSpPr>
        <p:spPr>
          <a:xfrm>
            <a:off x="1060655" y="486029"/>
            <a:ext cx="213203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a:extLst>
              <a:ext uri="{FF2B5EF4-FFF2-40B4-BE49-F238E27FC236}">
                <a16:creationId xmlns:a16="http://schemas.microsoft.com/office/drawing/2014/main" id="{BEA9570C-1675-48BE-BB47-9E21BDCEDB95}"/>
              </a:ext>
            </a:extLst>
          </p:cNvPr>
          <p:cNvCxnSpPr>
            <a:cxnSpLocks/>
          </p:cNvCxnSpPr>
          <p:nvPr/>
        </p:nvCxnSpPr>
        <p:spPr>
          <a:xfrm flipH="1">
            <a:off x="1060655" y="2521400"/>
            <a:ext cx="220522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文字方塊 12">
            <a:extLst>
              <a:ext uri="{FF2B5EF4-FFF2-40B4-BE49-F238E27FC236}">
                <a16:creationId xmlns:a16="http://schemas.microsoft.com/office/drawing/2014/main" id="{4016839F-9898-42AB-AE5F-9E0CC98C1D1B}"/>
              </a:ext>
            </a:extLst>
          </p:cNvPr>
          <p:cNvSpPr txBox="1"/>
          <p:nvPr/>
        </p:nvSpPr>
        <p:spPr>
          <a:xfrm>
            <a:off x="116166" y="75023"/>
            <a:ext cx="6552538" cy="369332"/>
          </a:xfrm>
          <a:prstGeom prst="rect">
            <a:avLst/>
          </a:prstGeom>
          <a:noFill/>
        </p:spPr>
        <p:txBody>
          <a:bodyPr wrap="square" rtlCol="0">
            <a:spAutoFit/>
          </a:bodyPr>
          <a:lstStyle/>
          <a:p>
            <a:r>
              <a:rPr lang="en-US" altLang="zh-TW">
                <a:latin typeface="Consolas" panose="020B0609020204030204" pitchFamily="49" charset="0"/>
                <a:ea typeface="+mj-ea"/>
              </a:rPr>
              <a:t>http://localhost:8080/ShoppingCart/add/book</a:t>
            </a:r>
            <a:endParaRPr lang="zh-TW" altLang="en-US">
              <a:latin typeface="Consolas" panose="020B0609020204030204" pitchFamily="49" charset="0"/>
              <a:ea typeface="+mj-ea"/>
            </a:endParaRPr>
          </a:p>
        </p:txBody>
      </p:sp>
      <p:sp>
        <p:nvSpPr>
          <p:cNvPr id="18" name="文字方塊 17">
            <a:extLst>
              <a:ext uri="{FF2B5EF4-FFF2-40B4-BE49-F238E27FC236}">
                <a16:creationId xmlns:a16="http://schemas.microsoft.com/office/drawing/2014/main" id="{CC53A8D9-02D7-4D28-8F3B-E38EAF36B603}"/>
              </a:ext>
            </a:extLst>
          </p:cNvPr>
          <p:cNvSpPr txBox="1"/>
          <p:nvPr/>
        </p:nvSpPr>
        <p:spPr>
          <a:xfrm>
            <a:off x="378692" y="654967"/>
            <a:ext cx="3685308" cy="369332"/>
          </a:xfrm>
          <a:prstGeom prst="rect">
            <a:avLst/>
          </a:prstGeom>
          <a:noFill/>
          <a:ln>
            <a:solidFill>
              <a:schemeClr val="tx1"/>
            </a:solidFill>
          </a:ln>
        </p:spPr>
        <p:txBody>
          <a:bodyPr wrap="square" rtlCol="0">
            <a:spAutoFit/>
          </a:bodyPr>
          <a:lstStyle/>
          <a:p>
            <a:pPr algn="ctr"/>
            <a:r>
              <a:rPr lang="zh-TW" altLang="en-US">
                <a:latin typeface="Consolas" panose="020B0609020204030204" pitchFamily="49" charset="0"/>
                <a:ea typeface="+mj-ea"/>
              </a:rPr>
              <a:t>帶有請求參數「</a:t>
            </a:r>
            <a:r>
              <a:rPr lang="en-US" altLang="zh-TW">
                <a:latin typeface="Consolas" panose="020B0609020204030204" pitchFamily="49" charset="0"/>
                <a:ea typeface="+mj-ea"/>
              </a:rPr>
              <a:t>book</a:t>
            </a:r>
            <a:r>
              <a:rPr lang="zh-TW" altLang="en-US">
                <a:latin typeface="Consolas" panose="020B0609020204030204" pitchFamily="49" charset="0"/>
                <a:ea typeface="+mj-ea"/>
              </a:rPr>
              <a:t>」的</a:t>
            </a:r>
            <a:r>
              <a:rPr lang="en-US" altLang="zh-TW">
                <a:latin typeface="Consolas" panose="020B0609020204030204" pitchFamily="49" charset="0"/>
                <a:ea typeface="+mj-ea"/>
              </a:rPr>
              <a:t>GET</a:t>
            </a:r>
            <a:r>
              <a:rPr lang="zh-TW" altLang="en-US">
                <a:latin typeface="Consolas" panose="020B0609020204030204" pitchFamily="49" charset="0"/>
                <a:ea typeface="+mj-ea"/>
              </a:rPr>
              <a:t>請求</a:t>
            </a:r>
          </a:p>
        </p:txBody>
      </p:sp>
      <p:sp>
        <p:nvSpPr>
          <p:cNvPr id="19" name="文字方塊 18">
            <a:extLst>
              <a:ext uri="{FF2B5EF4-FFF2-40B4-BE49-F238E27FC236}">
                <a16:creationId xmlns:a16="http://schemas.microsoft.com/office/drawing/2014/main" id="{F98BA3FB-D87B-4602-AD84-76E7DD841DB8}"/>
              </a:ext>
            </a:extLst>
          </p:cNvPr>
          <p:cNvSpPr txBox="1"/>
          <p:nvPr/>
        </p:nvSpPr>
        <p:spPr>
          <a:xfrm>
            <a:off x="4712667" y="957118"/>
            <a:ext cx="3731491" cy="1477328"/>
          </a:xfrm>
          <a:prstGeom prst="rect">
            <a:avLst/>
          </a:prstGeom>
          <a:noFill/>
        </p:spPr>
        <p:txBody>
          <a:bodyPr wrap="square" rtlCol="0">
            <a:spAutoFit/>
          </a:bodyPr>
          <a:lstStyle/>
          <a:p>
            <a:r>
              <a:rPr lang="en-US" altLang="zh-TW">
                <a:latin typeface="Consolas" panose="020B0609020204030204" pitchFamily="49" charset="0"/>
                <a:ea typeface="+mj-ea"/>
              </a:rPr>
              <a:t>【</a:t>
            </a:r>
            <a:r>
              <a:rPr lang="zh-TW" altLang="en-US">
                <a:latin typeface="Consolas" panose="020B0609020204030204" pitchFamily="49" charset="0"/>
                <a:ea typeface="+mj-ea"/>
              </a:rPr>
              <a:t>新增商品的</a:t>
            </a:r>
            <a:r>
              <a:rPr lang="en-US" altLang="zh-TW">
                <a:latin typeface="Consolas" panose="020B0609020204030204" pitchFamily="49" charset="0"/>
                <a:ea typeface="+mj-ea"/>
              </a:rPr>
              <a:t>Servlet】</a:t>
            </a:r>
          </a:p>
          <a:p>
            <a:r>
              <a:rPr lang="en-US" altLang="zh-TW">
                <a:latin typeface="Consolas" panose="020B0609020204030204" pitchFamily="49" charset="0"/>
                <a:ea typeface="+mj-ea"/>
              </a:rPr>
              <a:t>1.</a:t>
            </a:r>
            <a:r>
              <a:rPr lang="zh-TW" altLang="en-US">
                <a:latin typeface="Consolas" panose="020B0609020204030204" pitchFamily="49" charset="0"/>
                <a:ea typeface="+mj-ea"/>
              </a:rPr>
              <a:t>使用</a:t>
            </a:r>
            <a:r>
              <a:rPr lang="en-US" altLang="zh-TW">
                <a:latin typeface="Consolas" panose="020B0609020204030204" pitchFamily="49" charset="0"/>
                <a:ea typeface="+mj-ea"/>
              </a:rPr>
              <a:t>API</a:t>
            </a:r>
            <a:r>
              <a:rPr lang="zh-TW" altLang="en-US">
                <a:solidFill>
                  <a:srgbClr val="FF0000"/>
                </a:solidFill>
                <a:latin typeface="Consolas" panose="020B0609020204030204" pitchFamily="49" charset="0"/>
                <a:ea typeface="+mj-ea"/>
              </a:rPr>
              <a:t>建立</a:t>
            </a:r>
            <a:r>
              <a:rPr lang="en-US" altLang="zh-TW">
                <a:latin typeface="Consolas" panose="020B0609020204030204" pitchFamily="49" charset="0"/>
                <a:ea typeface="+mj-ea"/>
              </a:rPr>
              <a:t>Session</a:t>
            </a:r>
          </a:p>
          <a:p>
            <a:r>
              <a:rPr lang="zh-TW" altLang="en-US">
                <a:latin typeface="Consolas" panose="020B0609020204030204" pitchFamily="49" charset="0"/>
                <a:ea typeface="+mj-ea"/>
              </a:rPr>
              <a:t>  </a:t>
            </a:r>
            <a:r>
              <a:rPr lang="en-US" altLang="zh-TW">
                <a:latin typeface="Consolas" panose="020B0609020204030204" pitchFamily="49" charset="0"/>
                <a:ea typeface="+mj-ea"/>
              </a:rPr>
              <a:t>(</a:t>
            </a:r>
            <a:r>
              <a:rPr lang="zh-TW" altLang="en-US">
                <a:solidFill>
                  <a:srgbClr val="FF0000"/>
                </a:solidFill>
                <a:latin typeface="Consolas" panose="020B0609020204030204" pitchFamily="49" charset="0"/>
                <a:ea typeface="+mj-ea"/>
              </a:rPr>
              <a:t>自動</a:t>
            </a:r>
            <a:r>
              <a:rPr lang="zh-TW" altLang="en-US">
                <a:latin typeface="Consolas" panose="020B0609020204030204" pitchFamily="49" charset="0"/>
                <a:ea typeface="+mj-ea"/>
              </a:rPr>
              <a:t>建立</a:t>
            </a:r>
            <a:r>
              <a:rPr lang="en-US" altLang="zh-TW">
                <a:latin typeface="Consolas" panose="020B0609020204030204" pitchFamily="49" charset="0"/>
                <a:ea typeface="+mj-ea"/>
              </a:rPr>
              <a:t>ID</a:t>
            </a:r>
            <a:r>
              <a:rPr lang="zh-TW" altLang="en-US">
                <a:latin typeface="Consolas" panose="020B0609020204030204" pitchFamily="49" charset="0"/>
                <a:ea typeface="+mj-ea"/>
              </a:rPr>
              <a:t>、</a:t>
            </a:r>
            <a:r>
              <a:rPr lang="en-US" altLang="zh-TW">
                <a:latin typeface="Consolas" panose="020B0609020204030204" pitchFamily="49" charset="0"/>
                <a:ea typeface="+mj-ea"/>
              </a:rPr>
              <a:t>cookie)</a:t>
            </a:r>
          </a:p>
          <a:p>
            <a:r>
              <a:rPr lang="en-US" altLang="zh-TW">
                <a:latin typeface="Consolas" panose="020B0609020204030204" pitchFamily="49" charset="0"/>
                <a:ea typeface="+mj-ea"/>
              </a:rPr>
              <a:t>2.</a:t>
            </a:r>
            <a:r>
              <a:rPr lang="zh-TW" altLang="en-US">
                <a:latin typeface="Consolas" panose="020B0609020204030204" pitchFamily="49" charset="0"/>
                <a:ea typeface="+mj-ea"/>
              </a:rPr>
              <a:t>將「</a:t>
            </a:r>
            <a:r>
              <a:rPr lang="en-US" altLang="zh-TW">
                <a:latin typeface="Consolas" panose="020B0609020204030204" pitchFamily="49" charset="0"/>
                <a:ea typeface="+mj-ea"/>
              </a:rPr>
              <a:t>book</a:t>
            </a:r>
            <a:r>
              <a:rPr lang="zh-TW" altLang="en-US">
                <a:latin typeface="Consolas" panose="020B0609020204030204" pitchFamily="49" charset="0"/>
                <a:ea typeface="+mj-ea"/>
              </a:rPr>
              <a:t>」加入</a:t>
            </a:r>
            <a:r>
              <a:rPr lang="en-US" altLang="zh-TW">
                <a:latin typeface="Consolas" panose="020B0609020204030204" pitchFamily="49" charset="0"/>
                <a:ea typeface="+mj-ea"/>
              </a:rPr>
              <a:t>Session</a:t>
            </a:r>
            <a:r>
              <a:rPr lang="zh-TW" altLang="en-US">
                <a:latin typeface="Consolas" panose="020B0609020204030204" pitchFamily="49" charset="0"/>
                <a:ea typeface="+mj-ea"/>
              </a:rPr>
              <a:t>屬性中</a:t>
            </a:r>
            <a:endParaRPr lang="en-US" altLang="zh-TW">
              <a:latin typeface="Consolas" panose="020B0609020204030204" pitchFamily="49" charset="0"/>
              <a:ea typeface="+mj-ea"/>
            </a:endParaRPr>
          </a:p>
          <a:p>
            <a:r>
              <a:rPr lang="en-US" altLang="zh-TW">
                <a:latin typeface="Consolas" panose="020B0609020204030204" pitchFamily="49" charset="0"/>
                <a:ea typeface="+mj-ea"/>
              </a:rPr>
              <a:t>3.</a:t>
            </a:r>
            <a:r>
              <a:rPr lang="zh-TW" altLang="en-US">
                <a:latin typeface="Consolas" panose="020B0609020204030204" pitchFamily="49" charset="0"/>
                <a:ea typeface="+mj-ea"/>
              </a:rPr>
              <a:t>回應使用者新增商品成功</a:t>
            </a:r>
          </a:p>
        </p:txBody>
      </p:sp>
      <p:cxnSp>
        <p:nvCxnSpPr>
          <p:cNvPr id="20" name="直線接點 19">
            <a:extLst>
              <a:ext uri="{FF2B5EF4-FFF2-40B4-BE49-F238E27FC236}">
                <a16:creationId xmlns:a16="http://schemas.microsoft.com/office/drawing/2014/main" id="{75D24A76-444A-48D4-B9C0-7FE461D0B888}"/>
              </a:ext>
            </a:extLst>
          </p:cNvPr>
          <p:cNvCxnSpPr>
            <a:cxnSpLocks/>
          </p:cNvCxnSpPr>
          <p:nvPr/>
        </p:nvCxnSpPr>
        <p:spPr>
          <a:xfrm>
            <a:off x="4236530" y="2164607"/>
            <a:ext cx="1217130" cy="669986"/>
          </a:xfrm>
          <a:prstGeom prst="line">
            <a:avLst/>
          </a:prstGeom>
        </p:spPr>
        <p:style>
          <a:lnRef idx="1">
            <a:schemeClr val="dk1"/>
          </a:lnRef>
          <a:fillRef idx="0">
            <a:schemeClr val="dk1"/>
          </a:fillRef>
          <a:effectRef idx="0">
            <a:schemeClr val="dk1"/>
          </a:effectRef>
          <a:fontRef idx="minor">
            <a:schemeClr val="tx1"/>
          </a:fontRef>
        </p:style>
      </p:cxnSp>
      <p:sp>
        <p:nvSpPr>
          <p:cNvPr id="28" name="文字方塊 27">
            <a:extLst>
              <a:ext uri="{FF2B5EF4-FFF2-40B4-BE49-F238E27FC236}">
                <a16:creationId xmlns:a16="http://schemas.microsoft.com/office/drawing/2014/main" id="{DC199064-E4A3-426A-934C-744D63D414B3}"/>
              </a:ext>
            </a:extLst>
          </p:cNvPr>
          <p:cNvSpPr txBox="1"/>
          <p:nvPr/>
        </p:nvSpPr>
        <p:spPr>
          <a:xfrm>
            <a:off x="252874" y="2628549"/>
            <a:ext cx="3933982" cy="369332"/>
          </a:xfrm>
          <a:prstGeom prst="rect">
            <a:avLst/>
          </a:prstGeom>
          <a:noFill/>
          <a:ln>
            <a:solidFill>
              <a:schemeClr val="tx1"/>
            </a:solidFill>
          </a:ln>
        </p:spPr>
        <p:txBody>
          <a:bodyPr wrap="square" rtlCol="0">
            <a:spAutoFit/>
          </a:bodyPr>
          <a:lstStyle/>
          <a:p>
            <a:pPr algn="ctr"/>
            <a:r>
              <a:rPr lang="zh-TW" altLang="en-US">
                <a:latin typeface="Consolas" panose="020B0609020204030204" pitchFamily="49" charset="0"/>
                <a:ea typeface="+mj-ea"/>
              </a:rPr>
              <a:t>回應</a:t>
            </a:r>
            <a:r>
              <a:rPr lang="en-US" altLang="zh-TW">
                <a:latin typeface="Consolas" panose="020B0609020204030204" pitchFamily="49" charset="0"/>
                <a:ea typeface="+mj-ea"/>
              </a:rPr>
              <a:t>OK</a:t>
            </a:r>
            <a:r>
              <a:rPr lang="zh-TW" altLang="en-US">
                <a:latin typeface="Consolas" panose="020B0609020204030204" pitchFamily="49" charset="0"/>
                <a:ea typeface="+mj-ea"/>
              </a:rPr>
              <a:t>，且將</a:t>
            </a:r>
            <a:r>
              <a:rPr lang="en-US" altLang="zh-TW">
                <a:latin typeface="Consolas" panose="020B0609020204030204" pitchFamily="49" charset="0"/>
                <a:ea typeface="+mj-ea"/>
              </a:rPr>
              <a:t>cookie</a:t>
            </a:r>
            <a:r>
              <a:rPr lang="zh-TW" altLang="en-US">
                <a:latin typeface="Consolas" panose="020B0609020204030204" pitchFamily="49" charset="0"/>
                <a:ea typeface="+mj-ea"/>
              </a:rPr>
              <a:t>加入回應標頭中</a:t>
            </a:r>
          </a:p>
        </p:txBody>
      </p:sp>
      <p:cxnSp>
        <p:nvCxnSpPr>
          <p:cNvPr id="35" name="直線接點 34">
            <a:extLst>
              <a:ext uri="{FF2B5EF4-FFF2-40B4-BE49-F238E27FC236}">
                <a16:creationId xmlns:a16="http://schemas.microsoft.com/office/drawing/2014/main" id="{43F3BEBB-FA13-4D7C-B0CD-106E0AB89E50}"/>
              </a:ext>
            </a:extLst>
          </p:cNvPr>
          <p:cNvCxnSpPr>
            <a:cxnSpLocks/>
          </p:cNvCxnSpPr>
          <p:nvPr/>
        </p:nvCxnSpPr>
        <p:spPr>
          <a:xfrm flipH="1">
            <a:off x="4246258" y="565159"/>
            <a:ext cx="1177953" cy="719866"/>
          </a:xfrm>
          <a:prstGeom prst="line">
            <a:avLst/>
          </a:prstGeom>
        </p:spPr>
        <p:style>
          <a:lnRef idx="1">
            <a:schemeClr val="dk1"/>
          </a:lnRef>
          <a:fillRef idx="0">
            <a:schemeClr val="dk1"/>
          </a:fillRef>
          <a:effectRef idx="0">
            <a:schemeClr val="dk1"/>
          </a:effectRef>
          <a:fontRef idx="minor">
            <a:schemeClr val="tx1"/>
          </a:fontRef>
        </p:style>
      </p:cxnSp>
      <p:pic>
        <p:nvPicPr>
          <p:cNvPr id="39" name="圖片 38">
            <a:extLst>
              <a:ext uri="{FF2B5EF4-FFF2-40B4-BE49-F238E27FC236}">
                <a16:creationId xmlns:a16="http://schemas.microsoft.com/office/drawing/2014/main" id="{BB023EDB-A097-4BAB-8007-5C1258F225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3570" y="4906298"/>
            <a:ext cx="798124" cy="1004306"/>
          </a:xfrm>
          <a:prstGeom prst="rect">
            <a:avLst/>
          </a:prstGeom>
        </p:spPr>
      </p:pic>
      <p:pic>
        <p:nvPicPr>
          <p:cNvPr id="40" name="圖片 39" descr="一張含有 文字, 顯示 的圖片&#10;&#10;自動產生的描述">
            <a:extLst>
              <a:ext uri="{FF2B5EF4-FFF2-40B4-BE49-F238E27FC236}">
                <a16:creationId xmlns:a16="http://schemas.microsoft.com/office/drawing/2014/main" id="{AB9FB588-9BC5-44E2-9FA1-F7DE6A2ABE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554" y="4916784"/>
            <a:ext cx="844521" cy="844521"/>
          </a:xfrm>
          <a:prstGeom prst="rect">
            <a:avLst/>
          </a:prstGeom>
        </p:spPr>
      </p:pic>
      <p:sp>
        <p:nvSpPr>
          <p:cNvPr id="41" name="文字方塊 40">
            <a:extLst>
              <a:ext uri="{FF2B5EF4-FFF2-40B4-BE49-F238E27FC236}">
                <a16:creationId xmlns:a16="http://schemas.microsoft.com/office/drawing/2014/main" id="{47FDA415-4E9D-4AC4-9D55-6706428C4797}"/>
              </a:ext>
            </a:extLst>
          </p:cNvPr>
          <p:cNvSpPr txBox="1"/>
          <p:nvPr/>
        </p:nvSpPr>
        <p:spPr>
          <a:xfrm>
            <a:off x="181569" y="5910604"/>
            <a:ext cx="944489" cy="369332"/>
          </a:xfrm>
          <a:prstGeom prst="rect">
            <a:avLst/>
          </a:prstGeom>
          <a:noFill/>
        </p:spPr>
        <p:txBody>
          <a:bodyPr wrap="square" rtlCol="0">
            <a:spAutoFit/>
          </a:bodyPr>
          <a:lstStyle/>
          <a:p>
            <a:r>
              <a:rPr lang="en-US" altLang="zh-TW">
                <a:latin typeface="Consolas" panose="020B0609020204030204" pitchFamily="49" charset="0"/>
                <a:ea typeface="+mj-ea"/>
              </a:rPr>
              <a:t>Client</a:t>
            </a:r>
            <a:endParaRPr lang="zh-TW" altLang="en-US">
              <a:latin typeface="Consolas" panose="020B0609020204030204" pitchFamily="49" charset="0"/>
              <a:ea typeface="+mj-ea"/>
            </a:endParaRPr>
          </a:p>
        </p:txBody>
      </p:sp>
      <p:sp>
        <p:nvSpPr>
          <p:cNvPr id="42" name="文字方塊 41">
            <a:extLst>
              <a:ext uri="{FF2B5EF4-FFF2-40B4-BE49-F238E27FC236}">
                <a16:creationId xmlns:a16="http://schemas.microsoft.com/office/drawing/2014/main" id="{9C5B8218-119A-4676-98E6-AAA187000AB7}"/>
              </a:ext>
            </a:extLst>
          </p:cNvPr>
          <p:cNvSpPr txBox="1"/>
          <p:nvPr/>
        </p:nvSpPr>
        <p:spPr>
          <a:xfrm>
            <a:off x="3250387" y="5910604"/>
            <a:ext cx="944489" cy="369332"/>
          </a:xfrm>
          <a:prstGeom prst="rect">
            <a:avLst/>
          </a:prstGeom>
          <a:noFill/>
        </p:spPr>
        <p:txBody>
          <a:bodyPr wrap="square" rtlCol="0">
            <a:spAutoFit/>
          </a:bodyPr>
          <a:lstStyle/>
          <a:p>
            <a:r>
              <a:rPr lang="en-US" altLang="zh-TW">
                <a:latin typeface="Consolas" panose="020B0609020204030204" pitchFamily="49" charset="0"/>
                <a:ea typeface="+mj-ea"/>
              </a:rPr>
              <a:t>Server</a:t>
            </a:r>
            <a:endParaRPr lang="zh-TW" altLang="en-US">
              <a:latin typeface="Consolas" panose="020B0609020204030204" pitchFamily="49" charset="0"/>
              <a:ea typeface="+mj-ea"/>
            </a:endParaRPr>
          </a:p>
        </p:txBody>
      </p:sp>
      <p:cxnSp>
        <p:nvCxnSpPr>
          <p:cNvPr id="43" name="直線單箭頭接點 42">
            <a:extLst>
              <a:ext uri="{FF2B5EF4-FFF2-40B4-BE49-F238E27FC236}">
                <a16:creationId xmlns:a16="http://schemas.microsoft.com/office/drawing/2014/main" id="{2977F4F5-22DE-416B-9BB7-794B2A034730}"/>
              </a:ext>
            </a:extLst>
          </p:cNvPr>
          <p:cNvCxnSpPr>
            <a:cxnSpLocks/>
          </p:cNvCxnSpPr>
          <p:nvPr/>
        </p:nvCxnSpPr>
        <p:spPr>
          <a:xfrm>
            <a:off x="1118349" y="4002881"/>
            <a:ext cx="213203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單箭頭接點 43">
            <a:extLst>
              <a:ext uri="{FF2B5EF4-FFF2-40B4-BE49-F238E27FC236}">
                <a16:creationId xmlns:a16="http://schemas.microsoft.com/office/drawing/2014/main" id="{DBB548EF-82B3-427F-850B-51CCC578A09A}"/>
              </a:ext>
            </a:extLst>
          </p:cNvPr>
          <p:cNvCxnSpPr>
            <a:cxnSpLocks/>
          </p:cNvCxnSpPr>
          <p:nvPr/>
        </p:nvCxnSpPr>
        <p:spPr>
          <a:xfrm flipH="1">
            <a:off x="1118349" y="6306309"/>
            <a:ext cx="220522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文字方塊 44">
            <a:extLst>
              <a:ext uri="{FF2B5EF4-FFF2-40B4-BE49-F238E27FC236}">
                <a16:creationId xmlns:a16="http://schemas.microsoft.com/office/drawing/2014/main" id="{D7157E0E-5B07-410F-A50D-10914EA52EDB}"/>
              </a:ext>
            </a:extLst>
          </p:cNvPr>
          <p:cNvSpPr txBox="1"/>
          <p:nvPr/>
        </p:nvSpPr>
        <p:spPr>
          <a:xfrm>
            <a:off x="173860" y="3571048"/>
            <a:ext cx="6552538" cy="369332"/>
          </a:xfrm>
          <a:prstGeom prst="rect">
            <a:avLst/>
          </a:prstGeom>
          <a:noFill/>
        </p:spPr>
        <p:txBody>
          <a:bodyPr wrap="square" rtlCol="0">
            <a:spAutoFit/>
          </a:bodyPr>
          <a:lstStyle/>
          <a:p>
            <a:r>
              <a:rPr lang="en-US" altLang="zh-TW">
                <a:latin typeface="Consolas" panose="020B0609020204030204" pitchFamily="49" charset="0"/>
                <a:ea typeface="+mj-ea"/>
              </a:rPr>
              <a:t>http://localhost:8080/ShoppingCart/getList</a:t>
            </a:r>
            <a:endParaRPr lang="zh-TW" altLang="en-US">
              <a:latin typeface="Consolas" panose="020B0609020204030204" pitchFamily="49" charset="0"/>
              <a:ea typeface="+mj-ea"/>
            </a:endParaRPr>
          </a:p>
        </p:txBody>
      </p:sp>
      <p:sp>
        <p:nvSpPr>
          <p:cNvPr id="46" name="文字方塊 45">
            <a:extLst>
              <a:ext uri="{FF2B5EF4-FFF2-40B4-BE49-F238E27FC236}">
                <a16:creationId xmlns:a16="http://schemas.microsoft.com/office/drawing/2014/main" id="{D4C527A4-AE1B-4A5D-B1F9-78E3F575B21A}"/>
              </a:ext>
            </a:extLst>
          </p:cNvPr>
          <p:cNvSpPr txBox="1"/>
          <p:nvPr/>
        </p:nvSpPr>
        <p:spPr>
          <a:xfrm>
            <a:off x="310568" y="4107005"/>
            <a:ext cx="3811126" cy="646331"/>
          </a:xfrm>
          <a:prstGeom prst="rect">
            <a:avLst/>
          </a:prstGeom>
          <a:noFill/>
          <a:ln>
            <a:solidFill>
              <a:schemeClr val="tx1"/>
            </a:solidFill>
          </a:ln>
        </p:spPr>
        <p:txBody>
          <a:bodyPr wrap="square" rtlCol="0">
            <a:spAutoFit/>
          </a:bodyPr>
          <a:lstStyle/>
          <a:p>
            <a:pPr algn="ctr"/>
            <a:r>
              <a:rPr lang="zh-TW" altLang="en-US">
                <a:latin typeface="Consolas" panose="020B0609020204030204" pitchFamily="49" charset="0"/>
                <a:ea typeface="+mj-ea"/>
              </a:rPr>
              <a:t>使用</a:t>
            </a:r>
            <a:r>
              <a:rPr lang="en-US" altLang="zh-TW">
                <a:latin typeface="Consolas" panose="020B0609020204030204" pitchFamily="49" charset="0"/>
                <a:ea typeface="+mj-ea"/>
              </a:rPr>
              <a:t>GET</a:t>
            </a:r>
            <a:r>
              <a:rPr lang="zh-TW" altLang="en-US">
                <a:latin typeface="Consolas" panose="020B0609020204030204" pitchFamily="49" charset="0"/>
                <a:ea typeface="+mj-ea"/>
              </a:rPr>
              <a:t>請求，取得購物車內容清單</a:t>
            </a:r>
            <a:r>
              <a:rPr lang="en-US" altLang="zh-TW">
                <a:latin typeface="Consolas" panose="020B0609020204030204" pitchFamily="49" charset="0"/>
                <a:ea typeface="+mj-ea"/>
              </a:rPr>
              <a:t>(</a:t>
            </a:r>
            <a:r>
              <a:rPr lang="zh-TW" altLang="en-US">
                <a:latin typeface="Consolas" panose="020B0609020204030204" pitchFamily="49" charset="0"/>
                <a:ea typeface="+mj-ea"/>
              </a:rPr>
              <a:t>自動附帶</a:t>
            </a:r>
            <a:r>
              <a:rPr lang="en-US" altLang="zh-TW">
                <a:latin typeface="Consolas" panose="020B0609020204030204" pitchFamily="49" charset="0"/>
                <a:ea typeface="+mj-ea"/>
              </a:rPr>
              <a:t>cookie</a:t>
            </a:r>
            <a:r>
              <a:rPr lang="zh-TW" altLang="en-US">
                <a:latin typeface="Consolas" panose="020B0609020204030204" pitchFamily="49" charset="0"/>
                <a:ea typeface="+mj-ea"/>
              </a:rPr>
              <a:t>資訊</a:t>
            </a:r>
            <a:r>
              <a:rPr lang="en-US" altLang="zh-TW">
                <a:latin typeface="Consolas" panose="020B0609020204030204" pitchFamily="49" charset="0"/>
                <a:ea typeface="+mj-ea"/>
              </a:rPr>
              <a:t>)</a:t>
            </a:r>
            <a:endParaRPr lang="zh-TW" altLang="en-US">
              <a:latin typeface="Consolas" panose="020B0609020204030204" pitchFamily="49" charset="0"/>
              <a:ea typeface="+mj-ea"/>
            </a:endParaRPr>
          </a:p>
        </p:txBody>
      </p:sp>
      <p:sp>
        <p:nvSpPr>
          <p:cNvPr id="47" name="文字方塊 46">
            <a:extLst>
              <a:ext uri="{FF2B5EF4-FFF2-40B4-BE49-F238E27FC236}">
                <a16:creationId xmlns:a16="http://schemas.microsoft.com/office/drawing/2014/main" id="{0FCE5EBA-F326-4EB8-A1AB-8D660A396F8C}"/>
              </a:ext>
            </a:extLst>
          </p:cNvPr>
          <p:cNvSpPr txBox="1"/>
          <p:nvPr/>
        </p:nvSpPr>
        <p:spPr>
          <a:xfrm>
            <a:off x="4744591" y="4514303"/>
            <a:ext cx="3731491" cy="1477328"/>
          </a:xfrm>
          <a:prstGeom prst="rect">
            <a:avLst/>
          </a:prstGeom>
          <a:noFill/>
        </p:spPr>
        <p:txBody>
          <a:bodyPr wrap="square" rtlCol="0">
            <a:spAutoFit/>
          </a:bodyPr>
          <a:lstStyle/>
          <a:p>
            <a:r>
              <a:rPr lang="en-US" altLang="zh-TW">
                <a:latin typeface="Consolas" panose="020B0609020204030204" pitchFamily="49" charset="0"/>
                <a:ea typeface="+mj-ea"/>
              </a:rPr>
              <a:t>【</a:t>
            </a:r>
            <a:r>
              <a:rPr lang="zh-TW" altLang="en-US">
                <a:latin typeface="Consolas" panose="020B0609020204030204" pitchFamily="49" charset="0"/>
                <a:ea typeface="+mj-ea"/>
              </a:rPr>
              <a:t>取得清單的</a:t>
            </a:r>
            <a:r>
              <a:rPr lang="en-US" altLang="zh-TW">
                <a:latin typeface="Consolas" panose="020B0609020204030204" pitchFamily="49" charset="0"/>
                <a:ea typeface="+mj-ea"/>
              </a:rPr>
              <a:t>Servlet】</a:t>
            </a:r>
          </a:p>
          <a:p>
            <a:r>
              <a:rPr lang="en-US" altLang="zh-TW">
                <a:latin typeface="Consolas" panose="020B0609020204030204" pitchFamily="49" charset="0"/>
                <a:ea typeface="+mj-ea"/>
              </a:rPr>
              <a:t>1.</a:t>
            </a:r>
            <a:r>
              <a:rPr lang="zh-TW" altLang="en-US">
                <a:latin typeface="Consolas" panose="020B0609020204030204" pitchFamily="49" charset="0"/>
                <a:ea typeface="+mj-ea"/>
              </a:rPr>
              <a:t>使用</a:t>
            </a:r>
            <a:r>
              <a:rPr lang="en-US" altLang="zh-TW">
                <a:latin typeface="Consolas" panose="020B0609020204030204" pitchFamily="49" charset="0"/>
                <a:ea typeface="+mj-ea"/>
              </a:rPr>
              <a:t>API</a:t>
            </a:r>
            <a:r>
              <a:rPr lang="zh-TW" altLang="en-US">
                <a:solidFill>
                  <a:srgbClr val="FF0000"/>
                </a:solidFill>
                <a:latin typeface="Consolas" panose="020B0609020204030204" pitchFamily="49" charset="0"/>
                <a:ea typeface="+mj-ea"/>
              </a:rPr>
              <a:t>取得</a:t>
            </a:r>
            <a:r>
              <a:rPr lang="en-US" altLang="zh-TW">
                <a:latin typeface="Consolas" panose="020B0609020204030204" pitchFamily="49" charset="0"/>
                <a:ea typeface="+mj-ea"/>
              </a:rPr>
              <a:t>Session</a:t>
            </a:r>
          </a:p>
          <a:p>
            <a:r>
              <a:rPr lang="zh-TW" altLang="en-US">
                <a:latin typeface="Consolas" panose="020B0609020204030204" pitchFamily="49" charset="0"/>
                <a:ea typeface="+mj-ea"/>
              </a:rPr>
              <a:t>  </a:t>
            </a:r>
            <a:r>
              <a:rPr lang="en-US" altLang="zh-TW">
                <a:latin typeface="Consolas" panose="020B0609020204030204" pitchFamily="49" charset="0"/>
                <a:ea typeface="+mj-ea"/>
              </a:rPr>
              <a:t>(</a:t>
            </a:r>
            <a:r>
              <a:rPr lang="zh-TW" altLang="en-US">
                <a:solidFill>
                  <a:srgbClr val="FF0000"/>
                </a:solidFill>
                <a:latin typeface="Consolas" panose="020B0609020204030204" pitchFamily="49" charset="0"/>
                <a:ea typeface="+mj-ea"/>
              </a:rPr>
              <a:t>自動</a:t>
            </a:r>
            <a:r>
              <a:rPr lang="zh-TW" altLang="en-US">
                <a:latin typeface="Consolas" panose="020B0609020204030204" pitchFamily="49" charset="0"/>
                <a:ea typeface="+mj-ea"/>
              </a:rPr>
              <a:t>根據</a:t>
            </a:r>
            <a:r>
              <a:rPr lang="en-US" altLang="zh-TW">
                <a:latin typeface="Consolas" panose="020B0609020204030204" pitchFamily="49" charset="0"/>
                <a:ea typeface="+mj-ea"/>
              </a:rPr>
              <a:t>Cookie</a:t>
            </a:r>
            <a:r>
              <a:rPr lang="zh-TW" altLang="en-US">
                <a:latin typeface="Consolas" panose="020B0609020204030204" pitchFamily="49" charset="0"/>
                <a:ea typeface="+mj-ea"/>
              </a:rPr>
              <a:t>取得</a:t>
            </a:r>
            <a:r>
              <a:rPr lang="en-US" altLang="zh-TW">
                <a:latin typeface="Consolas" panose="020B0609020204030204" pitchFamily="49" charset="0"/>
                <a:ea typeface="+mj-ea"/>
              </a:rPr>
              <a:t>Session)</a:t>
            </a:r>
          </a:p>
          <a:p>
            <a:r>
              <a:rPr lang="en-US" altLang="zh-TW">
                <a:latin typeface="Consolas" panose="020B0609020204030204" pitchFamily="49" charset="0"/>
                <a:ea typeface="+mj-ea"/>
              </a:rPr>
              <a:t>2.</a:t>
            </a:r>
            <a:r>
              <a:rPr lang="zh-TW" altLang="en-US">
                <a:latin typeface="Consolas" panose="020B0609020204030204" pitchFamily="49" charset="0"/>
                <a:ea typeface="+mj-ea"/>
              </a:rPr>
              <a:t>從</a:t>
            </a:r>
            <a:r>
              <a:rPr lang="en-US" altLang="zh-TW">
                <a:latin typeface="Consolas" panose="020B0609020204030204" pitchFamily="49" charset="0"/>
                <a:ea typeface="+mj-ea"/>
              </a:rPr>
              <a:t>Session</a:t>
            </a:r>
            <a:r>
              <a:rPr lang="zh-TW" altLang="en-US">
                <a:latin typeface="Consolas" panose="020B0609020204030204" pitchFamily="49" charset="0"/>
                <a:ea typeface="+mj-ea"/>
              </a:rPr>
              <a:t>裡拿出商品清單 </a:t>
            </a:r>
            <a:endParaRPr lang="en-US" altLang="zh-TW">
              <a:latin typeface="Consolas" panose="020B0609020204030204" pitchFamily="49" charset="0"/>
              <a:ea typeface="+mj-ea"/>
            </a:endParaRPr>
          </a:p>
          <a:p>
            <a:r>
              <a:rPr lang="en-US" altLang="zh-TW">
                <a:latin typeface="Consolas" panose="020B0609020204030204" pitchFamily="49" charset="0"/>
                <a:ea typeface="+mj-ea"/>
              </a:rPr>
              <a:t>3.</a:t>
            </a:r>
            <a:r>
              <a:rPr lang="zh-TW" altLang="en-US">
                <a:latin typeface="Consolas" panose="020B0609020204030204" pitchFamily="49" charset="0"/>
                <a:ea typeface="+mj-ea"/>
              </a:rPr>
              <a:t>將物件轉成文字回應給</a:t>
            </a:r>
            <a:r>
              <a:rPr lang="en-US" altLang="zh-TW">
                <a:latin typeface="Consolas" panose="020B0609020204030204" pitchFamily="49" charset="0"/>
                <a:ea typeface="+mj-ea"/>
              </a:rPr>
              <a:t>Client</a:t>
            </a:r>
            <a:endParaRPr lang="zh-TW" altLang="en-US">
              <a:latin typeface="Consolas" panose="020B0609020204030204" pitchFamily="49" charset="0"/>
              <a:ea typeface="+mj-ea"/>
            </a:endParaRPr>
          </a:p>
        </p:txBody>
      </p:sp>
      <p:cxnSp>
        <p:nvCxnSpPr>
          <p:cNvPr id="48" name="直線接點 47">
            <a:extLst>
              <a:ext uri="{FF2B5EF4-FFF2-40B4-BE49-F238E27FC236}">
                <a16:creationId xmlns:a16="http://schemas.microsoft.com/office/drawing/2014/main" id="{284FF747-1F1E-48EF-878B-E00C2869C27F}"/>
              </a:ext>
            </a:extLst>
          </p:cNvPr>
          <p:cNvCxnSpPr>
            <a:cxnSpLocks/>
          </p:cNvCxnSpPr>
          <p:nvPr/>
        </p:nvCxnSpPr>
        <p:spPr>
          <a:xfrm>
            <a:off x="4294224" y="5716049"/>
            <a:ext cx="1217130" cy="669986"/>
          </a:xfrm>
          <a:prstGeom prst="line">
            <a:avLst/>
          </a:prstGeom>
        </p:spPr>
        <p:style>
          <a:lnRef idx="1">
            <a:schemeClr val="dk1"/>
          </a:lnRef>
          <a:fillRef idx="0">
            <a:schemeClr val="dk1"/>
          </a:fillRef>
          <a:effectRef idx="0">
            <a:schemeClr val="dk1"/>
          </a:effectRef>
          <a:fontRef idx="minor">
            <a:schemeClr val="tx1"/>
          </a:fontRef>
        </p:style>
      </p:cxnSp>
      <p:sp>
        <p:nvSpPr>
          <p:cNvPr id="49" name="文字方塊 48">
            <a:extLst>
              <a:ext uri="{FF2B5EF4-FFF2-40B4-BE49-F238E27FC236}">
                <a16:creationId xmlns:a16="http://schemas.microsoft.com/office/drawing/2014/main" id="{82D834F6-BF69-4531-A22A-A6248F23AC4C}"/>
              </a:ext>
            </a:extLst>
          </p:cNvPr>
          <p:cNvSpPr txBox="1"/>
          <p:nvPr/>
        </p:nvSpPr>
        <p:spPr>
          <a:xfrm>
            <a:off x="660895" y="6413645"/>
            <a:ext cx="3110472" cy="369332"/>
          </a:xfrm>
          <a:prstGeom prst="rect">
            <a:avLst/>
          </a:prstGeom>
          <a:noFill/>
          <a:ln>
            <a:solidFill>
              <a:schemeClr val="tx1"/>
            </a:solidFill>
          </a:ln>
        </p:spPr>
        <p:txBody>
          <a:bodyPr wrap="square" rtlCol="0">
            <a:spAutoFit/>
          </a:bodyPr>
          <a:lstStyle/>
          <a:p>
            <a:pPr algn="ctr"/>
            <a:r>
              <a:rPr lang="zh-TW" altLang="en-US">
                <a:latin typeface="Consolas" panose="020B0609020204030204" pitchFamily="49" charset="0"/>
                <a:ea typeface="+mj-ea"/>
              </a:rPr>
              <a:t>回應商品清單</a:t>
            </a:r>
            <a:r>
              <a:rPr lang="en-US" altLang="zh-TW">
                <a:latin typeface="Consolas" panose="020B0609020204030204" pitchFamily="49" charset="0"/>
                <a:ea typeface="+mj-ea"/>
              </a:rPr>
              <a:t>(</a:t>
            </a:r>
            <a:r>
              <a:rPr lang="zh-TW" altLang="en-US">
                <a:latin typeface="Consolas" panose="020B0609020204030204" pitchFamily="49" charset="0"/>
                <a:ea typeface="+mj-ea"/>
              </a:rPr>
              <a:t>文字，非物件</a:t>
            </a:r>
            <a:r>
              <a:rPr lang="en-US" altLang="zh-TW">
                <a:latin typeface="Consolas" panose="020B0609020204030204" pitchFamily="49" charset="0"/>
                <a:ea typeface="+mj-ea"/>
              </a:rPr>
              <a:t>)</a:t>
            </a:r>
            <a:endParaRPr lang="zh-TW" altLang="en-US">
              <a:latin typeface="Consolas" panose="020B0609020204030204" pitchFamily="49" charset="0"/>
              <a:ea typeface="+mj-ea"/>
            </a:endParaRPr>
          </a:p>
        </p:txBody>
      </p:sp>
      <p:cxnSp>
        <p:nvCxnSpPr>
          <p:cNvPr id="50" name="直線接點 49">
            <a:extLst>
              <a:ext uri="{FF2B5EF4-FFF2-40B4-BE49-F238E27FC236}">
                <a16:creationId xmlns:a16="http://schemas.microsoft.com/office/drawing/2014/main" id="{D7D0F43A-9817-48B0-A01C-3B058675C45E}"/>
              </a:ext>
            </a:extLst>
          </p:cNvPr>
          <p:cNvCxnSpPr>
            <a:cxnSpLocks/>
          </p:cNvCxnSpPr>
          <p:nvPr/>
        </p:nvCxnSpPr>
        <p:spPr>
          <a:xfrm flipH="1">
            <a:off x="4303952" y="4116601"/>
            <a:ext cx="1177953" cy="719866"/>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0916957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2">
            <a:extLst>
              <a:ext uri="{FF2B5EF4-FFF2-40B4-BE49-F238E27FC236}">
                <a16:creationId xmlns:a16="http://schemas.microsoft.com/office/drawing/2014/main" id="{3680DB7D-A761-4AFC-8D12-3714E56D5D48}"/>
              </a:ext>
            </a:extLst>
          </p:cNvPr>
          <p:cNvSpPr>
            <a:spLocks noGrp="1"/>
          </p:cNvSpPr>
          <p:nvPr>
            <p:ph idx="1"/>
          </p:nvPr>
        </p:nvSpPr>
        <p:spPr>
          <a:xfrm>
            <a:off x="178858" y="836578"/>
            <a:ext cx="11859171" cy="6021421"/>
          </a:xfrm>
        </p:spPr>
        <p:txBody>
          <a:bodyPr>
            <a:noAutofit/>
          </a:bodyPr>
          <a:lstStyle/>
          <a:p>
            <a:pPr marL="285750" indent="-285750" algn="just">
              <a:buFont typeface="Arial" panose="020B0604020202020204" pitchFamily="34" charset="0"/>
              <a:buChar char="•"/>
            </a:pPr>
            <a:r>
              <a:rPr lang="en-US" altLang="zh-TW" sz="1650">
                <a:solidFill>
                  <a:srgbClr val="1890C3"/>
                </a:solidFill>
                <a:latin typeface="Consolas" panose="020B0609020204030204" pitchFamily="49" charset="0"/>
                <a:ea typeface="+mj-ea"/>
              </a:rPr>
              <a:t>HttpSession</a:t>
            </a:r>
            <a:r>
              <a:rPr lang="en-US" altLang="zh-TW" sz="1650">
                <a:latin typeface="Consolas" panose="020B0609020204030204" pitchFamily="49" charset="0"/>
                <a:ea typeface="+mj-ea"/>
              </a:rPr>
              <a:t> session = request.getSession( )</a:t>
            </a:r>
          </a:p>
          <a:p>
            <a:pPr marL="274320" lvl="1" indent="0" algn="just">
              <a:buNone/>
            </a:pPr>
            <a:r>
              <a:rPr lang="zh-TW" altLang="en-US" sz="1650">
                <a:latin typeface="Consolas" panose="020B0609020204030204" pitchFamily="49" charset="0"/>
                <a:ea typeface="+mj-ea"/>
              </a:rPr>
              <a:t>便利的方法，自動判斷</a:t>
            </a:r>
            <a:r>
              <a:rPr lang="en-US" altLang="zh-TW" sz="1650">
                <a:latin typeface="Consolas" panose="020B0609020204030204" pitchFamily="49" charset="0"/>
                <a:ea typeface="+mj-ea"/>
              </a:rPr>
              <a:t>Session</a:t>
            </a:r>
            <a:r>
              <a:rPr lang="zh-TW" altLang="en-US" sz="1650">
                <a:latin typeface="Consolas" panose="020B0609020204030204" pitchFamily="49" charset="0"/>
                <a:ea typeface="+mj-ea"/>
              </a:rPr>
              <a:t>是否存在，</a:t>
            </a:r>
            <a:endParaRPr lang="en-US" altLang="zh-TW" sz="1650">
              <a:latin typeface="Consolas" panose="020B0609020204030204" pitchFamily="49" charset="0"/>
              <a:ea typeface="+mj-ea"/>
            </a:endParaRPr>
          </a:p>
          <a:p>
            <a:pPr marL="274320" lvl="1" indent="0" algn="just">
              <a:buNone/>
            </a:pPr>
            <a:r>
              <a:rPr lang="zh-TW" altLang="en-US" sz="1650">
                <a:latin typeface="Consolas" panose="020B0609020204030204" pitchFamily="49" charset="0"/>
                <a:ea typeface="+mj-ea"/>
              </a:rPr>
              <a:t>若無則產生</a:t>
            </a:r>
            <a:r>
              <a:rPr lang="en-US" altLang="zh-TW" sz="1650">
                <a:latin typeface="Consolas" panose="020B0609020204030204" pitchFamily="49" charset="0"/>
                <a:ea typeface="+mj-ea"/>
              </a:rPr>
              <a:t>Session ID</a:t>
            </a:r>
            <a:r>
              <a:rPr lang="zh-TW" altLang="en-US" sz="1650">
                <a:latin typeface="Consolas" panose="020B0609020204030204" pitchFamily="49" charset="0"/>
                <a:ea typeface="+mj-ea"/>
              </a:rPr>
              <a:t>、建立</a:t>
            </a:r>
            <a:r>
              <a:rPr lang="en-US" altLang="zh-TW" sz="1650">
                <a:latin typeface="Consolas" panose="020B0609020204030204" pitchFamily="49" charset="0"/>
                <a:ea typeface="+mj-ea"/>
              </a:rPr>
              <a:t>cookie</a:t>
            </a:r>
            <a:r>
              <a:rPr lang="zh-TW" altLang="en-US" sz="1650">
                <a:latin typeface="Consolas" panose="020B0609020204030204" pitchFamily="49" charset="0"/>
                <a:ea typeface="+mj-ea"/>
              </a:rPr>
              <a:t>、將</a:t>
            </a:r>
            <a:r>
              <a:rPr lang="en-US" altLang="zh-TW" sz="1650">
                <a:latin typeface="Consolas" panose="020B0609020204030204" pitchFamily="49" charset="0"/>
                <a:ea typeface="+mj-ea"/>
              </a:rPr>
              <a:t>cookie</a:t>
            </a:r>
            <a:r>
              <a:rPr lang="zh-TW" altLang="en-US" sz="1650">
                <a:latin typeface="Consolas" panose="020B0609020204030204" pitchFamily="49" charset="0"/>
                <a:ea typeface="+mj-ea"/>
              </a:rPr>
              <a:t>加入回應標頭</a:t>
            </a:r>
            <a:r>
              <a:rPr lang="en-US" altLang="zh-TW" sz="1650">
                <a:latin typeface="Consolas" panose="020B0609020204030204" pitchFamily="49" charset="0"/>
                <a:ea typeface="+mj-ea"/>
              </a:rPr>
              <a:t>(header)</a:t>
            </a:r>
            <a:r>
              <a:rPr lang="zh-TW" altLang="en-US" sz="1650">
                <a:latin typeface="Consolas" panose="020B0609020204030204" pitchFamily="49" charset="0"/>
                <a:ea typeface="+mj-ea"/>
              </a:rPr>
              <a:t>；</a:t>
            </a:r>
            <a:endParaRPr lang="en-US" altLang="zh-TW" sz="1650">
              <a:latin typeface="Consolas" panose="020B0609020204030204" pitchFamily="49" charset="0"/>
              <a:ea typeface="+mj-ea"/>
            </a:endParaRPr>
          </a:p>
          <a:p>
            <a:pPr marL="274320" lvl="1" indent="0" algn="just">
              <a:buNone/>
            </a:pPr>
            <a:r>
              <a:rPr lang="zh-TW" altLang="en-US" sz="1650">
                <a:latin typeface="Consolas" panose="020B0609020204030204" pitchFamily="49" charset="0"/>
                <a:ea typeface="+mj-ea"/>
              </a:rPr>
              <a:t>若</a:t>
            </a:r>
            <a:r>
              <a:rPr lang="en-US" altLang="zh-TW" sz="1650">
                <a:latin typeface="Consolas" panose="020B0609020204030204" pitchFamily="49" charset="0"/>
                <a:ea typeface="+mj-ea"/>
              </a:rPr>
              <a:t>Session</a:t>
            </a:r>
            <a:r>
              <a:rPr lang="zh-TW" altLang="en-US" sz="1650">
                <a:latin typeface="Consolas" panose="020B0609020204030204" pitchFamily="49" charset="0"/>
                <a:ea typeface="+mj-ea"/>
              </a:rPr>
              <a:t>存在則回傳對應的</a:t>
            </a:r>
            <a:r>
              <a:rPr lang="en-US" altLang="zh-TW" sz="1650">
                <a:latin typeface="Consolas" panose="020B0609020204030204" pitchFamily="49" charset="0"/>
                <a:ea typeface="+mj-ea"/>
              </a:rPr>
              <a:t>Session(</a:t>
            </a:r>
            <a:r>
              <a:rPr lang="zh-TW" altLang="en-US" sz="1650">
                <a:latin typeface="Consolas" panose="020B0609020204030204" pitchFamily="49" charset="0"/>
                <a:ea typeface="+mj-ea"/>
              </a:rPr>
              <a:t>依據</a:t>
            </a:r>
            <a:r>
              <a:rPr lang="en-US" altLang="zh-TW" sz="1650">
                <a:latin typeface="Consolas" panose="020B0609020204030204" pitchFamily="49" charset="0"/>
                <a:ea typeface="+mj-ea"/>
              </a:rPr>
              <a:t>ID)</a:t>
            </a:r>
            <a:r>
              <a:rPr lang="zh-TW" altLang="en-US" sz="1650">
                <a:latin typeface="Consolas" panose="020B0609020204030204" pitchFamily="49" charset="0"/>
                <a:ea typeface="+mj-ea"/>
              </a:rPr>
              <a:t>。</a:t>
            </a:r>
            <a:endParaRPr lang="en-US" altLang="zh-TW" sz="1650">
              <a:latin typeface="Consolas" panose="020B0609020204030204" pitchFamily="49" charset="0"/>
              <a:ea typeface="+mj-ea"/>
            </a:endParaRPr>
          </a:p>
          <a:p>
            <a:pPr marL="274320" lvl="1" indent="0" algn="just">
              <a:buNone/>
            </a:pPr>
            <a:r>
              <a:rPr lang="zh-TW" altLang="en-US" sz="1650">
                <a:latin typeface="Consolas" panose="020B0609020204030204" pitchFamily="49" charset="0"/>
                <a:ea typeface="+mj-ea"/>
              </a:rPr>
              <a:t>可傳入引數</a:t>
            </a:r>
            <a:r>
              <a:rPr lang="en-US" altLang="zh-TW" sz="1650">
                <a:latin typeface="Consolas" panose="020B0609020204030204" pitchFamily="49" charset="0"/>
                <a:ea typeface="+mj-ea"/>
              </a:rPr>
              <a:t>true</a:t>
            </a:r>
            <a:r>
              <a:rPr lang="zh-TW" altLang="en-US" sz="1650">
                <a:latin typeface="Consolas" panose="020B0609020204030204" pitchFamily="49" charset="0"/>
                <a:ea typeface="+mj-ea"/>
              </a:rPr>
              <a:t>或</a:t>
            </a:r>
            <a:r>
              <a:rPr lang="en-US" altLang="zh-TW" sz="1650">
                <a:latin typeface="Consolas" panose="020B0609020204030204" pitchFamily="49" charset="0"/>
                <a:ea typeface="+mj-ea"/>
              </a:rPr>
              <a:t>false</a:t>
            </a:r>
            <a:r>
              <a:rPr lang="zh-TW" altLang="en-US" sz="1650">
                <a:latin typeface="Consolas" panose="020B0609020204030204" pitchFamily="49" charset="0"/>
                <a:ea typeface="+mj-ea"/>
              </a:rPr>
              <a:t>，若傳入引數</a:t>
            </a:r>
            <a:r>
              <a:rPr lang="en-US" altLang="zh-TW" sz="1650">
                <a:latin typeface="Consolas" panose="020B0609020204030204" pitchFamily="49" charset="0"/>
                <a:ea typeface="+mj-ea"/>
              </a:rPr>
              <a:t>false</a:t>
            </a:r>
            <a:r>
              <a:rPr lang="zh-TW" altLang="en-US" sz="1650">
                <a:latin typeface="Consolas" panose="020B0609020204030204" pitchFamily="49" charset="0"/>
                <a:ea typeface="+mj-ea"/>
              </a:rPr>
              <a:t>，則判斷</a:t>
            </a:r>
            <a:r>
              <a:rPr lang="en-US" altLang="zh-TW" sz="1650">
                <a:latin typeface="Consolas" panose="020B0609020204030204" pitchFamily="49" charset="0"/>
                <a:ea typeface="+mj-ea"/>
              </a:rPr>
              <a:t>Session</a:t>
            </a:r>
            <a:r>
              <a:rPr lang="zh-TW" altLang="en-US" sz="1650">
                <a:latin typeface="Consolas" panose="020B0609020204030204" pitchFamily="49" charset="0"/>
                <a:ea typeface="+mj-ea"/>
              </a:rPr>
              <a:t>不存在時直接回傳</a:t>
            </a:r>
            <a:r>
              <a:rPr lang="en-US" altLang="zh-TW" sz="1650">
                <a:latin typeface="Consolas" panose="020B0609020204030204" pitchFamily="49" charset="0"/>
                <a:ea typeface="+mj-ea"/>
              </a:rPr>
              <a:t>null</a:t>
            </a:r>
            <a:r>
              <a:rPr lang="zh-TW" altLang="en-US" sz="1650">
                <a:latin typeface="Consolas" panose="020B0609020204030204" pitchFamily="49" charset="0"/>
                <a:ea typeface="+mj-ea"/>
              </a:rPr>
              <a:t>。</a:t>
            </a:r>
            <a:endParaRPr lang="en-US" altLang="zh-TW" sz="1650">
              <a:latin typeface="Consolas" panose="020B0609020204030204" pitchFamily="49" charset="0"/>
              <a:ea typeface="+mj-ea"/>
            </a:endParaRPr>
          </a:p>
          <a:p>
            <a:pPr marL="274320" lvl="1" indent="0" algn="just">
              <a:buNone/>
            </a:pPr>
            <a:r>
              <a:rPr lang="zh-TW" altLang="en-US" sz="1650">
                <a:latin typeface="Consolas" panose="020B0609020204030204" pitchFamily="49" charset="0"/>
                <a:ea typeface="+mj-ea"/>
              </a:rPr>
              <a:t>也就是說</a:t>
            </a:r>
            <a:r>
              <a:rPr lang="en-US" altLang="zh-TW" sz="1650">
                <a:latin typeface="Consolas" panose="020B0609020204030204" pitchFamily="49" charset="0"/>
                <a:ea typeface="+mj-ea"/>
              </a:rPr>
              <a:t>request.getSession( ) == request.getSession(</a:t>
            </a:r>
            <a:r>
              <a:rPr lang="en-US" altLang="zh-TW" sz="1650">
                <a:solidFill>
                  <a:srgbClr val="CC6227"/>
                </a:solidFill>
                <a:latin typeface="Consolas" panose="020B0609020204030204" pitchFamily="49" charset="0"/>
                <a:ea typeface="+mj-ea"/>
              </a:rPr>
              <a:t>true</a:t>
            </a:r>
            <a:r>
              <a:rPr lang="en-US" altLang="zh-TW" sz="1650">
                <a:latin typeface="Consolas" panose="020B0609020204030204" pitchFamily="49" charset="0"/>
                <a:ea typeface="+mj-ea"/>
              </a:rPr>
              <a:t>)</a:t>
            </a:r>
            <a:r>
              <a:rPr lang="zh-TW" altLang="en-US" sz="1650">
                <a:latin typeface="Consolas" panose="020B0609020204030204" pitchFamily="49" charset="0"/>
                <a:ea typeface="+mj-ea"/>
              </a:rPr>
              <a:t>。</a:t>
            </a:r>
            <a:endParaRPr lang="en-US" altLang="zh-TW" sz="1650">
              <a:latin typeface="Consolas" panose="020B0609020204030204" pitchFamily="49" charset="0"/>
              <a:ea typeface="+mj-ea"/>
            </a:endParaRPr>
          </a:p>
          <a:p>
            <a:pPr marL="274320" lvl="1" indent="0" algn="just">
              <a:buNone/>
            </a:pPr>
            <a:r>
              <a:rPr lang="zh-TW" altLang="en-US" sz="1650">
                <a:latin typeface="Consolas" panose="020B0609020204030204" pitchFamily="49" charset="0"/>
                <a:ea typeface="+mj-ea"/>
              </a:rPr>
              <a:t>預設存活時間，</a:t>
            </a:r>
            <a:r>
              <a:rPr lang="en-US" altLang="zh-TW" sz="1650">
                <a:latin typeface="Consolas" panose="020B0609020204030204" pitchFamily="49" charset="0"/>
                <a:ea typeface="+mj-ea"/>
              </a:rPr>
              <a:t>cookie</a:t>
            </a:r>
            <a:r>
              <a:rPr lang="zh-TW" altLang="en-US" sz="1650">
                <a:latin typeface="Consolas" panose="020B0609020204030204" pitchFamily="49" charset="0"/>
                <a:ea typeface="+mj-ea"/>
              </a:rPr>
              <a:t> </a:t>
            </a:r>
            <a:r>
              <a:rPr lang="en-US" altLang="zh-TW" sz="1650">
                <a:latin typeface="Consolas" panose="020B0609020204030204" pitchFamily="49" charset="0"/>
                <a:ea typeface="+mj-ea"/>
              </a:rPr>
              <a:t>=&gt;</a:t>
            </a:r>
            <a:r>
              <a:rPr lang="zh-TW" altLang="en-US" sz="1650">
                <a:latin typeface="Consolas" panose="020B0609020204030204" pitchFamily="49" charset="0"/>
                <a:ea typeface="+mj-ea"/>
              </a:rPr>
              <a:t> 瀏覽器關閉；</a:t>
            </a:r>
            <a:r>
              <a:rPr lang="en-US" altLang="zh-TW" sz="1650">
                <a:latin typeface="Consolas" panose="020B0609020204030204" pitchFamily="49" charset="0"/>
                <a:ea typeface="+mj-ea"/>
              </a:rPr>
              <a:t>Session =&gt; 30</a:t>
            </a:r>
            <a:r>
              <a:rPr lang="zh-TW" altLang="en-US" sz="1650">
                <a:latin typeface="Consolas" panose="020B0609020204030204" pitchFamily="49" charset="0"/>
                <a:ea typeface="+mj-ea"/>
              </a:rPr>
              <a:t>分</a:t>
            </a:r>
            <a:r>
              <a:rPr lang="en-US" altLang="zh-TW" sz="1650">
                <a:latin typeface="Consolas" panose="020B0609020204030204" pitchFamily="49" charset="0"/>
                <a:ea typeface="+mj-ea"/>
              </a:rPr>
              <a:t>(Tomcat)</a:t>
            </a:r>
            <a:r>
              <a:rPr lang="zh-TW" altLang="en-US" sz="1650">
                <a:latin typeface="Consolas" panose="020B0609020204030204" pitchFamily="49" charset="0"/>
                <a:ea typeface="+mj-ea"/>
              </a:rPr>
              <a:t>。</a:t>
            </a:r>
            <a:endParaRPr lang="en-US" altLang="zh-TW" sz="1650">
              <a:solidFill>
                <a:srgbClr val="1890C3"/>
              </a:solidFill>
              <a:latin typeface="Consolas" panose="020B0609020204030204" pitchFamily="49" charset="0"/>
              <a:ea typeface="+mj-ea"/>
            </a:endParaRPr>
          </a:p>
          <a:p>
            <a:pPr marL="285750" indent="-285750" algn="just">
              <a:buFont typeface="Arial" panose="020B0604020202020204" pitchFamily="34" charset="0"/>
              <a:buChar char="•"/>
            </a:pPr>
            <a:r>
              <a:rPr lang="en-US" altLang="zh-TW" sz="1650">
                <a:solidFill>
                  <a:srgbClr val="CC6227"/>
                </a:solidFill>
                <a:latin typeface="Consolas" panose="020B0609020204030204" pitchFamily="49" charset="0"/>
                <a:ea typeface="+mj-ea"/>
              </a:rPr>
              <a:t>void</a:t>
            </a:r>
            <a:r>
              <a:rPr lang="en-US" altLang="zh-TW" sz="1650">
                <a:latin typeface="Consolas" panose="020B0609020204030204" pitchFamily="49" charset="0"/>
                <a:ea typeface="+mj-ea"/>
              </a:rPr>
              <a:t> session.setMaxInactiveInterval(int seconds)</a:t>
            </a:r>
          </a:p>
          <a:p>
            <a:pPr marL="274320" lvl="1" indent="0" algn="just">
              <a:buNone/>
            </a:pPr>
            <a:r>
              <a:rPr lang="zh-TW" altLang="en-US" sz="1650">
                <a:latin typeface="Consolas" panose="020B0609020204030204" pitchFamily="49" charset="0"/>
                <a:ea typeface="+mj-ea"/>
              </a:rPr>
              <a:t>設定此項</a:t>
            </a:r>
            <a:r>
              <a:rPr lang="en-US" altLang="zh-TW" sz="1650">
                <a:latin typeface="Consolas" panose="020B0609020204030204" pitchFamily="49" charset="0"/>
                <a:ea typeface="+mj-ea"/>
              </a:rPr>
              <a:t>(</a:t>
            </a:r>
            <a:r>
              <a:rPr lang="zh-TW" altLang="en-US" sz="1650">
                <a:latin typeface="Consolas" panose="020B0609020204030204" pitchFamily="49" charset="0"/>
                <a:ea typeface="+mj-ea"/>
              </a:rPr>
              <a:t>非全部</a:t>
            </a:r>
            <a:r>
              <a:rPr lang="en-US" altLang="zh-TW" sz="1650">
                <a:latin typeface="Consolas" panose="020B0609020204030204" pitchFamily="49" charset="0"/>
                <a:ea typeface="+mj-ea"/>
              </a:rPr>
              <a:t>)Session</a:t>
            </a:r>
            <a:r>
              <a:rPr lang="zh-TW" altLang="en-US" sz="1650">
                <a:latin typeface="Consolas" panose="020B0609020204030204" pitchFamily="49" charset="0"/>
                <a:ea typeface="+mj-ea"/>
              </a:rPr>
              <a:t>的最大存活時間，單位為秒。引數為</a:t>
            </a:r>
            <a:r>
              <a:rPr lang="en-US" altLang="zh-TW" sz="1650">
                <a:latin typeface="Consolas" panose="020B0609020204030204" pitchFamily="49" charset="0"/>
                <a:ea typeface="+mj-ea"/>
              </a:rPr>
              <a:t>0</a:t>
            </a:r>
            <a:r>
              <a:rPr lang="zh-TW" altLang="en-US" sz="1650">
                <a:latin typeface="Consolas" panose="020B0609020204030204" pitchFamily="49" charset="0"/>
                <a:ea typeface="+mj-ea"/>
              </a:rPr>
              <a:t>或負數表示永久有效，應盡量避免，會讓</a:t>
            </a:r>
            <a:r>
              <a:rPr lang="en-US" altLang="zh-TW" sz="1650">
                <a:latin typeface="Consolas" panose="020B0609020204030204" pitchFamily="49" charset="0"/>
                <a:ea typeface="+mj-ea"/>
              </a:rPr>
              <a:t>Server</a:t>
            </a:r>
            <a:r>
              <a:rPr lang="zh-TW" altLang="en-US" sz="1650">
                <a:latin typeface="Consolas" panose="020B0609020204030204" pitchFamily="49" charset="0"/>
                <a:ea typeface="+mj-ea"/>
              </a:rPr>
              <a:t>增加許多負擔</a:t>
            </a:r>
            <a:r>
              <a:rPr lang="en-US" altLang="zh-TW" sz="1650">
                <a:latin typeface="Consolas" panose="020B0609020204030204" pitchFamily="49" charset="0"/>
                <a:ea typeface="+mj-ea"/>
              </a:rPr>
              <a:t>(Server</a:t>
            </a:r>
            <a:r>
              <a:rPr lang="zh-TW" altLang="en-US" sz="1650">
                <a:latin typeface="Consolas" panose="020B0609020204030204" pitchFamily="49" charset="0"/>
                <a:ea typeface="+mj-ea"/>
              </a:rPr>
              <a:t>關閉才會移除</a:t>
            </a:r>
            <a:r>
              <a:rPr lang="en-US" altLang="zh-TW" sz="1650">
                <a:latin typeface="Consolas" panose="020B0609020204030204" pitchFamily="49" charset="0"/>
                <a:ea typeface="+mj-ea"/>
              </a:rPr>
              <a:t>)</a:t>
            </a:r>
            <a:r>
              <a:rPr lang="zh-TW" altLang="en-US" sz="1650">
                <a:latin typeface="Consolas" panose="020B0609020204030204" pitchFamily="49" charset="0"/>
                <a:ea typeface="+mj-ea"/>
              </a:rPr>
              <a:t>。若要使用務必記得撰寫主動銷毀</a:t>
            </a:r>
            <a:r>
              <a:rPr lang="en-US" altLang="zh-TW" sz="1650">
                <a:latin typeface="Consolas" panose="020B0609020204030204" pitchFamily="49" charset="0"/>
                <a:ea typeface="+mj-ea"/>
              </a:rPr>
              <a:t>Session</a:t>
            </a:r>
            <a:r>
              <a:rPr lang="zh-TW" altLang="en-US" sz="1650">
                <a:latin typeface="Consolas" panose="020B0609020204030204" pitchFamily="49" charset="0"/>
                <a:ea typeface="+mj-ea"/>
              </a:rPr>
              <a:t>的方法。</a:t>
            </a:r>
            <a:endParaRPr lang="en-US" altLang="zh-TW" sz="1650">
              <a:latin typeface="Consolas" panose="020B0609020204030204" pitchFamily="49" charset="0"/>
              <a:ea typeface="+mj-ea"/>
            </a:endParaRPr>
          </a:p>
          <a:p>
            <a:pPr marL="285750" indent="-285750" algn="just">
              <a:buFont typeface="Arial" panose="020B0604020202020204" pitchFamily="34" charset="0"/>
              <a:buChar char="•"/>
            </a:pPr>
            <a:r>
              <a:rPr lang="en-US" altLang="zh-TW" sz="1650">
                <a:solidFill>
                  <a:srgbClr val="CC6227"/>
                </a:solidFill>
                <a:latin typeface="Consolas" panose="020B0609020204030204" pitchFamily="49" charset="0"/>
                <a:ea typeface="+mj-ea"/>
              </a:rPr>
              <a:t>long </a:t>
            </a:r>
            <a:r>
              <a:rPr lang="en-US" altLang="zh-TW" sz="1650">
                <a:latin typeface="Consolas" panose="020B0609020204030204" pitchFamily="49" charset="0"/>
                <a:ea typeface="+mj-ea"/>
              </a:rPr>
              <a:t>session.getCreationTime( )</a:t>
            </a:r>
          </a:p>
          <a:p>
            <a:pPr marL="274320" lvl="1" indent="0" algn="just">
              <a:buNone/>
            </a:pPr>
            <a:r>
              <a:rPr lang="zh-TW" altLang="en-US" sz="1650">
                <a:latin typeface="Consolas" panose="020B0609020204030204" pitchFamily="49" charset="0"/>
                <a:ea typeface="+mj-ea"/>
              </a:rPr>
              <a:t>回傳</a:t>
            </a:r>
            <a:r>
              <a:rPr lang="en-US" altLang="zh-TW" sz="1650">
                <a:latin typeface="Consolas" panose="020B0609020204030204" pitchFamily="49" charset="0"/>
                <a:ea typeface="+mj-ea"/>
              </a:rPr>
              <a:t>Session</a:t>
            </a:r>
            <a:r>
              <a:rPr lang="zh-TW" altLang="en-US" sz="1650">
                <a:latin typeface="Consolas" panose="020B0609020204030204" pitchFamily="49" charset="0"/>
                <a:ea typeface="+mj-ea"/>
              </a:rPr>
              <a:t>建立的時間，以 </a:t>
            </a:r>
            <a:r>
              <a:rPr lang="en-US" altLang="zh-TW" sz="1650">
                <a:latin typeface="Consolas" panose="020B0609020204030204" pitchFamily="49" charset="0"/>
                <a:ea typeface="+mj-ea"/>
              </a:rPr>
              <a:t>1970/1/1</a:t>
            </a:r>
            <a:r>
              <a:rPr lang="zh-TW" altLang="en-US" sz="1650">
                <a:latin typeface="Consolas" panose="020B0609020204030204" pitchFamily="49" charset="0"/>
                <a:ea typeface="+mj-ea"/>
              </a:rPr>
              <a:t> </a:t>
            </a:r>
            <a:r>
              <a:rPr lang="en-US" altLang="zh-TW" sz="1650">
                <a:latin typeface="Consolas" panose="020B0609020204030204" pitchFamily="49" charset="0"/>
                <a:ea typeface="+mj-ea"/>
              </a:rPr>
              <a:t>00:00</a:t>
            </a:r>
            <a:r>
              <a:rPr lang="zh-TW" altLang="en-US" sz="1650">
                <a:latin typeface="Consolas" panose="020B0609020204030204" pitchFamily="49" charset="0"/>
                <a:ea typeface="+mj-ea"/>
              </a:rPr>
              <a:t> </a:t>
            </a:r>
            <a:r>
              <a:rPr lang="en-US" altLang="zh-TW" sz="1650">
                <a:latin typeface="Consolas" panose="020B0609020204030204" pitchFamily="49" charset="0"/>
                <a:ea typeface="+mj-ea"/>
              </a:rPr>
              <a:t>GMT</a:t>
            </a:r>
            <a:r>
              <a:rPr lang="zh-TW" altLang="en-US" sz="1650">
                <a:latin typeface="Consolas" panose="020B0609020204030204" pitchFamily="49" charset="0"/>
                <a:ea typeface="+mj-ea"/>
              </a:rPr>
              <a:t>為基準。單位是毫秒</a:t>
            </a:r>
            <a:r>
              <a:rPr lang="en-US" altLang="zh-TW" sz="1650">
                <a:latin typeface="Consolas" panose="020B0609020204030204" pitchFamily="49" charset="0"/>
                <a:ea typeface="+mj-ea"/>
              </a:rPr>
              <a:t>(</a:t>
            </a:r>
            <a:r>
              <a:rPr lang="zh-TW" altLang="en-US" sz="1650">
                <a:latin typeface="Consolas" panose="020B0609020204030204" pitchFamily="49" charset="0"/>
                <a:ea typeface="+mj-ea"/>
              </a:rPr>
              <a:t>千分之一秒</a:t>
            </a:r>
            <a:r>
              <a:rPr lang="en-US" altLang="zh-TW" sz="1650">
                <a:latin typeface="Consolas" panose="020B0609020204030204" pitchFamily="49" charset="0"/>
                <a:ea typeface="+mj-ea"/>
              </a:rPr>
              <a:t>)</a:t>
            </a:r>
            <a:r>
              <a:rPr lang="zh-TW" altLang="en-US" sz="1650">
                <a:latin typeface="Consolas" panose="020B0609020204030204" pitchFamily="49" charset="0"/>
                <a:ea typeface="+mj-ea"/>
              </a:rPr>
              <a:t>。</a:t>
            </a:r>
            <a:endParaRPr lang="en-US" altLang="zh-TW" sz="1650">
              <a:latin typeface="Consolas" panose="020B0609020204030204" pitchFamily="49" charset="0"/>
              <a:ea typeface="+mj-ea"/>
            </a:endParaRPr>
          </a:p>
          <a:p>
            <a:pPr marL="285750" indent="-285750" algn="just">
              <a:buFont typeface="Arial" panose="020B0604020202020204" pitchFamily="34" charset="0"/>
              <a:buChar char="•"/>
            </a:pPr>
            <a:r>
              <a:rPr lang="en-US" altLang="zh-TW" sz="1650">
                <a:solidFill>
                  <a:srgbClr val="CC6227"/>
                </a:solidFill>
                <a:latin typeface="Consolas" panose="020B0609020204030204" pitchFamily="49" charset="0"/>
                <a:ea typeface="+mj-ea"/>
              </a:rPr>
              <a:t>long </a:t>
            </a:r>
            <a:r>
              <a:rPr lang="en-US" altLang="zh-TW" sz="1650">
                <a:latin typeface="Consolas" panose="020B0609020204030204" pitchFamily="49" charset="0"/>
                <a:ea typeface="+mj-ea"/>
              </a:rPr>
              <a:t>session.getLastAccessedTime( )</a:t>
            </a:r>
          </a:p>
          <a:p>
            <a:pPr marL="274320" lvl="1" indent="0" algn="just">
              <a:buNone/>
            </a:pPr>
            <a:r>
              <a:rPr lang="zh-TW" altLang="en-US" sz="1650">
                <a:latin typeface="Consolas" panose="020B0609020204030204" pitchFamily="49" charset="0"/>
                <a:ea typeface="+mj-ea"/>
              </a:rPr>
              <a:t>回傳</a:t>
            </a:r>
            <a:r>
              <a:rPr lang="en-US" altLang="zh-TW" sz="1650">
                <a:latin typeface="Consolas" panose="020B0609020204030204" pitchFamily="49" charset="0"/>
                <a:ea typeface="+mj-ea"/>
              </a:rPr>
              <a:t>Session</a:t>
            </a:r>
            <a:r>
              <a:rPr lang="zh-TW" altLang="en-US" sz="1650">
                <a:latin typeface="Consolas" panose="020B0609020204030204" pitchFamily="49" charset="0"/>
                <a:ea typeface="+mj-ea"/>
              </a:rPr>
              <a:t>最後一次被存取的時間，以 </a:t>
            </a:r>
            <a:r>
              <a:rPr lang="en-US" altLang="zh-TW" sz="1650">
                <a:latin typeface="Consolas" panose="020B0609020204030204" pitchFamily="49" charset="0"/>
                <a:ea typeface="+mj-ea"/>
              </a:rPr>
              <a:t>1970/1/1</a:t>
            </a:r>
            <a:r>
              <a:rPr lang="zh-TW" altLang="en-US" sz="1650">
                <a:latin typeface="Consolas" panose="020B0609020204030204" pitchFamily="49" charset="0"/>
                <a:ea typeface="+mj-ea"/>
              </a:rPr>
              <a:t> </a:t>
            </a:r>
            <a:r>
              <a:rPr lang="en-US" altLang="zh-TW" sz="1650">
                <a:latin typeface="Consolas" panose="020B0609020204030204" pitchFamily="49" charset="0"/>
                <a:ea typeface="+mj-ea"/>
              </a:rPr>
              <a:t>00:00</a:t>
            </a:r>
            <a:r>
              <a:rPr lang="zh-TW" altLang="en-US" sz="1650">
                <a:latin typeface="Consolas" panose="020B0609020204030204" pitchFamily="49" charset="0"/>
                <a:ea typeface="+mj-ea"/>
              </a:rPr>
              <a:t> </a:t>
            </a:r>
            <a:r>
              <a:rPr lang="en-US" altLang="zh-TW" sz="1650">
                <a:latin typeface="Consolas" panose="020B0609020204030204" pitchFamily="49" charset="0"/>
                <a:ea typeface="+mj-ea"/>
              </a:rPr>
              <a:t>GMT</a:t>
            </a:r>
            <a:r>
              <a:rPr lang="zh-TW" altLang="en-US" sz="1650">
                <a:latin typeface="Consolas" panose="020B0609020204030204" pitchFamily="49" charset="0"/>
                <a:ea typeface="+mj-ea"/>
              </a:rPr>
              <a:t>為基準。單位是毫秒</a:t>
            </a:r>
            <a:r>
              <a:rPr lang="en-US" altLang="zh-TW" sz="1650">
                <a:latin typeface="Consolas" panose="020B0609020204030204" pitchFamily="49" charset="0"/>
                <a:ea typeface="+mj-ea"/>
              </a:rPr>
              <a:t>(</a:t>
            </a:r>
            <a:r>
              <a:rPr lang="zh-TW" altLang="en-US" sz="1650">
                <a:latin typeface="Consolas" panose="020B0609020204030204" pitchFamily="49" charset="0"/>
                <a:ea typeface="+mj-ea"/>
              </a:rPr>
              <a:t>千分之一秒</a:t>
            </a:r>
            <a:r>
              <a:rPr lang="en-US" altLang="zh-TW" sz="1650">
                <a:latin typeface="Consolas" panose="020B0609020204030204" pitchFamily="49" charset="0"/>
                <a:ea typeface="+mj-ea"/>
              </a:rPr>
              <a:t>)</a:t>
            </a:r>
            <a:r>
              <a:rPr lang="zh-TW" altLang="en-US" sz="1650">
                <a:latin typeface="Consolas" panose="020B0609020204030204" pitchFamily="49" charset="0"/>
                <a:ea typeface="+mj-ea"/>
              </a:rPr>
              <a:t>。</a:t>
            </a:r>
            <a:endParaRPr lang="en-US" altLang="zh-TW" sz="1650">
              <a:latin typeface="Consolas" panose="020B0609020204030204" pitchFamily="49" charset="0"/>
              <a:ea typeface="+mj-ea"/>
            </a:endParaRPr>
          </a:p>
          <a:p>
            <a:pPr marL="285750" indent="-285750" algn="just">
              <a:buFont typeface="Arial" panose="020B0604020202020204" pitchFamily="34" charset="0"/>
              <a:buChar char="•"/>
            </a:pPr>
            <a:r>
              <a:rPr lang="en-US" altLang="zh-TW" sz="1650">
                <a:solidFill>
                  <a:srgbClr val="CC6227"/>
                </a:solidFill>
                <a:latin typeface="Consolas" panose="020B0609020204030204" pitchFamily="49" charset="0"/>
                <a:ea typeface="+mj-ea"/>
              </a:rPr>
              <a:t>long </a:t>
            </a:r>
            <a:r>
              <a:rPr lang="en-US" altLang="zh-TW" sz="1650">
                <a:solidFill>
                  <a:srgbClr val="1890C3"/>
                </a:solidFill>
                <a:latin typeface="Consolas" panose="020B0609020204030204" pitchFamily="49" charset="0"/>
                <a:ea typeface="+mj-ea"/>
              </a:rPr>
              <a:t>System</a:t>
            </a:r>
            <a:r>
              <a:rPr lang="en-US" altLang="zh-TW" sz="1650">
                <a:latin typeface="Consolas" panose="020B0609020204030204" pitchFamily="49" charset="0"/>
                <a:ea typeface="+mj-ea"/>
              </a:rPr>
              <a:t>.currentTimeMillis( )</a:t>
            </a:r>
          </a:p>
          <a:p>
            <a:pPr marL="274320" lvl="1" indent="0" algn="just">
              <a:buNone/>
            </a:pPr>
            <a:r>
              <a:rPr lang="zh-TW" altLang="en-US" sz="1650">
                <a:latin typeface="Consolas" panose="020B0609020204030204" pitchFamily="49" charset="0"/>
                <a:ea typeface="+mj-ea"/>
              </a:rPr>
              <a:t>定義在</a:t>
            </a:r>
            <a:r>
              <a:rPr lang="en-US" altLang="zh-TW" sz="1650">
                <a:latin typeface="Consolas" panose="020B0609020204030204" pitchFamily="49" charset="0"/>
                <a:ea typeface="+mj-ea"/>
              </a:rPr>
              <a:t>java.lang.System</a:t>
            </a:r>
            <a:r>
              <a:rPr lang="zh-TW" altLang="en-US" sz="1650">
                <a:latin typeface="Consolas" panose="020B0609020204030204" pitchFamily="49" charset="0"/>
                <a:ea typeface="+mj-ea"/>
              </a:rPr>
              <a:t>下的方法，回傳呼叫當下的時間，以</a:t>
            </a:r>
            <a:r>
              <a:rPr lang="en-US" altLang="zh-TW" sz="1650">
                <a:latin typeface="Consolas" panose="020B0609020204030204" pitchFamily="49" charset="0"/>
                <a:ea typeface="+mj-ea"/>
              </a:rPr>
              <a:t>1970/1/1 00:00 UTC</a:t>
            </a:r>
            <a:r>
              <a:rPr lang="zh-TW" altLang="en-US" sz="1650">
                <a:latin typeface="Consolas" panose="020B0609020204030204" pitchFamily="49" charset="0"/>
                <a:ea typeface="+mj-ea"/>
              </a:rPr>
              <a:t>為基準。單位是毫秒</a:t>
            </a:r>
            <a:r>
              <a:rPr lang="en-US" altLang="zh-TW" sz="1650">
                <a:latin typeface="Consolas" panose="020B0609020204030204" pitchFamily="49" charset="0"/>
                <a:ea typeface="+mj-ea"/>
              </a:rPr>
              <a:t>(</a:t>
            </a:r>
            <a:r>
              <a:rPr lang="zh-TW" altLang="en-US" sz="1650">
                <a:latin typeface="Consolas" panose="020B0609020204030204" pitchFamily="49" charset="0"/>
                <a:ea typeface="+mj-ea"/>
              </a:rPr>
              <a:t>千分之一秒</a:t>
            </a:r>
            <a:r>
              <a:rPr lang="en-US" altLang="zh-TW" sz="1650">
                <a:latin typeface="Consolas" panose="020B0609020204030204" pitchFamily="49" charset="0"/>
                <a:ea typeface="+mj-ea"/>
              </a:rPr>
              <a:t>)</a:t>
            </a:r>
            <a:r>
              <a:rPr lang="zh-TW" altLang="en-US" sz="1650">
                <a:latin typeface="Consolas" panose="020B0609020204030204" pitchFamily="49" charset="0"/>
                <a:ea typeface="+mj-ea"/>
              </a:rPr>
              <a:t>。</a:t>
            </a:r>
          </a:p>
          <a:p>
            <a:pPr marL="274320" lvl="1" indent="0" algn="just">
              <a:buNone/>
            </a:pPr>
            <a:r>
              <a:rPr lang="en-US" altLang="zh-TW" sz="1650">
                <a:latin typeface="Consolas" panose="020B0609020204030204" pitchFamily="49" charset="0"/>
                <a:ea typeface="+mj-ea"/>
              </a:rPr>
              <a:t>【</a:t>
            </a:r>
            <a:r>
              <a:rPr lang="zh-TW" altLang="en-US" sz="1650">
                <a:latin typeface="Consolas" panose="020B0609020204030204" pitchFamily="49" charset="0"/>
                <a:ea typeface="+mj-ea"/>
              </a:rPr>
              <a:t>延伸閱讀</a:t>
            </a:r>
            <a:r>
              <a:rPr lang="en-US" altLang="zh-TW" sz="1650">
                <a:latin typeface="Consolas" panose="020B0609020204030204" pitchFamily="49" charset="0"/>
                <a:ea typeface="+mj-ea"/>
              </a:rPr>
              <a:t>】</a:t>
            </a:r>
            <a:r>
              <a:rPr lang="zh-TW" altLang="en-US" sz="1650">
                <a:latin typeface="Consolas" panose="020B0609020204030204" pitchFamily="49" charset="0"/>
                <a:ea typeface="+mj-ea"/>
                <a:hlinkClick r:id="rId3"/>
              </a:rPr>
              <a:t>什麼是</a:t>
            </a:r>
            <a:r>
              <a:rPr lang="en-US" altLang="zh-TW" sz="1650">
                <a:latin typeface="Consolas" panose="020B0609020204030204" pitchFamily="49" charset="0"/>
                <a:ea typeface="+mj-ea"/>
                <a:hlinkClick r:id="rId3"/>
              </a:rPr>
              <a:t>GMT</a:t>
            </a:r>
            <a:r>
              <a:rPr lang="zh-TW" altLang="en-US" sz="1650">
                <a:latin typeface="Consolas" panose="020B0609020204030204" pitchFamily="49" charset="0"/>
                <a:ea typeface="+mj-ea"/>
                <a:hlinkClick r:id="rId3"/>
              </a:rPr>
              <a:t>、</a:t>
            </a:r>
            <a:r>
              <a:rPr lang="en-US" altLang="zh-TW" sz="1650">
                <a:latin typeface="Consolas" panose="020B0609020204030204" pitchFamily="49" charset="0"/>
                <a:ea typeface="+mj-ea"/>
                <a:hlinkClick r:id="rId3"/>
              </a:rPr>
              <a:t>UTC?</a:t>
            </a:r>
            <a:r>
              <a:rPr lang="en-US" altLang="zh-TW" sz="1650">
                <a:latin typeface="Consolas" panose="020B0609020204030204" pitchFamily="49" charset="0"/>
                <a:ea typeface="+mj-ea"/>
              </a:rPr>
              <a:t> https://pansci.asia/archives/84978</a:t>
            </a:r>
          </a:p>
          <a:p>
            <a:pPr marL="285750" indent="-285750" algn="just">
              <a:buFont typeface="Arial" panose="020B0604020202020204" pitchFamily="34" charset="0"/>
              <a:buChar char="•"/>
            </a:pPr>
            <a:r>
              <a:rPr lang="en-US" altLang="zh-TW" sz="1650">
                <a:solidFill>
                  <a:srgbClr val="CC6227"/>
                </a:solidFill>
                <a:latin typeface="Consolas" panose="020B0609020204030204" pitchFamily="49" charset="0"/>
                <a:ea typeface="+mj-ea"/>
              </a:rPr>
              <a:t>boolean </a:t>
            </a:r>
            <a:r>
              <a:rPr lang="en-US" altLang="zh-TW" sz="1650">
                <a:latin typeface="Consolas" panose="020B0609020204030204" pitchFamily="49" charset="0"/>
                <a:ea typeface="+mj-ea"/>
              </a:rPr>
              <a:t>session.isNew( )</a:t>
            </a:r>
          </a:p>
          <a:p>
            <a:pPr marL="274320" lvl="1" indent="0" algn="just">
              <a:buNone/>
            </a:pPr>
            <a:r>
              <a:rPr lang="zh-TW" altLang="en-US" sz="1650">
                <a:latin typeface="Consolas" panose="020B0609020204030204" pitchFamily="49" charset="0"/>
                <a:ea typeface="+mj-ea"/>
              </a:rPr>
              <a:t>若此項</a:t>
            </a:r>
            <a:r>
              <a:rPr lang="en-US" altLang="zh-TW" sz="1650">
                <a:latin typeface="Consolas" panose="020B0609020204030204" pitchFamily="49" charset="0"/>
                <a:ea typeface="+mj-ea"/>
              </a:rPr>
              <a:t>Session</a:t>
            </a:r>
            <a:r>
              <a:rPr lang="zh-TW" altLang="en-US" sz="1650">
                <a:latin typeface="Consolas" panose="020B0609020204030204" pitchFamily="49" charset="0"/>
                <a:ea typeface="+mj-ea"/>
              </a:rPr>
              <a:t>是剛被建立，回傳</a:t>
            </a:r>
            <a:r>
              <a:rPr lang="en-US" altLang="zh-TW" sz="1650">
                <a:latin typeface="Consolas" panose="020B0609020204030204" pitchFamily="49" charset="0"/>
                <a:ea typeface="+mj-ea"/>
              </a:rPr>
              <a:t>true</a:t>
            </a:r>
            <a:r>
              <a:rPr lang="zh-TW" altLang="en-US" sz="1650">
                <a:latin typeface="Consolas" panose="020B0609020204030204" pitchFamily="49" charset="0"/>
                <a:ea typeface="+mj-ea"/>
              </a:rPr>
              <a:t>。</a:t>
            </a:r>
            <a:endParaRPr lang="en-US" altLang="zh-TW" sz="1650">
              <a:latin typeface="Consolas" panose="020B0609020204030204" pitchFamily="49" charset="0"/>
              <a:ea typeface="+mj-ea"/>
            </a:endParaRPr>
          </a:p>
          <a:p>
            <a:pPr marL="274320" lvl="1" indent="0" algn="just">
              <a:buNone/>
            </a:pPr>
            <a:endParaRPr lang="en-US" altLang="zh-TW" sz="1650">
              <a:latin typeface="Consolas" panose="020B0609020204030204" pitchFamily="49" charset="0"/>
              <a:ea typeface="+mj-ea"/>
            </a:endParaRPr>
          </a:p>
          <a:p>
            <a:pPr marL="0" indent="0" algn="just">
              <a:buNone/>
            </a:pPr>
            <a:endParaRPr lang="en-US" altLang="zh-TW" sz="1650">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77F1DACB-6046-4678-96DE-3779E80A34D4}"/>
              </a:ext>
            </a:extLst>
          </p:cNvPr>
          <p:cNvSpPr>
            <a:spLocks noGrp="1"/>
          </p:cNvSpPr>
          <p:nvPr>
            <p:ph type="sldNum" sz="quarter" idx="12"/>
          </p:nvPr>
        </p:nvSpPr>
        <p:spPr/>
        <p:txBody>
          <a:bodyPr/>
          <a:lstStyle/>
          <a:p>
            <a:fld id="{B521127C-0C56-461F-B517-0D483F216F7D}" type="slidenum">
              <a:rPr lang="zh-TW" altLang="en-US" smtClean="0">
                <a:latin typeface="+mj-ea"/>
                <a:ea typeface="+mj-ea"/>
              </a:rPr>
              <a:t>68</a:t>
            </a:fld>
            <a:endParaRPr lang="zh-TW" altLang="en-US">
              <a:latin typeface="+mj-ea"/>
              <a:ea typeface="+mj-ea"/>
            </a:endParaRPr>
          </a:p>
        </p:txBody>
      </p:sp>
      <p:sp>
        <p:nvSpPr>
          <p:cNvPr id="7" name="文字方塊 6">
            <a:extLst>
              <a:ext uri="{FF2B5EF4-FFF2-40B4-BE49-F238E27FC236}">
                <a16:creationId xmlns:a16="http://schemas.microsoft.com/office/drawing/2014/main" id="{3ADD3859-68E3-41E3-B64B-E6F6552E77BE}"/>
              </a:ext>
            </a:extLst>
          </p:cNvPr>
          <p:cNvSpPr txBox="1"/>
          <p:nvPr/>
        </p:nvSpPr>
        <p:spPr>
          <a:xfrm>
            <a:off x="153970" y="83979"/>
            <a:ext cx="5517255"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indent="0" algn="ctr">
              <a:buClrTx/>
              <a:buNone/>
            </a:pPr>
            <a:r>
              <a:rPr lang="en-US" altLang="zh-TW" sz="3600">
                <a:latin typeface="+mj-ea"/>
                <a:ea typeface="+mj-ea"/>
              </a:rPr>
              <a:t>HttpSession</a:t>
            </a:r>
            <a:r>
              <a:rPr lang="zh-TW" altLang="en-US" sz="3600">
                <a:latin typeface="+mj-ea"/>
                <a:ea typeface="+mj-ea"/>
              </a:rPr>
              <a:t>介面方法介紹</a:t>
            </a:r>
            <a:endParaRPr lang="en-US" altLang="zh-TW" sz="3600">
              <a:latin typeface="Consolas" panose="020B0609020204030204" pitchFamily="49" charset="0"/>
              <a:ea typeface="+mj-ea"/>
            </a:endParaRPr>
          </a:p>
        </p:txBody>
      </p:sp>
    </p:spTree>
    <p:extLst>
      <p:ext uri="{BB962C8B-B14F-4D97-AF65-F5344CB8AC3E}">
        <p14:creationId xmlns:p14="http://schemas.microsoft.com/office/powerpoint/2010/main" val="34299072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2">
            <a:extLst>
              <a:ext uri="{FF2B5EF4-FFF2-40B4-BE49-F238E27FC236}">
                <a16:creationId xmlns:a16="http://schemas.microsoft.com/office/drawing/2014/main" id="{3680DB7D-A761-4AFC-8D12-3714E56D5D48}"/>
              </a:ext>
            </a:extLst>
          </p:cNvPr>
          <p:cNvSpPr>
            <a:spLocks noGrp="1"/>
          </p:cNvSpPr>
          <p:nvPr>
            <p:ph idx="1"/>
          </p:nvPr>
        </p:nvSpPr>
        <p:spPr>
          <a:xfrm>
            <a:off x="178858" y="836578"/>
            <a:ext cx="11859171" cy="5436205"/>
          </a:xfrm>
        </p:spPr>
        <p:txBody>
          <a:bodyPr>
            <a:noAutofit/>
          </a:bodyPr>
          <a:lstStyle/>
          <a:p>
            <a:pPr marL="285750" indent="-285750" algn="just">
              <a:buFont typeface="Arial" panose="020B0604020202020204" pitchFamily="34" charset="0"/>
              <a:buChar char="•"/>
            </a:pPr>
            <a:r>
              <a:rPr lang="en-US" altLang="zh-TW">
                <a:solidFill>
                  <a:srgbClr val="CC6227"/>
                </a:solidFill>
                <a:latin typeface="Consolas" panose="020B0609020204030204" pitchFamily="49" charset="0"/>
                <a:ea typeface="+mj-ea"/>
              </a:rPr>
              <a:t>void</a:t>
            </a:r>
            <a:r>
              <a:rPr lang="en-US" altLang="zh-TW">
                <a:latin typeface="Consolas" panose="020B0609020204030204" pitchFamily="49" charset="0"/>
                <a:ea typeface="+mj-ea"/>
              </a:rPr>
              <a:t> session.setAttribute(String name,</a:t>
            </a:r>
            <a:r>
              <a:rPr lang="en-US" altLang="zh-TW">
                <a:solidFill>
                  <a:srgbClr val="1890C3"/>
                </a:solidFill>
                <a:latin typeface="Consolas" panose="020B0609020204030204" pitchFamily="49" charset="0"/>
                <a:ea typeface="+mj-ea"/>
              </a:rPr>
              <a:t>Object</a:t>
            </a:r>
            <a:r>
              <a:rPr lang="en-US" altLang="zh-TW">
                <a:latin typeface="Consolas" panose="020B0609020204030204" pitchFamily="49" charset="0"/>
                <a:ea typeface="+mj-ea"/>
              </a:rPr>
              <a:t> value)</a:t>
            </a:r>
          </a:p>
          <a:p>
            <a:pPr marL="274320" lvl="1" indent="0" algn="just">
              <a:buNone/>
            </a:pPr>
            <a:r>
              <a:rPr lang="zh-TW" altLang="en-US" sz="2000">
                <a:latin typeface="Consolas" panose="020B0609020204030204" pitchFamily="49" charset="0"/>
                <a:ea typeface="+mj-ea"/>
              </a:rPr>
              <a:t>在這項</a:t>
            </a:r>
            <a:r>
              <a:rPr lang="en-US" altLang="zh-TW" sz="2000">
                <a:latin typeface="Consolas" panose="020B0609020204030204" pitchFamily="49" charset="0"/>
                <a:ea typeface="+mj-ea"/>
              </a:rPr>
              <a:t>Session</a:t>
            </a:r>
            <a:r>
              <a:rPr lang="zh-TW" altLang="en-US" sz="2000">
                <a:latin typeface="Consolas" panose="020B0609020204030204" pitchFamily="49" charset="0"/>
                <a:ea typeface="+mj-ea"/>
              </a:rPr>
              <a:t>中設定新屬性，第二引數的接受</a:t>
            </a:r>
            <a:r>
              <a:rPr lang="en-US" altLang="zh-TW" sz="2000">
                <a:latin typeface="Consolas" panose="020B0609020204030204" pitchFamily="49" charset="0"/>
                <a:ea typeface="+mj-ea"/>
              </a:rPr>
              <a:t>Object</a:t>
            </a:r>
            <a:r>
              <a:rPr lang="zh-TW" altLang="en-US" sz="2000">
                <a:latin typeface="Consolas" panose="020B0609020204030204" pitchFamily="49" charset="0"/>
                <a:ea typeface="+mj-ea"/>
              </a:rPr>
              <a:t>型別的物件，故可放入</a:t>
            </a:r>
            <a:r>
              <a:rPr lang="zh-TW" altLang="en-US" sz="2000">
                <a:solidFill>
                  <a:srgbClr val="FF0000"/>
                </a:solidFill>
                <a:latin typeface="Consolas" panose="020B0609020204030204" pitchFamily="49" charset="0"/>
                <a:ea typeface="+mj-ea"/>
              </a:rPr>
              <a:t>所有物件</a:t>
            </a:r>
            <a:r>
              <a:rPr lang="zh-TW" altLang="en-US" sz="2000">
                <a:latin typeface="Consolas" panose="020B0609020204030204" pitchFamily="49" charset="0"/>
                <a:ea typeface="+mj-ea"/>
              </a:rPr>
              <a:t>。</a:t>
            </a:r>
            <a:endParaRPr lang="en-US" altLang="zh-TW" sz="2000">
              <a:latin typeface="Consolas" panose="020B0609020204030204" pitchFamily="49" charset="0"/>
              <a:ea typeface="+mj-ea"/>
            </a:endParaRPr>
          </a:p>
          <a:p>
            <a:pPr marL="274320" lvl="1" indent="0" algn="just">
              <a:buNone/>
            </a:pPr>
            <a:r>
              <a:rPr lang="zh-TW" altLang="en-US" sz="2000">
                <a:latin typeface="Consolas" panose="020B0609020204030204" pitchFamily="49" charset="0"/>
                <a:ea typeface="+mj-ea"/>
              </a:rPr>
              <a:t>類似的方法有</a:t>
            </a:r>
            <a:r>
              <a:rPr lang="en-US" altLang="zh-TW" sz="2000">
                <a:latin typeface="Consolas" panose="020B0609020204030204" pitchFamily="49" charset="0"/>
                <a:ea typeface="+mj-ea"/>
              </a:rPr>
              <a:t>reqeust.setAttribute(String name)&amp;context.setAttribute(String name)</a:t>
            </a:r>
            <a:r>
              <a:rPr lang="zh-TW" altLang="en-US" sz="2000">
                <a:latin typeface="Consolas" panose="020B0609020204030204" pitchFamily="49" charset="0"/>
                <a:ea typeface="+mj-ea"/>
              </a:rPr>
              <a:t>。</a:t>
            </a:r>
            <a:endParaRPr lang="en-US" altLang="zh-TW" sz="2000">
              <a:latin typeface="Consolas" panose="020B0609020204030204" pitchFamily="49" charset="0"/>
              <a:ea typeface="+mj-ea"/>
            </a:endParaRPr>
          </a:p>
          <a:p>
            <a:pPr marL="274320" lvl="1" indent="0" algn="just">
              <a:buNone/>
            </a:pPr>
            <a:r>
              <a:rPr lang="zh-TW" altLang="en-US" sz="2000">
                <a:latin typeface="Consolas" panose="020B0609020204030204" pitchFamily="49" charset="0"/>
                <a:ea typeface="+mj-ea"/>
              </a:rPr>
              <a:t>此三項方法主要是作為</a:t>
            </a:r>
            <a:r>
              <a:rPr lang="en-US" altLang="zh-TW" sz="2000">
                <a:solidFill>
                  <a:srgbClr val="FF0000"/>
                </a:solidFill>
                <a:latin typeface="Consolas" panose="020B0609020204030204" pitchFamily="49" charset="0"/>
                <a:ea typeface="+mj-ea"/>
              </a:rPr>
              <a:t>Server</a:t>
            </a:r>
            <a:r>
              <a:rPr lang="zh-TW" altLang="en-US" sz="2000">
                <a:solidFill>
                  <a:srgbClr val="FF0000"/>
                </a:solidFill>
                <a:latin typeface="Consolas" panose="020B0609020204030204" pitchFamily="49" charset="0"/>
                <a:ea typeface="+mj-ea"/>
              </a:rPr>
              <a:t>端資訊共享</a:t>
            </a:r>
            <a:r>
              <a:rPr lang="zh-TW" altLang="en-US" sz="2000">
                <a:latin typeface="Consolas" panose="020B0609020204030204" pitchFamily="49" charset="0"/>
                <a:ea typeface="+mj-ea"/>
              </a:rPr>
              <a:t>用途。</a:t>
            </a:r>
            <a:endParaRPr lang="en-US" altLang="zh-TW" sz="2000">
              <a:latin typeface="Consolas" panose="020B0609020204030204" pitchFamily="49" charset="0"/>
              <a:ea typeface="+mj-ea"/>
            </a:endParaRPr>
          </a:p>
          <a:p>
            <a:pPr marL="285750" indent="-285750" algn="just">
              <a:spcBef>
                <a:spcPts val="1800"/>
              </a:spcBef>
              <a:buFont typeface="Arial" panose="020B0604020202020204" pitchFamily="34" charset="0"/>
              <a:buChar char="•"/>
            </a:pPr>
            <a:r>
              <a:rPr lang="en-US" altLang="zh-TW">
                <a:solidFill>
                  <a:srgbClr val="1890C3"/>
                </a:solidFill>
                <a:latin typeface="Consolas" panose="020B0609020204030204" pitchFamily="49" charset="0"/>
                <a:ea typeface="+mj-ea"/>
              </a:rPr>
              <a:t>Object</a:t>
            </a:r>
            <a:r>
              <a:rPr lang="en-US" altLang="zh-TW">
                <a:latin typeface="Consolas" panose="020B0609020204030204" pitchFamily="49" charset="0"/>
                <a:ea typeface="+mj-ea"/>
              </a:rPr>
              <a:t> session.getAttribute(String name)</a:t>
            </a:r>
          </a:p>
          <a:p>
            <a:pPr marL="274320" lvl="1" indent="0" algn="just">
              <a:buNone/>
            </a:pPr>
            <a:r>
              <a:rPr lang="zh-TW" altLang="en-US" sz="2000">
                <a:latin typeface="Consolas" panose="020B0609020204030204" pitchFamily="49" charset="0"/>
                <a:ea typeface="+mj-ea"/>
              </a:rPr>
              <a:t>依引數</a:t>
            </a:r>
            <a:r>
              <a:rPr lang="en-US" altLang="zh-TW" sz="2000">
                <a:latin typeface="Consolas" panose="020B0609020204030204" pitchFamily="49" charset="0"/>
                <a:ea typeface="+mj-ea"/>
              </a:rPr>
              <a:t>name</a:t>
            </a:r>
            <a:r>
              <a:rPr lang="zh-TW" altLang="en-US" sz="2000">
                <a:latin typeface="Consolas" panose="020B0609020204030204" pitchFamily="49" charset="0"/>
                <a:ea typeface="+mj-ea"/>
              </a:rPr>
              <a:t>回傳指定物件，因型別為</a:t>
            </a:r>
            <a:r>
              <a:rPr lang="en-US" altLang="zh-TW" sz="2000">
                <a:latin typeface="Consolas" panose="020B0609020204030204" pitchFamily="49" charset="0"/>
                <a:ea typeface="+mj-ea"/>
              </a:rPr>
              <a:t>Object</a:t>
            </a:r>
            <a:r>
              <a:rPr lang="zh-TW" altLang="en-US" sz="2000">
                <a:latin typeface="Consolas" panose="020B0609020204030204" pitchFamily="49" charset="0"/>
                <a:ea typeface="+mj-ea"/>
              </a:rPr>
              <a:t>，故取出時記得</a:t>
            </a:r>
            <a:r>
              <a:rPr lang="zh-TW" altLang="en-US" sz="2000">
                <a:solidFill>
                  <a:srgbClr val="FF0000"/>
                </a:solidFill>
                <a:latin typeface="Consolas" panose="020B0609020204030204" pitchFamily="49" charset="0"/>
                <a:ea typeface="+mj-ea"/>
              </a:rPr>
              <a:t>強制轉型</a:t>
            </a:r>
            <a:r>
              <a:rPr lang="zh-TW" altLang="en-US" sz="2000">
                <a:latin typeface="Consolas" panose="020B0609020204030204" pitchFamily="49" charset="0"/>
                <a:ea typeface="+mj-ea"/>
              </a:rPr>
              <a:t>。</a:t>
            </a:r>
            <a:endParaRPr lang="en-US" altLang="zh-TW" sz="2000">
              <a:latin typeface="Consolas" panose="020B0609020204030204" pitchFamily="49" charset="0"/>
              <a:ea typeface="+mj-ea"/>
            </a:endParaRPr>
          </a:p>
          <a:p>
            <a:pPr marL="274320" lvl="1" indent="0" algn="just">
              <a:buNone/>
            </a:pPr>
            <a:r>
              <a:rPr lang="zh-TW" altLang="en-US" sz="2000">
                <a:latin typeface="Consolas" panose="020B0609020204030204" pitchFamily="49" charset="0"/>
                <a:ea typeface="+mj-ea"/>
              </a:rPr>
              <a:t>類似的方法有</a:t>
            </a:r>
            <a:endParaRPr lang="en-US" altLang="zh-TW" sz="2000">
              <a:latin typeface="Consolas" panose="020B0609020204030204" pitchFamily="49" charset="0"/>
              <a:ea typeface="+mj-ea"/>
            </a:endParaRPr>
          </a:p>
          <a:p>
            <a:pPr marL="274320" lvl="1" indent="0" algn="just">
              <a:buNone/>
            </a:pPr>
            <a:r>
              <a:rPr lang="en-US" altLang="zh-TW" sz="2000">
                <a:solidFill>
                  <a:srgbClr val="0070C0"/>
                </a:solidFill>
                <a:latin typeface="Consolas" panose="020B0609020204030204" pitchFamily="49" charset="0"/>
                <a:ea typeface="+mj-ea"/>
              </a:rPr>
              <a:t>reqeust.getAttribute(String name)</a:t>
            </a:r>
            <a:r>
              <a:rPr lang="zh-TW" altLang="en-US" sz="2000">
                <a:latin typeface="Consolas" panose="020B0609020204030204" pitchFamily="49" charset="0"/>
                <a:ea typeface="+mj-ea"/>
              </a:rPr>
              <a:t>，</a:t>
            </a:r>
            <a:endParaRPr lang="en-US" altLang="zh-TW" sz="2000">
              <a:latin typeface="Consolas" panose="020B0609020204030204" pitchFamily="49" charset="0"/>
              <a:ea typeface="+mj-ea"/>
            </a:endParaRPr>
          </a:p>
          <a:p>
            <a:pPr marL="274320" lvl="1" indent="0" algn="just">
              <a:buNone/>
            </a:pPr>
            <a:r>
              <a:rPr lang="zh-TW" altLang="en-US" sz="2000">
                <a:latin typeface="Consolas" panose="020B0609020204030204" pitchFamily="49" charset="0"/>
                <a:ea typeface="+mj-ea"/>
              </a:rPr>
              <a:t>別跟</a:t>
            </a:r>
            <a:r>
              <a:rPr lang="en-US" altLang="zh-TW" sz="2000">
                <a:solidFill>
                  <a:srgbClr val="CC6227"/>
                </a:solidFill>
                <a:latin typeface="Consolas" panose="020B0609020204030204" pitchFamily="49" charset="0"/>
                <a:ea typeface="+mj-ea"/>
              </a:rPr>
              <a:t>request.getParameter(String name)</a:t>
            </a:r>
            <a:r>
              <a:rPr lang="zh-TW" altLang="en-US" sz="2000">
                <a:latin typeface="Consolas" panose="020B0609020204030204" pitchFamily="49" charset="0"/>
                <a:ea typeface="+mj-ea"/>
              </a:rPr>
              <a:t>搞混了。</a:t>
            </a:r>
            <a:endParaRPr lang="en-US" altLang="zh-TW" sz="2000">
              <a:latin typeface="Consolas" panose="020B0609020204030204" pitchFamily="49" charset="0"/>
              <a:ea typeface="+mj-ea"/>
            </a:endParaRPr>
          </a:p>
          <a:p>
            <a:pPr marL="274320" lvl="1" indent="0" algn="just">
              <a:buNone/>
            </a:pPr>
            <a:r>
              <a:rPr lang="en-US" altLang="zh-TW" sz="2000">
                <a:solidFill>
                  <a:srgbClr val="0070C0"/>
                </a:solidFill>
                <a:latin typeface="Consolas" panose="020B0609020204030204" pitchFamily="49" charset="0"/>
                <a:ea typeface="+mj-ea"/>
              </a:rPr>
              <a:t>context.getAttribute(String name)</a:t>
            </a:r>
            <a:r>
              <a:rPr lang="zh-TW" altLang="en-US" sz="2000">
                <a:latin typeface="Consolas" panose="020B0609020204030204" pitchFamily="49" charset="0"/>
                <a:ea typeface="+mj-ea"/>
              </a:rPr>
              <a:t>，</a:t>
            </a:r>
            <a:endParaRPr lang="en-US" altLang="zh-TW" sz="2000">
              <a:latin typeface="Consolas" panose="020B0609020204030204" pitchFamily="49" charset="0"/>
              <a:ea typeface="+mj-ea"/>
            </a:endParaRPr>
          </a:p>
          <a:p>
            <a:pPr marL="274320" lvl="1" indent="0" algn="just">
              <a:buNone/>
            </a:pPr>
            <a:r>
              <a:rPr lang="zh-TW" altLang="en-US" sz="2000">
                <a:latin typeface="Consolas" panose="020B0609020204030204" pitchFamily="49" charset="0"/>
                <a:ea typeface="+mj-ea"/>
              </a:rPr>
              <a:t>別跟</a:t>
            </a:r>
            <a:r>
              <a:rPr lang="en-US" altLang="zh-TW" sz="2000">
                <a:solidFill>
                  <a:srgbClr val="CC6227"/>
                </a:solidFill>
                <a:latin typeface="Consolas" panose="020B0609020204030204" pitchFamily="49" charset="0"/>
                <a:ea typeface="+mj-ea"/>
              </a:rPr>
              <a:t>context.getInitParameter(String name)</a:t>
            </a:r>
            <a:r>
              <a:rPr lang="zh-TW" altLang="en-US" sz="2000">
                <a:latin typeface="Consolas" panose="020B0609020204030204" pitchFamily="49" charset="0"/>
                <a:ea typeface="+mj-ea"/>
              </a:rPr>
              <a:t>搞混了。</a:t>
            </a:r>
            <a:endParaRPr lang="en-US" altLang="zh-TW" sz="2000">
              <a:latin typeface="Consolas" panose="020B0609020204030204" pitchFamily="49" charset="0"/>
              <a:ea typeface="+mj-ea"/>
            </a:endParaRPr>
          </a:p>
          <a:p>
            <a:pPr marL="285750" indent="-285750" algn="just">
              <a:spcBef>
                <a:spcPts val="1800"/>
              </a:spcBef>
              <a:buFont typeface="Arial" panose="020B0604020202020204" pitchFamily="34" charset="0"/>
              <a:buChar char="•"/>
            </a:pPr>
            <a:r>
              <a:rPr lang="en-US" altLang="zh-TW">
                <a:solidFill>
                  <a:srgbClr val="CC6227"/>
                </a:solidFill>
                <a:latin typeface="Consolas" panose="020B0609020204030204" pitchFamily="49" charset="0"/>
                <a:ea typeface="+mj-ea"/>
              </a:rPr>
              <a:t>void</a:t>
            </a:r>
            <a:r>
              <a:rPr lang="en-US" altLang="zh-TW">
                <a:latin typeface="Consolas" panose="020B0609020204030204" pitchFamily="49" charset="0"/>
                <a:ea typeface="+mj-ea"/>
              </a:rPr>
              <a:t> session.invalidate( )</a:t>
            </a:r>
          </a:p>
          <a:p>
            <a:pPr marL="274320" lvl="1" indent="0" algn="just">
              <a:buNone/>
            </a:pPr>
            <a:r>
              <a:rPr lang="zh-TW" altLang="en-US" sz="2000">
                <a:latin typeface="Consolas" panose="020B0609020204030204" pitchFamily="49" charset="0"/>
                <a:ea typeface="+mj-ea"/>
              </a:rPr>
              <a:t>直接銷毀此項</a:t>
            </a:r>
            <a:r>
              <a:rPr lang="en-US" altLang="zh-TW" sz="2000">
                <a:latin typeface="Consolas" panose="020B0609020204030204" pitchFamily="49" charset="0"/>
                <a:ea typeface="+mj-ea"/>
              </a:rPr>
              <a:t>Session</a:t>
            </a:r>
            <a:r>
              <a:rPr lang="zh-TW" altLang="en-US" sz="2000">
                <a:latin typeface="Consolas" panose="020B0609020204030204" pitchFamily="49" charset="0"/>
                <a:ea typeface="+mj-ea"/>
              </a:rPr>
              <a:t>，包含裡面儲存的所有屬性</a:t>
            </a:r>
            <a:r>
              <a:rPr lang="en-US" altLang="zh-TW" sz="2000">
                <a:latin typeface="Consolas" panose="020B0609020204030204" pitchFamily="49" charset="0"/>
                <a:ea typeface="+mj-ea"/>
              </a:rPr>
              <a:t>(Attribute)</a:t>
            </a:r>
            <a:r>
              <a:rPr lang="zh-TW" altLang="en-US" sz="2000">
                <a:latin typeface="Consolas" panose="020B0609020204030204" pitchFamily="49" charset="0"/>
                <a:ea typeface="+mj-ea"/>
              </a:rPr>
              <a:t>。</a:t>
            </a:r>
            <a:endParaRPr lang="en-US" altLang="zh-TW" sz="2000">
              <a:latin typeface="Consolas" panose="020B0609020204030204" pitchFamily="49" charset="0"/>
              <a:ea typeface="+mj-ea"/>
            </a:endParaRPr>
          </a:p>
          <a:p>
            <a:pPr marL="274320" lvl="1" indent="0" algn="just">
              <a:buNone/>
            </a:pPr>
            <a:endParaRPr lang="en-US" altLang="zh-TW" sz="2000">
              <a:latin typeface="Consolas" panose="020B0609020204030204" pitchFamily="49" charset="0"/>
              <a:ea typeface="+mj-ea"/>
            </a:endParaRPr>
          </a:p>
          <a:p>
            <a:pPr marL="274320" lvl="1" indent="0" algn="just">
              <a:buNone/>
            </a:pPr>
            <a:endParaRPr lang="en-US" altLang="zh-TW" sz="2000">
              <a:latin typeface="Consolas" panose="020B0609020204030204" pitchFamily="49" charset="0"/>
              <a:ea typeface="+mj-ea"/>
            </a:endParaRPr>
          </a:p>
          <a:p>
            <a:pPr marL="0" indent="0" algn="just">
              <a:buNone/>
            </a:pPr>
            <a:endParaRPr lang="en-US" altLang="zh-TW">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77F1DACB-6046-4678-96DE-3779E80A34D4}"/>
              </a:ext>
            </a:extLst>
          </p:cNvPr>
          <p:cNvSpPr>
            <a:spLocks noGrp="1"/>
          </p:cNvSpPr>
          <p:nvPr>
            <p:ph type="sldNum" sz="quarter" idx="12"/>
          </p:nvPr>
        </p:nvSpPr>
        <p:spPr/>
        <p:txBody>
          <a:bodyPr/>
          <a:lstStyle/>
          <a:p>
            <a:fld id="{B521127C-0C56-461F-B517-0D483F216F7D}" type="slidenum">
              <a:rPr lang="zh-TW" altLang="en-US" smtClean="0">
                <a:latin typeface="+mj-ea"/>
                <a:ea typeface="+mj-ea"/>
              </a:rPr>
              <a:t>69</a:t>
            </a:fld>
            <a:endParaRPr lang="zh-TW" altLang="en-US">
              <a:latin typeface="+mj-ea"/>
              <a:ea typeface="+mj-ea"/>
            </a:endParaRPr>
          </a:p>
        </p:txBody>
      </p:sp>
      <p:sp>
        <p:nvSpPr>
          <p:cNvPr id="7" name="文字方塊 6">
            <a:extLst>
              <a:ext uri="{FF2B5EF4-FFF2-40B4-BE49-F238E27FC236}">
                <a16:creationId xmlns:a16="http://schemas.microsoft.com/office/drawing/2014/main" id="{3ADD3859-68E3-41E3-B64B-E6F6552E77BE}"/>
              </a:ext>
            </a:extLst>
          </p:cNvPr>
          <p:cNvSpPr txBox="1"/>
          <p:nvPr/>
        </p:nvSpPr>
        <p:spPr>
          <a:xfrm>
            <a:off x="153970" y="83979"/>
            <a:ext cx="5828541"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indent="0" algn="ctr">
              <a:buClrTx/>
              <a:buNone/>
            </a:pPr>
            <a:r>
              <a:rPr lang="en-US" altLang="zh-TW" sz="3600">
                <a:latin typeface="+mj-ea"/>
                <a:ea typeface="+mj-ea"/>
              </a:rPr>
              <a:t>HttpSession</a:t>
            </a:r>
            <a:r>
              <a:rPr lang="zh-TW" altLang="en-US" sz="3600">
                <a:latin typeface="+mj-ea"/>
                <a:ea typeface="+mj-ea"/>
              </a:rPr>
              <a:t>介面方法介紹</a:t>
            </a:r>
            <a:r>
              <a:rPr lang="en-US" altLang="zh-TW" sz="3600">
                <a:latin typeface="+mj-ea"/>
                <a:ea typeface="+mj-ea"/>
              </a:rPr>
              <a:t>2</a:t>
            </a:r>
            <a:endParaRPr lang="en-US" altLang="zh-TW" sz="3600">
              <a:latin typeface="Consolas" panose="020B0609020204030204" pitchFamily="49" charset="0"/>
              <a:ea typeface="+mj-ea"/>
            </a:endParaRPr>
          </a:p>
        </p:txBody>
      </p:sp>
    </p:spTree>
    <p:extLst>
      <p:ext uri="{BB962C8B-B14F-4D97-AF65-F5344CB8AC3E}">
        <p14:creationId xmlns:p14="http://schemas.microsoft.com/office/powerpoint/2010/main" val="15648582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2">
            <a:extLst>
              <a:ext uri="{FF2B5EF4-FFF2-40B4-BE49-F238E27FC236}">
                <a16:creationId xmlns:a16="http://schemas.microsoft.com/office/drawing/2014/main" id="{3680DB7D-A761-4AFC-8D12-3714E56D5D48}"/>
              </a:ext>
            </a:extLst>
          </p:cNvPr>
          <p:cNvSpPr>
            <a:spLocks noGrp="1"/>
          </p:cNvSpPr>
          <p:nvPr>
            <p:ph idx="1"/>
          </p:nvPr>
        </p:nvSpPr>
        <p:spPr>
          <a:xfrm>
            <a:off x="178858" y="836579"/>
            <a:ext cx="11859171" cy="5642042"/>
          </a:xfrm>
        </p:spPr>
        <p:txBody>
          <a:bodyPr>
            <a:noAutofit/>
          </a:bodyPr>
          <a:lstStyle/>
          <a:p>
            <a:pPr marL="285750" indent="-285750" algn="just">
              <a:buFont typeface="Arial" panose="020B0604020202020204" pitchFamily="34" charset="0"/>
              <a:buChar char="•"/>
            </a:pPr>
            <a:r>
              <a:rPr lang="zh-TW" altLang="en-US" sz="1900">
                <a:latin typeface="Consolas" panose="020B0609020204030204" pitchFamily="49" charset="0"/>
                <a:ea typeface="+mj-ea"/>
              </a:rPr>
              <a:t>每次進行</a:t>
            </a:r>
            <a:r>
              <a:rPr lang="en-US" altLang="zh-TW" sz="1900">
                <a:latin typeface="Consolas" panose="020B0609020204030204" pitchFamily="49" charset="0"/>
                <a:ea typeface="+mj-ea"/>
              </a:rPr>
              <a:t>request.getSession( )</a:t>
            </a:r>
            <a:r>
              <a:rPr lang="zh-TW" altLang="en-US" sz="1900">
                <a:latin typeface="Consolas" panose="020B0609020204030204" pitchFamily="49" charset="0"/>
                <a:ea typeface="+mj-ea"/>
              </a:rPr>
              <a:t>時，都會重置</a:t>
            </a:r>
            <a:r>
              <a:rPr lang="en-US" altLang="zh-TW" sz="1900">
                <a:latin typeface="Consolas" panose="020B0609020204030204" pitchFamily="49" charset="0"/>
                <a:ea typeface="+mj-ea"/>
              </a:rPr>
              <a:t>Session</a:t>
            </a:r>
            <a:r>
              <a:rPr lang="zh-TW" altLang="en-US" sz="1900">
                <a:latin typeface="Consolas" panose="020B0609020204030204" pitchFamily="49" charset="0"/>
                <a:ea typeface="+mj-ea"/>
              </a:rPr>
              <a:t>的存活時間。</a:t>
            </a:r>
            <a:endParaRPr lang="en-US" altLang="zh-TW" sz="1900">
              <a:latin typeface="Consolas" panose="020B0609020204030204" pitchFamily="49" charset="0"/>
              <a:ea typeface="+mj-ea"/>
            </a:endParaRPr>
          </a:p>
          <a:p>
            <a:pPr marL="285750" indent="-285750" algn="just">
              <a:buFont typeface="Arial" panose="020B0604020202020204" pitchFamily="34" charset="0"/>
              <a:buChar char="•"/>
            </a:pPr>
            <a:r>
              <a:rPr lang="zh-TW" altLang="en-US" sz="1900">
                <a:latin typeface="Consolas" panose="020B0609020204030204" pitchFamily="49" charset="0"/>
                <a:ea typeface="+mj-ea"/>
              </a:rPr>
              <a:t>如未設定，</a:t>
            </a:r>
            <a:r>
              <a:rPr lang="en-US" altLang="zh-TW" sz="1900">
                <a:latin typeface="Consolas" panose="020B0609020204030204" pitchFamily="49" charset="0"/>
                <a:ea typeface="+mj-ea"/>
              </a:rPr>
              <a:t>Tomcat</a:t>
            </a:r>
            <a:r>
              <a:rPr lang="zh-TW" altLang="en-US" sz="1900">
                <a:latin typeface="Consolas" panose="020B0609020204030204" pitchFamily="49" charset="0"/>
                <a:ea typeface="+mj-ea"/>
              </a:rPr>
              <a:t>伺服器預設</a:t>
            </a:r>
            <a:r>
              <a:rPr lang="en-US" altLang="zh-TW" sz="1900">
                <a:latin typeface="Consolas" panose="020B0609020204030204" pitchFamily="49" charset="0"/>
                <a:ea typeface="+mj-ea"/>
              </a:rPr>
              <a:t>Session</a:t>
            </a:r>
            <a:r>
              <a:rPr lang="zh-TW" altLang="en-US" sz="1900">
                <a:latin typeface="Consolas" panose="020B0609020204030204" pitchFamily="49" charset="0"/>
                <a:ea typeface="+mj-ea"/>
              </a:rPr>
              <a:t>存活時間為</a:t>
            </a:r>
            <a:r>
              <a:rPr lang="en-US" altLang="zh-TW" sz="1900">
                <a:latin typeface="Consolas" panose="020B0609020204030204" pitchFamily="49" charset="0"/>
                <a:ea typeface="+mj-ea"/>
              </a:rPr>
              <a:t>30</a:t>
            </a:r>
            <a:r>
              <a:rPr lang="zh-TW" altLang="en-US" sz="1900">
                <a:latin typeface="Consolas" panose="020B0609020204030204" pitchFamily="49" charset="0"/>
                <a:ea typeface="+mj-ea"/>
              </a:rPr>
              <a:t>分鐘，</a:t>
            </a:r>
            <a:r>
              <a:rPr lang="en-US" altLang="zh-TW" sz="1900">
                <a:latin typeface="Consolas" panose="020B0609020204030204" pitchFamily="49" charset="0"/>
                <a:ea typeface="+mj-ea"/>
              </a:rPr>
              <a:t>cookie</a:t>
            </a:r>
            <a:r>
              <a:rPr lang="zh-TW" altLang="en-US" sz="1900">
                <a:latin typeface="Consolas" panose="020B0609020204030204" pitchFamily="49" charset="0"/>
                <a:ea typeface="+mj-ea"/>
              </a:rPr>
              <a:t>為離開網站時消滅。</a:t>
            </a:r>
          </a:p>
          <a:p>
            <a:pPr marL="285750" indent="-285750" algn="just">
              <a:buFont typeface="Arial" panose="020B0604020202020204" pitchFamily="34" charset="0"/>
              <a:buChar char="•"/>
            </a:pPr>
            <a:r>
              <a:rPr lang="zh-TW" altLang="en-US" sz="1900">
                <a:latin typeface="Consolas" panose="020B0609020204030204" pitchFamily="49" charset="0"/>
                <a:ea typeface="+mj-ea"/>
              </a:rPr>
              <a:t>個別的</a:t>
            </a:r>
            <a:r>
              <a:rPr lang="en-US" altLang="zh-TW" sz="1900">
                <a:latin typeface="Consolas" panose="020B0609020204030204" pitchFamily="49" charset="0"/>
                <a:ea typeface="+mj-ea"/>
              </a:rPr>
              <a:t>Session</a:t>
            </a:r>
            <a:r>
              <a:rPr lang="zh-TW" altLang="en-US" sz="1900">
                <a:latin typeface="Consolas" panose="020B0609020204030204" pitchFamily="49" charset="0"/>
                <a:ea typeface="+mj-ea"/>
              </a:rPr>
              <a:t>存活時間，可使用</a:t>
            </a:r>
            <a:r>
              <a:rPr lang="en-US" altLang="zh-TW" sz="1900">
                <a:latin typeface="Consolas" panose="020B0609020204030204" pitchFamily="49" charset="0"/>
                <a:ea typeface="+mj-ea"/>
              </a:rPr>
              <a:t>session.setMaxInactiveInterval(int seconds)</a:t>
            </a:r>
            <a:r>
              <a:rPr lang="zh-TW" altLang="en-US" sz="1900">
                <a:latin typeface="Consolas" panose="020B0609020204030204" pitchFamily="49" charset="0"/>
                <a:ea typeface="+mj-ea"/>
              </a:rPr>
              <a:t>，參數單位是秒。</a:t>
            </a:r>
            <a:endParaRPr lang="en-US" altLang="zh-TW" sz="1900">
              <a:latin typeface="Consolas" panose="020B0609020204030204" pitchFamily="49" charset="0"/>
              <a:ea typeface="+mj-ea"/>
            </a:endParaRPr>
          </a:p>
          <a:p>
            <a:pPr marL="285750" indent="-285750">
              <a:lnSpc>
                <a:spcPct val="100000"/>
              </a:lnSpc>
              <a:buFont typeface="Arial" panose="020B0604020202020204" pitchFamily="34" charset="0"/>
              <a:buChar char="•"/>
            </a:pPr>
            <a:r>
              <a:rPr lang="zh-TW" altLang="en-US" sz="1900">
                <a:latin typeface="Consolas" panose="020B0609020204030204" pitchFamily="49" charset="0"/>
                <a:ea typeface="+mj-ea"/>
              </a:rPr>
              <a:t>個別</a:t>
            </a:r>
            <a:r>
              <a:rPr lang="en-US" altLang="zh-TW" sz="1900">
                <a:latin typeface="Consolas" panose="020B0609020204030204" pitchFamily="49" charset="0"/>
                <a:ea typeface="+mj-ea"/>
              </a:rPr>
              <a:t>Cookie</a:t>
            </a:r>
            <a:r>
              <a:rPr lang="zh-TW" altLang="en-US" sz="1900">
                <a:latin typeface="Consolas" panose="020B0609020204030204" pitchFamily="49" charset="0"/>
                <a:ea typeface="+mj-ea"/>
              </a:rPr>
              <a:t>存活時間，需使用</a:t>
            </a:r>
            <a:r>
              <a:rPr lang="en-US" altLang="zh-TW" sz="1900">
                <a:latin typeface="Consolas" panose="020B0609020204030204" pitchFamily="49" charset="0"/>
                <a:ea typeface="+mj-ea"/>
              </a:rPr>
              <a:t>reqeust.getCookies( )</a:t>
            </a:r>
            <a:r>
              <a:rPr lang="zh-TW" altLang="en-US" sz="1900">
                <a:latin typeface="Consolas" panose="020B0609020204030204" pitchFamily="49" charset="0"/>
                <a:ea typeface="+mj-ea"/>
              </a:rPr>
              <a:t>，再撰寫迴圈判斷</a:t>
            </a:r>
            <a:r>
              <a:rPr lang="en-US" altLang="zh-TW" sz="1900">
                <a:latin typeface="Consolas" panose="020B0609020204030204" pitchFamily="49" charset="0"/>
                <a:ea typeface="+mj-ea"/>
              </a:rPr>
              <a:t>JSESSIONID(Tomcat</a:t>
            </a:r>
            <a:r>
              <a:rPr lang="zh-TW" altLang="en-US" sz="1900">
                <a:latin typeface="Consolas" panose="020B0609020204030204" pitchFamily="49" charset="0"/>
                <a:ea typeface="+mj-ea"/>
              </a:rPr>
              <a:t>預設值</a:t>
            </a:r>
            <a:r>
              <a:rPr lang="en-US" altLang="zh-TW" sz="1900">
                <a:latin typeface="Consolas" panose="020B0609020204030204" pitchFamily="49" charset="0"/>
                <a:ea typeface="+mj-ea"/>
              </a:rPr>
              <a:t>)</a:t>
            </a:r>
            <a:r>
              <a:rPr lang="zh-TW" altLang="en-US" sz="1900">
                <a:latin typeface="Consolas" panose="020B0609020204030204" pitchFamily="49" charset="0"/>
                <a:ea typeface="+mj-ea"/>
              </a:rPr>
              <a:t>，使用</a:t>
            </a:r>
            <a:r>
              <a:rPr lang="en-US" altLang="zh-TW" sz="1900">
                <a:latin typeface="Consolas" panose="020B0609020204030204" pitchFamily="49" charset="0"/>
                <a:ea typeface="+mj-ea"/>
              </a:rPr>
              <a:t>c.setMaxAge(int seconds)</a:t>
            </a:r>
            <a:r>
              <a:rPr lang="zh-TW" altLang="en-US" sz="1900">
                <a:latin typeface="Consolas" panose="020B0609020204030204" pitchFamily="49" charset="0"/>
                <a:ea typeface="+mj-ea"/>
              </a:rPr>
              <a:t>重設存活時間，並使用</a:t>
            </a:r>
            <a:r>
              <a:rPr lang="en-US" altLang="zh-TW" sz="1900">
                <a:latin typeface="Consolas" panose="020B0609020204030204" pitchFamily="49" charset="0"/>
                <a:ea typeface="+mj-ea"/>
              </a:rPr>
              <a:t>response.addCookie(c)</a:t>
            </a:r>
            <a:r>
              <a:rPr lang="zh-TW" altLang="en-US" sz="1900">
                <a:latin typeface="Consolas" panose="020B0609020204030204" pitchFamily="49" charset="0"/>
                <a:ea typeface="+mj-ea"/>
              </a:rPr>
              <a:t>加入標頭。</a:t>
            </a:r>
            <a:endParaRPr lang="en-US" altLang="zh-TW" sz="1900">
              <a:latin typeface="Consolas" panose="020B0609020204030204" pitchFamily="49" charset="0"/>
              <a:ea typeface="+mj-ea"/>
            </a:endParaRPr>
          </a:p>
          <a:p>
            <a:pPr marL="285750" indent="-285750">
              <a:buFont typeface="Arial" panose="020B0604020202020204" pitchFamily="34" charset="0"/>
              <a:buChar char="•"/>
            </a:pPr>
            <a:r>
              <a:rPr lang="zh-TW" altLang="en-US" sz="1900">
                <a:latin typeface="Consolas" panose="020B0609020204030204" pitchFamily="49" charset="0"/>
                <a:ea typeface="+mj-ea"/>
              </a:rPr>
              <a:t>對於所有</a:t>
            </a:r>
            <a:r>
              <a:rPr lang="en-US" altLang="zh-TW" sz="1900">
                <a:latin typeface="Consolas" panose="020B0609020204030204" pitchFamily="49" charset="0"/>
                <a:ea typeface="+mj-ea"/>
              </a:rPr>
              <a:t>Session</a:t>
            </a:r>
            <a:r>
              <a:rPr lang="zh-TW" altLang="en-US" sz="1900">
                <a:latin typeface="Consolas" panose="020B0609020204030204" pitchFamily="49" charset="0"/>
                <a:ea typeface="+mj-ea"/>
              </a:rPr>
              <a:t>，可使用</a:t>
            </a:r>
            <a:r>
              <a:rPr lang="en-US" altLang="zh-TW" sz="1900">
                <a:latin typeface="Consolas" panose="020B0609020204030204" pitchFamily="49" charset="0"/>
                <a:ea typeface="+mj-ea"/>
              </a:rPr>
              <a:t>web.xml</a:t>
            </a:r>
            <a:r>
              <a:rPr lang="zh-TW" altLang="en-US" sz="1900">
                <a:latin typeface="Consolas" panose="020B0609020204030204" pitchFamily="49" charset="0"/>
                <a:ea typeface="+mj-ea"/>
              </a:rPr>
              <a:t>檔進行設定：</a:t>
            </a:r>
            <a:endParaRPr lang="en-US" altLang="zh-TW" sz="1900">
              <a:latin typeface="Consolas" panose="020B0609020204030204" pitchFamily="49" charset="0"/>
              <a:ea typeface="+mj-ea"/>
            </a:endParaRPr>
          </a:p>
          <a:p>
            <a:pPr marL="274320" lvl="1" indent="0">
              <a:buNone/>
            </a:pPr>
            <a:r>
              <a:rPr lang="en-US" altLang="zh-TW" sz="1900">
                <a:latin typeface="Consolas" panose="020B0609020204030204" pitchFamily="49" charset="0"/>
                <a:ea typeface="+mj-ea"/>
              </a:rPr>
              <a:t>&lt;web-app&gt;</a:t>
            </a:r>
          </a:p>
          <a:p>
            <a:pPr marL="548640" lvl="2" indent="0">
              <a:buNone/>
            </a:pPr>
            <a:r>
              <a:rPr lang="en-US" altLang="zh-TW" sz="1900">
                <a:latin typeface="Consolas" panose="020B0609020204030204" pitchFamily="49" charset="0"/>
                <a:ea typeface="+mj-ea"/>
              </a:rPr>
              <a:t>&lt;session-config&gt;</a:t>
            </a:r>
          </a:p>
          <a:p>
            <a:pPr marL="822960" lvl="3" indent="0">
              <a:buNone/>
            </a:pPr>
            <a:r>
              <a:rPr lang="en-US" altLang="zh-TW" sz="1900">
                <a:latin typeface="Consolas" panose="020B0609020204030204" pitchFamily="49" charset="0"/>
                <a:ea typeface="+mj-ea"/>
              </a:rPr>
              <a:t>&lt;session-timeout&gt; 120 &lt;/session-timeout&gt;	&lt;!-- </a:t>
            </a:r>
            <a:r>
              <a:rPr lang="zh-TW" altLang="en-US" sz="1900">
                <a:latin typeface="Consolas" panose="020B0609020204030204" pitchFamily="49" charset="0"/>
                <a:ea typeface="+mj-ea"/>
              </a:rPr>
              <a:t>單位為分鐘 </a:t>
            </a:r>
            <a:r>
              <a:rPr lang="en-US" altLang="zh-TW" sz="1900">
                <a:latin typeface="Consolas" panose="020B0609020204030204" pitchFamily="49" charset="0"/>
                <a:ea typeface="+mj-ea"/>
              </a:rPr>
              <a:t>--&gt;</a:t>
            </a:r>
          </a:p>
          <a:p>
            <a:pPr marL="1097280" lvl="4" indent="0">
              <a:buNone/>
            </a:pPr>
            <a:r>
              <a:rPr lang="en-US" altLang="zh-TW" sz="1900">
                <a:latin typeface="Consolas" panose="020B0609020204030204" pitchFamily="49" charset="0"/>
                <a:ea typeface="+mj-ea"/>
              </a:rPr>
              <a:t>&lt;cookie-config&gt;</a:t>
            </a:r>
          </a:p>
          <a:p>
            <a:pPr marL="1417120" lvl="5" indent="0">
              <a:buNone/>
            </a:pPr>
            <a:r>
              <a:rPr lang="en-US" altLang="zh-TW" sz="1900">
                <a:latin typeface="Consolas" panose="020B0609020204030204" pitchFamily="49" charset="0"/>
                <a:ea typeface="+mj-ea"/>
              </a:rPr>
              <a:t>&lt;max-age&gt;</a:t>
            </a:r>
            <a:r>
              <a:rPr lang="zh-TW" altLang="en-US" sz="1900">
                <a:latin typeface="Consolas" panose="020B0609020204030204" pitchFamily="49" charset="0"/>
                <a:ea typeface="+mj-ea"/>
              </a:rPr>
              <a:t> </a:t>
            </a:r>
            <a:r>
              <a:rPr lang="en-US" altLang="zh-TW" sz="1900">
                <a:latin typeface="Consolas" panose="020B0609020204030204" pitchFamily="49" charset="0"/>
                <a:ea typeface="+mj-ea"/>
              </a:rPr>
              <a:t>120</a:t>
            </a:r>
            <a:r>
              <a:rPr lang="zh-TW" altLang="en-US" sz="1900">
                <a:latin typeface="Consolas" panose="020B0609020204030204" pitchFamily="49" charset="0"/>
                <a:ea typeface="+mj-ea"/>
              </a:rPr>
              <a:t> * </a:t>
            </a:r>
            <a:r>
              <a:rPr lang="en-US" altLang="zh-TW" sz="1900">
                <a:latin typeface="Consolas" panose="020B0609020204030204" pitchFamily="49" charset="0"/>
                <a:ea typeface="+mj-ea"/>
              </a:rPr>
              <a:t>60</a:t>
            </a:r>
            <a:r>
              <a:rPr lang="zh-TW" altLang="en-US" sz="1900">
                <a:latin typeface="Consolas" panose="020B0609020204030204" pitchFamily="49" charset="0"/>
                <a:ea typeface="+mj-ea"/>
              </a:rPr>
              <a:t> </a:t>
            </a:r>
            <a:r>
              <a:rPr lang="en-US" altLang="zh-TW" sz="1900">
                <a:latin typeface="Consolas" panose="020B0609020204030204" pitchFamily="49" charset="0"/>
                <a:ea typeface="+mj-ea"/>
              </a:rPr>
              <a:t>&lt;/max-age&gt;		&lt;!-- </a:t>
            </a:r>
            <a:r>
              <a:rPr lang="zh-TW" altLang="en-US" sz="1900">
                <a:latin typeface="Consolas" panose="020B0609020204030204" pitchFamily="49" charset="0"/>
                <a:ea typeface="+mj-ea"/>
              </a:rPr>
              <a:t>單位為秒 </a:t>
            </a:r>
            <a:r>
              <a:rPr lang="en-US" altLang="zh-TW" sz="1900">
                <a:latin typeface="Consolas" panose="020B0609020204030204" pitchFamily="49" charset="0"/>
                <a:ea typeface="+mj-ea"/>
              </a:rPr>
              <a:t>--&gt;</a:t>
            </a:r>
          </a:p>
          <a:p>
            <a:pPr marL="1097280" lvl="4" indent="0">
              <a:buNone/>
            </a:pPr>
            <a:r>
              <a:rPr lang="en-US" altLang="zh-TW" sz="1900">
                <a:latin typeface="Consolas" panose="020B0609020204030204" pitchFamily="49" charset="0"/>
                <a:ea typeface="+mj-ea"/>
              </a:rPr>
              <a:t>&lt;/cookie-config&gt;</a:t>
            </a:r>
          </a:p>
          <a:p>
            <a:pPr marL="822960" lvl="3" indent="0">
              <a:buNone/>
            </a:pPr>
            <a:r>
              <a:rPr lang="en-US" altLang="zh-TW" sz="1900">
                <a:latin typeface="Consolas" panose="020B0609020204030204" pitchFamily="49" charset="0"/>
                <a:ea typeface="+mj-ea"/>
              </a:rPr>
              <a:t>&lt;/session-config&gt;</a:t>
            </a:r>
          </a:p>
          <a:p>
            <a:pPr marL="274320" lvl="1" indent="0">
              <a:buNone/>
            </a:pPr>
            <a:r>
              <a:rPr lang="en-US" altLang="zh-TW" sz="1900">
                <a:latin typeface="Consolas" panose="020B0609020204030204" pitchFamily="49" charset="0"/>
                <a:ea typeface="+mj-ea"/>
              </a:rPr>
              <a:t>&lt;/web-app&gt;</a:t>
            </a:r>
          </a:p>
          <a:p>
            <a:pPr marL="560070" lvl="1" indent="-285750">
              <a:buFont typeface="Arial" panose="020B0604020202020204" pitchFamily="34" charset="0"/>
              <a:buChar char="•"/>
            </a:pPr>
            <a:endParaRPr lang="en-US" altLang="zh-TW" sz="1900">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77F1DACB-6046-4678-96DE-3779E80A34D4}"/>
              </a:ext>
            </a:extLst>
          </p:cNvPr>
          <p:cNvSpPr>
            <a:spLocks noGrp="1"/>
          </p:cNvSpPr>
          <p:nvPr>
            <p:ph type="sldNum" sz="quarter" idx="12"/>
          </p:nvPr>
        </p:nvSpPr>
        <p:spPr/>
        <p:txBody>
          <a:bodyPr/>
          <a:lstStyle/>
          <a:p>
            <a:fld id="{B521127C-0C56-461F-B517-0D483F216F7D}" type="slidenum">
              <a:rPr lang="zh-TW" altLang="en-US" smtClean="0">
                <a:latin typeface="+mj-ea"/>
                <a:ea typeface="+mj-ea"/>
              </a:rPr>
              <a:t>70</a:t>
            </a:fld>
            <a:endParaRPr lang="zh-TW" altLang="en-US">
              <a:latin typeface="+mj-ea"/>
              <a:ea typeface="+mj-ea"/>
            </a:endParaRPr>
          </a:p>
        </p:txBody>
      </p:sp>
      <p:sp>
        <p:nvSpPr>
          <p:cNvPr id="7" name="文字方塊 6">
            <a:extLst>
              <a:ext uri="{FF2B5EF4-FFF2-40B4-BE49-F238E27FC236}">
                <a16:creationId xmlns:a16="http://schemas.microsoft.com/office/drawing/2014/main" id="{3ADD3859-68E3-41E3-B64B-E6F6552E77BE}"/>
              </a:ext>
            </a:extLst>
          </p:cNvPr>
          <p:cNvSpPr txBox="1"/>
          <p:nvPr/>
        </p:nvSpPr>
        <p:spPr>
          <a:xfrm>
            <a:off x="153971" y="83979"/>
            <a:ext cx="5040600"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zh-TW" altLang="en-US" sz="3600">
                <a:latin typeface="+mj-ea"/>
                <a:ea typeface="+mj-ea"/>
              </a:rPr>
              <a:t>設定</a:t>
            </a:r>
            <a:r>
              <a:rPr lang="en-US" altLang="zh-TW" sz="3600">
                <a:latin typeface="+mj-ea"/>
                <a:ea typeface="+mj-ea"/>
              </a:rPr>
              <a:t>Session</a:t>
            </a:r>
            <a:r>
              <a:rPr lang="zh-TW" altLang="en-US" sz="3600">
                <a:latin typeface="+mj-ea"/>
                <a:ea typeface="+mj-ea"/>
              </a:rPr>
              <a:t>的存活時間</a:t>
            </a:r>
            <a:endParaRPr lang="en-US" altLang="zh-TW" sz="3600">
              <a:latin typeface="+mj-ea"/>
              <a:ea typeface="+mj-ea"/>
            </a:endParaRPr>
          </a:p>
        </p:txBody>
      </p:sp>
    </p:spTree>
    <p:extLst>
      <p:ext uri="{BB962C8B-B14F-4D97-AF65-F5344CB8AC3E}">
        <p14:creationId xmlns:p14="http://schemas.microsoft.com/office/powerpoint/2010/main" val="247002503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A3D0CE2-91FF-49B3-A5D8-181E900D7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58AEBD96-C315-4F53-9D9E-0E20E993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78916AAA-66F6-4DFA-88ED-7E27CF6B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6" name="Group 15">
            <a:extLst>
              <a:ext uri="{FF2B5EF4-FFF2-40B4-BE49-F238E27FC236}">
                <a16:creationId xmlns:a16="http://schemas.microsoft.com/office/drawing/2014/main" id="{A137D43F-BAD6-47F1-AA65-AEEA38A2FF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17" name="Oval 16">
              <a:extLst>
                <a:ext uri="{FF2B5EF4-FFF2-40B4-BE49-F238E27FC236}">
                  <a16:creationId xmlns:a16="http://schemas.microsoft.com/office/drawing/2014/main" id="{D512C9B2-6B22-4211-A940-FCD7C2CD0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8" name="Oval 17">
              <a:extLst>
                <a:ext uri="{FF2B5EF4-FFF2-40B4-BE49-F238E27FC236}">
                  <a16:creationId xmlns:a16="http://schemas.microsoft.com/office/drawing/2014/main" id="{85F7DB84-CDE7-46F8-90DD-9D048A7D5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sp>
      </p:grpSp>
      <p:sp useBgFill="1">
        <p:nvSpPr>
          <p:cNvPr id="20" name="Rectangle 19">
            <a:extLst>
              <a:ext uri="{FF2B5EF4-FFF2-40B4-BE49-F238E27FC236}">
                <a16:creationId xmlns:a16="http://schemas.microsoft.com/office/drawing/2014/main" id="{C3D25154-9EF7-4C33-9AAC-7B3BE089FE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文字方塊 3">
            <a:extLst>
              <a:ext uri="{FF2B5EF4-FFF2-40B4-BE49-F238E27FC236}">
                <a16:creationId xmlns:a16="http://schemas.microsoft.com/office/drawing/2014/main" id="{4C0C7DFB-F839-4192-B53B-1812E6CE4CEC}"/>
              </a:ext>
            </a:extLst>
          </p:cNvPr>
          <p:cNvSpPr txBox="1"/>
          <p:nvPr/>
        </p:nvSpPr>
        <p:spPr>
          <a:xfrm>
            <a:off x="1051560" y="643468"/>
            <a:ext cx="9966960" cy="359243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zh-TW" altLang="en-US" sz="9600" b="1" cap="all">
                <a:latin typeface="+mj-lt"/>
                <a:ea typeface="+mj-ea"/>
                <a:cs typeface="+mj-cs"/>
              </a:rPr>
              <a:t>第九節</a:t>
            </a:r>
          </a:p>
          <a:p>
            <a:pPr defTabSz="914400">
              <a:lnSpc>
                <a:spcPct val="80000"/>
              </a:lnSpc>
              <a:spcBef>
                <a:spcPct val="0"/>
              </a:spcBef>
              <a:spcAft>
                <a:spcPts val="600"/>
              </a:spcAft>
            </a:pPr>
            <a:r>
              <a:rPr lang="en-US" altLang="zh-TW" sz="9600" b="1" cap="all">
                <a:latin typeface="+mj-lt"/>
                <a:ea typeface="+mj-ea"/>
                <a:cs typeface="+mj-cs"/>
              </a:rPr>
              <a:t>Server</a:t>
            </a:r>
            <a:r>
              <a:rPr lang="zh-TW" altLang="en-US" sz="9600" b="1" cap="all">
                <a:latin typeface="+mj-lt"/>
                <a:ea typeface="+mj-ea"/>
                <a:cs typeface="+mj-cs"/>
              </a:rPr>
              <a:t>資訊共享</a:t>
            </a:r>
            <a:endParaRPr lang="en-US" altLang="zh-TW" sz="9600" b="1" cap="all">
              <a:latin typeface="+mj-lt"/>
              <a:ea typeface="+mj-ea"/>
              <a:cs typeface="+mj-cs"/>
            </a:endParaRPr>
          </a:p>
        </p:txBody>
      </p:sp>
      <p:sp>
        <p:nvSpPr>
          <p:cNvPr id="22" name="Rectangle 21">
            <a:extLst>
              <a:ext uri="{FF2B5EF4-FFF2-40B4-BE49-F238E27FC236}">
                <a16:creationId xmlns:a16="http://schemas.microsoft.com/office/drawing/2014/main" id="{1604E8C0-C927-4C06-A96A-BF3323BA7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95831"/>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9DCECFD5-4C30-4892-9FF0-540E17955A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111496"/>
            <a:ext cx="1080904" cy="1080902"/>
            <a:chOff x="10245590" y="5111496"/>
            <a:chExt cx="1080904" cy="1080902"/>
          </a:xfrm>
        </p:grpSpPr>
        <p:sp>
          <p:nvSpPr>
            <p:cNvPr id="25" name="Oval 24">
              <a:extLst>
                <a:ext uri="{FF2B5EF4-FFF2-40B4-BE49-F238E27FC236}">
                  <a16:creationId xmlns:a16="http://schemas.microsoft.com/office/drawing/2014/main" id="{95C67F70-EAFE-425C-8422-591620A96D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5590" y="5111496"/>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26" name="Oval 25">
              <a:extLst>
                <a:ext uri="{FF2B5EF4-FFF2-40B4-BE49-F238E27FC236}">
                  <a16:creationId xmlns:a16="http://schemas.microsoft.com/office/drawing/2014/main" id="{D47FA16B-C217-4D91-84EA-5B0846BDDA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53681" y="5219586"/>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5" name="投影片編號版面配置區 4">
            <a:extLst>
              <a:ext uri="{FF2B5EF4-FFF2-40B4-BE49-F238E27FC236}">
                <a16:creationId xmlns:a16="http://schemas.microsoft.com/office/drawing/2014/main" id="{5D23B375-A6D2-4583-8FE9-BFCCCFBD241B}"/>
              </a:ext>
            </a:extLst>
          </p:cNvPr>
          <p:cNvSpPr>
            <a:spLocks noGrp="1"/>
          </p:cNvSpPr>
          <p:nvPr>
            <p:ph type="sldNum" sz="quarter" idx="12"/>
          </p:nvPr>
        </p:nvSpPr>
        <p:spPr>
          <a:xfrm>
            <a:off x="10189108" y="5342324"/>
            <a:ext cx="1193868" cy="640080"/>
          </a:xfrm>
        </p:spPr>
        <p:txBody>
          <a:bodyPr vert="horz" lIns="91440" tIns="45720" rIns="91440" bIns="45720" rtlCol="0" anchor="ctr">
            <a:normAutofit/>
          </a:bodyPr>
          <a:lstStyle/>
          <a:p>
            <a:pPr>
              <a:spcAft>
                <a:spcPts val="600"/>
              </a:spcAft>
            </a:pPr>
            <a:fld id="{B521127C-0C56-461F-B517-0D483F216F7D}" type="slidenum">
              <a:rPr lang="en-US" altLang="zh-TW" sz="2800" b="1" kern="1200">
                <a:solidFill>
                  <a:srgbClr val="FFFFFF"/>
                </a:solidFill>
                <a:latin typeface="+mj-lt"/>
                <a:ea typeface="+mn-ea"/>
                <a:cs typeface="+mn-cs"/>
              </a:rPr>
              <a:pPr>
                <a:spcAft>
                  <a:spcPts val="600"/>
                </a:spcAft>
              </a:pPr>
              <a:t>71</a:t>
            </a:fld>
            <a:endParaRPr lang="en-US" altLang="zh-TW" sz="2800" b="1" kern="1200">
              <a:solidFill>
                <a:srgbClr val="FFFFFF"/>
              </a:solidFill>
              <a:latin typeface="+mj-lt"/>
              <a:ea typeface="+mn-ea"/>
              <a:cs typeface="+mn-cs"/>
            </a:endParaRPr>
          </a:p>
        </p:txBody>
      </p:sp>
    </p:spTree>
    <p:extLst>
      <p:ext uri="{BB962C8B-B14F-4D97-AF65-F5344CB8AC3E}">
        <p14:creationId xmlns:p14="http://schemas.microsoft.com/office/powerpoint/2010/main" val="615531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sz="half" idx="2"/>
          </p:nvPr>
        </p:nvSpPr>
        <p:spPr>
          <a:xfrm>
            <a:off x="8331200" y="654967"/>
            <a:ext cx="3860800" cy="6203033"/>
          </a:xfrm>
        </p:spPr>
        <p:txBody>
          <a:bodyPr>
            <a:noAutofit/>
          </a:bodyPr>
          <a:lstStyle/>
          <a:p>
            <a:pPr algn="just">
              <a:spcBef>
                <a:spcPts val="600"/>
              </a:spcBef>
            </a:pPr>
            <a:r>
              <a:rPr lang="zh-TW" altLang="en-US" sz="1800" b="1">
                <a:latin typeface="Consolas" panose="020B0609020204030204" pitchFamily="49" charset="0"/>
                <a:ea typeface="+mj-ea"/>
              </a:rPr>
              <a:t>一個架構完善的</a:t>
            </a:r>
            <a:r>
              <a:rPr lang="en-US" altLang="zh-TW" sz="1800" b="1">
                <a:latin typeface="Consolas" panose="020B0609020204030204" pitchFamily="49" charset="0"/>
                <a:ea typeface="+mj-ea"/>
              </a:rPr>
              <a:t>Web App</a:t>
            </a:r>
            <a:r>
              <a:rPr lang="zh-TW" altLang="en-US" sz="1800" b="1">
                <a:latin typeface="Consolas" panose="020B0609020204030204" pitchFamily="49" charset="0"/>
                <a:ea typeface="+mj-ea"/>
              </a:rPr>
              <a:t>，不可能只靠一支</a:t>
            </a:r>
            <a:r>
              <a:rPr lang="en-US" altLang="zh-TW" sz="1800" b="1">
                <a:latin typeface="Consolas" panose="020B0609020204030204" pitchFamily="49" charset="0"/>
                <a:ea typeface="+mj-ea"/>
              </a:rPr>
              <a:t>Servelt</a:t>
            </a:r>
            <a:r>
              <a:rPr lang="zh-TW" altLang="en-US" sz="1800" b="1">
                <a:latin typeface="Consolas" panose="020B0609020204030204" pitchFamily="49" charset="0"/>
                <a:ea typeface="+mj-ea"/>
              </a:rPr>
              <a:t>完成所有操作與功能。故勢必得讓多支</a:t>
            </a:r>
            <a:r>
              <a:rPr lang="en-US" altLang="zh-TW" sz="1800" b="1">
                <a:latin typeface="Consolas" panose="020B0609020204030204" pitchFamily="49" charset="0"/>
                <a:ea typeface="+mj-ea"/>
              </a:rPr>
              <a:t>Servlet(</a:t>
            </a:r>
            <a:r>
              <a:rPr lang="zh-TW" altLang="en-US" sz="1800" b="1">
                <a:latin typeface="Consolas" panose="020B0609020204030204" pitchFamily="49" charset="0"/>
                <a:ea typeface="+mj-ea"/>
              </a:rPr>
              <a:t>或</a:t>
            </a:r>
            <a:r>
              <a:rPr lang="en-US" altLang="zh-TW" sz="1800" b="1">
                <a:latin typeface="Consolas" panose="020B0609020204030204" pitchFamily="49" charset="0"/>
                <a:ea typeface="+mj-ea"/>
              </a:rPr>
              <a:t>JSP)</a:t>
            </a:r>
            <a:r>
              <a:rPr lang="zh-TW" altLang="en-US" sz="1800" b="1">
                <a:latin typeface="Consolas" panose="020B0609020204030204" pitchFamily="49" charset="0"/>
                <a:ea typeface="+mj-ea"/>
              </a:rPr>
              <a:t>協同合作，為了方便所有、或者彼此相關的</a:t>
            </a:r>
            <a:r>
              <a:rPr lang="en-US" altLang="zh-TW" sz="1800" b="1">
                <a:latin typeface="Consolas" panose="020B0609020204030204" pitchFamily="49" charset="0"/>
                <a:ea typeface="+mj-ea"/>
              </a:rPr>
              <a:t>Servlet</a:t>
            </a:r>
            <a:r>
              <a:rPr lang="zh-TW" altLang="en-US" sz="1800" b="1">
                <a:latin typeface="Consolas" panose="020B0609020204030204" pitchFamily="49" charset="0"/>
                <a:ea typeface="+mj-ea"/>
              </a:rPr>
              <a:t>能夠存取到相同資訊，</a:t>
            </a:r>
            <a:r>
              <a:rPr lang="en-US" altLang="zh-TW" sz="1800" b="1">
                <a:latin typeface="Consolas" panose="020B0609020204030204" pitchFamily="49" charset="0"/>
                <a:ea typeface="+mj-ea"/>
              </a:rPr>
              <a:t>Server</a:t>
            </a:r>
            <a:r>
              <a:rPr lang="zh-TW" altLang="en-US" sz="1800" b="1">
                <a:latin typeface="Consolas" panose="020B0609020204030204" pitchFamily="49" charset="0"/>
                <a:ea typeface="+mj-ea"/>
              </a:rPr>
              <a:t>必須使用些方法進行後端資訊共享。</a:t>
            </a:r>
            <a:endParaRPr lang="en-US" altLang="zh-TW" sz="1800" b="1">
              <a:latin typeface="Consolas" panose="020B0609020204030204" pitchFamily="49" charset="0"/>
              <a:ea typeface="+mj-ea"/>
            </a:endParaRPr>
          </a:p>
          <a:p>
            <a:pPr algn="just">
              <a:spcBef>
                <a:spcPts val="1200"/>
              </a:spcBef>
            </a:pPr>
            <a:r>
              <a:rPr lang="zh-TW" altLang="en-US" sz="1800" b="1">
                <a:latin typeface="Consolas" panose="020B0609020204030204" pitchFamily="49" charset="0"/>
                <a:ea typeface="+mj-ea"/>
              </a:rPr>
              <a:t>主要方法是將「欲共享資訊」放入</a:t>
            </a:r>
            <a:r>
              <a:rPr lang="en-US" altLang="zh-TW" sz="1800" b="1">
                <a:latin typeface="Consolas" panose="020B0609020204030204" pitchFamily="49" charset="0"/>
                <a:ea typeface="+mj-ea"/>
              </a:rPr>
              <a:t>context</a:t>
            </a:r>
            <a:r>
              <a:rPr lang="zh-TW" altLang="en-US" sz="1800" b="1">
                <a:latin typeface="Consolas" panose="020B0609020204030204" pitchFamily="49" charset="0"/>
                <a:ea typeface="+mj-ea"/>
              </a:rPr>
              <a:t>、</a:t>
            </a:r>
            <a:r>
              <a:rPr lang="en-US" altLang="zh-TW" sz="1800" b="1">
                <a:latin typeface="Consolas" panose="020B0609020204030204" pitchFamily="49" charset="0"/>
                <a:ea typeface="+mj-ea"/>
              </a:rPr>
              <a:t>session</a:t>
            </a:r>
            <a:r>
              <a:rPr lang="zh-TW" altLang="en-US" sz="1800" b="1">
                <a:latin typeface="Consolas" panose="020B0609020204030204" pitchFamily="49" charset="0"/>
                <a:ea typeface="+mj-ea"/>
              </a:rPr>
              <a:t>、</a:t>
            </a:r>
            <a:r>
              <a:rPr lang="en-US" altLang="zh-TW" sz="1800" b="1">
                <a:latin typeface="Consolas" panose="020B0609020204030204" pitchFamily="49" charset="0"/>
                <a:ea typeface="+mj-ea"/>
              </a:rPr>
              <a:t>request</a:t>
            </a:r>
            <a:r>
              <a:rPr lang="zh-TW" altLang="en-US" sz="1800" b="1">
                <a:latin typeface="Consolas" panose="020B0609020204030204" pitchFamily="49" charset="0"/>
                <a:ea typeface="+mj-ea"/>
              </a:rPr>
              <a:t>區間之中。</a:t>
            </a:r>
            <a:endParaRPr lang="en-US" altLang="zh-TW" sz="1800" b="1">
              <a:latin typeface="Consolas" panose="020B0609020204030204" pitchFamily="49" charset="0"/>
              <a:ea typeface="+mj-ea"/>
            </a:endParaRPr>
          </a:p>
          <a:p>
            <a:pPr algn="just">
              <a:spcBef>
                <a:spcPts val="1200"/>
              </a:spcBef>
            </a:pPr>
            <a:r>
              <a:rPr lang="zh-TW" altLang="en-US" sz="1800" b="1">
                <a:latin typeface="Consolas" panose="020B0609020204030204" pitchFamily="49" charset="0"/>
                <a:ea typeface="+mj-ea"/>
              </a:rPr>
              <a:t>放入</a:t>
            </a:r>
            <a:r>
              <a:rPr lang="en-US" altLang="zh-TW" sz="1800" b="1">
                <a:latin typeface="Consolas" panose="020B0609020204030204" pitchFamily="49" charset="0"/>
                <a:ea typeface="+mj-ea"/>
              </a:rPr>
              <a:t>context</a:t>
            </a:r>
            <a:r>
              <a:rPr lang="zh-TW" altLang="en-US" sz="1800" b="1">
                <a:latin typeface="Consolas" panose="020B0609020204030204" pitchFamily="49" charset="0"/>
                <a:ea typeface="+mj-ea"/>
              </a:rPr>
              <a:t>表示</a:t>
            </a:r>
            <a:r>
              <a:rPr lang="en-US" altLang="zh-TW" sz="1800" b="1">
                <a:latin typeface="Consolas" panose="020B0609020204030204" pitchFamily="49" charset="0"/>
                <a:ea typeface="+mj-ea"/>
              </a:rPr>
              <a:t>Server</a:t>
            </a:r>
            <a:r>
              <a:rPr lang="zh-TW" altLang="en-US" sz="1800" b="1">
                <a:latin typeface="Consolas" panose="020B0609020204030204" pitchFamily="49" charset="0"/>
                <a:ea typeface="+mj-ea"/>
              </a:rPr>
              <a:t>關閉之前，所有</a:t>
            </a:r>
            <a:r>
              <a:rPr lang="en-US" altLang="zh-TW" sz="1800" b="1">
                <a:latin typeface="Consolas" panose="020B0609020204030204" pitchFamily="49" charset="0"/>
                <a:ea typeface="+mj-ea"/>
              </a:rPr>
              <a:t>Servelt</a:t>
            </a:r>
            <a:r>
              <a:rPr lang="zh-TW" altLang="en-US" sz="1800" b="1">
                <a:latin typeface="Consolas" panose="020B0609020204030204" pitchFamily="49" charset="0"/>
                <a:ea typeface="+mj-ea"/>
              </a:rPr>
              <a:t>都能共享資訊。</a:t>
            </a:r>
            <a:endParaRPr lang="en-US" altLang="zh-TW" sz="1800" b="1">
              <a:latin typeface="Consolas" panose="020B0609020204030204" pitchFamily="49" charset="0"/>
              <a:ea typeface="+mj-ea"/>
            </a:endParaRPr>
          </a:p>
          <a:p>
            <a:pPr algn="just">
              <a:spcBef>
                <a:spcPts val="1200"/>
              </a:spcBef>
            </a:pPr>
            <a:r>
              <a:rPr lang="zh-TW" altLang="en-US" sz="1800" b="1">
                <a:latin typeface="Consolas" panose="020B0609020204030204" pitchFamily="49" charset="0"/>
                <a:ea typeface="+mj-ea"/>
              </a:rPr>
              <a:t>放入</a:t>
            </a:r>
            <a:r>
              <a:rPr lang="en-US" altLang="zh-TW" sz="1800" b="1">
                <a:latin typeface="Consolas" panose="020B0609020204030204" pitchFamily="49" charset="0"/>
                <a:ea typeface="+mj-ea"/>
              </a:rPr>
              <a:t>Session</a:t>
            </a:r>
            <a:r>
              <a:rPr lang="zh-TW" altLang="en-US" sz="1800" b="1">
                <a:latin typeface="Consolas" panose="020B0609020204030204" pitchFamily="49" charset="0"/>
                <a:ea typeface="+mj-ea"/>
              </a:rPr>
              <a:t>則表示在使用者離開網站之前</a:t>
            </a:r>
            <a:r>
              <a:rPr lang="en-US" altLang="zh-TW" sz="1800" b="1">
                <a:latin typeface="Consolas" panose="020B0609020204030204" pitchFamily="49" charset="0"/>
                <a:ea typeface="+mj-ea"/>
              </a:rPr>
              <a:t>(</a:t>
            </a:r>
            <a:r>
              <a:rPr lang="zh-TW" altLang="en-US" sz="1800" b="1">
                <a:latin typeface="Consolas" panose="020B0609020204030204" pitchFamily="49" charset="0"/>
                <a:ea typeface="+mj-ea"/>
              </a:rPr>
              <a:t>預設，取決於你如何設定</a:t>
            </a:r>
            <a:r>
              <a:rPr lang="en-US" altLang="zh-TW" sz="1800" b="1">
                <a:latin typeface="Consolas" panose="020B0609020204030204" pitchFamily="49" charset="0"/>
                <a:ea typeface="+mj-ea"/>
              </a:rPr>
              <a:t>session</a:t>
            </a:r>
            <a:r>
              <a:rPr lang="zh-TW" altLang="en-US" sz="1800" b="1">
                <a:latin typeface="Consolas" panose="020B0609020204030204" pitchFamily="49" charset="0"/>
                <a:ea typeface="+mj-ea"/>
              </a:rPr>
              <a:t>、</a:t>
            </a:r>
            <a:r>
              <a:rPr lang="en-US" altLang="zh-TW" sz="1800" b="1">
                <a:latin typeface="Consolas" panose="020B0609020204030204" pitchFamily="49" charset="0"/>
                <a:ea typeface="+mj-ea"/>
              </a:rPr>
              <a:t>cookie</a:t>
            </a:r>
            <a:r>
              <a:rPr lang="zh-TW" altLang="en-US" sz="1800" b="1">
                <a:latin typeface="Consolas" panose="020B0609020204030204" pitchFamily="49" charset="0"/>
                <a:ea typeface="+mj-ea"/>
              </a:rPr>
              <a:t>存活時間</a:t>
            </a:r>
            <a:r>
              <a:rPr lang="en-US" altLang="zh-TW" sz="1800" b="1">
                <a:latin typeface="Consolas" panose="020B0609020204030204" pitchFamily="49" charset="0"/>
                <a:ea typeface="+mj-ea"/>
              </a:rPr>
              <a:t>)</a:t>
            </a:r>
            <a:r>
              <a:rPr lang="zh-TW" altLang="en-US" sz="1800" b="1">
                <a:latin typeface="Consolas" panose="020B0609020204030204" pitchFamily="49" charset="0"/>
                <a:ea typeface="+mj-ea"/>
              </a:rPr>
              <a:t>，所有</a:t>
            </a:r>
            <a:r>
              <a:rPr lang="en-US" altLang="zh-TW" sz="1800" b="1">
                <a:latin typeface="Consolas" panose="020B0609020204030204" pitchFamily="49" charset="0"/>
                <a:ea typeface="+mj-ea"/>
              </a:rPr>
              <a:t>Servelt</a:t>
            </a:r>
            <a:r>
              <a:rPr lang="zh-TW" altLang="en-US" sz="1800" b="1">
                <a:latin typeface="Consolas" panose="020B0609020204030204" pitchFamily="49" charset="0"/>
                <a:ea typeface="+mj-ea"/>
              </a:rPr>
              <a:t>都能共享資訊。</a:t>
            </a:r>
            <a:endParaRPr lang="en-US" altLang="zh-TW" sz="1800" b="1">
              <a:latin typeface="Consolas" panose="020B0609020204030204" pitchFamily="49" charset="0"/>
              <a:ea typeface="+mj-ea"/>
            </a:endParaRPr>
          </a:p>
          <a:p>
            <a:pPr algn="just">
              <a:spcBef>
                <a:spcPts val="1200"/>
              </a:spcBef>
            </a:pPr>
            <a:r>
              <a:rPr lang="zh-TW" altLang="en-US" sz="1800" b="1">
                <a:latin typeface="Consolas" panose="020B0609020204030204" pitchFamily="49" charset="0"/>
                <a:ea typeface="+mj-ea"/>
              </a:rPr>
              <a:t>放入</a:t>
            </a:r>
            <a:r>
              <a:rPr lang="en-US" altLang="zh-TW" sz="1800" b="1">
                <a:latin typeface="Consolas" panose="020B0609020204030204" pitchFamily="49" charset="0"/>
                <a:ea typeface="+mj-ea"/>
              </a:rPr>
              <a:t>reqesut</a:t>
            </a:r>
            <a:r>
              <a:rPr lang="zh-TW" altLang="en-US" sz="1800" b="1">
                <a:latin typeface="Consolas" panose="020B0609020204030204" pitchFamily="49" charset="0"/>
                <a:ea typeface="+mj-ea"/>
              </a:rPr>
              <a:t>則表示「只有這一次的請求與回應」可以共享資訊。</a:t>
            </a:r>
          </a:p>
        </p:txBody>
      </p:sp>
      <p:sp>
        <p:nvSpPr>
          <p:cNvPr id="4" name="投影片編號版面配置區 3">
            <a:extLst>
              <a:ext uri="{FF2B5EF4-FFF2-40B4-BE49-F238E27FC236}">
                <a16:creationId xmlns:a16="http://schemas.microsoft.com/office/drawing/2014/main" id="{DE0C7043-5B7F-4E55-B9C2-004C86B4F74C}"/>
              </a:ext>
            </a:extLst>
          </p:cNvPr>
          <p:cNvSpPr>
            <a:spLocks noGrp="1"/>
          </p:cNvSpPr>
          <p:nvPr>
            <p:ph type="sldNum" sz="quarter" idx="12"/>
          </p:nvPr>
        </p:nvSpPr>
        <p:spPr/>
        <p:txBody>
          <a:bodyPr/>
          <a:lstStyle/>
          <a:p>
            <a:fld id="{B521127C-0C56-461F-B517-0D483F216F7D}" type="slidenum">
              <a:rPr lang="zh-TW" altLang="en-US" smtClean="0"/>
              <a:t>72</a:t>
            </a:fld>
            <a:endParaRPr lang="zh-TW" altLang="en-US"/>
          </a:p>
        </p:txBody>
      </p:sp>
      <p:sp>
        <p:nvSpPr>
          <p:cNvPr id="9" name="矩形 8"/>
          <p:cNvSpPr/>
          <p:nvPr/>
        </p:nvSpPr>
        <p:spPr>
          <a:xfrm>
            <a:off x="8331200" y="174836"/>
            <a:ext cx="3860800" cy="480131"/>
          </a:xfrm>
          <a:prstGeom prst="rect">
            <a:avLst/>
          </a:prstGeom>
        </p:spPr>
        <p:txBody>
          <a:bodyPr wrap="square">
            <a:spAutoFit/>
          </a:bodyPr>
          <a:lstStyle/>
          <a:p>
            <a:pPr algn="ctr" defTabSz="914400">
              <a:lnSpc>
                <a:spcPct val="90000"/>
              </a:lnSpc>
              <a:spcBef>
                <a:spcPct val="0"/>
              </a:spcBef>
            </a:pPr>
            <a:r>
              <a:rPr lang="en-US" altLang="zh-TW" sz="2800" b="1">
                <a:latin typeface="+mj-lt"/>
                <a:ea typeface="+mj-ea"/>
                <a:cs typeface="+mj-cs"/>
              </a:rPr>
              <a:t>Server</a:t>
            </a:r>
            <a:r>
              <a:rPr lang="zh-TW" altLang="en-US" sz="2800" b="1">
                <a:latin typeface="+mj-lt"/>
                <a:ea typeface="+mj-ea"/>
                <a:cs typeface="+mj-cs"/>
              </a:rPr>
              <a:t>資訊共享</a:t>
            </a:r>
            <a:endParaRPr lang="en-US" altLang="zh-TW" sz="2800" b="1">
              <a:latin typeface="+mj-lt"/>
              <a:ea typeface="+mj-ea"/>
              <a:cs typeface="+mj-cs"/>
            </a:endParaRPr>
          </a:p>
        </p:txBody>
      </p:sp>
      <p:sp>
        <p:nvSpPr>
          <p:cNvPr id="30" name="文字方塊 29">
            <a:extLst>
              <a:ext uri="{FF2B5EF4-FFF2-40B4-BE49-F238E27FC236}">
                <a16:creationId xmlns:a16="http://schemas.microsoft.com/office/drawing/2014/main" id="{8570CFE9-0731-4434-8914-6944777BFE6D}"/>
              </a:ext>
            </a:extLst>
          </p:cNvPr>
          <p:cNvSpPr txBox="1">
            <a:spLocks/>
          </p:cNvSpPr>
          <p:nvPr/>
        </p:nvSpPr>
        <p:spPr>
          <a:xfrm>
            <a:off x="88682" y="59267"/>
            <a:ext cx="8107051" cy="6540252"/>
          </a:xfrm>
          <a:prstGeom prst="rect">
            <a:avLst/>
          </a:prstGeom>
          <a:noFill/>
        </p:spPr>
        <p:txBody>
          <a:bodyPr wrap="square">
            <a:spAutoFit/>
          </a:bodyPr>
          <a:lstStyle/>
          <a:p>
            <a:pPr marL="285750" indent="-285750" algn="just">
              <a:spcBef>
                <a:spcPts val="1200"/>
              </a:spcBef>
              <a:buFont typeface="Arial" panose="020B0604020202020204" pitchFamily="34" charset="0"/>
              <a:buChar char="•"/>
            </a:pPr>
            <a:r>
              <a:rPr lang="zh-TW" altLang="en-US" sz="1600">
                <a:latin typeface="Consolas" panose="020B0609020204030204" pitchFamily="49" charset="0"/>
                <a:ea typeface="+mj-ea"/>
              </a:rPr>
              <a:t>主要分為兩大方法：資訊共享、控制權共用</a:t>
            </a:r>
            <a:endParaRPr lang="en-US" altLang="zh-TW" sz="1600">
              <a:latin typeface="Consolas" panose="020B0609020204030204" pitchFamily="49" charset="0"/>
              <a:ea typeface="+mj-ea"/>
            </a:endParaRPr>
          </a:p>
          <a:p>
            <a:pPr marL="285750" indent="-285750" algn="just">
              <a:spcBef>
                <a:spcPts val="1200"/>
              </a:spcBef>
              <a:buFont typeface="Arial" panose="020B0604020202020204" pitchFamily="34" charset="0"/>
              <a:buChar char="•"/>
            </a:pPr>
            <a:r>
              <a:rPr lang="zh-TW" altLang="en-US" sz="1600">
                <a:latin typeface="Consolas" panose="020B0609020204030204" pitchFamily="49" charset="0"/>
                <a:ea typeface="+mj-ea"/>
              </a:rPr>
              <a:t>資訊共享</a:t>
            </a:r>
          </a:p>
          <a:p>
            <a:pPr marL="742950" lvl="1" indent="-285750" algn="just">
              <a:spcBef>
                <a:spcPts val="1200"/>
              </a:spcBef>
              <a:buFont typeface="Arial" panose="020B0604020202020204" pitchFamily="34" charset="0"/>
              <a:buChar char="•"/>
            </a:pPr>
            <a:r>
              <a:rPr lang="zh-TW" altLang="en-US" sz="1600">
                <a:latin typeface="Consolas" panose="020B0609020204030204" pitchFamily="49" charset="0"/>
                <a:ea typeface="+mj-ea"/>
              </a:rPr>
              <a:t>將一個資訊以屬性</a:t>
            </a:r>
            <a:r>
              <a:rPr lang="en-US" altLang="zh-TW" sz="1600">
                <a:latin typeface="Consolas" panose="020B0609020204030204" pitchFamily="49" charset="0"/>
                <a:ea typeface="+mj-ea"/>
              </a:rPr>
              <a:t>-</a:t>
            </a:r>
            <a:r>
              <a:rPr lang="zh-TW" altLang="en-US" sz="1600">
                <a:latin typeface="Consolas" panose="020B0609020204030204" pitchFamily="49" charset="0"/>
                <a:ea typeface="+mj-ea"/>
              </a:rPr>
              <a:t>屬性值的方式存入</a:t>
            </a:r>
            <a:r>
              <a:rPr lang="en-US" altLang="zh-TW" sz="1600">
                <a:latin typeface="Consolas" panose="020B0609020204030204" pitchFamily="49" charset="0"/>
                <a:ea typeface="+mj-ea"/>
              </a:rPr>
              <a:t>ServletContext</a:t>
            </a:r>
            <a:r>
              <a:rPr lang="zh-TW" altLang="en-US" sz="1600">
                <a:latin typeface="Consolas" panose="020B0609020204030204" pitchFamily="49" charset="0"/>
                <a:ea typeface="+mj-ea"/>
              </a:rPr>
              <a:t>或</a:t>
            </a:r>
            <a:r>
              <a:rPr lang="en-US" altLang="zh-TW" sz="1600">
                <a:latin typeface="Consolas" panose="020B0609020204030204" pitchFamily="49" charset="0"/>
                <a:ea typeface="+mj-ea"/>
              </a:rPr>
              <a:t>HttpSession</a:t>
            </a:r>
            <a:r>
              <a:rPr lang="zh-TW" altLang="en-US" sz="1600">
                <a:latin typeface="Consolas" panose="020B0609020204030204" pitchFamily="49" charset="0"/>
                <a:ea typeface="+mj-ea"/>
              </a:rPr>
              <a:t>之中，以實現資訊共享。</a:t>
            </a:r>
          </a:p>
          <a:p>
            <a:pPr marL="742950" lvl="1" indent="-285750" algn="just">
              <a:spcBef>
                <a:spcPts val="1200"/>
              </a:spcBef>
              <a:buFont typeface="Arial" panose="020B0604020202020204" pitchFamily="34" charset="0"/>
              <a:buChar char="•"/>
            </a:pPr>
            <a:r>
              <a:rPr lang="en-US" altLang="zh-TW" sz="1600">
                <a:latin typeface="Consolas" panose="020B0609020204030204" pitchFamily="49" charset="0"/>
                <a:ea typeface="+mj-ea"/>
              </a:rPr>
              <a:t>ServletContext:</a:t>
            </a:r>
            <a:r>
              <a:rPr lang="zh-TW" altLang="en-US" sz="1600">
                <a:latin typeface="Consolas" panose="020B0609020204030204" pitchFamily="49" charset="0"/>
                <a:ea typeface="+mj-ea"/>
              </a:rPr>
              <a:t>存入的屬性，所有</a:t>
            </a:r>
            <a:r>
              <a:rPr lang="en-US" altLang="zh-TW" sz="1600">
                <a:latin typeface="Consolas" panose="020B0609020204030204" pitchFamily="49" charset="0"/>
                <a:ea typeface="+mj-ea"/>
              </a:rPr>
              <a:t>Servlet</a:t>
            </a:r>
            <a:r>
              <a:rPr lang="zh-TW" altLang="en-US" sz="1600">
                <a:latin typeface="Consolas" panose="020B0609020204030204" pitchFamily="49" charset="0"/>
                <a:ea typeface="+mj-ea"/>
              </a:rPr>
              <a:t>都能存取。</a:t>
            </a:r>
          </a:p>
          <a:p>
            <a:pPr marL="742950" lvl="1" indent="-285750" algn="just">
              <a:spcBef>
                <a:spcPts val="1200"/>
              </a:spcBef>
              <a:buFont typeface="Arial" panose="020B0604020202020204" pitchFamily="34" charset="0"/>
              <a:buChar char="•"/>
            </a:pPr>
            <a:r>
              <a:rPr lang="en-US" altLang="zh-TW" sz="1600">
                <a:latin typeface="Consolas" panose="020B0609020204030204" pitchFamily="49" charset="0"/>
                <a:ea typeface="+mj-ea"/>
              </a:rPr>
              <a:t>HttpSession:</a:t>
            </a:r>
            <a:r>
              <a:rPr lang="zh-TW" altLang="en-US" sz="1600">
                <a:latin typeface="Consolas" panose="020B0609020204030204" pitchFamily="49" charset="0"/>
                <a:ea typeface="+mj-ea"/>
              </a:rPr>
              <a:t>存入的屬性只有同一次</a:t>
            </a:r>
            <a:r>
              <a:rPr lang="en-US" altLang="zh-TW" sz="1600">
                <a:latin typeface="Consolas" panose="020B0609020204030204" pitchFamily="49" charset="0"/>
                <a:ea typeface="+mj-ea"/>
              </a:rPr>
              <a:t>Session</a:t>
            </a:r>
            <a:r>
              <a:rPr lang="zh-TW" altLang="en-US" sz="1600">
                <a:latin typeface="Consolas" panose="020B0609020204030204" pitchFamily="49" charset="0"/>
                <a:ea typeface="+mj-ea"/>
              </a:rPr>
              <a:t>能夠存取。</a:t>
            </a:r>
          </a:p>
          <a:p>
            <a:pPr marL="285750" indent="-285750" algn="just">
              <a:spcBef>
                <a:spcPts val="1200"/>
              </a:spcBef>
              <a:buFont typeface="Arial" panose="020B0604020202020204" pitchFamily="34" charset="0"/>
              <a:buChar char="•"/>
            </a:pPr>
            <a:r>
              <a:rPr lang="zh-TW" altLang="en-US" sz="1600">
                <a:latin typeface="Consolas" panose="020B0609020204030204" pitchFamily="49" charset="0"/>
                <a:ea typeface="+mj-ea"/>
              </a:rPr>
              <a:t>控制權共用</a:t>
            </a:r>
            <a:r>
              <a:rPr lang="en-US" altLang="zh-TW" sz="1600">
                <a:latin typeface="Consolas" panose="020B0609020204030204" pitchFamily="49" charset="0"/>
                <a:ea typeface="+mj-ea"/>
              </a:rPr>
              <a:t>(</a:t>
            </a:r>
            <a:r>
              <a:rPr lang="zh-TW" altLang="en-US" sz="1600">
                <a:latin typeface="Consolas" panose="020B0609020204030204" pitchFamily="49" charset="0"/>
                <a:ea typeface="+mj-ea"/>
              </a:rPr>
              <a:t>調派請求</a:t>
            </a:r>
            <a:r>
              <a:rPr lang="en-US" altLang="zh-TW" sz="1600">
                <a:latin typeface="Consolas" panose="020B0609020204030204" pitchFamily="49" charset="0"/>
                <a:ea typeface="+mj-ea"/>
              </a:rPr>
              <a:t>)</a:t>
            </a:r>
            <a:endParaRPr lang="zh-TW" altLang="en-US" sz="1600">
              <a:latin typeface="Consolas" panose="020B0609020204030204" pitchFamily="49" charset="0"/>
              <a:ea typeface="+mj-ea"/>
            </a:endParaRPr>
          </a:p>
          <a:p>
            <a:pPr marL="742950" lvl="1" indent="-285750" algn="just">
              <a:spcBef>
                <a:spcPts val="1200"/>
              </a:spcBef>
              <a:buFont typeface="Arial" panose="020B0604020202020204" pitchFamily="34" charset="0"/>
              <a:buChar char="•"/>
            </a:pPr>
            <a:r>
              <a:rPr lang="zh-TW" altLang="en-US" sz="1600">
                <a:latin typeface="Consolas" panose="020B0609020204030204" pitchFamily="49" charset="0"/>
                <a:ea typeface="+mj-ea"/>
              </a:rPr>
              <a:t>控制權共用可讓兩個以上的</a:t>
            </a:r>
            <a:r>
              <a:rPr lang="en-US" altLang="zh-TW" sz="1600">
                <a:latin typeface="Consolas" panose="020B0609020204030204" pitchFamily="49" charset="0"/>
                <a:ea typeface="+mj-ea"/>
              </a:rPr>
              <a:t>Servlet</a:t>
            </a:r>
            <a:r>
              <a:rPr lang="zh-TW" altLang="en-US" sz="1600">
                <a:latin typeface="Consolas" panose="020B0609020204030204" pitchFamily="49" charset="0"/>
                <a:ea typeface="+mj-ea"/>
              </a:rPr>
              <a:t>共用同一個</a:t>
            </a:r>
            <a:r>
              <a:rPr lang="en-US" altLang="zh-TW" sz="1600">
                <a:latin typeface="Consolas" panose="020B0609020204030204" pitchFamily="49" charset="0"/>
                <a:ea typeface="+mj-ea"/>
              </a:rPr>
              <a:t>request</a:t>
            </a:r>
            <a:r>
              <a:rPr lang="zh-TW" altLang="en-US" sz="1600">
                <a:latin typeface="Consolas" panose="020B0609020204030204" pitchFamily="49" charset="0"/>
                <a:ea typeface="+mj-ea"/>
              </a:rPr>
              <a:t>的控制權，有</a:t>
            </a:r>
            <a:r>
              <a:rPr lang="en-US" altLang="zh-TW" sz="1600">
                <a:latin typeface="Consolas" panose="020B0609020204030204" pitchFamily="49" charset="0"/>
                <a:ea typeface="+mj-ea"/>
              </a:rPr>
              <a:t>forward(</a:t>
            </a:r>
            <a:r>
              <a:rPr lang="zh-TW" altLang="en-US" sz="1600">
                <a:latin typeface="Consolas" panose="020B0609020204030204" pitchFamily="49" charset="0"/>
                <a:ea typeface="+mj-ea"/>
              </a:rPr>
              <a:t>轉送</a:t>
            </a:r>
            <a:r>
              <a:rPr lang="en-US" altLang="zh-TW" sz="1600">
                <a:latin typeface="Consolas" panose="020B0609020204030204" pitchFamily="49" charset="0"/>
                <a:ea typeface="+mj-ea"/>
              </a:rPr>
              <a:t>)</a:t>
            </a:r>
            <a:r>
              <a:rPr lang="zh-TW" altLang="en-US" sz="1600">
                <a:latin typeface="Consolas" panose="020B0609020204030204" pitchFamily="49" charset="0"/>
                <a:ea typeface="+mj-ea"/>
              </a:rPr>
              <a:t>、</a:t>
            </a:r>
            <a:r>
              <a:rPr lang="en-US" altLang="zh-TW" sz="1600">
                <a:latin typeface="Consolas" panose="020B0609020204030204" pitchFamily="49" charset="0"/>
                <a:ea typeface="+mj-ea"/>
              </a:rPr>
              <a:t>include(</a:t>
            </a:r>
            <a:r>
              <a:rPr lang="zh-TW" altLang="en-US" sz="1600">
                <a:latin typeface="Consolas" panose="020B0609020204030204" pitchFamily="49" charset="0"/>
                <a:ea typeface="+mj-ea"/>
              </a:rPr>
              <a:t>包含</a:t>
            </a:r>
            <a:r>
              <a:rPr lang="en-US" altLang="zh-TW" sz="1600">
                <a:latin typeface="Consolas" panose="020B0609020204030204" pitchFamily="49" charset="0"/>
                <a:ea typeface="+mj-ea"/>
              </a:rPr>
              <a:t>)</a:t>
            </a:r>
            <a:r>
              <a:rPr lang="zh-TW" altLang="en-US" sz="1600">
                <a:latin typeface="Consolas" panose="020B0609020204030204" pitchFamily="49" charset="0"/>
                <a:ea typeface="+mj-ea"/>
              </a:rPr>
              <a:t>兩項方法。</a:t>
            </a:r>
            <a:endParaRPr lang="en-US" altLang="zh-TW" sz="1600">
              <a:latin typeface="Consolas" panose="020B0609020204030204" pitchFamily="49" charset="0"/>
              <a:ea typeface="+mj-ea"/>
            </a:endParaRPr>
          </a:p>
          <a:p>
            <a:pPr marL="742950" lvl="1" indent="-285750" algn="just">
              <a:spcBef>
                <a:spcPts val="1200"/>
              </a:spcBef>
              <a:buFont typeface="Arial" panose="020B0604020202020204" pitchFamily="34" charset="0"/>
              <a:buChar char="•"/>
            </a:pPr>
            <a:r>
              <a:rPr lang="zh-TW" altLang="en-US" sz="1600">
                <a:latin typeface="Consolas" panose="020B0609020204030204" pitchFamily="49" charset="0"/>
                <a:ea typeface="+mj-ea"/>
              </a:rPr>
              <a:t>使用這兩項方法前，須先取得</a:t>
            </a:r>
            <a:r>
              <a:rPr lang="en-US" altLang="zh-TW" sz="1600">
                <a:latin typeface="Consolas" panose="020B0609020204030204" pitchFamily="49" charset="0"/>
                <a:ea typeface="+mj-ea"/>
              </a:rPr>
              <a:t>RequestDispatcher</a:t>
            </a:r>
            <a:r>
              <a:rPr lang="zh-TW" altLang="en-US" sz="1600">
                <a:latin typeface="Consolas" panose="020B0609020204030204" pitchFamily="49" charset="0"/>
                <a:ea typeface="+mj-ea"/>
              </a:rPr>
              <a:t>物件</a:t>
            </a:r>
            <a:r>
              <a:rPr lang="en-US" altLang="zh-TW" sz="1600">
                <a:latin typeface="Consolas" panose="020B0609020204030204" pitchFamily="49" charset="0"/>
                <a:ea typeface="+mj-ea"/>
              </a:rPr>
              <a:t>(</a:t>
            </a:r>
            <a:r>
              <a:rPr lang="zh-TW" altLang="en-US" sz="1600">
                <a:latin typeface="Consolas" panose="020B0609020204030204" pitchFamily="49" charset="0"/>
                <a:ea typeface="+mj-ea"/>
              </a:rPr>
              <a:t>調派請求物件</a:t>
            </a:r>
            <a:r>
              <a:rPr lang="en-US" altLang="zh-TW" sz="1600">
                <a:latin typeface="Consolas" panose="020B0609020204030204" pitchFamily="49" charset="0"/>
                <a:ea typeface="+mj-ea"/>
              </a:rPr>
              <a:t>)</a:t>
            </a:r>
          </a:p>
          <a:p>
            <a:pPr marL="742950" lvl="1" indent="-285750" algn="just">
              <a:spcBef>
                <a:spcPts val="1200"/>
              </a:spcBef>
              <a:buFont typeface="Arial" panose="020B0604020202020204" pitchFamily="34" charset="0"/>
              <a:buChar char="•"/>
            </a:pPr>
            <a:r>
              <a:rPr lang="en-US" altLang="zh-TW" sz="1600">
                <a:solidFill>
                  <a:srgbClr val="1890C3"/>
                </a:solidFill>
                <a:latin typeface="Consolas" panose="020B0609020204030204" pitchFamily="49" charset="0"/>
                <a:ea typeface="+mj-ea"/>
              </a:rPr>
              <a:t>RequestDispatcher</a:t>
            </a:r>
            <a:r>
              <a:rPr lang="en-US" altLang="zh-TW" sz="1600">
                <a:latin typeface="Consolas" panose="020B0609020204030204" pitchFamily="49" charset="0"/>
                <a:ea typeface="+mj-ea"/>
              </a:rPr>
              <a:t> rdp=request.getRequestDispatcher(String path)</a:t>
            </a:r>
          </a:p>
          <a:p>
            <a:pPr marL="1200150" lvl="2" indent="-285750" algn="just">
              <a:spcBef>
                <a:spcPts val="1200"/>
              </a:spcBef>
              <a:buFont typeface="Arial" panose="020B0604020202020204" pitchFamily="34" charset="0"/>
              <a:buChar char="•"/>
            </a:pPr>
            <a:r>
              <a:rPr lang="zh-TW" altLang="en-US" sz="1600">
                <a:latin typeface="Consolas" panose="020B0609020204030204" pitchFamily="49" charset="0"/>
                <a:ea typeface="+mj-ea"/>
              </a:rPr>
              <a:t>回傳調派請求物件，此物件下實作了兩個方法</a:t>
            </a:r>
            <a:r>
              <a:rPr lang="en-US" altLang="zh-TW" sz="1600">
                <a:latin typeface="Consolas" panose="020B0609020204030204" pitchFamily="49" charset="0"/>
                <a:ea typeface="+mj-ea"/>
              </a:rPr>
              <a:t>forward()</a:t>
            </a:r>
            <a:r>
              <a:rPr lang="zh-TW" altLang="en-US" sz="1600">
                <a:latin typeface="Consolas" panose="020B0609020204030204" pitchFamily="49" charset="0"/>
                <a:ea typeface="+mj-ea"/>
              </a:rPr>
              <a:t>、</a:t>
            </a:r>
            <a:r>
              <a:rPr lang="en-US" altLang="zh-TW" sz="1600">
                <a:latin typeface="Consolas" panose="020B0609020204030204" pitchFamily="49" charset="0"/>
                <a:ea typeface="+mj-ea"/>
              </a:rPr>
              <a:t>include()</a:t>
            </a:r>
          </a:p>
          <a:p>
            <a:pPr marL="1200150" lvl="2" indent="-285750" algn="just">
              <a:spcBef>
                <a:spcPts val="1200"/>
              </a:spcBef>
              <a:buFont typeface="Arial" panose="020B0604020202020204" pitchFamily="34" charset="0"/>
              <a:buChar char="•"/>
            </a:pPr>
            <a:r>
              <a:rPr lang="en-US" altLang="zh-TW" sz="1600">
                <a:latin typeface="Consolas" panose="020B0609020204030204" pitchFamily="49" charset="0"/>
                <a:ea typeface="+mj-ea"/>
              </a:rPr>
              <a:t>forward()</a:t>
            </a:r>
          </a:p>
          <a:p>
            <a:pPr lvl="3" algn="just"/>
            <a:r>
              <a:rPr lang="en-US" altLang="zh-TW" sz="1600">
                <a:latin typeface="Consolas" panose="020B0609020204030204" pitchFamily="49" charset="0"/>
                <a:ea typeface="+mj-ea"/>
              </a:rPr>
              <a:t>Servlet</a:t>
            </a:r>
            <a:r>
              <a:rPr lang="zh-TW" altLang="en-US" sz="1600">
                <a:latin typeface="Consolas" panose="020B0609020204030204" pitchFamily="49" charset="0"/>
                <a:ea typeface="+mj-ea"/>
              </a:rPr>
              <a:t>可以轉送整個</a:t>
            </a:r>
            <a:r>
              <a:rPr lang="en-US" altLang="zh-TW" sz="1600">
                <a:latin typeface="Consolas" panose="020B0609020204030204" pitchFamily="49" charset="0"/>
                <a:ea typeface="+mj-ea"/>
              </a:rPr>
              <a:t>request</a:t>
            </a:r>
            <a:r>
              <a:rPr lang="zh-TW" altLang="en-US" sz="1600">
                <a:latin typeface="Consolas" panose="020B0609020204030204" pitchFamily="49" charset="0"/>
                <a:ea typeface="+mj-ea"/>
              </a:rPr>
              <a:t>給其他</a:t>
            </a:r>
            <a:r>
              <a:rPr lang="en-US" altLang="zh-TW" sz="1600">
                <a:latin typeface="Consolas" panose="020B0609020204030204" pitchFamily="49" charset="0"/>
                <a:ea typeface="+mj-ea"/>
              </a:rPr>
              <a:t>Servlet</a:t>
            </a:r>
            <a:r>
              <a:rPr lang="zh-TW" altLang="en-US" sz="1600">
                <a:latin typeface="Consolas" panose="020B0609020204030204" pitchFamily="49" charset="0"/>
                <a:ea typeface="+mj-ea"/>
              </a:rPr>
              <a:t>，再由其他</a:t>
            </a:r>
            <a:r>
              <a:rPr lang="en-US" altLang="zh-TW" sz="1600">
                <a:latin typeface="Consolas" panose="020B0609020204030204" pitchFamily="49" charset="0"/>
                <a:ea typeface="+mj-ea"/>
              </a:rPr>
              <a:t>Servlet</a:t>
            </a:r>
            <a:r>
              <a:rPr lang="zh-TW" altLang="en-US" sz="1600">
                <a:latin typeface="Consolas" panose="020B0609020204030204" pitchFamily="49" charset="0"/>
                <a:ea typeface="+mj-ea"/>
              </a:rPr>
              <a:t>進行回應，</a:t>
            </a:r>
            <a:r>
              <a:rPr lang="en-US" altLang="zh-TW" sz="1600">
                <a:latin typeface="Consolas" panose="020B0609020204030204" pitchFamily="49" charset="0"/>
                <a:ea typeface="+mj-ea"/>
              </a:rPr>
              <a:t>request</a:t>
            </a:r>
            <a:r>
              <a:rPr lang="zh-TW" altLang="en-US" sz="1600">
                <a:latin typeface="Consolas" panose="020B0609020204030204" pitchFamily="49" charset="0"/>
                <a:ea typeface="+mj-ea"/>
              </a:rPr>
              <a:t>的控制權在於後者。</a:t>
            </a:r>
          </a:p>
          <a:p>
            <a:pPr marL="1200150" lvl="2" indent="-285750" algn="just">
              <a:spcBef>
                <a:spcPts val="1200"/>
              </a:spcBef>
              <a:buFont typeface="Arial" panose="020B0604020202020204" pitchFamily="34" charset="0"/>
              <a:buChar char="•"/>
            </a:pPr>
            <a:r>
              <a:rPr lang="en-US" altLang="zh-TW" sz="1600">
                <a:latin typeface="Consolas" panose="020B0609020204030204" pitchFamily="49" charset="0"/>
                <a:ea typeface="+mj-ea"/>
              </a:rPr>
              <a:t>include()</a:t>
            </a:r>
          </a:p>
          <a:p>
            <a:pPr lvl="3" algn="just"/>
            <a:r>
              <a:rPr lang="en-US" altLang="zh-TW" sz="1600">
                <a:latin typeface="Consolas" panose="020B0609020204030204" pitchFamily="49" charset="0"/>
                <a:ea typeface="+mj-ea"/>
              </a:rPr>
              <a:t>Servlet</a:t>
            </a:r>
            <a:r>
              <a:rPr lang="zh-TW" altLang="en-US" sz="1600">
                <a:latin typeface="Consolas" panose="020B0609020204030204" pitchFamily="49" charset="0"/>
                <a:ea typeface="+mj-ea"/>
              </a:rPr>
              <a:t>可以在自己的程序當中，包含其他</a:t>
            </a:r>
            <a:r>
              <a:rPr lang="en-US" altLang="zh-TW" sz="1600">
                <a:latin typeface="Consolas" panose="020B0609020204030204" pitchFamily="49" charset="0"/>
                <a:ea typeface="+mj-ea"/>
              </a:rPr>
              <a:t>Servlet</a:t>
            </a:r>
            <a:r>
              <a:rPr lang="zh-TW" altLang="en-US" sz="1600">
                <a:latin typeface="Consolas" panose="020B0609020204030204" pitchFamily="49" charset="0"/>
                <a:ea typeface="+mj-ea"/>
              </a:rPr>
              <a:t>產生的回應，</a:t>
            </a:r>
            <a:r>
              <a:rPr lang="en-US" altLang="zh-TW" sz="1600">
                <a:latin typeface="Consolas" panose="020B0609020204030204" pitchFamily="49" charset="0"/>
                <a:ea typeface="+mj-ea"/>
              </a:rPr>
              <a:t>request</a:t>
            </a:r>
            <a:r>
              <a:rPr lang="zh-TW" altLang="en-US" sz="1600">
                <a:latin typeface="Consolas" panose="020B0609020204030204" pitchFamily="49" charset="0"/>
                <a:ea typeface="+mj-ea"/>
              </a:rPr>
              <a:t>的控制權在於前者。</a:t>
            </a:r>
          </a:p>
          <a:p>
            <a:pPr marL="742950" lvl="1" indent="-285750" algn="just">
              <a:spcBef>
                <a:spcPts val="600"/>
              </a:spcBef>
              <a:buFont typeface="Arial" panose="020B0604020202020204" pitchFamily="34" charset="0"/>
              <a:buChar char="•"/>
            </a:pPr>
            <a:r>
              <a:rPr lang="zh-TW" altLang="en-US" sz="1600">
                <a:latin typeface="Consolas" panose="020B0609020204030204" pitchFamily="49" charset="0"/>
                <a:ea typeface="+mj-ea"/>
              </a:rPr>
              <a:t>基本上使用</a:t>
            </a:r>
            <a:r>
              <a:rPr lang="en-US" altLang="zh-TW" sz="1600">
                <a:solidFill>
                  <a:srgbClr val="FF0000"/>
                </a:solidFill>
                <a:latin typeface="Consolas" panose="020B0609020204030204" pitchFamily="49" charset="0"/>
                <a:ea typeface="+mj-ea"/>
              </a:rPr>
              <a:t>request.getRequestDispatcher(String path).forward()</a:t>
            </a:r>
          </a:p>
        </p:txBody>
      </p:sp>
    </p:spTree>
    <p:extLst>
      <p:ext uri="{BB962C8B-B14F-4D97-AF65-F5344CB8AC3E}">
        <p14:creationId xmlns:p14="http://schemas.microsoft.com/office/powerpoint/2010/main" val="30602468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B847C30F-9E08-4E17-824D-F5B657D0BBBC}"/>
              </a:ext>
            </a:extLst>
          </p:cNvPr>
          <p:cNvSpPr>
            <a:spLocks noGrp="1"/>
          </p:cNvSpPr>
          <p:nvPr>
            <p:ph type="sldNum" sz="quarter" idx="12"/>
          </p:nvPr>
        </p:nvSpPr>
        <p:spPr/>
        <p:txBody>
          <a:bodyPr/>
          <a:lstStyle/>
          <a:p>
            <a:fld id="{B521127C-0C56-461F-B517-0D483F216F7D}" type="slidenum">
              <a:rPr lang="zh-TW" altLang="en-US" smtClean="0"/>
              <a:t>73</a:t>
            </a:fld>
            <a:endParaRPr lang="zh-TW" altLang="en-US"/>
          </a:p>
        </p:txBody>
      </p:sp>
      <p:sp>
        <p:nvSpPr>
          <p:cNvPr id="23" name="文字方塊 22">
            <a:extLst>
              <a:ext uri="{FF2B5EF4-FFF2-40B4-BE49-F238E27FC236}">
                <a16:creationId xmlns:a16="http://schemas.microsoft.com/office/drawing/2014/main" id="{360905D6-D711-4FAE-9825-DE60BD1FDC05}"/>
              </a:ext>
            </a:extLst>
          </p:cNvPr>
          <p:cNvSpPr txBox="1"/>
          <p:nvPr/>
        </p:nvSpPr>
        <p:spPr>
          <a:xfrm>
            <a:off x="194696" y="126402"/>
            <a:ext cx="1747120" cy="55399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indent="0">
              <a:buClrTx/>
              <a:buNone/>
            </a:pPr>
            <a:r>
              <a:rPr lang="zh-TW" altLang="en-US" sz="3000">
                <a:latin typeface="Consolas" panose="020B0609020204030204" pitchFamily="49" charset="0"/>
                <a:ea typeface="+mj-ea"/>
              </a:rPr>
              <a:t>頁面重導</a:t>
            </a:r>
            <a:endParaRPr lang="en-US" altLang="zh-TW" sz="3000">
              <a:latin typeface="Consolas" panose="020B0609020204030204" pitchFamily="49" charset="0"/>
              <a:ea typeface="+mj-ea"/>
            </a:endParaRPr>
          </a:p>
        </p:txBody>
      </p:sp>
      <p:sp>
        <p:nvSpPr>
          <p:cNvPr id="5" name="內容版面配置區 2">
            <a:extLst>
              <a:ext uri="{FF2B5EF4-FFF2-40B4-BE49-F238E27FC236}">
                <a16:creationId xmlns:a16="http://schemas.microsoft.com/office/drawing/2014/main" id="{B9B89E1A-612A-4D90-A3AF-261AB6B951AC}"/>
              </a:ext>
            </a:extLst>
          </p:cNvPr>
          <p:cNvSpPr>
            <a:spLocks noGrp="1"/>
          </p:cNvSpPr>
          <p:nvPr>
            <p:ph idx="1"/>
          </p:nvPr>
        </p:nvSpPr>
        <p:spPr>
          <a:xfrm>
            <a:off x="178858" y="836579"/>
            <a:ext cx="11859171" cy="2203264"/>
          </a:xfrm>
        </p:spPr>
        <p:txBody>
          <a:bodyPr>
            <a:noAutofit/>
          </a:bodyPr>
          <a:lstStyle/>
          <a:p>
            <a:pPr marL="285750" indent="-285750" algn="just">
              <a:buFont typeface="Arial" panose="020B0604020202020204" pitchFamily="34" charset="0"/>
              <a:buChar char="•"/>
            </a:pPr>
            <a:r>
              <a:rPr lang="zh-TW" altLang="en-US" sz="1900">
                <a:latin typeface="Consolas" panose="020B0609020204030204" pitchFamily="49" charset="0"/>
                <a:ea typeface="+mj-ea"/>
              </a:rPr>
              <a:t>使用</a:t>
            </a:r>
            <a:r>
              <a:rPr lang="en-US" altLang="zh-TW" sz="1900">
                <a:latin typeface="Consolas" panose="020B0609020204030204" pitchFamily="49" charset="0"/>
                <a:ea typeface="+mj-ea"/>
              </a:rPr>
              <a:t>response.sendRedirect(String path)</a:t>
            </a:r>
          </a:p>
          <a:p>
            <a:pPr marL="560070" lvl="1" indent="-285750" algn="just">
              <a:buFont typeface="Arial" panose="020B0604020202020204" pitchFamily="34" charset="0"/>
              <a:buChar char="•"/>
            </a:pPr>
            <a:r>
              <a:rPr lang="zh-TW" altLang="en-US" sz="1700">
                <a:latin typeface="Consolas" panose="020B0609020204030204" pitchFamily="49" charset="0"/>
                <a:ea typeface="+mj-ea"/>
              </a:rPr>
              <a:t>會產生兩次請求，兩次回應。第一次請求後，回應</a:t>
            </a:r>
            <a:r>
              <a:rPr lang="en-US" altLang="zh-TW" sz="1700">
                <a:latin typeface="Consolas" panose="020B0609020204030204" pitchFamily="49" charset="0"/>
                <a:ea typeface="+mj-ea"/>
              </a:rPr>
              <a:t>302</a:t>
            </a:r>
            <a:r>
              <a:rPr lang="zh-TW" altLang="en-US" sz="1700">
                <a:latin typeface="Consolas" panose="020B0609020204030204" pitchFamily="49" charset="0"/>
                <a:ea typeface="+mj-ea"/>
              </a:rPr>
              <a:t>暫時重新導向；客戶端收到回應後，對新</a:t>
            </a:r>
            <a:r>
              <a:rPr lang="en-US" altLang="zh-TW" sz="1700">
                <a:latin typeface="Consolas" panose="020B0609020204030204" pitchFamily="49" charset="0"/>
                <a:ea typeface="+mj-ea"/>
              </a:rPr>
              <a:t>URI</a:t>
            </a:r>
            <a:r>
              <a:rPr lang="zh-TW" altLang="en-US" sz="1700">
                <a:latin typeface="Consolas" panose="020B0609020204030204" pitchFamily="49" charset="0"/>
                <a:ea typeface="+mj-ea"/>
              </a:rPr>
              <a:t>發出第二次請求。</a:t>
            </a:r>
            <a:endParaRPr lang="en-US" altLang="zh-TW" sz="1700">
              <a:latin typeface="Consolas" panose="020B0609020204030204" pitchFamily="49" charset="0"/>
              <a:ea typeface="+mj-ea"/>
            </a:endParaRPr>
          </a:p>
          <a:p>
            <a:pPr marL="560070" lvl="1" indent="-285750" algn="just">
              <a:buFont typeface="Arial" panose="020B0604020202020204" pitchFamily="34" charset="0"/>
              <a:buChar char="•"/>
            </a:pPr>
            <a:r>
              <a:rPr lang="zh-TW" altLang="en-US" sz="1700">
                <a:latin typeface="Consolas" panose="020B0609020204030204" pitchFamily="49" charset="0"/>
                <a:ea typeface="+mj-ea"/>
              </a:rPr>
              <a:t>理論上速度較慢，但差異不大。</a:t>
            </a:r>
            <a:endParaRPr lang="en-US" altLang="zh-TW" sz="1700">
              <a:latin typeface="Consolas" panose="020B0609020204030204" pitchFamily="49" charset="0"/>
              <a:ea typeface="+mj-ea"/>
            </a:endParaRPr>
          </a:p>
          <a:p>
            <a:pPr marL="560070" lvl="1" indent="-285750" algn="just">
              <a:buFont typeface="Arial" panose="020B0604020202020204" pitchFamily="34" charset="0"/>
              <a:buChar char="•"/>
            </a:pPr>
            <a:r>
              <a:rPr lang="zh-TW" altLang="en-US" sz="1700">
                <a:latin typeface="Consolas" panose="020B0609020204030204" pitchFamily="49" charset="0"/>
                <a:ea typeface="+mj-ea"/>
              </a:rPr>
              <a:t>網址列會變動。</a:t>
            </a:r>
            <a:r>
              <a:rPr lang="en-US" altLang="zh-TW" sz="1700">
                <a:latin typeface="Consolas" panose="020B0609020204030204" pitchFamily="49" charset="0"/>
                <a:ea typeface="+mj-ea"/>
              </a:rPr>
              <a:t>(</a:t>
            </a:r>
            <a:r>
              <a:rPr lang="zh-TW" altLang="en-US" sz="1700">
                <a:latin typeface="Consolas" panose="020B0609020204030204" pitchFamily="49" charset="0"/>
                <a:ea typeface="+mj-ea"/>
              </a:rPr>
              <a:t>因對新</a:t>
            </a:r>
            <a:r>
              <a:rPr lang="en-US" altLang="zh-TW" sz="1700">
                <a:latin typeface="Consolas" panose="020B0609020204030204" pitchFamily="49" charset="0"/>
                <a:ea typeface="+mj-ea"/>
              </a:rPr>
              <a:t>URI</a:t>
            </a:r>
            <a:r>
              <a:rPr lang="zh-TW" altLang="en-US" sz="1700">
                <a:latin typeface="Consolas" panose="020B0609020204030204" pitchFamily="49" charset="0"/>
                <a:ea typeface="+mj-ea"/>
              </a:rPr>
              <a:t>做請求，資源位置不同。</a:t>
            </a:r>
            <a:r>
              <a:rPr lang="en-US" altLang="zh-TW" sz="1700">
                <a:latin typeface="Consolas" panose="020B0609020204030204" pitchFamily="49" charset="0"/>
                <a:ea typeface="+mj-ea"/>
              </a:rPr>
              <a:t>)</a:t>
            </a:r>
          </a:p>
          <a:p>
            <a:pPr marL="560070" lvl="1" indent="-285750" algn="just">
              <a:buFont typeface="Arial" panose="020B0604020202020204" pitchFamily="34" charset="0"/>
              <a:buChar char="•"/>
            </a:pPr>
            <a:r>
              <a:rPr lang="zh-TW" altLang="en-US" sz="1700">
                <a:latin typeface="Consolas" panose="020B0609020204030204" pitchFamily="49" charset="0"/>
                <a:ea typeface="+mj-ea"/>
              </a:rPr>
              <a:t>存在</a:t>
            </a:r>
            <a:r>
              <a:rPr lang="en-US" altLang="zh-TW" sz="1700">
                <a:latin typeface="Consolas" panose="020B0609020204030204" pitchFamily="49" charset="0"/>
                <a:ea typeface="+mj-ea"/>
              </a:rPr>
              <a:t>request</a:t>
            </a:r>
            <a:r>
              <a:rPr lang="zh-TW" altLang="en-US" sz="1700">
                <a:latin typeface="Consolas" panose="020B0609020204030204" pitchFamily="49" charset="0"/>
                <a:ea typeface="+mj-ea"/>
              </a:rPr>
              <a:t>區間的屬性會無法存取，因第一次完成請求</a:t>
            </a:r>
            <a:r>
              <a:rPr lang="en-US" altLang="zh-TW" sz="1700">
                <a:latin typeface="Consolas" panose="020B0609020204030204" pitchFamily="49" charset="0"/>
                <a:ea typeface="+mj-ea"/>
              </a:rPr>
              <a:t>/</a:t>
            </a:r>
            <a:r>
              <a:rPr lang="zh-TW" altLang="en-US" sz="1700">
                <a:latin typeface="Consolas" panose="020B0609020204030204" pitchFamily="49" charset="0"/>
                <a:ea typeface="+mj-ea"/>
              </a:rPr>
              <a:t>回應後即銷毀</a:t>
            </a:r>
            <a:r>
              <a:rPr lang="en-US" altLang="zh-TW" sz="1700">
                <a:latin typeface="Consolas" panose="020B0609020204030204" pitchFamily="49" charset="0"/>
                <a:ea typeface="+mj-ea"/>
              </a:rPr>
              <a:t>request</a:t>
            </a:r>
            <a:r>
              <a:rPr lang="zh-TW" altLang="en-US" sz="1700">
                <a:latin typeface="Consolas" panose="020B0609020204030204" pitchFamily="49" charset="0"/>
                <a:ea typeface="+mj-ea"/>
              </a:rPr>
              <a:t>。</a:t>
            </a:r>
            <a:r>
              <a:rPr lang="en-US" altLang="zh-TW" sz="1700">
                <a:latin typeface="Consolas" panose="020B0609020204030204" pitchFamily="49" charset="0"/>
                <a:ea typeface="+mj-ea"/>
              </a:rPr>
              <a:t>(</a:t>
            </a:r>
            <a:r>
              <a:rPr lang="zh-TW" altLang="en-US" sz="1700">
                <a:latin typeface="Consolas" panose="020B0609020204030204" pitchFamily="49" charset="0"/>
                <a:ea typeface="+mj-ea"/>
              </a:rPr>
              <a:t>無狀態協定</a:t>
            </a:r>
            <a:r>
              <a:rPr lang="en-US" altLang="zh-TW" sz="1700">
                <a:latin typeface="Consolas" panose="020B0609020204030204" pitchFamily="49" charset="0"/>
                <a:ea typeface="+mj-ea"/>
              </a:rPr>
              <a:t>)</a:t>
            </a:r>
          </a:p>
          <a:p>
            <a:pPr marL="560070" lvl="1" indent="-285750" algn="just">
              <a:buFont typeface="Arial" panose="020B0604020202020204" pitchFamily="34" charset="0"/>
              <a:buChar char="•"/>
            </a:pPr>
            <a:r>
              <a:rPr lang="zh-TW" altLang="en-US" sz="1700">
                <a:latin typeface="Consolas" panose="020B0609020204030204" pitchFamily="49" charset="0"/>
                <a:ea typeface="+mj-ea"/>
              </a:rPr>
              <a:t>要共享資訊請使用</a:t>
            </a:r>
            <a:r>
              <a:rPr lang="en-US" altLang="zh-TW" sz="1700">
                <a:latin typeface="Consolas" panose="020B0609020204030204" pitchFamily="49" charset="0"/>
                <a:ea typeface="+mj-ea"/>
              </a:rPr>
              <a:t>session</a:t>
            </a:r>
            <a:r>
              <a:rPr lang="zh-TW" altLang="en-US" sz="1700">
                <a:latin typeface="Consolas" panose="020B0609020204030204" pitchFamily="49" charset="0"/>
                <a:ea typeface="+mj-ea"/>
              </a:rPr>
              <a:t>或</a:t>
            </a:r>
            <a:r>
              <a:rPr lang="en-US" altLang="zh-TW" sz="1700">
                <a:latin typeface="Consolas" panose="020B0609020204030204" pitchFamily="49" charset="0"/>
                <a:ea typeface="+mj-ea"/>
              </a:rPr>
              <a:t>context</a:t>
            </a:r>
            <a:r>
              <a:rPr lang="zh-TW" altLang="en-US" sz="1700">
                <a:latin typeface="Consolas" panose="020B0609020204030204" pitchFamily="49" charset="0"/>
                <a:ea typeface="+mj-ea"/>
              </a:rPr>
              <a:t>。</a:t>
            </a:r>
            <a:endParaRPr lang="en-US" altLang="zh-TW" sz="1700">
              <a:latin typeface="Consolas" panose="020B0609020204030204" pitchFamily="49" charset="0"/>
              <a:ea typeface="+mj-ea"/>
            </a:endParaRPr>
          </a:p>
          <a:p>
            <a:pPr marL="560070" lvl="1" indent="-285750" algn="just">
              <a:buFont typeface="Arial" panose="020B0604020202020204" pitchFamily="34" charset="0"/>
              <a:buChar char="•"/>
            </a:pPr>
            <a:r>
              <a:rPr lang="zh-TW" altLang="en-US" sz="1700">
                <a:latin typeface="Consolas" panose="020B0609020204030204" pitchFamily="49" charset="0"/>
                <a:ea typeface="+mj-ea"/>
              </a:rPr>
              <a:t>重新整理</a:t>
            </a:r>
            <a:r>
              <a:rPr lang="en-US" altLang="zh-TW" sz="1700">
                <a:latin typeface="Consolas" panose="020B0609020204030204" pitchFamily="49" charset="0"/>
                <a:ea typeface="+mj-ea"/>
              </a:rPr>
              <a:t>(F5)</a:t>
            </a:r>
            <a:r>
              <a:rPr lang="zh-TW" altLang="en-US" sz="1700">
                <a:latin typeface="Consolas" panose="020B0609020204030204" pitchFamily="49" charset="0"/>
                <a:ea typeface="+mj-ea"/>
              </a:rPr>
              <a:t>不會造成太大影響</a:t>
            </a:r>
            <a:r>
              <a:rPr lang="en-US" altLang="zh-TW" sz="1700">
                <a:latin typeface="Consolas" panose="020B0609020204030204" pitchFamily="49" charset="0"/>
                <a:ea typeface="+mj-ea"/>
              </a:rPr>
              <a:t>(</a:t>
            </a:r>
            <a:r>
              <a:rPr lang="zh-TW" altLang="en-US" sz="1700">
                <a:latin typeface="Consolas" panose="020B0609020204030204" pitchFamily="49" charset="0"/>
                <a:ea typeface="+mj-ea"/>
              </a:rPr>
              <a:t>新</a:t>
            </a:r>
            <a:r>
              <a:rPr lang="en-US" altLang="zh-TW" sz="1700">
                <a:latin typeface="Consolas" panose="020B0609020204030204" pitchFamily="49" charset="0"/>
                <a:ea typeface="+mj-ea"/>
              </a:rPr>
              <a:t>URI</a:t>
            </a:r>
            <a:r>
              <a:rPr lang="zh-TW" altLang="en-US" sz="1700">
                <a:latin typeface="Consolas" panose="020B0609020204030204" pitchFamily="49" charset="0"/>
                <a:ea typeface="+mj-ea"/>
              </a:rPr>
              <a:t>地址</a:t>
            </a:r>
            <a:r>
              <a:rPr lang="en-US" altLang="zh-TW" sz="1700">
                <a:latin typeface="Consolas" panose="020B0609020204030204" pitchFamily="49" charset="0"/>
                <a:ea typeface="+mj-ea"/>
              </a:rPr>
              <a:t>)</a:t>
            </a:r>
            <a:r>
              <a:rPr lang="zh-TW" altLang="en-US" sz="1700">
                <a:latin typeface="Consolas" panose="020B0609020204030204" pitchFamily="49" charset="0"/>
                <a:ea typeface="+mj-ea"/>
              </a:rPr>
              <a:t>。</a:t>
            </a:r>
            <a:endParaRPr lang="en-US" altLang="zh-TW" sz="1700">
              <a:latin typeface="Consolas" panose="020B0609020204030204" pitchFamily="49" charset="0"/>
              <a:ea typeface="+mj-ea"/>
            </a:endParaRPr>
          </a:p>
        </p:txBody>
      </p:sp>
      <p:pic>
        <p:nvPicPr>
          <p:cNvPr id="7" name="圖片 6" descr="一張含有 文字, 顯示 的圖片&#10;&#10;自動產生的描述">
            <a:extLst>
              <a:ext uri="{FF2B5EF4-FFF2-40B4-BE49-F238E27FC236}">
                <a16:creationId xmlns:a16="http://schemas.microsoft.com/office/drawing/2014/main" id="{34A21A7D-EB74-4660-9237-656F106C2E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7672" y="3356430"/>
            <a:ext cx="1510302" cy="1510302"/>
          </a:xfrm>
          <a:prstGeom prst="rect">
            <a:avLst/>
          </a:prstGeom>
        </p:spPr>
      </p:pic>
      <p:cxnSp>
        <p:nvCxnSpPr>
          <p:cNvPr id="8" name="直線單箭頭接點 7">
            <a:extLst>
              <a:ext uri="{FF2B5EF4-FFF2-40B4-BE49-F238E27FC236}">
                <a16:creationId xmlns:a16="http://schemas.microsoft.com/office/drawing/2014/main" id="{E23AF4EC-50EB-47F8-9544-8FBB88D6CBF7}"/>
              </a:ext>
            </a:extLst>
          </p:cNvPr>
          <p:cNvCxnSpPr>
            <a:cxnSpLocks/>
          </p:cNvCxnSpPr>
          <p:nvPr/>
        </p:nvCxnSpPr>
        <p:spPr>
          <a:xfrm>
            <a:off x="4692820" y="3745584"/>
            <a:ext cx="279786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單箭頭接點 10">
            <a:extLst>
              <a:ext uri="{FF2B5EF4-FFF2-40B4-BE49-F238E27FC236}">
                <a16:creationId xmlns:a16="http://schemas.microsoft.com/office/drawing/2014/main" id="{5D48005A-B882-4573-B6FE-A4C13C914091}"/>
              </a:ext>
            </a:extLst>
          </p:cNvPr>
          <p:cNvCxnSpPr>
            <a:cxnSpLocks/>
          </p:cNvCxnSpPr>
          <p:nvPr/>
        </p:nvCxnSpPr>
        <p:spPr>
          <a:xfrm flipH="1">
            <a:off x="4692820" y="4295147"/>
            <a:ext cx="279786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橢圓 13">
            <a:extLst>
              <a:ext uri="{FF2B5EF4-FFF2-40B4-BE49-F238E27FC236}">
                <a16:creationId xmlns:a16="http://schemas.microsoft.com/office/drawing/2014/main" id="{6112E708-FE7C-48F0-9055-FC0DD6BEDC4C}"/>
              </a:ext>
            </a:extLst>
          </p:cNvPr>
          <p:cNvSpPr/>
          <p:nvPr/>
        </p:nvSpPr>
        <p:spPr>
          <a:xfrm>
            <a:off x="7966365" y="3268562"/>
            <a:ext cx="1440000" cy="1440000"/>
          </a:xfrm>
          <a:prstGeom prst="ellipse">
            <a:avLst/>
          </a:prstGeom>
          <a:solidFill>
            <a:srgbClr val="80F2F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600">
                <a:solidFill>
                  <a:sysClr val="windowText" lastClr="000000"/>
                </a:solidFill>
                <a:latin typeface="Consolas" panose="020B0609020204030204" pitchFamily="49" charset="0"/>
                <a:ea typeface="+mj-ea"/>
              </a:rPr>
              <a:t>Servlet</a:t>
            </a:r>
          </a:p>
        </p:txBody>
      </p:sp>
      <p:sp>
        <p:nvSpPr>
          <p:cNvPr id="15" name="橢圓 14">
            <a:extLst>
              <a:ext uri="{FF2B5EF4-FFF2-40B4-BE49-F238E27FC236}">
                <a16:creationId xmlns:a16="http://schemas.microsoft.com/office/drawing/2014/main" id="{0974519F-4ED1-42BB-89B9-41E4E2FB1FA4}"/>
              </a:ext>
            </a:extLst>
          </p:cNvPr>
          <p:cNvSpPr/>
          <p:nvPr/>
        </p:nvSpPr>
        <p:spPr>
          <a:xfrm>
            <a:off x="7981441" y="5371820"/>
            <a:ext cx="1440000" cy="14400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600">
                <a:solidFill>
                  <a:sysClr val="windowText" lastClr="000000"/>
                </a:solidFill>
                <a:latin typeface="Consolas" panose="020B0609020204030204" pitchFamily="49" charset="0"/>
                <a:ea typeface="+mj-ea"/>
              </a:rPr>
              <a:t>Servlet</a:t>
            </a:r>
          </a:p>
          <a:p>
            <a:pPr algn="ctr"/>
            <a:r>
              <a:rPr lang="zh-TW" altLang="en-US" sz="1600">
                <a:solidFill>
                  <a:sysClr val="windowText" lastClr="000000"/>
                </a:solidFill>
                <a:latin typeface="Consolas" panose="020B0609020204030204" pitchFamily="49" charset="0"/>
                <a:ea typeface="+mj-ea"/>
              </a:rPr>
              <a:t>或</a:t>
            </a:r>
            <a:endParaRPr lang="en-US" altLang="zh-TW" sz="1600">
              <a:solidFill>
                <a:sysClr val="windowText" lastClr="000000"/>
              </a:solidFill>
              <a:latin typeface="Consolas" panose="020B0609020204030204" pitchFamily="49" charset="0"/>
              <a:ea typeface="+mj-ea"/>
            </a:endParaRPr>
          </a:p>
          <a:p>
            <a:pPr algn="ctr"/>
            <a:r>
              <a:rPr lang="en-US" altLang="zh-TW" sz="1600">
                <a:solidFill>
                  <a:sysClr val="windowText" lastClr="000000"/>
                </a:solidFill>
                <a:latin typeface="Consolas" panose="020B0609020204030204" pitchFamily="49" charset="0"/>
                <a:ea typeface="+mj-ea"/>
              </a:rPr>
              <a:t>JSP</a:t>
            </a:r>
            <a:endParaRPr lang="zh-TW" altLang="en-US" sz="1600">
              <a:solidFill>
                <a:sysClr val="windowText" lastClr="000000"/>
              </a:solidFill>
              <a:latin typeface="Consolas" panose="020B0609020204030204" pitchFamily="49" charset="0"/>
              <a:ea typeface="+mj-ea"/>
            </a:endParaRPr>
          </a:p>
        </p:txBody>
      </p:sp>
      <p:cxnSp>
        <p:nvCxnSpPr>
          <p:cNvPr id="16" name="直線單箭頭接點 15">
            <a:extLst>
              <a:ext uri="{FF2B5EF4-FFF2-40B4-BE49-F238E27FC236}">
                <a16:creationId xmlns:a16="http://schemas.microsoft.com/office/drawing/2014/main" id="{78BF94AF-3C68-4C8D-96C1-721796D77734}"/>
              </a:ext>
            </a:extLst>
          </p:cNvPr>
          <p:cNvCxnSpPr>
            <a:cxnSpLocks/>
          </p:cNvCxnSpPr>
          <p:nvPr/>
        </p:nvCxnSpPr>
        <p:spPr>
          <a:xfrm>
            <a:off x="4757475" y="5119209"/>
            <a:ext cx="2797869" cy="90537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a:extLst>
              <a:ext uri="{FF2B5EF4-FFF2-40B4-BE49-F238E27FC236}">
                <a16:creationId xmlns:a16="http://schemas.microsoft.com/office/drawing/2014/main" id="{E27829BE-D2D4-4E9F-B37B-AADF360211CC}"/>
              </a:ext>
            </a:extLst>
          </p:cNvPr>
          <p:cNvCxnSpPr>
            <a:cxnSpLocks/>
          </p:cNvCxnSpPr>
          <p:nvPr/>
        </p:nvCxnSpPr>
        <p:spPr>
          <a:xfrm flipH="1" flipV="1">
            <a:off x="4757475" y="5549972"/>
            <a:ext cx="2797869" cy="90537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文字方塊 19">
            <a:extLst>
              <a:ext uri="{FF2B5EF4-FFF2-40B4-BE49-F238E27FC236}">
                <a16:creationId xmlns:a16="http://schemas.microsoft.com/office/drawing/2014/main" id="{B04D1557-9DC7-4801-8DDB-D5BE83E0469A}"/>
              </a:ext>
            </a:extLst>
          </p:cNvPr>
          <p:cNvSpPr txBox="1"/>
          <p:nvPr/>
        </p:nvSpPr>
        <p:spPr>
          <a:xfrm>
            <a:off x="5203279" y="3872697"/>
            <a:ext cx="1810327" cy="369332"/>
          </a:xfrm>
          <a:prstGeom prst="rect">
            <a:avLst/>
          </a:prstGeom>
          <a:ln>
            <a:no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zh-TW" altLang="en-US">
                <a:latin typeface="Consolas" panose="020B0609020204030204" pitchFamily="49" charset="0"/>
                <a:ea typeface="+mj-ea"/>
              </a:rPr>
              <a:t>完成後遺忘</a:t>
            </a:r>
          </a:p>
        </p:txBody>
      </p:sp>
      <p:sp>
        <p:nvSpPr>
          <p:cNvPr id="21" name="文字方塊 20">
            <a:extLst>
              <a:ext uri="{FF2B5EF4-FFF2-40B4-BE49-F238E27FC236}">
                <a16:creationId xmlns:a16="http://schemas.microsoft.com/office/drawing/2014/main" id="{1D3E652A-9B1F-40C2-8E77-452534381001}"/>
              </a:ext>
            </a:extLst>
          </p:cNvPr>
          <p:cNvSpPr txBox="1"/>
          <p:nvPr/>
        </p:nvSpPr>
        <p:spPr>
          <a:xfrm>
            <a:off x="6449269" y="5215055"/>
            <a:ext cx="1409248" cy="408623"/>
          </a:xfrm>
          <a:prstGeom prst="round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zh-TW">
                <a:solidFill>
                  <a:srgbClr val="0070C0"/>
                </a:solidFill>
                <a:latin typeface="Consolas" panose="020B0609020204030204" pitchFamily="49" charset="0"/>
                <a:ea typeface="+mj-ea"/>
              </a:rPr>
              <a:t>request 2</a:t>
            </a:r>
            <a:endParaRPr lang="zh-TW" altLang="en-US">
              <a:solidFill>
                <a:srgbClr val="0070C0"/>
              </a:solidFill>
              <a:latin typeface="Consolas" panose="020B0609020204030204" pitchFamily="49" charset="0"/>
              <a:ea typeface="+mj-ea"/>
            </a:endParaRPr>
          </a:p>
        </p:txBody>
      </p:sp>
      <p:sp>
        <p:nvSpPr>
          <p:cNvPr id="22" name="文字方塊 21">
            <a:extLst>
              <a:ext uri="{FF2B5EF4-FFF2-40B4-BE49-F238E27FC236}">
                <a16:creationId xmlns:a16="http://schemas.microsoft.com/office/drawing/2014/main" id="{C8CEDDB7-0B18-4403-B552-EC0A649C2886}"/>
              </a:ext>
            </a:extLst>
          </p:cNvPr>
          <p:cNvSpPr txBox="1"/>
          <p:nvPr/>
        </p:nvSpPr>
        <p:spPr>
          <a:xfrm>
            <a:off x="4540793" y="6046723"/>
            <a:ext cx="1550960" cy="408623"/>
          </a:xfrm>
          <a:prstGeom prst="round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zh-TW">
                <a:solidFill>
                  <a:srgbClr val="0070C0"/>
                </a:solidFill>
                <a:latin typeface="Consolas" panose="020B0609020204030204" pitchFamily="49" charset="0"/>
                <a:ea typeface="+mj-ea"/>
              </a:rPr>
              <a:t>response 2</a:t>
            </a:r>
            <a:endParaRPr lang="zh-TW" altLang="en-US">
              <a:solidFill>
                <a:srgbClr val="0070C0"/>
              </a:solidFill>
              <a:latin typeface="Consolas" panose="020B0609020204030204" pitchFamily="49" charset="0"/>
              <a:ea typeface="+mj-ea"/>
            </a:endParaRPr>
          </a:p>
        </p:txBody>
      </p:sp>
      <p:sp>
        <p:nvSpPr>
          <p:cNvPr id="24" name="文字方塊 23">
            <a:extLst>
              <a:ext uri="{FF2B5EF4-FFF2-40B4-BE49-F238E27FC236}">
                <a16:creationId xmlns:a16="http://schemas.microsoft.com/office/drawing/2014/main" id="{A5E21D4D-B544-4CA3-A520-C9D08A43E875}"/>
              </a:ext>
            </a:extLst>
          </p:cNvPr>
          <p:cNvSpPr txBox="1"/>
          <p:nvPr/>
        </p:nvSpPr>
        <p:spPr>
          <a:xfrm>
            <a:off x="5357545" y="3224688"/>
            <a:ext cx="1409248" cy="408623"/>
          </a:xfrm>
          <a:prstGeom prst="round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zh-TW">
                <a:solidFill>
                  <a:srgbClr val="FF0000"/>
                </a:solidFill>
                <a:latin typeface="Consolas" panose="020B0609020204030204" pitchFamily="49" charset="0"/>
                <a:ea typeface="+mj-ea"/>
              </a:rPr>
              <a:t>request 1</a:t>
            </a:r>
            <a:endParaRPr lang="zh-TW" altLang="en-US">
              <a:solidFill>
                <a:srgbClr val="FF0000"/>
              </a:solidFill>
              <a:latin typeface="Consolas" panose="020B0609020204030204" pitchFamily="49" charset="0"/>
              <a:ea typeface="+mj-ea"/>
            </a:endParaRPr>
          </a:p>
        </p:txBody>
      </p:sp>
      <p:sp>
        <p:nvSpPr>
          <p:cNvPr id="25" name="文字方塊 24">
            <a:extLst>
              <a:ext uri="{FF2B5EF4-FFF2-40B4-BE49-F238E27FC236}">
                <a16:creationId xmlns:a16="http://schemas.microsoft.com/office/drawing/2014/main" id="{691180AA-5140-4FA3-B0BE-0BAF2F395054}"/>
              </a:ext>
            </a:extLst>
          </p:cNvPr>
          <p:cNvSpPr txBox="1"/>
          <p:nvPr/>
        </p:nvSpPr>
        <p:spPr>
          <a:xfrm>
            <a:off x="5316273" y="4434662"/>
            <a:ext cx="1550960" cy="408623"/>
          </a:xfrm>
          <a:prstGeom prst="round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zh-TW">
                <a:solidFill>
                  <a:srgbClr val="FF0000"/>
                </a:solidFill>
                <a:latin typeface="Consolas" panose="020B0609020204030204" pitchFamily="49" charset="0"/>
                <a:ea typeface="+mj-ea"/>
              </a:rPr>
              <a:t>response 1</a:t>
            </a:r>
            <a:endParaRPr lang="zh-TW" altLang="en-US">
              <a:solidFill>
                <a:srgbClr val="FF0000"/>
              </a:solidFill>
              <a:latin typeface="Consolas" panose="020B0609020204030204" pitchFamily="49" charset="0"/>
              <a:ea typeface="+mj-ea"/>
            </a:endParaRPr>
          </a:p>
        </p:txBody>
      </p:sp>
    </p:spTree>
    <p:extLst>
      <p:ext uri="{BB962C8B-B14F-4D97-AF65-F5344CB8AC3E}">
        <p14:creationId xmlns:p14="http://schemas.microsoft.com/office/powerpoint/2010/main" val="196754510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B847C30F-9E08-4E17-824D-F5B657D0BBBC}"/>
              </a:ext>
            </a:extLst>
          </p:cNvPr>
          <p:cNvSpPr>
            <a:spLocks noGrp="1"/>
          </p:cNvSpPr>
          <p:nvPr>
            <p:ph type="sldNum" sz="quarter" idx="12"/>
          </p:nvPr>
        </p:nvSpPr>
        <p:spPr/>
        <p:txBody>
          <a:bodyPr/>
          <a:lstStyle/>
          <a:p>
            <a:fld id="{B521127C-0C56-461F-B517-0D483F216F7D}" type="slidenum">
              <a:rPr lang="zh-TW" altLang="en-US" smtClean="0"/>
              <a:t>74</a:t>
            </a:fld>
            <a:endParaRPr lang="zh-TW" altLang="en-US"/>
          </a:p>
        </p:txBody>
      </p:sp>
      <p:sp>
        <p:nvSpPr>
          <p:cNvPr id="23" name="文字方塊 22">
            <a:extLst>
              <a:ext uri="{FF2B5EF4-FFF2-40B4-BE49-F238E27FC236}">
                <a16:creationId xmlns:a16="http://schemas.microsoft.com/office/drawing/2014/main" id="{360905D6-D711-4FAE-9825-DE60BD1FDC05}"/>
              </a:ext>
            </a:extLst>
          </p:cNvPr>
          <p:cNvSpPr txBox="1"/>
          <p:nvPr/>
        </p:nvSpPr>
        <p:spPr>
          <a:xfrm>
            <a:off x="194696" y="126402"/>
            <a:ext cx="1747120" cy="55399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indent="0">
              <a:buClrTx/>
              <a:buNone/>
            </a:pPr>
            <a:r>
              <a:rPr lang="zh-TW" altLang="en-US" sz="3000">
                <a:latin typeface="Consolas" panose="020B0609020204030204" pitchFamily="49" charset="0"/>
                <a:ea typeface="+mj-ea"/>
              </a:rPr>
              <a:t>調派請求</a:t>
            </a:r>
          </a:p>
        </p:txBody>
      </p:sp>
      <p:sp>
        <p:nvSpPr>
          <p:cNvPr id="5" name="內容版面配置區 2">
            <a:extLst>
              <a:ext uri="{FF2B5EF4-FFF2-40B4-BE49-F238E27FC236}">
                <a16:creationId xmlns:a16="http://schemas.microsoft.com/office/drawing/2014/main" id="{B9B89E1A-612A-4D90-A3AF-261AB6B951AC}"/>
              </a:ext>
            </a:extLst>
          </p:cNvPr>
          <p:cNvSpPr>
            <a:spLocks noGrp="1"/>
          </p:cNvSpPr>
          <p:nvPr>
            <p:ph idx="1"/>
          </p:nvPr>
        </p:nvSpPr>
        <p:spPr>
          <a:xfrm>
            <a:off x="178858" y="836579"/>
            <a:ext cx="11859171" cy="1899996"/>
          </a:xfrm>
        </p:spPr>
        <p:txBody>
          <a:bodyPr>
            <a:noAutofit/>
          </a:bodyPr>
          <a:lstStyle/>
          <a:p>
            <a:pPr marL="285750" indent="-285750" algn="just">
              <a:buFont typeface="Arial" panose="020B0604020202020204" pitchFamily="34" charset="0"/>
              <a:buChar char="•"/>
            </a:pPr>
            <a:r>
              <a:rPr lang="zh-TW" altLang="en-US" sz="1900">
                <a:latin typeface="Consolas" panose="020B0609020204030204" pitchFamily="49" charset="0"/>
                <a:ea typeface="+mj-ea"/>
              </a:rPr>
              <a:t>使用</a:t>
            </a:r>
            <a:r>
              <a:rPr lang="en-US" altLang="zh-TW" sz="1900">
                <a:latin typeface="Consolas" panose="020B0609020204030204" pitchFamily="49" charset="0"/>
                <a:ea typeface="+mj-ea"/>
              </a:rPr>
              <a:t>request.getRequestDispatcher(String path).forward(request, response);</a:t>
            </a:r>
          </a:p>
          <a:p>
            <a:pPr marL="560070" lvl="1" indent="-285750" algn="just">
              <a:buFont typeface="Arial" panose="020B0604020202020204" pitchFamily="34" charset="0"/>
              <a:buChar char="•"/>
            </a:pPr>
            <a:r>
              <a:rPr lang="zh-TW" altLang="en-US" sz="1700">
                <a:latin typeface="Consolas" panose="020B0609020204030204" pitchFamily="49" charset="0"/>
                <a:ea typeface="+mj-ea"/>
              </a:rPr>
              <a:t>僅有一次請求與回應，客戶端不會意識到後端是哪支程式回應的。</a:t>
            </a:r>
            <a:endParaRPr lang="en-US" altLang="zh-TW" sz="1700">
              <a:latin typeface="Consolas" panose="020B0609020204030204" pitchFamily="49" charset="0"/>
              <a:ea typeface="+mj-ea"/>
            </a:endParaRPr>
          </a:p>
          <a:p>
            <a:pPr marL="560070" lvl="1" indent="-285750" algn="just">
              <a:buFont typeface="Arial" panose="020B0604020202020204" pitchFamily="34" charset="0"/>
              <a:buChar char="•"/>
            </a:pPr>
            <a:r>
              <a:rPr lang="zh-TW" altLang="en-US" sz="1700">
                <a:latin typeface="Consolas" panose="020B0609020204030204" pitchFamily="49" charset="0"/>
                <a:ea typeface="+mj-ea"/>
              </a:rPr>
              <a:t>網址列不會變動。對客戶端而言，只會看到第一次請求的對象進行回應。</a:t>
            </a:r>
            <a:r>
              <a:rPr lang="en-US" altLang="zh-TW" sz="1700">
                <a:latin typeface="Consolas" panose="020B0609020204030204" pitchFamily="49" charset="0"/>
                <a:ea typeface="+mj-ea"/>
              </a:rPr>
              <a:t>(</a:t>
            </a:r>
            <a:r>
              <a:rPr lang="zh-TW" altLang="en-US" sz="1700">
                <a:latin typeface="Consolas" panose="020B0609020204030204" pitchFamily="49" charset="0"/>
                <a:ea typeface="+mj-ea"/>
              </a:rPr>
              <a:t>即使你後面</a:t>
            </a:r>
            <a:r>
              <a:rPr lang="en-US" altLang="zh-TW" sz="1700">
                <a:latin typeface="Consolas" panose="020B0609020204030204" pitchFamily="49" charset="0"/>
                <a:ea typeface="+mj-ea"/>
              </a:rPr>
              <a:t>forward</a:t>
            </a:r>
            <a:r>
              <a:rPr lang="zh-TW" altLang="en-US" sz="1700">
                <a:latin typeface="Consolas" panose="020B0609020204030204" pitchFamily="49" charset="0"/>
                <a:ea typeface="+mj-ea"/>
              </a:rPr>
              <a:t>了</a:t>
            </a:r>
            <a:r>
              <a:rPr lang="en-US" altLang="zh-TW" sz="1700">
                <a:latin typeface="Consolas" panose="020B0609020204030204" pitchFamily="49" charset="0"/>
                <a:ea typeface="+mj-ea"/>
              </a:rPr>
              <a:t>10</a:t>
            </a:r>
            <a:r>
              <a:rPr lang="zh-TW" altLang="en-US" sz="1700">
                <a:latin typeface="Consolas" panose="020B0609020204030204" pitchFamily="49" charset="0"/>
                <a:ea typeface="+mj-ea"/>
              </a:rPr>
              <a:t>次也是</a:t>
            </a:r>
            <a:r>
              <a:rPr lang="en-US" altLang="zh-TW" sz="1700">
                <a:latin typeface="Consolas" panose="020B0609020204030204" pitchFamily="49" charset="0"/>
                <a:ea typeface="+mj-ea"/>
              </a:rPr>
              <a:t>)</a:t>
            </a:r>
          </a:p>
          <a:p>
            <a:pPr marL="560070" lvl="1" indent="-285750" algn="just">
              <a:buFont typeface="Arial" panose="020B0604020202020204" pitchFamily="34" charset="0"/>
              <a:buChar char="•"/>
            </a:pPr>
            <a:r>
              <a:rPr lang="zh-TW" altLang="en-US" sz="1700">
                <a:latin typeface="Consolas" panose="020B0609020204030204" pitchFamily="49" charset="0"/>
                <a:ea typeface="+mj-ea"/>
              </a:rPr>
              <a:t>存在</a:t>
            </a:r>
            <a:r>
              <a:rPr lang="en-US" altLang="zh-TW" sz="1700">
                <a:latin typeface="Consolas" panose="020B0609020204030204" pitchFamily="49" charset="0"/>
                <a:ea typeface="+mj-ea"/>
              </a:rPr>
              <a:t>request</a:t>
            </a:r>
            <a:r>
              <a:rPr lang="zh-TW" altLang="en-US" sz="1700">
                <a:latin typeface="Consolas" panose="020B0609020204030204" pitchFamily="49" charset="0"/>
                <a:ea typeface="+mj-ea"/>
              </a:rPr>
              <a:t>區間的屬性，會因為</a:t>
            </a:r>
            <a:r>
              <a:rPr lang="en-US" altLang="zh-TW" sz="1700">
                <a:latin typeface="Consolas" panose="020B0609020204030204" pitchFamily="49" charset="0"/>
                <a:ea typeface="+mj-ea"/>
              </a:rPr>
              <a:t>request</a:t>
            </a:r>
            <a:r>
              <a:rPr lang="zh-TW" altLang="en-US" sz="1700">
                <a:latin typeface="Consolas" panose="020B0609020204030204" pitchFamily="49" charset="0"/>
                <a:ea typeface="+mj-ea"/>
              </a:rPr>
              <a:t>的控制權被移轉而跟著移轉</a:t>
            </a:r>
            <a:r>
              <a:rPr lang="en-US" altLang="zh-TW" sz="1700">
                <a:latin typeface="Consolas" panose="020B0609020204030204" pitchFamily="49" charset="0"/>
                <a:ea typeface="+mj-ea"/>
              </a:rPr>
              <a:t>(</a:t>
            </a:r>
            <a:r>
              <a:rPr lang="zh-TW" altLang="en-US" sz="1700">
                <a:latin typeface="Consolas" panose="020B0609020204030204" pitchFamily="49" charset="0"/>
                <a:ea typeface="+mj-ea"/>
              </a:rPr>
              <a:t>相同的</a:t>
            </a:r>
            <a:r>
              <a:rPr lang="en-US" altLang="zh-TW" sz="1700">
                <a:latin typeface="Consolas" panose="020B0609020204030204" pitchFamily="49" charset="0"/>
                <a:ea typeface="+mj-ea"/>
              </a:rPr>
              <a:t>request)</a:t>
            </a:r>
            <a:r>
              <a:rPr lang="zh-TW" altLang="en-US" sz="1700">
                <a:latin typeface="Consolas" panose="020B0609020204030204" pitchFamily="49" charset="0"/>
                <a:ea typeface="+mj-ea"/>
              </a:rPr>
              <a:t>。</a:t>
            </a:r>
            <a:endParaRPr lang="en-US" altLang="zh-TW" sz="1700">
              <a:latin typeface="Consolas" panose="020B0609020204030204" pitchFamily="49" charset="0"/>
              <a:ea typeface="+mj-ea"/>
            </a:endParaRPr>
          </a:p>
          <a:p>
            <a:pPr marL="560070" lvl="1" indent="-285750" algn="just">
              <a:buFont typeface="Arial" panose="020B0604020202020204" pitchFamily="34" charset="0"/>
              <a:buChar char="•"/>
            </a:pPr>
            <a:r>
              <a:rPr lang="zh-TW" altLang="en-US" sz="1700">
                <a:latin typeface="Consolas" panose="020B0609020204030204" pitchFamily="49" charset="0"/>
                <a:ea typeface="+mj-ea"/>
              </a:rPr>
              <a:t>共享資訊可使用三個區間</a:t>
            </a:r>
            <a:r>
              <a:rPr lang="en-US" altLang="zh-TW" sz="1700">
                <a:latin typeface="Consolas" panose="020B0609020204030204" pitchFamily="49" charset="0"/>
                <a:ea typeface="+mj-ea"/>
              </a:rPr>
              <a:t>request</a:t>
            </a:r>
            <a:r>
              <a:rPr lang="zh-TW" altLang="en-US" sz="1700">
                <a:latin typeface="Consolas" panose="020B0609020204030204" pitchFamily="49" charset="0"/>
                <a:ea typeface="+mj-ea"/>
              </a:rPr>
              <a:t>、</a:t>
            </a:r>
            <a:r>
              <a:rPr lang="en-US" altLang="zh-TW" sz="1700">
                <a:latin typeface="Consolas" panose="020B0609020204030204" pitchFamily="49" charset="0"/>
                <a:ea typeface="+mj-ea"/>
              </a:rPr>
              <a:t>session</a:t>
            </a:r>
            <a:r>
              <a:rPr lang="zh-TW" altLang="en-US" sz="1700">
                <a:latin typeface="Consolas" panose="020B0609020204030204" pitchFamily="49" charset="0"/>
                <a:ea typeface="+mj-ea"/>
              </a:rPr>
              <a:t>、</a:t>
            </a:r>
            <a:r>
              <a:rPr lang="en-US" altLang="zh-TW" sz="1700">
                <a:latin typeface="Consolas" panose="020B0609020204030204" pitchFamily="49" charset="0"/>
                <a:ea typeface="+mj-ea"/>
              </a:rPr>
              <a:t>context</a:t>
            </a:r>
            <a:r>
              <a:rPr lang="zh-TW" altLang="en-US" sz="1700">
                <a:latin typeface="Consolas" panose="020B0609020204030204" pitchFamily="49" charset="0"/>
                <a:ea typeface="+mj-ea"/>
              </a:rPr>
              <a:t>。</a:t>
            </a:r>
            <a:endParaRPr lang="en-US" altLang="zh-TW" sz="1700">
              <a:latin typeface="Consolas" panose="020B0609020204030204" pitchFamily="49" charset="0"/>
              <a:ea typeface="+mj-ea"/>
            </a:endParaRPr>
          </a:p>
          <a:p>
            <a:pPr marL="560070" lvl="1" indent="-285750" algn="just">
              <a:buFont typeface="Arial" panose="020B0604020202020204" pitchFamily="34" charset="0"/>
              <a:buChar char="•"/>
            </a:pPr>
            <a:r>
              <a:rPr lang="zh-TW" altLang="en-US" sz="1700">
                <a:solidFill>
                  <a:srgbClr val="FF0000"/>
                </a:solidFill>
                <a:latin typeface="Consolas" panose="020B0609020204030204" pitchFamily="49" charset="0"/>
                <a:ea typeface="+mj-ea"/>
              </a:rPr>
              <a:t>重新整理</a:t>
            </a:r>
            <a:r>
              <a:rPr lang="en-US" altLang="zh-TW" sz="1700">
                <a:solidFill>
                  <a:srgbClr val="FF0000"/>
                </a:solidFill>
                <a:latin typeface="Consolas" panose="020B0609020204030204" pitchFamily="49" charset="0"/>
                <a:ea typeface="+mj-ea"/>
              </a:rPr>
              <a:t>(F5)</a:t>
            </a:r>
            <a:r>
              <a:rPr lang="zh-TW" altLang="en-US" sz="1700">
                <a:solidFill>
                  <a:srgbClr val="FF0000"/>
                </a:solidFill>
                <a:latin typeface="Consolas" panose="020B0609020204030204" pitchFamily="49" charset="0"/>
                <a:ea typeface="+mj-ea"/>
              </a:rPr>
              <a:t>會對同一支</a:t>
            </a:r>
            <a:r>
              <a:rPr lang="en-US" altLang="zh-TW" sz="1700">
                <a:solidFill>
                  <a:srgbClr val="FF0000"/>
                </a:solidFill>
                <a:latin typeface="Consolas" panose="020B0609020204030204" pitchFamily="49" charset="0"/>
                <a:ea typeface="+mj-ea"/>
              </a:rPr>
              <a:t>Servelt</a:t>
            </a:r>
            <a:r>
              <a:rPr lang="zh-TW" altLang="en-US" sz="1700">
                <a:solidFill>
                  <a:srgbClr val="FF0000"/>
                </a:solidFill>
                <a:latin typeface="Consolas" panose="020B0609020204030204" pitchFamily="49" charset="0"/>
                <a:ea typeface="+mj-ea"/>
              </a:rPr>
              <a:t>做出相同請求</a:t>
            </a:r>
            <a:r>
              <a:rPr lang="zh-TW" altLang="en-US" sz="1700">
                <a:latin typeface="Consolas" panose="020B0609020204030204" pitchFamily="49" charset="0"/>
                <a:ea typeface="+mj-ea"/>
              </a:rPr>
              <a:t>，千萬要注意。</a:t>
            </a:r>
            <a:endParaRPr lang="en-US" altLang="zh-TW" sz="1700">
              <a:latin typeface="Consolas" panose="020B0609020204030204" pitchFamily="49" charset="0"/>
              <a:ea typeface="+mj-ea"/>
            </a:endParaRPr>
          </a:p>
        </p:txBody>
      </p:sp>
      <p:cxnSp>
        <p:nvCxnSpPr>
          <p:cNvPr id="8" name="直線單箭頭接點 7">
            <a:extLst>
              <a:ext uri="{FF2B5EF4-FFF2-40B4-BE49-F238E27FC236}">
                <a16:creationId xmlns:a16="http://schemas.microsoft.com/office/drawing/2014/main" id="{E23AF4EC-50EB-47F8-9544-8FBB88D6CBF7}"/>
              </a:ext>
            </a:extLst>
          </p:cNvPr>
          <p:cNvCxnSpPr>
            <a:cxnSpLocks/>
          </p:cNvCxnSpPr>
          <p:nvPr/>
        </p:nvCxnSpPr>
        <p:spPr>
          <a:xfrm>
            <a:off x="2216727" y="3842110"/>
            <a:ext cx="154247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8DB2C30A-343F-4211-A133-093281D3D135}"/>
              </a:ext>
            </a:extLst>
          </p:cNvPr>
          <p:cNvSpPr txBox="1"/>
          <p:nvPr/>
        </p:nvSpPr>
        <p:spPr>
          <a:xfrm>
            <a:off x="2267963" y="2892754"/>
            <a:ext cx="1440000"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zh-TW">
                <a:latin typeface="Consolas" panose="020B0609020204030204" pitchFamily="49" charset="0"/>
                <a:ea typeface="+mj-ea"/>
              </a:rPr>
              <a:t>Forward( )</a:t>
            </a:r>
            <a:endParaRPr lang="zh-TW" altLang="en-US">
              <a:latin typeface="Consolas" panose="020B0609020204030204" pitchFamily="49" charset="0"/>
              <a:ea typeface="+mj-ea"/>
            </a:endParaRPr>
          </a:p>
        </p:txBody>
      </p:sp>
      <p:sp>
        <p:nvSpPr>
          <p:cNvPr id="14" name="橢圓 13">
            <a:extLst>
              <a:ext uri="{FF2B5EF4-FFF2-40B4-BE49-F238E27FC236}">
                <a16:creationId xmlns:a16="http://schemas.microsoft.com/office/drawing/2014/main" id="{6112E708-FE7C-48F0-9055-FC0DD6BEDC4C}"/>
              </a:ext>
            </a:extLst>
          </p:cNvPr>
          <p:cNvSpPr/>
          <p:nvPr/>
        </p:nvSpPr>
        <p:spPr>
          <a:xfrm>
            <a:off x="3958155" y="3320058"/>
            <a:ext cx="1440000" cy="1440000"/>
          </a:xfrm>
          <a:prstGeom prst="ellipse">
            <a:avLst/>
          </a:prstGeom>
          <a:solidFill>
            <a:srgbClr val="80F2F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600">
                <a:solidFill>
                  <a:sysClr val="windowText" lastClr="000000"/>
                </a:solidFill>
                <a:latin typeface="Consolas" panose="020B0609020204030204" pitchFamily="49" charset="0"/>
                <a:ea typeface="+mj-ea"/>
              </a:rPr>
              <a:t>Servlet</a:t>
            </a:r>
          </a:p>
        </p:txBody>
      </p:sp>
      <p:sp>
        <p:nvSpPr>
          <p:cNvPr id="15" name="橢圓 14">
            <a:extLst>
              <a:ext uri="{FF2B5EF4-FFF2-40B4-BE49-F238E27FC236}">
                <a16:creationId xmlns:a16="http://schemas.microsoft.com/office/drawing/2014/main" id="{0974519F-4ED1-42BB-89B9-41E4E2FB1FA4}"/>
              </a:ext>
            </a:extLst>
          </p:cNvPr>
          <p:cNvSpPr/>
          <p:nvPr/>
        </p:nvSpPr>
        <p:spPr>
          <a:xfrm>
            <a:off x="3958155" y="5343541"/>
            <a:ext cx="1440000" cy="14400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600">
                <a:solidFill>
                  <a:sysClr val="windowText" lastClr="000000"/>
                </a:solidFill>
                <a:latin typeface="Consolas" panose="020B0609020204030204" pitchFamily="49" charset="0"/>
                <a:ea typeface="+mj-ea"/>
              </a:rPr>
              <a:t>Servlet</a:t>
            </a:r>
          </a:p>
          <a:p>
            <a:pPr algn="ctr"/>
            <a:r>
              <a:rPr lang="zh-TW" altLang="en-US" sz="1600">
                <a:solidFill>
                  <a:sysClr val="windowText" lastClr="000000"/>
                </a:solidFill>
                <a:latin typeface="Consolas" panose="020B0609020204030204" pitchFamily="49" charset="0"/>
                <a:ea typeface="+mj-ea"/>
              </a:rPr>
              <a:t>或</a:t>
            </a:r>
            <a:endParaRPr lang="en-US" altLang="zh-TW" sz="1600">
              <a:solidFill>
                <a:sysClr val="windowText" lastClr="000000"/>
              </a:solidFill>
              <a:latin typeface="Consolas" panose="020B0609020204030204" pitchFamily="49" charset="0"/>
              <a:ea typeface="+mj-ea"/>
            </a:endParaRPr>
          </a:p>
          <a:p>
            <a:pPr algn="ctr"/>
            <a:r>
              <a:rPr lang="en-US" altLang="zh-TW" sz="1600">
                <a:solidFill>
                  <a:sysClr val="windowText" lastClr="000000"/>
                </a:solidFill>
                <a:latin typeface="Consolas" panose="020B0609020204030204" pitchFamily="49" charset="0"/>
                <a:ea typeface="+mj-ea"/>
              </a:rPr>
              <a:t>JSP</a:t>
            </a:r>
            <a:endParaRPr lang="zh-TW" altLang="en-US" sz="1600">
              <a:solidFill>
                <a:sysClr val="windowText" lastClr="000000"/>
              </a:solidFill>
              <a:latin typeface="Consolas" panose="020B0609020204030204" pitchFamily="49" charset="0"/>
              <a:ea typeface="+mj-ea"/>
            </a:endParaRPr>
          </a:p>
        </p:txBody>
      </p:sp>
      <p:cxnSp>
        <p:nvCxnSpPr>
          <p:cNvPr id="24" name="直線單箭頭接點 23">
            <a:extLst>
              <a:ext uri="{FF2B5EF4-FFF2-40B4-BE49-F238E27FC236}">
                <a16:creationId xmlns:a16="http://schemas.microsoft.com/office/drawing/2014/main" id="{4704EBA0-0D3B-49AA-A84D-E93B96F2C0BC}"/>
              </a:ext>
            </a:extLst>
          </p:cNvPr>
          <p:cNvCxnSpPr>
            <a:cxnSpLocks/>
          </p:cNvCxnSpPr>
          <p:nvPr/>
        </p:nvCxnSpPr>
        <p:spPr>
          <a:xfrm>
            <a:off x="4659683" y="4664450"/>
            <a:ext cx="0" cy="78500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24">
            <a:extLst>
              <a:ext uri="{FF2B5EF4-FFF2-40B4-BE49-F238E27FC236}">
                <a16:creationId xmlns:a16="http://schemas.microsoft.com/office/drawing/2014/main" id="{BE60C2CC-845C-4AF1-8E94-CBCA0F6AE18B}"/>
              </a:ext>
            </a:extLst>
          </p:cNvPr>
          <p:cNvCxnSpPr>
            <a:cxnSpLocks/>
          </p:cNvCxnSpPr>
          <p:nvPr/>
        </p:nvCxnSpPr>
        <p:spPr>
          <a:xfrm flipH="1" flipV="1">
            <a:off x="2254435" y="4947646"/>
            <a:ext cx="1542473" cy="100658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文字方塊 30">
            <a:extLst>
              <a:ext uri="{FF2B5EF4-FFF2-40B4-BE49-F238E27FC236}">
                <a16:creationId xmlns:a16="http://schemas.microsoft.com/office/drawing/2014/main" id="{0ED835EA-0A29-4D9B-90CF-02DA2A22A938}"/>
              </a:ext>
            </a:extLst>
          </p:cNvPr>
          <p:cNvSpPr txBox="1"/>
          <p:nvPr/>
        </p:nvSpPr>
        <p:spPr>
          <a:xfrm>
            <a:off x="2344719" y="3951416"/>
            <a:ext cx="1228437" cy="408623"/>
          </a:xfrm>
          <a:prstGeom prst="round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zh-TW">
                <a:solidFill>
                  <a:schemeClr val="tx1"/>
                </a:solidFill>
                <a:latin typeface="Consolas" panose="020B0609020204030204" pitchFamily="49" charset="0"/>
                <a:ea typeface="+mj-ea"/>
              </a:rPr>
              <a:t>request</a:t>
            </a:r>
            <a:endParaRPr lang="zh-TW" altLang="en-US">
              <a:solidFill>
                <a:schemeClr val="tx1"/>
              </a:solidFill>
              <a:latin typeface="Consolas" panose="020B0609020204030204" pitchFamily="49" charset="0"/>
              <a:ea typeface="+mj-ea"/>
            </a:endParaRPr>
          </a:p>
        </p:txBody>
      </p:sp>
      <p:sp>
        <p:nvSpPr>
          <p:cNvPr id="32" name="文字方塊 31">
            <a:extLst>
              <a:ext uri="{FF2B5EF4-FFF2-40B4-BE49-F238E27FC236}">
                <a16:creationId xmlns:a16="http://schemas.microsoft.com/office/drawing/2014/main" id="{5A567456-6F5E-47F2-BD77-9EC4A48FFCCD}"/>
              </a:ext>
            </a:extLst>
          </p:cNvPr>
          <p:cNvSpPr txBox="1"/>
          <p:nvPr/>
        </p:nvSpPr>
        <p:spPr>
          <a:xfrm>
            <a:off x="1982010" y="5644559"/>
            <a:ext cx="1228437" cy="408623"/>
          </a:xfrm>
          <a:prstGeom prst="round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zh-TW">
                <a:solidFill>
                  <a:schemeClr val="tx1"/>
                </a:solidFill>
                <a:latin typeface="Consolas" panose="020B0609020204030204" pitchFamily="49" charset="0"/>
                <a:ea typeface="+mj-ea"/>
              </a:rPr>
              <a:t>response</a:t>
            </a:r>
            <a:endParaRPr lang="zh-TW" altLang="en-US">
              <a:solidFill>
                <a:schemeClr val="tx1"/>
              </a:solidFill>
              <a:latin typeface="Consolas" panose="020B0609020204030204" pitchFamily="49" charset="0"/>
              <a:ea typeface="+mj-ea"/>
            </a:endParaRPr>
          </a:p>
        </p:txBody>
      </p:sp>
      <p:sp>
        <p:nvSpPr>
          <p:cNvPr id="33" name="文字方塊 32">
            <a:extLst>
              <a:ext uri="{FF2B5EF4-FFF2-40B4-BE49-F238E27FC236}">
                <a16:creationId xmlns:a16="http://schemas.microsoft.com/office/drawing/2014/main" id="{44E243CE-7370-4734-A5C7-BF5111AC748A}"/>
              </a:ext>
            </a:extLst>
          </p:cNvPr>
          <p:cNvSpPr txBox="1"/>
          <p:nvPr/>
        </p:nvSpPr>
        <p:spPr>
          <a:xfrm>
            <a:off x="3958155" y="4841875"/>
            <a:ext cx="1440000" cy="408623"/>
          </a:xfrm>
          <a:prstGeom prst="round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zh-TW" altLang="en-US">
                <a:solidFill>
                  <a:schemeClr val="tx1"/>
                </a:solidFill>
                <a:latin typeface="Consolas" panose="020B0609020204030204" pitchFamily="49" charset="0"/>
                <a:ea typeface="+mj-ea"/>
              </a:rPr>
              <a:t>控制權轉移</a:t>
            </a:r>
            <a:endParaRPr lang="en-US" altLang="zh-TW">
              <a:solidFill>
                <a:schemeClr val="tx1"/>
              </a:solidFill>
              <a:latin typeface="Consolas" panose="020B0609020204030204" pitchFamily="49" charset="0"/>
              <a:ea typeface="+mj-ea"/>
            </a:endParaRPr>
          </a:p>
        </p:txBody>
      </p:sp>
      <p:pic>
        <p:nvPicPr>
          <p:cNvPr id="34" name="圖片 33" descr="一張含有 文字, 顯示 的圖片&#10;&#10;自動產生的描述">
            <a:extLst>
              <a:ext uri="{FF2B5EF4-FFF2-40B4-BE49-F238E27FC236}">
                <a16:creationId xmlns:a16="http://schemas.microsoft.com/office/drawing/2014/main" id="{C20EDC60-E00E-45FD-9DF7-B5D949BB68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8372" y="3443039"/>
            <a:ext cx="1240651" cy="1240651"/>
          </a:xfrm>
          <a:prstGeom prst="rect">
            <a:avLst/>
          </a:prstGeom>
        </p:spPr>
      </p:pic>
      <p:cxnSp>
        <p:nvCxnSpPr>
          <p:cNvPr id="35" name="直線單箭頭接點 34">
            <a:extLst>
              <a:ext uri="{FF2B5EF4-FFF2-40B4-BE49-F238E27FC236}">
                <a16:creationId xmlns:a16="http://schemas.microsoft.com/office/drawing/2014/main" id="{69F4CB0D-6316-42F1-A7C9-705C33605F78}"/>
              </a:ext>
            </a:extLst>
          </p:cNvPr>
          <p:cNvCxnSpPr>
            <a:cxnSpLocks/>
          </p:cNvCxnSpPr>
          <p:nvPr/>
        </p:nvCxnSpPr>
        <p:spPr>
          <a:xfrm>
            <a:off x="8065947" y="3749748"/>
            <a:ext cx="154247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文字方塊 35">
            <a:extLst>
              <a:ext uri="{FF2B5EF4-FFF2-40B4-BE49-F238E27FC236}">
                <a16:creationId xmlns:a16="http://schemas.microsoft.com/office/drawing/2014/main" id="{0B8E6DD1-8AA8-4FCE-A1A7-A9DA999F2F18}"/>
              </a:ext>
            </a:extLst>
          </p:cNvPr>
          <p:cNvSpPr txBox="1"/>
          <p:nvPr/>
        </p:nvSpPr>
        <p:spPr>
          <a:xfrm>
            <a:off x="8117183" y="2892754"/>
            <a:ext cx="1440000"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zh-TW">
                <a:latin typeface="Consolas" panose="020B0609020204030204" pitchFamily="49" charset="0"/>
                <a:ea typeface="+mj-ea"/>
              </a:rPr>
              <a:t>inculd( )</a:t>
            </a:r>
            <a:endParaRPr lang="zh-TW" altLang="en-US">
              <a:latin typeface="Consolas" panose="020B0609020204030204" pitchFamily="49" charset="0"/>
              <a:ea typeface="+mj-ea"/>
            </a:endParaRPr>
          </a:p>
        </p:txBody>
      </p:sp>
      <p:sp>
        <p:nvSpPr>
          <p:cNvPr id="37" name="橢圓 36">
            <a:extLst>
              <a:ext uri="{FF2B5EF4-FFF2-40B4-BE49-F238E27FC236}">
                <a16:creationId xmlns:a16="http://schemas.microsoft.com/office/drawing/2014/main" id="{B6F8992C-AE33-41C0-B998-DE3194E7FDD8}"/>
              </a:ext>
            </a:extLst>
          </p:cNvPr>
          <p:cNvSpPr/>
          <p:nvPr/>
        </p:nvSpPr>
        <p:spPr>
          <a:xfrm>
            <a:off x="9807375" y="3320058"/>
            <a:ext cx="1440000" cy="1440000"/>
          </a:xfrm>
          <a:prstGeom prst="ellipse">
            <a:avLst/>
          </a:prstGeom>
          <a:solidFill>
            <a:srgbClr val="80F2F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600">
                <a:solidFill>
                  <a:sysClr val="windowText" lastClr="000000"/>
                </a:solidFill>
                <a:latin typeface="Consolas" panose="020B0609020204030204" pitchFamily="49" charset="0"/>
                <a:ea typeface="+mj-ea"/>
              </a:rPr>
              <a:t>Servlet</a:t>
            </a:r>
          </a:p>
        </p:txBody>
      </p:sp>
      <p:sp>
        <p:nvSpPr>
          <p:cNvPr id="38" name="橢圓 37">
            <a:extLst>
              <a:ext uri="{FF2B5EF4-FFF2-40B4-BE49-F238E27FC236}">
                <a16:creationId xmlns:a16="http://schemas.microsoft.com/office/drawing/2014/main" id="{A53AB5F3-FC00-4329-86EE-91EA5EE31580}"/>
              </a:ext>
            </a:extLst>
          </p:cNvPr>
          <p:cNvSpPr/>
          <p:nvPr/>
        </p:nvSpPr>
        <p:spPr>
          <a:xfrm>
            <a:off x="9807375" y="5343541"/>
            <a:ext cx="1440000" cy="14400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600">
                <a:solidFill>
                  <a:sysClr val="windowText" lastClr="000000"/>
                </a:solidFill>
                <a:latin typeface="Consolas" panose="020B0609020204030204" pitchFamily="49" charset="0"/>
                <a:ea typeface="+mj-ea"/>
              </a:rPr>
              <a:t>Servlet</a:t>
            </a:r>
          </a:p>
          <a:p>
            <a:pPr algn="ctr"/>
            <a:r>
              <a:rPr lang="zh-TW" altLang="en-US" sz="1600">
                <a:solidFill>
                  <a:sysClr val="windowText" lastClr="000000"/>
                </a:solidFill>
                <a:latin typeface="Consolas" panose="020B0609020204030204" pitchFamily="49" charset="0"/>
                <a:ea typeface="+mj-ea"/>
              </a:rPr>
              <a:t>或</a:t>
            </a:r>
            <a:endParaRPr lang="en-US" altLang="zh-TW" sz="1600">
              <a:solidFill>
                <a:sysClr val="windowText" lastClr="000000"/>
              </a:solidFill>
              <a:latin typeface="Consolas" panose="020B0609020204030204" pitchFamily="49" charset="0"/>
              <a:ea typeface="+mj-ea"/>
            </a:endParaRPr>
          </a:p>
          <a:p>
            <a:pPr algn="ctr"/>
            <a:r>
              <a:rPr lang="en-US" altLang="zh-TW" sz="1600">
                <a:solidFill>
                  <a:sysClr val="windowText" lastClr="000000"/>
                </a:solidFill>
                <a:latin typeface="Consolas" panose="020B0609020204030204" pitchFamily="49" charset="0"/>
                <a:ea typeface="+mj-ea"/>
              </a:rPr>
              <a:t>JSP</a:t>
            </a:r>
            <a:endParaRPr lang="zh-TW" altLang="en-US" sz="1600">
              <a:solidFill>
                <a:sysClr val="windowText" lastClr="000000"/>
              </a:solidFill>
              <a:latin typeface="Consolas" panose="020B0609020204030204" pitchFamily="49" charset="0"/>
              <a:ea typeface="+mj-ea"/>
            </a:endParaRPr>
          </a:p>
        </p:txBody>
      </p:sp>
      <p:cxnSp>
        <p:nvCxnSpPr>
          <p:cNvPr id="39" name="直線單箭頭接點 38">
            <a:extLst>
              <a:ext uri="{FF2B5EF4-FFF2-40B4-BE49-F238E27FC236}">
                <a16:creationId xmlns:a16="http://schemas.microsoft.com/office/drawing/2014/main" id="{9F91FB65-623C-41C2-A528-3391EEC2EC7B}"/>
              </a:ext>
            </a:extLst>
          </p:cNvPr>
          <p:cNvCxnSpPr>
            <a:cxnSpLocks/>
          </p:cNvCxnSpPr>
          <p:nvPr/>
        </p:nvCxnSpPr>
        <p:spPr>
          <a:xfrm flipV="1">
            <a:off x="10508903" y="4664450"/>
            <a:ext cx="0" cy="78500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文字方塊 40">
            <a:extLst>
              <a:ext uri="{FF2B5EF4-FFF2-40B4-BE49-F238E27FC236}">
                <a16:creationId xmlns:a16="http://schemas.microsoft.com/office/drawing/2014/main" id="{A7C957AD-F845-4EDC-B6D2-7C35D1F7C194}"/>
              </a:ext>
            </a:extLst>
          </p:cNvPr>
          <p:cNvSpPr txBox="1"/>
          <p:nvPr/>
        </p:nvSpPr>
        <p:spPr>
          <a:xfrm>
            <a:off x="8193939" y="3859054"/>
            <a:ext cx="1228437" cy="408623"/>
          </a:xfrm>
          <a:prstGeom prst="round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zh-TW">
                <a:solidFill>
                  <a:schemeClr val="tx1"/>
                </a:solidFill>
                <a:latin typeface="Consolas" panose="020B0609020204030204" pitchFamily="49" charset="0"/>
                <a:ea typeface="+mj-ea"/>
              </a:rPr>
              <a:t>request</a:t>
            </a:r>
            <a:endParaRPr lang="zh-TW" altLang="en-US">
              <a:solidFill>
                <a:schemeClr val="tx1"/>
              </a:solidFill>
              <a:latin typeface="Consolas" panose="020B0609020204030204" pitchFamily="49" charset="0"/>
              <a:ea typeface="+mj-ea"/>
            </a:endParaRPr>
          </a:p>
        </p:txBody>
      </p:sp>
      <p:sp>
        <p:nvSpPr>
          <p:cNvPr id="42" name="文字方塊 41">
            <a:extLst>
              <a:ext uri="{FF2B5EF4-FFF2-40B4-BE49-F238E27FC236}">
                <a16:creationId xmlns:a16="http://schemas.microsoft.com/office/drawing/2014/main" id="{309FAC5D-61FB-4C62-8C69-85D2646B2368}"/>
              </a:ext>
            </a:extLst>
          </p:cNvPr>
          <p:cNvSpPr txBox="1"/>
          <p:nvPr/>
        </p:nvSpPr>
        <p:spPr>
          <a:xfrm>
            <a:off x="8193938" y="4560711"/>
            <a:ext cx="1228437" cy="408623"/>
          </a:xfrm>
          <a:prstGeom prst="round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zh-TW">
                <a:solidFill>
                  <a:schemeClr val="tx1"/>
                </a:solidFill>
                <a:latin typeface="Consolas" panose="020B0609020204030204" pitchFamily="49" charset="0"/>
                <a:ea typeface="+mj-ea"/>
              </a:rPr>
              <a:t>response</a:t>
            </a:r>
            <a:endParaRPr lang="zh-TW" altLang="en-US">
              <a:solidFill>
                <a:schemeClr val="tx1"/>
              </a:solidFill>
              <a:latin typeface="Consolas" panose="020B0609020204030204" pitchFamily="49" charset="0"/>
              <a:ea typeface="+mj-ea"/>
            </a:endParaRPr>
          </a:p>
        </p:txBody>
      </p:sp>
      <p:sp>
        <p:nvSpPr>
          <p:cNvPr id="43" name="文字方塊 42">
            <a:extLst>
              <a:ext uri="{FF2B5EF4-FFF2-40B4-BE49-F238E27FC236}">
                <a16:creationId xmlns:a16="http://schemas.microsoft.com/office/drawing/2014/main" id="{189F1CED-66BA-4076-BF39-D50975482C34}"/>
              </a:ext>
            </a:extLst>
          </p:cNvPr>
          <p:cNvSpPr txBox="1"/>
          <p:nvPr/>
        </p:nvSpPr>
        <p:spPr>
          <a:xfrm>
            <a:off x="9807375" y="4841875"/>
            <a:ext cx="1440000" cy="408623"/>
          </a:xfrm>
          <a:prstGeom prst="round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zh-TW" altLang="en-US">
                <a:solidFill>
                  <a:schemeClr val="tx1"/>
                </a:solidFill>
                <a:latin typeface="Consolas" panose="020B0609020204030204" pitchFamily="49" charset="0"/>
                <a:ea typeface="+mj-ea"/>
              </a:rPr>
              <a:t>取得控制權</a:t>
            </a:r>
            <a:endParaRPr lang="en-US" altLang="zh-TW">
              <a:solidFill>
                <a:schemeClr val="tx1"/>
              </a:solidFill>
              <a:latin typeface="Consolas" panose="020B0609020204030204" pitchFamily="49" charset="0"/>
              <a:ea typeface="+mj-ea"/>
            </a:endParaRPr>
          </a:p>
        </p:txBody>
      </p:sp>
      <p:cxnSp>
        <p:nvCxnSpPr>
          <p:cNvPr id="49" name="直線單箭頭接點 48">
            <a:extLst>
              <a:ext uri="{FF2B5EF4-FFF2-40B4-BE49-F238E27FC236}">
                <a16:creationId xmlns:a16="http://schemas.microsoft.com/office/drawing/2014/main" id="{78EF7E4A-E877-4295-870C-307C8DB3CE63}"/>
              </a:ext>
            </a:extLst>
          </p:cNvPr>
          <p:cNvCxnSpPr>
            <a:cxnSpLocks/>
          </p:cNvCxnSpPr>
          <p:nvPr/>
        </p:nvCxnSpPr>
        <p:spPr>
          <a:xfrm flipH="1">
            <a:off x="8065946" y="4456330"/>
            <a:ext cx="154247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0" name="圖片 49" descr="一張含有 文字, 顯示 的圖片&#10;&#10;自動產生的描述">
            <a:extLst>
              <a:ext uri="{FF2B5EF4-FFF2-40B4-BE49-F238E27FC236}">
                <a16:creationId xmlns:a16="http://schemas.microsoft.com/office/drawing/2014/main" id="{BF46F7B5-526E-4402-9941-E4CEAD694E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3360" y="3606023"/>
            <a:ext cx="1240651" cy="1240651"/>
          </a:xfrm>
          <a:prstGeom prst="rect">
            <a:avLst/>
          </a:prstGeom>
        </p:spPr>
      </p:pic>
    </p:spTree>
    <p:extLst>
      <p:ext uri="{BB962C8B-B14F-4D97-AF65-F5344CB8AC3E}">
        <p14:creationId xmlns:p14="http://schemas.microsoft.com/office/powerpoint/2010/main" val="412168808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A3D0CE2-91FF-49B3-A5D8-181E900D7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58AEBD96-C315-4F53-9D9E-0E20E993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78916AAA-66F6-4DFA-88ED-7E27CF6B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6" name="Group 15">
            <a:extLst>
              <a:ext uri="{FF2B5EF4-FFF2-40B4-BE49-F238E27FC236}">
                <a16:creationId xmlns:a16="http://schemas.microsoft.com/office/drawing/2014/main" id="{A137D43F-BAD6-47F1-AA65-AEEA38A2FF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17" name="Oval 16">
              <a:extLst>
                <a:ext uri="{FF2B5EF4-FFF2-40B4-BE49-F238E27FC236}">
                  <a16:creationId xmlns:a16="http://schemas.microsoft.com/office/drawing/2014/main" id="{D512C9B2-6B22-4211-A940-FCD7C2CD0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8" name="Oval 17">
              <a:extLst>
                <a:ext uri="{FF2B5EF4-FFF2-40B4-BE49-F238E27FC236}">
                  <a16:creationId xmlns:a16="http://schemas.microsoft.com/office/drawing/2014/main" id="{85F7DB84-CDE7-46F8-90DD-9D048A7D5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sp>
      </p:grpSp>
      <p:sp useBgFill="1">
        <p:nvSpPr>
          <p:cNvPr id="20" name="Rectangle 19">
            <a:extLst>
              <a:ext uri="{FF2B5EF4-FFF2-40B4-BE49-F238E27FC236}">
                <a16:creationId xmlns:a16="http://schemas.microsoft.com/office/drawing/2014/main" id="{C3D25154-9EF7-4C33-9AAC-7B3BE089FE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文字方塊 3">
            <a:extLst>
              <a:ext uri="{FF2B5EF4-FFF2-40B4-BE49-F238E27FC236}">
                <a16:creationId xmlns:a16="http://schemas.microsoft.com/office/drawing/2014/main" id="{4C0C7DFB-F839-4192-B53B-1812E6CE4CEC}"/>
              </a:ext>
            </a:extLst>
          </p:cNvPr>
          <p:cNvSpPr txBox="1"/>
          <p:nvPr/>
        </p:nvSpPr>
        <p:spPr>
          <a:xfrm>
            <a:off x="1051560" y="643468"/>
            <a:ext cx="9966960" cy="359243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zh-TW" altLang="en-US" sz="9600" b="1" cap="all">
                <a:latin typeface="+mj-lt"/>
                <a:ea typeface="+mj-ea"/>
                <a:cs typeface="+mj-cs"/>
              </a:rPr>
              <a:t>第十節</a:t>
            </a:r>
          </a:p>
          <a:p>
            <a:pPr defTabSz="914400">
              <a:lnSpc>
                <a:spcPct val="80000"/>
              </a:lnSpc>
              <a:spcBef>
                <a:spcPct val="0"/>
              </a:spcBef>
              <a:spcAft>
                <a:spcPts val="600"/>
              </a:spcAft>
            </a:pPr>
            <a:r>
              <a:rPr lang="zh-TW" altLang="en-US" sz="9600" b="1" cap="all">
                <a:latin typeface="+mj-lt"/>
                <a:ea typeface="+mj-ea"/>
                <a:cs typeface="+mj-cs"/>
              </a:rPr>
              <a:t>資料庫連結</a:t>
            </a:r>
            <a:endParaRPr lang="en-US" altLang="zh-TW" sz="9600" b="1" cap="all">
              <a:latin typeface="+mj-lt"/>
              <a:ea typeface="+mj-ea"/>
              <a:cs typeface="+mj-cs"/>
            </a:endParaRPr>
          </a:p>
        </p:txBody>
      </p:sp>
      <p:sp>
        <p:nvSpPr>
          <p:cNvPr id="22" name="Rectangle 21">
            <a:extLst>
              <a:ext uri="{FF2B5EF4-FFF2-40B4-BE49-F238E27FC236}">
                <a16:creationId xmlns:a16="http://schemas.microsoft.com/office/drawing/2014/main" id="{1604E8C0-C927-4C06-A96A-BF3323BA7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95831"/>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9DCECFD5-4C30-4892-9FF0-540E17955A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111496"/>
            <a:ext cx="1080904" cy="1080902"/>
            <a:chOff x="10245590" y="5111496"/>
            <a:chExt cx="1080904" cy="1080902"/>
          </a:xfrm>
        </p:grpSpPr>
        <p:sp>
          <p:nvSpPr>
            <p:cNvPr id="25" name="Oval 24">
              <a:extLst>
                <a:ext uri="{FF2B5EF4-FFF2-40B4-BE49-F238E27FC236}">
                  <a16:creationId xmlns:a16="http://schemas.microsoft.com/office/drawing/2014/main" id="{95C67F70-EAFE-425C-8422-591620A96D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5590" y="5111496"/>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6" name="Oval 25">
              <a:extLst>
                <a:ext uri="{FF2B5EF4-FFF2-40B4-BE49-F238E27FC236}">
                  <a16:creationId xmlns:a16="http://schemas.microsoft.com/office/drawing/2014/main" id="{D47FA16B-C217-4D91-84EA-5B0846BDDA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53681" y="5219586"/>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5" name="投影片編號版面配置區 4">
            <a:extLst>
              <a:ext uri="{FF2B5EF4-FFF2-40B4-BE49-F238E27FC236}">
                <a16:creationId xmlns:a16="http://schemas.microsoft.com/office/drawing/2014/main" id="{5D23B375-A6D2-4583-8FE9-BFCCCFBD241B}"/>
              </a:ext>
            </a:extLst>
          </p:cNvPr>
          <p:cNvSpPr>
            <a:spLocks noGrp="1"/>
          </p:cNvSpPr>
          <p:nvPr>
            <p:ph type="sldNum" sz="quarter" idx="12"/>
          </p:nvPr>
        </p:nvSpPr>
        <p:spPr>
          <a:xfrm>
            <a:off x="10189108" y="5342324"/>
            <a:ext cx="1193868" cy="640080"/>
          </a:xfrm>
        </p:spPr>
        <p:txBody>
          <a:bodyPr vert="horz" lIns="91440" tIns="45720" rIns="91440" bIns="45720" rtlCol="0" anchor="ctr">
            <a:normAutofit/>
          </a:bodyPr>
          <a:lstStyle/>
          <a:p>
            <a:pPr>
              <a:spcAft>
                <a:spcPts val="600"/>
              </a:spcAft>
            </a:pPr>
            <a:fld id="{B521127C-0C56-461F-B517-0D483F216F7D}" type="slidenum">
              <a:rPr lang="en-US" altLang="zh-TW" sz="2800" b="1" kern="1200">
                <a:solidFill>
                  <a:srgbClr val="FFFFFF"/>
                </a:solidFill>
                <a:latin typeface="+mj-lt"/>
                <a:ea typeface="+mn-ea"/>
                <a:cs typeface="+mn-cs"/>
              </a:rPr>
              <a:pPr>
                <a:spcAft>
                  <a:spcPts val="600"/>
                </a:spcAft>
              </a:pPr>
              <a:t>75</a:t>
            </a:fld>
            <a:endParaRPr lang="en-US" altLang="zh-TW" sz="2800" b="1" kern="1200">
              <a:solidFill>
                <a:srgbClr val="FFFFFF"/>
              </a:solidFill>
              <a:latin typeface="+mj-lt"/>
              <a:ea typeface="+mn-ea"/>
              <a:cs typeface="+mn-cs"/>
            </a:endParaRPr>
          </a:p>
        </p:txBody>
      </p:sp>
    </p:spTree>
    <p:extLst>
      <p:ext uri="{BB962C8B-B14F-4D97-AF65-F5344CB8AC3E}">
        <p14:creationId xmlns:p14="http://schemas.microsoft.com/office/powerpoint/2010/main" val="50337904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sz="half" idx="2"/>
          </p:nvPr>
        </p:nvSpPr>
        <p:spPr>
          <a:xfrm>
            <a:off x="8331200" y="654967"/>
            <a:ext cx="3860800" cy="6203033"/>
          </a:xfrm>
        </p:spPr>
        <p:txBody>
          <a:bodyPr>
            <a:noAutofit/>
          </a:bodyPr>
          <a:lstStyle/>
          <a:p>
            <a:pPr algn="just">
              <a:spcBef>
                <a:spcPts val="600"/>
              </a:spcBef>
            </a:pPr>
            <a:r>
              <a:rPr lang="en-US" altLang="zh-TW" sz="1700" b="1">
                <a:latin typeface="Consolas" panose="020B0609020204030204" pitchFamily="49" charset="0"/>
                <a:ea typeface="+mj-ea"/>
              </a:rPr>
              <a:t>Server</a:t>
            </a:r>
            <a:r>
              <a:rPr lang="zh-TW" altLang="en-US" sz="1700" b="1">
                <a:latin typeface="Consolas" panose="020B0609020204030204" pitchFamily="49" charset="0"/>
                <a:ea typeface="+mj-ea"/>
              </a:rPr>
              <a:t>不可能把資料都存在</a:t>
            </a:r>
            <a:r>
              <a:rPr lang="en-US" altLang="zh-TW" sz="1700" b="1">
                <a:latin typeface="Consolas" panose="020B0609020204030204" pitchFamily="49" charset="0"/>
                <a:ea typeface="+mj-ea"/>
              </a:rPr>
              <a:t>Context</a:t>
            </a:r>
            <a:r>
              <a:rPr lang="zh-TW" altLang="en-US" sz="1700" b="1">
                <a:latin typeface="Consolas" panose="020B0609020204030204" pitchFamily="49" charset="0"/>
                <a:ea typeface="+mj-ea"/>
              </a:rPr>
              <a:t>裡，不切實際也不方便管理資料，與資料庫進行連線、存取資料是必須的。</a:t>
            </a:r>
            <a:endParaRPr lang="en-US" altLang="zh-TW" sz="1700" b="1">
              <a:latin typeface="Consolas" panose="020B0609020204030204" pitchFamily="49" charset="0"/>
              <a:ea typeface="+mj-ea"/>
            </a:endParaRPr>
          </a:p>
          <a:p>
            <a:pPr algn="just">
              <a:spcBef>
                <a:spcPts val="1200"/>
              </a:spcBef>
            </a:pPr>
            <a:r>
              <a:rPr lang="zh-TW" altLang="en-US" sz="1700" b="1">
                <a:latin typeface="Consolas" panose="020B0609020204030204" pitchFamily="49" charset="0"/>
                <a:ea typeface="+mj-ea"/>
              </a:rPr>
              <a:t>與</a:t>
            </a:r>
            <a:r>
              <a:rPr lang="en-US" altLang="zh-TW" sz="1700" b="1">
                <a:latin typeface="Consolas" panose="020B0609020204030204" pitchFamily="49" charset="0"/>
                <a:ea typeface="+mj-ea"/>
              </a:rPr>
              <a:t>DataBase(DB</a:t>
            </a:r>
            <a:r>
              <a:rPr lang="zh-TW" altLang="en-US" sz="1700" b="1">
                <a:latin typeface="Consolas" panose="020B0609020204030204" pitchFamily="49" charset="0"/>
                <a:ea typeface="+mj-ea"/>
              </a:rPr>
              <a:t>，資料庫</a:t>
            </a:r>
            <a:r>
              <a:rPr lang="en-US" altLang="zh-TW" sz="1700" b="1">
                <a:latin typeface="Consolas" panose="020B0609020204030204" pitchFamily="49" charset="0"/>
                <a:ea typeface="+mj-ea"/>
              </a:rPr>
              <a:t>)</a:t>
            </a:r>
            <a:r>
              <a:rPr lang="zh-TW" altLang="en-US" sz="1700" b="1">
                <a:latin typeface="Consolas" panose="020B0609020204030204" pitchFamily="49" charset="0"/>
                <a:ea typeface="+mj-ea"/>
              </a:rPr>
              <a:t>進行連線，是基於</a:t>
            </a:r>
            <a:r>
              <a:rPr lang="en-US" altLang="zh-TW" sz="1700" b="1">
                <a:latin typeface="Consolas" panose="020B0609020204030204" pitchFamily="49" charset="0"/>
                <a:ea typeface="+mj-ea"/>
              </a:rPr>
              <a:t>TCP/IP</a:t>
            </a:r>
            <a:r>
              <a:rPr lang="zh-TW" altLang="en-US" sz="1700" b="1">
                <a:latin typeface="Consolas" panose="020B0609020204030204" pitchFamily="49" charset="0"/>
                <a:ea typeface="+mj-ea"/>
              </a:rPr>
              <a:t>協定，而建立</a:t>
            </a:r>
            <a:r>
              <a:rPr lang="en-US" altLang="zh-TW" sz="1700" b="1">
                <a:latin typeface="Consolas" panose="020B0609020204030204" pitchFamily="49" charset="0"/>
                <a:ea typeface="+mj-ea"/>
              </a:rPr>
              <a:t>TCP</a:t>
            </a:r>
            <a:r>
              <a:rPr lang="zh-TW" altLang="en-US" sz="1700" b="1">
                <a:latin typeface="Consolas" panose="020B0609020204030204" pitchFamily="49" charset="0"/>
                <a:ea typeface="+mj-ea"/>
              </a:rPr>
              <a:t>連線非常消耗資源。</a:t>
            </a:r>
            <a:r>
              <a:rPr lang="en-US" altLang="zh-TW" sz="1700" b="1">
                <a:latin typeface="Consolas" panose="020B0609020204030204" pitchFamily="49" charset="0"/>
                <a:ea typeface="+mj-ea"/>
              </a:rPr>
              <a:t>(【</a:t>
            </a:r>
            <a:r>
              <a:rPr lang="zh-TW" altLang="en-US" sz="1700" b="1">
                <a:latin typeface="Consolas" panose="020B0609020204030204" pitchFamily="49" charset="0"/>
                <a:ea typeface="+mj-ea"/>
              </a:rPr>
              <a:t>補充</a:t>
            </a:r>
            <a:r>
              <a:rPr lang="en-US" altLang="zh-TW" sz="1700" b="1">
                <a:latin typeface="Consolas" panose="020B0609020204030204" pitchFamily="49" charset="0"/>
                <a:ea typeface="+mj-ea"/>
              </a:rPr>
              <a:t>】</a:t>
            </a:r>
            <a:r>
              <a:rPr lang="zh-TW" altLang="en-US" sz="1700" b="1">
                <a:latin typeface="Consolas" panose="020B0609020204030204" pitchFamily="49" charset="0"/>
                <a:ea typeface="+mj-ea"/>
                <a:hlinkClick r:id="rId2">
                  <a:extLst>
                    <a:ext uri="{A12FA001-AC4F-418D-AE19-62706E023703}">
                      <ahyp:hlinkClr xmlns:ahyp="http://schemas.microsoft.com/office/drawing/2018/hyperlinkcolor" val="tx"/>
                    </a:ext>
                  </a:extLst>
                </a:hlinkClick>
              </a:rPr>
              <a:t>為什麼資料庫連線很消耗資源</a:t>
            </a:r>
            <a:r>
              <a:rPr lang="en-US" altLang="zh-TW" sz="1700" b="1">
                <a:latin typeface="Consolas" panose="020B0609020204030204" pitchFamily="49" charset="0"/>
                <a:ea typeface="+mj-ea"/>
                <a:hlinkClick r:id="rId2">
                  <a:extLst>
                    <a:ext uri="{A12FA001-AC4F-418D-AE19-62706E023703}">
                      <ahyp:hlinkClr xmlns:ahyp="http://schemas.microsoft.com/office/drawing/2018/hyperlinkcolor" val="tx"/>
                    </a:ext>
                  </a:extLst>
                </a:hlinkClick>
              </a:rPr>
              <a:t>?</a:t>
            </a:r>
            <a:r>
              <a:rPr lang="en-US" altLang="zh-TW" sz="1700" b="1">
                <a:latin typeface="Consolas" panose="020B0609020204030204" pitchFamily="49" charset="0"/>
                <a:ea typeface="+mj-ea"/>
              </a:rPr>
              <a:t>)</a:t>
            </a:r>
          </a:p>
          <a:p>
            <a:pPr algn="just">
              <a:spcBef>
                <a:spcPts val="1200"/>
              </a:spcBef>
            </a:pPr>
            <a:r>
              <a:rPr lang="zh-TW" altLang="en-US" sz="1700" b="1">
                <a:latin typeface="Consolas" panose="020B0609020204030204" pitchFamily="49" charset="0"/>
                <a:ea typeface="+mj-ea"/>
              </a:rPr>
              <a:t>在一個單日可能擁有上千、上萬次請求的</a:t>
            </a:r>
            <a:r>
              <a:rPr lang="en-US" altLang="zh-TW" sz="1700" b="1">
                <a:latin typeface="Consolas" panose="020B0609020204030204" pitchFamily="49" charset="0"/>
                <a:ea typeface="+mj-ea"/>
              </a:rPr>
              <a:t>Web App</a:t>
            </a:r>
            <a:r>
              <a:rPr lang="zh-TW" altLang="en-US" sz="1700" b="1">
                <a:latin typeface="Consolas" panose="020B0609020204030204" pitchFamily="49" charset="0"/>
                <a:ea typeface="+mj-ea"/>
              </a:rPr>
              <a:t>裡，不可能針對每一個請求都建立一次資料庫連線。是故，便有了連線池</a:t>
            </a:r>
            <a:r>
              <a:rPr lang="en-US" altLang="zh-TW" sz="1700" b="1">
                <a:latin typeface="Consolas" panose="020B0609020204030204" pitchFamily="49" charset="0"/>
                <a:ea typeface="+mj-ea"/>
              </a:rPr>
              <a:t>(Connection pool)</a:t>
            </a:r>
            <a:r>
              <a:rPr lang="zh-TW" altLang="en-US" sz="1700" b="1">
                <a:latin typeface="Consolas" panose="020B0609020204030204" pitchFamily="49" charset="0"/>
                <a:ea typeface="+mj-ea"/>
              </a:rPr>
              <a:t>的概念出現。</a:t>
            </a:r>
            <a:endParaRPr lang="en-US" altLang="zh-TW" sz="1700" b="1">
              <a:latin typeface="Consolas" panose="020B0609020204030204" pitchFamily="49" charset="0"/>
              <a:ea typeface="+mj-ea"/>
            </a:endParaRPr>
          </a:p>
          <a:p>
            <a:pPr algn="just">
              <a:spcBef>
                <a:spcPts val="1200"/>
              </a:spcBef>
            </a:pPr>
            <a:r>
              <a:rPr lang="zh-TW" altLang="en-US" sz="1700" b="1">
                <a:latin typeface="Consolas" panose="020B0609020204030204" pitchFamily="49" charset="0"/>
                <a:ea typeface="+mj-ea"/>
              </a:rPr>
              <a:t>連線池即是在</a:t>
            </a:r>
            <a:r>
              <a:rPr lang="en-US" altLang="zh-TW" sz="1700" b="1">
                <a:latin typeface="Consolas" panose="020B0609020204030204" pitchFamily="49" charset="0"/>
                <a:ea typeface="+mj-ea"/>
              </a:rPr>
              <a:t>Server</a:t>
            </a:r>
            <a:r>
              <a:rPr lang="zh-TW" altLang="en-US" sz="1700" b="1">
                <a:latin typeface="Consolas" panose="020B0609020204030204" pitchFamily="49" charset="0"/>
                <a:ea typeface="+mj-ea"/>
              </a:rPr>
              <a:t>啟動時，預先建立數條連線，當有需要時從池中</a:t>
            </a:r>
            <a:r>
              <a:rPr lang="en-US" altLang="zh-TW" sz="1700" b="1">
                <a:latin typeface="Consolas" panose="020B0609020204030204" pitchFamily="49" charset="0"/>
                <a:ea typeface="+mj-ea"/>
              </a:rPr>
              <a:t>(pool)</a:t>
            </a:r>
            <a:r>
              <a:rPr lang="zh-TW" altLang="en-US" sz="1700" b="1">
                <a:latin typeface="Consolas" panose="020B0609020204030204" pitchFamily="49" charset="0"/>
                <a:ea typeface="+mj-ea"/>
              </a:rPr>
              <a:t>取出連線，使用完後歸還。</a:t>
            </a:r>
            <a:endParaRPr lang="en-US" altLang="zh-TW" sz="1700" b="1">
              <a:latin typeface="Consolas" panose="020B0609020204030204" pitchFamily="49" charset="0"/>
              <a:ea typeface="+mj-ea"/>
            </a:endParaRPr>
          </a:p>
          <a:p>
            <a:pPr algn="just">
              <a:spcBef>
                <a:spcPts val="1200"/>
              </a:spcBef>
            </a:pPr>
            <a:r>
              <a:rPr lang="zh-TW" altLang="en-US" sz="1700" b="1">
                <a:latin typeface="Consolas" panose="020B0609020204030204" pitchFamily="49" charset="0"/>
                <a:ea typeface="+mj-ea"/>
              </a:rPr>
              <a:t>建立連線池後，取得連線物件需仰賴</a:t>
            </a:r>
            <a:r>
              <a:rPr lang="en-US" altLang="zh-TW" sz="1700" b="1">
                <a:latin typeface="Consolas" panose="020B0609020204030204" pitchFamily="49" charset="0"/>
                <a:ea typeface="+mj-ea"/>
              </a:rPr>
              <a:t>JNDI(Java Naming and Directory Interface)</a:t>
            </a:r>
            <a:r>
              <a:rPr lang="zh-TW" altLang="en-US" sz="1700" b="1">
                <a:latin typeface="Consolas" panose="020B0609020204030204" pitchFamily="49" charset="0"/>
                <a:ea typeface="+mj-ea"/>
              </a:rPr>
              <a:t>，</a:t>
            </a:r>
            <a:r>
              <a:rPr lang="en-US" altLang="zh-TW" sz="1700" b="1">
                <a:latin typeface="Consolas" panose="020B0609020204030204" pitchFamily="49" charset="0"/>
                <a:ea typeface="+mj-ea"/>
              </a:rPr>
              <a:t>Java </a:t>
            </a:r>
            <a:r>
              <a:rPr lang="zh-TW" altLang="en-US" sz="1700" b="1">
                <a:latin typeface="Consolas" panose="020B0609020204030204" pitchFamily="49" charset="0"/>
                <a:ea typeface="+mj-ea"/>
              </a:rPr>
              <a:t>命名與目錄介面。</a:t>
            </a:r>
            <a:endParaRPr lang="en-US" altLang="zh-TW" sz="1700" b="1">
              <a:latin typeface="Consolas" panose="020B0609020204030204" pitchFamily="49" charset="0"/>
              <a:ea typeface="+mj-ea"/>
            </a:endParaRPr>
          </a:p>
          <a:p>
            <a:pPr algn="just">
              <a:spcBef>
                <a:spcPts val="600"/>
              </a:spcBef>
            </a:pPr>
            <a:endParaRPr lang="zh-TW" altLang="en-US" sz="1700" b="1">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DE0C7043-5B7F-4E55-B9C2-004C86B4F74C}"/>
              </a:ext>
            </a:extLst>
          </p:cNvPr>
          <p:cNvSpPr>
            <a:spLocks noGrp="1"/>
          </p:cNvSpPr>
          <p:nvPr>
            <p:ph type="sldNum" sz="quarter" idx="12"/>
          </p:nvPr>
        </p:nvSpPr>
        <p:spPr/>
        <p:txBody>
          <a:bodyPr/>
          <a:lstStyle/>
          <a:p>
            <a:fld id="{B521127C-0C56-461F-B517-0D483F216F7D}" type="slidenum">
              <a:rPr lang="zh-TW" altLang="en-US" smtClean="0"/>
              <a:t>76</a:t>
            </a:fld>
            <a:endParaRPr lang="zh-TW" altLang="en-US"/>
          </a:p>
        </p:txBody>
      </p:sp>
      <p:sp>
        <p:nvSpPr>
          <p:cNvPr id="9" name="矩形 8"/>
          <p:cNvSpPr/>
          <p:nvPr/>
        </p:nvSpPr>
        <p:spPr>
          <a:xfrm>
            <a:off x="8331200" y="174836"/>
            <a:ext cx="3860800" cy="480131"/>
          </a:xfrm>
          <a:prstGeom prst="rect">
            <a:avLst/>
          </a:prstGeom>
        </p:spPr>
        <p:txBody>
          <a:bodyPr wrap="square">
            <a:spAutoFit/>
          </a:bodyPr>
          <a:lstStyle/>
          <a:p>
            <a:pPr algn="ctr" defTabSz="914400">
              <a:lnSpc>
                <a:spcPct val="90000"/>
              </a:lnSpc>
              <a:spcBef>
                <a:spcPct val="0"/>
              </a:spcBef>
            </a:pPr>
            <a:r>
              <a:rPr lang="zh-TW" altLang="en-US" sz="2800" b="1">
                <a:latin typeface="+mj-lt"/>
                <a:ea typeface="+mj-ea"/>
                <a:cs typeface="+mj-cs"/>
              </a:rPr>
              <a:t>資料庫連結</a:t>
            </a:r>
            <a:endParaRPr lang="en-US" altLang="zh-TW" sz="2800" b="1">
              <a:latin typeface="+mj-lt"/>
              <a:ea typeface="+mj-ea"/>
              <a:cs typeface="+mj-cs"/>
            </a:endParaRPr>
          </a:p>
        </p:txBody>
      </p:sp>
      <p:sp>
        <p:nvSpPr>
          <p:cNvPr id="30" name="文字方塊 29">
            <a:extLst>
              <a:ext uri="{FF2B5EF4-FFF2-40B4-BE49-F238E27FC236}">
                <a16:creationId xmlns:a16="http://schemas.microsoft.com/office/drawing/2014/main" id="{8570CFE9-0731-4434-8914-6944777BFE6D}"/>
              </a:ext>
            </a:extLst>
          </p:cNvPr>
          <p:cNvSpPr txBox="1">
            <a:spLocks/>
          </p:cNvSpPr>
          <p:nvPr/>
        </p:nvSpPr>
        <p:spPr>
          <a:xfrm>
            <a:off x="88682" y="59267"/>
            <a:ext cx="8107051" cy="6555641"/>
          </a:xfrm>
          <a:prstGeom prst="rect">
            <a:avLst/>
          </a:prstGeom>
          <a:noFill/>
        </p:spPr>
        <p:txBody>
          <a:bodyPr wrap="square">
            <a:spAutoFit/>
          </a:bodyPr>
          <a:lstStyle/>
          <a:p>
            <a:pPr algn="just">
              <a:spcBef>
                <a:spcPts val="1200"/>
              </a:spcBef>
            </a:pPr>
            <a:r>
              <a:rPr lang="zh-TW" altLang="en-US" sz="3000">
                <a:latin typeface="Consolas" panose="020B0609020204030204" pitchFamily="49" charset="0"/>
                <a:ea typeface="+mj-ea"/>
              </a:rPr>
              <a:t>兩種連線的基本模式</a:t>
            </a:r>
            <a:r>
              <a:rPr lang="en-US" altLang="zh-TW" sz="3000">
                <a:latin typeface="Consolas" panose="020B0609020204030204" pitchFamily="49" charset="0"/>
                <a:ea typeface="+mj-ea"/>
              </a:rPr>
              <a:t>(</a:t>
            </a:r>
            <a:r>
              <a:rPr lang="zh-TW" altLang="en-US" sz="3000">
                <a:latin typeface="Consolas" panose="020B0609020204030204" pitchFamily="49" charset="0"/>
                <a:ea typeface="+mj-ea"/>
              </a:rPr>
              <a:t>使用純</a:t>
            </a:r>
            <a:r>
              <a:rPr lang="en-US" altLang="zh-TW" sz="3000">
                <a:latin typeface="Consolas" panose="020B0609020204030204" pitchFamily="49" charset="0"/>
                <a:ea typeface="+mj-ea"/>
              </a:rPr>
              <a:t>JDBC)</a:t>
            </a:r>
          </a:p>
          <a:p>
            <a:pPr marL="285750" indent="-285750" algn="just">
              <a:spcBef>
                <a:spcPts val="1200"/>
              </a:spcBef>
              <a:buFont typeface="Arial" panose="020B0604020202020204" pitchFamily="34" charset="0"/>
              <a:buChar char="•"/>
            </a:pPr>
            <a:r>
              <a:rPr lang="zh-TW" altLang="en-US" sz="2000">
                <a:latin typeface="Consolas" panose="020B0609020204030204" pitchFamily="49" charset="0"/>
                <a:ea typeface="+mj-ea"/>
              </a:rPr>
              <a:t>將</a:t>
            </a:r>
            <a:r>
              <a:rPr lang="en-US" altLang="zh-TW" sz="2000">
                <a:latin typeface="Consolas" panose="020B0609020204030204" pitchFamily="49" charset="0"/>
                <a:ea typeface="+mj-ea"/>
              </a:rPr>
              <a:t>JDBC</a:t>
            </a:r>
            <a:r>
              <a:rPr lang="zh-TW" altLang="en-US" sz="2000">
                <a:latin typeface="Consolas" panose="020B0609020204030204" pitchFamily="49" charset="0"/>
                <a:ea typeface="+mj-ea"/>
              </a:rPr>
              <a:t>連線寫在</a:t>
            </a:r>
            <a:r>
              <a:rPr lang="en-US" altLang="zh-TW" sz="2000">
                <a:latin typeface="Consolas" panose="020B0609020204030204" pitchFamily="49" charset="0"/>
                <a:ea typeface="+mj-ea"/>
              </a:rPr>
              <a:t>doGet/doPost</a:t>
            </a:r>
            <a:r>
              <a:rPr lang="zh-TW" altLang="en-US" sz="2000">
                <a:latin typeface="Consolas" panose="020B0609020204030204" pitchFamily="49" charset="0"/>
                <a:ea typeface="+mj-ea"/>
              </a:rPr>
              <a:t>內，作為區域變數</a:t>
            </a:r>
          </a:p>
          <a:p>
            <a:pPr lvl="1" algn="just">
              <a:spcBef>
                <a:spcPts val="1200"/>
              </a:spcBef>
            </a:pPr>
            <a:r>
              <a:rPr lang="zh-TW" altLang="en-US" sz="2000">
                <a:latin typeface="Consolas" panose="020B0609020204030204" pitchFamily="49" charset="0"/>
                <a:ea typeface="+mj-ea"/>
              </a:rPr>
              <a:t>優點</a:t>
            </a:r>
            <a:r>
              <a:rPr lang="en-US" altLang="zh-TW" sz="2000">
                <a:latin typeface="Consolas" panose="020B0609020204030204" pitchFamily="49" charset="0"/>
                <a:ea typeface="+mj-ea"/>
              </a:rPr>
              <a:t>:</a:t>
            </a:r>
            <a:r>
              <a:rPr lang="zh-TW" altLang="en-US" sz="2000">
                <a:latin typeface="Consolas" panose="020B0609020204030204" pitchFamily="49" charset="0"/>
                <a:ea typeface="+mj-ea"/>
              </a:rPr>
              <a:t>不會有</a:t>
            </a:r>
            <a:r>
              <a:rPr lang="en-US" altLang="zh-TW" sz="2000">
                <a:latin typeface="Consolas" panose="020B0609020204030204" pitchFamily="49" charset="0"/>
                <a:ea typeface="+mj-ea"/>
              </a:rPr>
              <a:t>Transaction(</a:t>
            </a:r>
            <a:r>
              <a:rPr lang="zh-TW" altLang="en-US" sz="2000">
                <a:latin typeface="Consolas" panose="020B0609020204030204" pitchFamily="49" charset="0"/>
                <a:ea typeface="+mj-ea"/>
              </a:rPr>
              <a:t>交易</a:t>
            </a:r>
            <a:r>
              <a:rPr lang="en-US" altLang="zh-TW" sz="2000">
                <a:latin typeface="Consolas" panose="020B0609020204030204" pitchFamily="49" charset="0"/>
                <a:ea typeface="+mj-ea"/>
              </a:rPr>
              <a:t>)</a:t>
            </a:r>
            <a:r>
              <a:rPr lang="zh-TW" altLang="en-US" sz="2000">
                <a:latin typeface="Consolas" panose="020B0609020204030204" pitchFamily="49" charset="0"/>
                <a:ea typeface="+mj-ea"/>
              </a:rPr>
              <a:t>問題</a:t>
            </a:r>
          </a:p>
          <a:p>
            <a:pPr lvl="1" algn="just">
              <a:spcBef>
                <a:spcPts val="1200"/>
              </a:spcBef>
            </a:pPr>
            <a:r>
              <a:rPr lang="zh-TW" altLang="en-US" sz="2000">
                <a:latin typeface="Consolas" panose="020B0609020204030204" pitchFamily="49" charset="0"/>
                <a:ea typeface="+mj-ea"/>
              </a:rPr>
              <a:t>缺點</a:t>
            </a:r>
            <a:r>
              <a:rPr lang="en-US" altLang="zh-TW" sz="2000">
                <a:latin typeface="Consolas" panose="020B0609020204030204" pitchFamily="49" charset="0"/>
                <a:ea typeface="+mj-ea"/>
              </a:rPr>
              <a:t>:</a:t>
            </a:r>
            <a:r>
              <a:rPr lang="zh-TW" altLang="en-US" sz="2000">
                <a:latin typeface="Consolas" panose="020B0609020204030204" pitchFamily="49" charset="0"/>
                <a:ea typeface="+mj-ea"/>
              </a:rPr>
              <a:t>每次請求都會重啟連線，耗費大量資源</a:t>
            </a:r>
            <a:endParaRPr lang="en-US" altLang="zh-TW" sz="2000">
              <a:latin typeface="Consolas" panose="020B0609020204030204" pitchFamily="49" charset="0"/>
              <a:ea typeface="+mj-ea"/>
            </a:endParaRPr>
          </a:p>
          <a:p>
            <a:pPr marL="285750" indent="-285750" algn="just">
              <a:spcBef>
                <a:spcPts val="1200"/>
              </a:spcBef>
              <a:buFont typeface="Arial" panose="020B0604020202020204" pitchFamily="34" charset="0"/>
              <a:buChar char="•"/>
            </a:pPr>
            <a:r>
              <a:rPr lang="zh-TW" altLang="en-US" sz="2000">
                <a:latin typeface="Consolas" panose="020B0609020204030204" pitchFamily="49" charset="0"/>
                <a:ea typeface="+mj-ea"/>
              </a:rPr>
              <a:t>將</a:t>
            </a:r>
            <a:r>
              <a:rPr lang="en-US" altLang="zh-TW" sz="2000">
                <a:latin typeface="Consolas" panose="020B0609020204030204" pitchFamily="49" charset="0"/>
                <a:ea typeface="+mj-ea"/>
              </a:rPr>
              <a:t>JDBC</a:t>
            </a:r>
            <a:r>
              <a:rPr lang="zh-TW" altLang="en-US" sz="2000">
                <a:latin typeface="Consolas" panose="020B0609020204030204" pitchFamily="49" charset="0"/>
                <a:ea typeface="+mj-ea"/>
              </a:rPr>
              <a:t>寫在</a:t>
            </a:r>
            <a:r>
              <a:rPr lang="en-US" altLang="zh-TW" sz="2000">
                <a:latin typeface="Consolas" panose="020B0609020204030204" pitchFamily="49" charset="0"/>
                <a:ea typeface="+mj-ea"/>
              </a:rPr>
              <a:t>Servlet</a:t>
            </a:r>
            <a:r>
              <a:rPr lang="zh-TW" altLang="en-US" sz="2000">
                <a:latin typeface="Consolas" panose="020B0609020204030204" pitchFamily="49" charset="0"/>
                <a:ea typeface="+mj-ea"/>
              </a:rPr>
              <a:t>內，作為全域變數</a:t>
            </a:r>
          </a:p>
          <a:p>
            <a:pPr marL="742950" lvl="1" indent="-285750" algn="just">
              <a:spcBef>
                <a:spcPts val="1200"/>
              </a:spcBef>
              <a:buFont typeface="Arial" panose="020B0604020202020204" pitchFamily="34" charset="0"/>
              <a:buChar char="•"/>
            </a:pPr>
            <a:r>
              <a:rPr lang="zh-TW" altLang="en-US" sz="2000">
                <a:latin typeface="Consolas" panose="020B0609020204030204" pitchFamily="49" charset="0"/>
                <a:ea typeface="+mj-ea"/>
              </a:rPr>
              <a:t>使用</a:t>
            </a:r>
            <a:r>
              <a:rPr lang="en-US" altLang="zh-TW" sz="2000">
                <a:latin typeface="Consolas" panose="020B0609020204030204" pitchFamily="49" charset="0"/>
                <a:ea typeface="+mj-ea"/>
              </a:rPr>
              <a:t>init()</a:t>
            </a:r>
            <a:r>
              <a:rPr lang="zh-TW" altLang="en-US" sz="2000">
                <a:latin typeface="Consolas" panose="020B0609020204030204" pitchFamily="49" charset="0"/>
                <a:ea typeface="+mj-ea"/>
              </a:rPr>
              <a:t>建立連線實體</a:t>
            </a:r>
          </a:p>
          <a:p>
            <a:pPr marL="742950" lvl="1" indent="-285750" algn="just">
              <a:spcBef>
                <a:spcPts val="1200"/>
              </a:spcBef>
              <a:buFont typeface="Arial" panose="020B0604020202020204" pitchFamily="34" charset="0"/>
              <a:buChar char="•"/>
            </a:pPr>
            <a:r>
              <a:rPr lang="zh-TW" altLang="en-US" sz="2000">
                <a:latin typeface="Consolas" panose="020B0609020204030204" pitchFamily="49" charset="0"/>
                <a:ea typeface="+mj-ea"/>
              </a:rPr>
              <a:t>使用</a:t>
            </a:r>
            <a:r>
              <a:rPr lang="en-US" altLang="zh-TW" sz="2000">
                <a:latin typeface="Consolas" panose="020B0609020204030204" pitchFamily="49" charset="0"/>
                <a:ea typeface="+mj-ea"/>
              </a:rPr>
              <a:t>destroy()</a:t>
            </a:r>
            <a:r>
              <a:rPr lang="zh-TW" altLang="en-US" sz="2000">
                <a:latin typeface="Consolas" panose="020B0609020204030204" pitchFamily="49" charset="0"/>
                <a:ea typeface="+mj-ea"/>
              </a:rPr>
              <a:t>關閉連線</a:t>
            </a:r>
          </a:p>
          <a:p>
            <a:pPr marL="742950" lvl="1" indent="-285750" algn="just">
              <a:spcBef>
                <a:spcPts val="1200"/>
              </a:spcBef>
              <a:buFont typeface="Arial" panose="020B0604020202020204" pitchFamily="34" charset="0"/>
              <a:buChar char="•"/>
            </a:pPr>
            <a:r>
              <a:rPr lang="zh-TW" altLang="en-US" sz="2000">
                <a:latin typeface="Consolas" panose="020B0609020204030204" pitchFamily="49" charset="0"/>
                <a:ea typeface="+mj-ea"/>
              </a:rPr>
              <a:t>優點</a:t>
            </a:r>
            <a:r>
              <a:rPr lang="en-US" altLang="zh-TW" sz="2000">
                <a:latin typeface="Consolas" panose="020B0609020204030204" pitchFamily="49" charset="0"/>
                <a:ea typeface="+mj-ea"/>
              </a:rPr>
              <a:t>:</a:t>
            </a:r>
            <a:r>
              <a:rPr lang="zh-TW" altLang="en-US" sz="2000">
                <a:latin typeface="Consolas" panose="020B0609020204030204" pitchFamily="49" charset="0"/>
                <a:ea typeface="+mj-ea"/>
              </a:rPr>
              <a:t>只建立一次連線</a:t>
            </a:r>
          </a:p>
          <a:p>
            <a:pPr marL="742950" lvl="1" indent="-285750" algn="just">
              <a:spcBef>
                <a:spcPts val="1200"/>
              </a:spcBef>
              <a:buFont typeface="Arial" panose="020B0604020202020204" pitchFamily="34" charset="0"/>
              <a:buChar char="•"/>
            </a:pPr>
            <a:r>
              <a:rPr lang="zh-TW" altLang="en-US" sz="2000">
                <a:latin typeface="Consolas" panose="020B0609020204030204" pitchFamily="49" charset="0"/>
                <a:ea typeface="+mj-ea"/>
              </a:rPr>
              <a:t>缺點</a:t>
            </a:r>
            <a:r>
              <a:rPr lang="en-US" altLang="zh-TW" sz="2000">
                <a:latin typeface="Consolas" panose="020B0609020204030204" pitchFamily="49" charset="0"/>
                <a:ea typeface="+mj-ea"/>
              </a:rPr>
              <a:t>:</a:t>
            </a:r>
          </a:p>
          <a:p>
            <a:pPr lvl="2" algn="just">
              <a:spcBef>
                <a:spcPts val="1200"/>
              </a:spcBef>
            </a:pPr>
            <a:r>
              <a:rPr lang="zh-TW" altLang="en-US" sz="2000">
                <a:latin typeface="Consolas" panose="020B0609020204030204" pitchFamily="49" charset="0"/>
                <a:ea typeface="+mj-ea"/>
              </a:rPr>
              <a:t>會持續佔用一個連線直到</a:t>
            </a:r>
            <a:r>
              <a:rPr lang="en-US" altLang="zh-TW" sz="2000">
                <a:latin typeface="Consolas" panose="020B0609020204030204" pitchFamily="49" charset="0"/>
                <a:ea typeface="+mj-ea"/>
              </a:rPr>
              <a:t>Servlet</a:t>
            </a:r>
            <a:r>
              <a:rPr lang="zh-TW" altLang="en-US" sz="2000">
                <a:latin typeface="Consolas" panose="020B0609020204030204" pitchFamily="49" charset="0"/>
                <a:ea typeface="+mj-ea"/>
              </a:rPr>
              <a:t>被銷毀，若此</a:t>
            </a:r>
            <a:r>
              <a:rPr lang="en-US" altLang="zh-TW" sz="2000">
                <a:latin typeface="Consolas" panose="020B0609020204030204" pitchFamily="49" charset="0"/>
                <a:ea typeface="+mj-ea"/>
              </a:rPr>
              <a:t>Servlet</a:t>
            </a:r>
            <a:r>
              <a:rPr lang="zh-TW" altLang="en-US" sz="2000">
                <a:latin typeface="Consolas" panose="020B0609020204030204" pitchFamily="49" charset="0"/>
                <a:ea typeface="+mj-ea"/>
              </a:rPr>
              <a:t>的極少被執行，則造成佔用浪費。</a:t>
            </a:r>
          </a:p>
          <a:p>
            <a:pPr marL="742950" lvl="1" indent="-285750" algn="just">
              <a:spcBef>
                <a:spcPts val="1200"/>
              </a:spcBef>
              <a:buFont typeface="Arial" panose="020B0604020202020204" pitchFamily="34" charset="0"/>
              <a:buChar char="•"/>
            </a:pPr>
            <a:r>
              <a:rPr lang="zh-TW" altLang="en-US" sz="2000">
                <a:latin typeface="Consolas" panose="020B0609020204030204" pitchFamily="49" charset="0"/>
                <a:ea typeface="+mj-ea"/>
              </a:rPr>
              <a:t>若此</a:t>
            </a:r>
            <a:r>
              <a:rPr lang="en-US" altLang="zh-TW" sz="2000">
                <a:latin typeface="Consolas" panose="020B0609020204030204" pitchFamily="49" charset="0"/>
                <a:ea typeface="+mj-ea"/>
              </a:rPr>
              <a:t>Servlet</a:t>
            </a:r>
            <a:r>
              <a:rPr lang="zh-TW" altLang="en-US" sz="2000">
                <a:latin typeface="Consolas" panose="020B0609020204030204" pitchFamily="49" charset="0"/>
                <a:ea typeface="+mj-ea"/>
              </a:rPr>
              <a:t>的執行頻率極高，程式內又使用</a:t>
            </a:r>
            <a:r>
              <a:rPr lang="en-US" altLang="zh-TW" sz="2000">
                <a:latin typeface="Consolas" panose="020B0609020204030204" pitchFamily="49" charset="0"/>
                <a:ea typeface="+mj-ea"/>
              </a:rPr>
              <a:t>Transaction</a:t>
            </a:r>
            <a:r>
              <a:rPr lang="zh-TW" altLang="en-US" sz="2000">
                <a:latin typeface="Consolas" panose="020B0609020204030204" pitchFamily="49" charset="0"/>
                <a:ea typeface="+mj-ea"/>
              </a:rPr>
              <a:t>，可能會造成多個執行緒同時共用一個資料庫連線的不正常情況</a:t>
            </a:r>
            <a:r>
              <a:rPr lang="en-US" altLang="zh-TW" sz="2000">
                <a:latin typeface="Consolas" panose="020B0609020204030204" pitchFamily="49" charset="0"/>
                <a:ea typeface="+mj-ea"/>
              </a:rPr>
              <a:t>(</a:t>
            </a:r>
            <a:r>
              <a:rPr lang="zh-TW" altLang="en-US" sz="2000">
                <a:latin typeface="Consolas" panose="020B0609020204030204" pitchFamily="49" charset="0"/>
                <a:ea typeface="+mj-ea"/>
              </a:rPr>
              <a:t>使用</a:t>
            </a:r>
            <a:r>
              <a:rPr lang="en-US" altLang="zh-TW" sz="2000">
                <a:latin typeface="Consolas" panose="020B0609020204030204" pitchFamily="49" charset="0"/>
                <a:ea typeface="+mj-ea"/>
              </a:rPr>
              <a:t>Transaction</a:t>
            </a:r>
            <a:r>
              <a:rPr lang="zh-TW" altLang="en-US" sz="2000">
                <a:latin typeface="Consolas" panose="020B0609020204030204" pitchFamily="49" charset="0"/>
                <a:ea typeface="+mj-ea"/>
              </a:rPr>
              <a:t>時資料庫連線不可共用</a:t>
            </a:r>
            <a:r>
              <a:rPr lang="en-US" altLang="zh-TW" sz="2000">
                <a:latin typeface="Consolas" panose="020B0609020204030204" pitchFamily="49" charset="0"/>
                <a:ea typeface="+mj-ea"/>
              </a:rPr>
              <a:t>)</a:t>
            </a:r>
          </a:p>
          <a:p>
            <a:pPr marL="285750" indent="-285750" algn="just">
              <a:spcBef>
                <a:spcPts val="1200"/>
              </a:spcBef>
              <a:buFont typeface="Arial" panose="020B0604020202020204" pitchFamily="34" charset="0"/>
              <a:buChar char="•"/>
            </a:pPr>
            <a:endParaRPr lang="en-US" altLang="zh-TW" sz="2000">
              <a:solidFill>
                <a:srgbClr val="FF0000"/>
              </a:solidFill>
              <a:latin typeface="Consolas" panose="020B0609020204030204" pitchFamily="49" charset="0"/>
              <a:ea typeface="+mj-ea"/>
            </a:endParaRPr>
          </a:p>
        </p:txBody>
      </p:sp>
    </p:spTree>
    <p:extLst>
      <p:ext uri="{BB962C8B-B14F-4D97-AF65-F5344CB8AC3E}">
        <p14:creationId xmlns:p14="http://schemas.microsoft.com/office/powerpoint/2010/main" val="59427863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8FE02016-73B4-4299-AD6A-D3B084433171}"/>
              </a:ext>
            </a:extLst>
          </p:cNvPr>
          <p:cNvSpPr/>
          <p:nvPr/>
        </p:nvSpPr>
        <p:spPr>
          <a:xfrm>
            <a:off x="3267485" y="3243710"/>
            <a:ext cx="5828389" cy="2826512"/>
          </a:xfrm>
          <a:prstGeom prst="rect">
            <a:avLst/>
          </a:prstGeom>
          <a:solidFill>
            <a:schemeClr val="bg2"/>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
        <p:nvSpPr>
          <p:cNvPr id="42" name="矩形 41">
            <a:extLst>
              <a:ext uri="{FF2B5EF4-FFF2-40B4-BE49-F238E27FC236}">
                <a16:creationId xmlns:a16="http://schemas.microsoft.com/office/drawing/2014/main" id="{DE746A27-82B9-4BC4-818C-D8D9E8E88D0F}"/>
              </a:ext>
            </a:extLst>
          </p:cNvPr>
          <p:cNvSpPr/>
          <p:nvPr/>
        </p:nvSpPr>
        <p:spPr>
          <a:xfrm>
            <a:off x="4403727" y="3325093"/>
            <a:ext cx="2008764" cy="262264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TW"/>
              <a:t>Servlet</a:t>
            </a:r>
            <a:r>
              <a:rPr lang="zh-TW" altLang="en-US"/>
              <a:t>實體</a:t>
            </a:r>
            <a:endParaRPr lang="en-US" altLang="zh-TW"/>
          </a:p>
          <a:p>
            <a:pPr algn="ctr"/>
            <a:endParaRPr lang="en-US" altLang="zh-TW"/>
          </a:p>
          <a:p>
            <a:pPr algn="ctr"/>
            <a:endParaRPr lang="en-US" altLang="zh-TW"/>
          </a:p>
          <a:p>
            <a:pPr algn="ctr"/>
            <a:endParaRPr lang="en-US" altLang="zh-TW"/>
          </a:p>
          <a:p>
            <a:pPr algn="ctr"/>
            <a:endParaRPr lang="en-US" altLang="zh-TW"/>
          </a:p>
          <a:p>
            <a:pPr algn="ctr"/>
            <a:endParaRPr lang="en-US" altLang="zh-TW"/>
          </a:p>
          <a:p>
            <a:pPr algn="ctr"/>
            <a:endParaRPr lang="en-US" altLang="zh-TW"/>
          </a:p>
          <a:p>
            <a:pPr algn="ctr"/>
            <a:endParaRPr lang="en-US" altLang="zh-TW"/>
          </a:p>
          <a:p>
            <a:pPr algn="ctr"/>
            <a:endParaRPr lang="zh-TW" altLang="en-US"/>
          </a:p>
        </p:txBody>
      </p:sp>
      <p:sp>
        <p:nvSpPr>
          <p:cNvPr id="18" name="內容版面配置區 2">
            <a:extLst>
              <a:ext uri="{FF2B5EF4-FFF2-40B4-BE49-F238E27FC236}">
                <a16:creationId xmlns:a16="http://schemas.microsoft.com/office/drawing/2014/main" id="{9F14AAE5-D10B-41CB-8FBA-0652AFF4CC72}"/>
              </a:ext>
            </a:extLst>
          </p:cNvPr>
          <p:cNvSpPr>
            <a:spLocks noGrp="1"/>
          </p:cNvSpPr>
          <p:nvPr>
            <p:ph idx="1"/>
          </p:nvPr>
        </p:nvSpPr>
        <p:spPr>
          <a:xfrm>
            <a:off x="-131200" y="808076"/>
            <a:ext cx="11926036" cy="1647025"/>
          </a:xfrm>
        </p:spPr>
        <p:txBody>
          <a:bodyPr>
            <a:noAutofit/>
          </a:bodyPr>
          <a:lstStyle/>
          <a:p>
            <a:pPr marL="742950" lvl="1" indent="-285750" algn="just" defTabSz="457200">
              <a:spcBef>
                <a:spcPts val="1200"/>
              </a:spcBef>
              <a:buClrTx/>
              <a:buFont typeface="Arial" panose="020B0604020202020204" pitchFamily="34" charset="0"/>
              <a:buChar char="•"/>
            </a:pPr>
            <a:r>
              <a:rPr lang="zh-TW" altLang="en-US" sz="2400">
                <a:latin typeface="Consolas" panose="020B0609020204030204" pitchFamily="49" charset="0"/>
                <a:ea typeface="+mj-ea"/>
              </a:rPr>
              <a:t>為了解決上述兩種方法的缺點，最佳的方式是使用</a:t>
            </a:r>
            <a:r>
              <a:rPr lang="en-US" altLang="zh-TW" sz="2400">
                <a:latin typeface="Consolas" panose="020B0609020204030204" pitchFamily="49" charset="0"/>
                <a:ea typeface="+mj-ea"/>
              </a:rPr>
              <a:t>Connection pool(</a:t>
            </a:r>
            <a:r>
              <a:rPr lang="zh-TW" altLang="en-US" sz="2400">
                <a:latin typeface="Consolas" panose="020B0609020204030204" pitchFamily="49" charset="0"/>
                <a:ea typeface="+mj-ea"/>
              </a:rPr>
              <a:t>連線池</a:t>
            </a:r>
            <a:r>
              <a:rPr lang="en-US" altLang="zh-TW" sz="2400">
                <a:latin typeface="Consolas" panose="020B0609020204030204" pitchFamily="49" charset="0"/>
                <a:ea typeface="+mj-ea"/>
              </a:rPr>
              <a:t>)</a:t>
            </a:r>
          </a:p>
          <a:p>
            <a:pPr marL="742950" lvl="1" indent="-285750" algn="just" defTabSz="457200">
              <a:spcBef>
                <a:spcPts val="1200"/>
              </a:spcBef>
              <a:buClrTx/>
              <a:buFont typeface="Arial" panose="020B0604020202020204" pitchFamily="34" charset="0"/>
              <a:buChar char="•"/>
            </a:pPr>
            <a:r>
              <a:rPr lang="en-US" altLang="zh-TW" sz="2400">
                <a:latin typeface="Consolas" panose="020B0609020204030204" pitchFamily="49" charset="0"/>
                <a:ea typeface="+mj-ea"/>
              </a:rPr>
              <a:t>Connection pool</a:t>
            </a:r>
            <a:r>
              <a:rPr lang="zh-TW" altLang="en-US" sz="2400">
                <a:latin typeface="Consolas" panose="020B0609020204030204" pitchFamily="49" charset="0"/>
                <a:ea typeface="+mj-ea"/>
              </a:rPr>
              <a:t>是一種對資料庫連線</a:t>
            </a:r>
            <a:r>
              <a:rPr lang="en-US" altLang="zh-TW" sz="2400">
                <a:latin typeface="Consolas" panose="020B0609020204030204" pitchFamily="49" charset="0"/>
                <a:ea typeface="+mj-ea"/>
              </a:rPr>
              <a:t>(Connection</a:t>
            </a:r>
            <a:r>
              <a:rPr lang="zh-TW" altLang="en-US" sz="2400">
                <a:latin typeface="Consolas" panose="020B0609020204030204" pitchFamily="49" charset="0"/>
                <a:ea typeface="+mj-ea"/>
              </a:rPr>
              <a:t>物件</a:t>
            </a:r>
            <a:r>
              <a:rPr lang="en-US" altLang="zh-TW" sz="2400">
                <a:latin typeface="Consolas" panose="020B0609020204030204" pitchFamily="49" charset="0"/>
                <a:ea typeface="+mj-ea"/>
              </a:rPr>
              <a:t>)</a:t>
            </a:r>
            <a:r>
              <a:rPr lang="zh-TW" altLang="en-US" sz="2400">
                <a:latin typeface="Consolas" panose="020B0609020204030204" pitchFamily="49" charset="0"/>
                <a:ea typeface="+mj-ea"/>
              </a:rPr>
              <a:t>的管理機制，它可以在</a:t>
            </a:r>
            <a:r>
              <a:rPr lang="en-US" altLang="zh-TW" sz="2400">
                <a:latin typeface="Consolas" panose="020B0609020204030204" pitchFamily="49" charset="0"/>
                <a:ea typeface="+mj-ea"/>
              </a:rPr>
              <a:t>Server</a:t>
            </a:r>
            <a:r>
              <a:rPr lang="zh-TW" altLang="en-US" sz="2400">
                <a:latin typeface="Consolas" panose="020B0609020204030204" pitchFamily="49" charset="0"/>
                <a:ea typeface="+mj-ea"/>
              </a:rPr>
              <a:t>啟動時，預先建立起「若干個資料庫連線」，並分配這些連線給有需要的</a:t>
            </a:r>
            <a:r>
              <a:rPr lang="en-US" altLang="zh-TW" sz="2400">
                <a:latin typeface="Consolas" panose="020B0609020204030204" pitchFamily="49" charset="0"/>
                <a:ea typeface="+mj-ea"/>
              </a:rPr>
              <a:t>Servlet</a:t>
            </a:r>
            <a:r>
              <a:rPr lang="zh-TW" altLang="en-US" sz="2400">
                <a:latin typeface="Consolas" panose="020B0609020204030204" pitchFamily="49" charset="0"/>
                <a:ea typeface="+mj-ea"/>
              </a:rPr>
              <a:t>。</a:t>
            </a:r>
            <a:endParaRPr lang="en-US" altLang="zh-TW" sz="2400">
              <a:latin typeface="Consolas" panose="020B0609020204030204" pitchFamily="49" charset="0"/>
              <a:ea typeface="+mj-ea"/>
            </a:endParaRPr>
          </a:p>
          <a:p>
            <a:pPr marL="742950" lvl="1" indent="-285750" algn="just" defTabSz="457200">
              <a:spcBef>
                <a:spcPts val="1200"/>
              </a:spcBef>
              <a:buClrTx/>
              <a:buFont typeface="Arial" panose="020B0604020202020204" pitchFamily="34" charset="0"/>
              <a:buChar char="•"/>
            </a:pPr>
            <a:r>
              <a:rPr lang="en-US" altLang="zh-TW" sz="2400">
                <a:latin typeface="Consolas" panose="020B0609020204030204" pitchFamily="49" charset="0"/>
                <a:ea typeface="+mj-ea"/>
              </a:rPr>
              <a:t>Servlet</a:t>
            </a:r>
            <a:r>
              <a:rPr lang="zh-TW" altLang="en-US" sz="2400">
                <a:latin typeface="Consolas" panose="020B0609020204030204" pitchFamily="49" charset="0"/>
                <a:ea typeface="+mj-ea"/>
              </a:rPr>
              <a:t>在有需要的時候從</a:t>
            </a:r>
            <a:r>
              <a:rPr lang="en-US" altLang="zh-TW" sz="2400">
                <a:latin typeface="Consolas" panose="020B0609020204030204" pitchFamily="49" charset="0"/>
                <a:ea typeface="+mj-ea"/>
              </a:rPr>
              <a:t>Connection pool</a:t>
            </a:r>
            <a:r>
              <a:rPr lang="zh-TW" altLang="en-US" sz="2400">
                <a:latin typeface="Consolas" panose="020B0609020204030204" pitchFamily="49" charset="0"/>
                <a:ea typeface="+mj-ea"/>
              </a:rPr>
              <a:t>裡取出連線物件，使用完後歸還</a:t>
            </a:r>
            <a:endParaRPr lang="en-US" altLang="zh-TW" sz="2400">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B847C30F-9E08-4E17-824D-F5B657D0BBBC}"/>
              </a:ext>
            </a:extLst>
          </p:cNvPr>
          <p:cNvSpPr>
            <a:spLocks noGrp="1"/>
          </p:cNvSpPr>
          <p:nvPr>
            <p:ph type="sldNum" sz="quarter" idx="12"/>
          </p:nvPr>
        </p:nvSpPr>
        <p:spPr/>
        <p:txBody>
          <a:bodyPr/>
          <a:lstStyle/>
          <a:p>
            <a:fld id="{B521127C-0C56-461F-B517-0D483F216F7D}" type="slidenum">
              <a:rPr lang="zh-TW" altLang="en-US" smtClean="0"/>
              <a:t>77</a:t>
            </a:fld>
            <a:endParaRPr lang="zh-TW" altLang="en-US"/>
          </a:p>
        </p:txBody>
      </p:sp>
      <p:sp>
        <p:nvSpPr>
          <p:cNvPr id="23" name="文字方塊 22">
            <a:extLst>
              <a:ext uri="{FF2B5EF4-FFF2-40B4-BE49-F238E27FC236}">
                <a16:creationId xmlns:a16="http://schemas.microsoft.com/office/drawing/2014/main" id="{360905D6-D711-4FAE-9825-DE60BD1FDC05}"/>
              </a:ext>
            </a:extLst>
          </p:cNvPr>
          <p:cNvSpPr txBox="1"/>
          <p:nvPr/>
        </p:nvSpPr>
        <p:spPr>
          <a:xfrm>
            <a:off x="194695" y="126402"/>
            <a:ext cx="6089369" cy="55399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indent="0">
              <a:buClrTx/>
              <a:buNone/>
            </a:pPr>
            <a:r>
              <a:rPr lang="zh-TW" altLang="en-US" sz="3000">
                <a:latin typeface="Consolas" panose="020B0609020204030204" pitchFamily="49" charset="0"/>
                <a:ea typeface="+mj-ea"/>
              </a:rPr>
              <a:t>連線池</a:t>
            </a:r>
            <a:r>
              <a:rPr lang="en-US" altLang="zh-TW" sz="3000">
                <a:latin typeface="Consolas" panose="020B0609020204030204" pitchFamily="49" charset="0"/>
                <a:ea typeface="+mj-ea"/>
              </a:rPr>
              <a:t>Connection pool</a:t>
            </a:r>
            <a:r>
              <a:rPr lang="zh-TW" altLang="en-US" sz="3000">
                <a:latin typeface="Consolas" panose="020B0609020204030204" pitchFamily="49" charset="0"/>
                <a:ea typeface="+mj-ea"/>
              </a:rPr>
              <a:t>基本觀念</a:t>
            </a:r>
            <a:endParaRPr lang="en-US" altLang="zh-TW" sz="3000">
              <a:latin typeface="Consolas" panose="020B0609020204030204" pitchFamily="49" charset="0"/>
              <a:ea typeface="+mj-ea"/>
            </a:endParaRPr>
          </a:p>
        </p:txBody>
      </p:sp>
      <p:sp>
        <p:nvSpPr>
          <p:cNvPr id="9" name="文字方塊 8">
            <a:extLst>
              <a:ext uri="{FF2B5EF4-FFF2-40B4-BE49-F238E27FC236}">
                <a16:creationId xmlns:a16="http://schemas.microsoft.com/office/drawing/2014/main" id="{48FAA062-2421-45BF-A0A7-351848DDEA1D}"/>
              </a:ext>
            </a:extLst>
          </p:cNvPr>
          <p:cNvSpPr txBox="1"/>
          <p:nvPr/>
        </p:nvSpPr>
        <p:spPr>
          <a:xfrm>
            <a:off x="708964" y="3764845"/>
            <a:ext cx="1683859"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TW">
                <a:latin typeface="+mj-ea"/>
                <a:ea typeface="+mj-ea"/>
              </a:rPr>
              <a:t>Servlet </a:t>
            </a:r>
            <a:r>
              <a:rPr lang="zh-TW" altLang="en-US">
                <a:latin typeface="+mj-ea"/>
                <a:ea typeface="+mj-ea"/>
              </a:rPr>
              <a:t>的請求</a:t>
            </a:r>
          </a:p>
        </p:txBody>
      </p:sp>
      <p:sp>
        <p:nvSpPr>
          <p:cNvPr id="10" name="文字方塊 9">
            <a:extLst>
              <a:ext uri="{FF2B5EF4-FFF2-40B4-BE49-F238E27FC236}">
                <a16:creationId xmlns:a16="http://schemas.microsoft.com/office/drawing/2014/main" id="{C98E1551-9DC3-492B-BDD6-3AF228DBB064}"/>
              </a:ext>
            </a:extLst>
          </p:cNvPr>
          <p:cNvSpPr txBox="1"/>
          <p:nvPr/>
        </p:nvSpPr>
        <p:spPr>
          <a:xfrm>
            <a:off x="708964" y="4524722"/>
            <a:ext cx="1683859"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TW">
                <a:latin typeface="+mj-ea"/>
                <a:ea typeface="+mj-ea"/>
              </a:rPr>
              <a:t>Servlet </a:t>
            </a:r>
            <a:r>
              <a:rPr lang="zh-TW" altLang="en-US">
                <a:latin typeface="+mj-ea"/>
                <a:ea typeface="+mj-ea"/>
              </a:rPr>
              <a:t>的請求</a:t>
            </a:r>
          </a:p>
        </p:txBody>
      </p:sp>
      <p:sp>
        <p:nvSpPr>
          <p:cNvPr id="11" name="文字方塊 10">
            <a:extLst>
              <a:ext uri="{FF2B5EF4-FFF2-40B4-BE49-F238E27FC236}">
                <a16:creationId xmlns:a16="http://schemas.microsoft.com/office/drawing/2014/main" id="{F37C5C2E-4CA5-4A04-AA67-138DE26A3EC8}"/>
              </a:ext>
            </a:extLst>
          </p:cNvPr>
          <p:cNvSpPr txBox="1"/>
          <p:nvPr/>
        </p:nvSpPr>
        <p:spPr>
          <a:xfrm>
            <a:off x="708964" y="5313327"/>
            <a:ext cx="1683859"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TW">
                <a:latin typeface="+mj-ea"/>
                <a:ea typeface="+mj-ea"/>
              </a:rPr>
              <a:t>Servlet </a:t>
            </a:r>
            <a:r>
              <a:rPr lang="zh-TW" altLang="en-US">
                <a:latin typeface="+mj-ea"/>
                <a:ea typeface="+mj-ea"/>
              </a:rPr>
              <a:t>的請求</a:t>
            </a:r>
          </a:p>
        </p:txBody>
      </p:sp>
      <p:sp>
        <p:nvSpPr>
          <p:cNvPr id="17" name="矩形 16">
            <a:extLst>
              <a:ext uri="{FF2B5EF4-FFF2-40B4-BE49-F238E27FC236}">
                <a16:creationId xmlns:a16="http://schemas.microsoft.com/office/drawing/2014/main" id="{7E2503FA-9588-4075-895D-68D9762C332A}"/>
              </a:ext>
            </a:extLst>
          </p:cNvPr>
          <p:cNvSpPr/>
          <p:nvPr/>
        </p:nvSpPr>
        <p:spPr>
          <a:xfrm>
            <a:off x="2651163" y="3451899"/>
            <a:ext cx="1232643" cy="44627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a:latin typeface="+mj-ea"/>
                <a:ea typeface="+mj-ea"/>
              </a:rPr>
              <a:t>執行緒</a:t>
            </a:r>
          </a:p>
        </p:txBody>
      </p:sp>
      <p:sp>
        <p:nvSpPr>
          <p:cNvPr id="20" name="矩形 19">
            <a:extLst>
              <a:ext uri="{FF2B5EF4-FFF2-40B4-BE49-F238E27FC236}">
                <a16:creationId xmlns:a16="http://schemas.microsoft.com/office/drawing/2014/main" id="{6299964A-07FF-4BF2-8B81-0B7D04894B93}"/>
              </a:ext>
            </a:extLst>
          </p:cNvPr>
          <p:cNvSpPr/>
          <p:nvPr/>
        </p:nvSpPr>
        <p:spPr>
          <a:xfrm>
            <a:off x="2651163" y="4971127"/>
            <a:ext cx="1232643" cy="44627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a:latin typeface="+mj-ea"/>
                <a:ea typeface="+mj-ea"/>
              </a:rPr>
              <a:t>執行緒</a:t>
            </a:r>
          </a:p>
        </p:txBody>
      </p:sp>
      <p:cxnSp>
        <p:nvCxnSpPr>
          <p:cNvPr id="25" name="直線單箭頭接點 24">
            <a:extLst>
              <a:ext uri="{FF2B5EF4-FFF2-40B4-BE49-F238E27FC236}">
                <a16:creationId xmlns:a16="http://schemas.microsoft.com/office/drawing/2014/main" id="{4855007D-91E7-4FA3-873A-88926645CC0B}"/>
              </a:ext>
            </a:extLst>
          </p:cNvPr>
          <p:cNvCxnSpPr>
            <a:cxnSpLocks/>
            <a:stCxn id="9" idx="3"/>
          </p:cNvCxnSpPr>
          <p:nvPr/>
        </p:nvCxnSpPr>
        <p:spPr>
          <a:xfrm>
            <a:off x="2392823" y="3949511"/>
            <a:ext cx="19912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4E79E8A8-901D-4390-B3BB-AC5819D116C4}"/>
              </a:ext>
            </a:extLst>
          </p:cNvPr>
          <p:cNvSpPr/>
          <p:nvPr/>
        </p:nvSpPr>
        <p:spPr>
          <a:xfrm>
            <a:off x="4498998" y="3731057"/>
            <a:ext cx="1775544" cy="44627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a:latin typeface="+mj-ea"/>
                <a:ea typeface="+mj-ea"/>
              </a:rPr>
              <a:t>區域變數</a:t>
            </a:r>
          </a:p>
        </p:txBody>
      </p:sp>
      <p:sp>
        <p:nvSpPr>
          <p:cNvPr id="33" name="矩形 32">
            <a:extLst>
              <a:ext uri="{FF2B5EF4-FFF2-40B4-BE49-F238E27FC236}">
                <a16:creationId xmlns:a16="http://schemas.microsoft.com/office/drawing/2014/main" id="{561044A7-043B-441C-9907-5263BD1AE92B}"/>
              </a:ext>
            </a:extLst>
          </p:cNvPr>
          <p:cNvSpPr/>
          <p:nvPr/>
        </p:nvSpPr>
        <p:spPr>
          <a:xfrm>
            <a:off x="2651163" y="4216514"/>
            <a:ext cx="1232643" cy="44627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a:latin typeface="+mj-ea"/>
                <a:ea typeface="+mj-ea"/>
              </a:rPr>
              <a:t>執行緒</a:t>
            </a:r>
          </a:p>
        </p:txBody>
      </p:sp>
      <p:cxnSp>
        <p:nvCxnSpPr>
          <p:cNvPr id="34" name="直線單箭頭接點 33">
            <a:extLst>
              <a:ext uri="{FF2B5EF4-FFF2-40B4-BE49-F238E27FC236}">
                <a16:creationId xmlns:a16="http://schemas.microsoft.com/office/drawing/2014/main" id="{51EA509E-E4DA-4C4B-B6D9-5F9571497B58}"/>
              </a:ext>
            </a:extLst>
          </p:cNvPr>
          <p:cNvCxnSpPr>
            <a:cxnSpLocks/>
            <a:stCxn id="10" idx="3"/>
          </p:cNvCxnSpPr>
          <p:nvPr/>
        </p:nvCxnSpPr>
        <p:spPr>
          <a:xfrm>
            <a:off x="2392823" y="4709388"/>
            <a:ext cx="19912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39">
            <a:extLst>
              <a:ext uri="{FF2B5EF4-FFF2-40B4-BE49-F238E27FC236}">
                <a16:creationId xmlns:a16="http://schemas.microsoft.com/office/drawing/2014/main" id="{9B1775B7-A8EF-4EE4-B8B7-702DF42464B3}"/>
              </a:ext>
            </a:extLst>
          </p:cNvPr>
          <p:cNvCxnSpPr>
            <a:cxnSpLocks/>
            <a:stCxn id="11" idx="3"/>
          </p:cNvCxnSpPr>
          <p:nvPr/>
        </p:nvCxnSpPr>
        <p:spPr>
          <a:xfrm>
            <a:off x="2392823" y="5497993"/>
            <a:ext cx="19912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矩形 46">
            <a:extLst>
              <a:ext uri="{FF2B5EF4-FFF2-40B4-BE49-F238E27FC236}">
                <a16:creationId xmlns:a16="http://schemas.microsoft.com/office/drawing/2014/main" id="{83579A0F-5557-4E66-A39B-21FAABD328F2}"/>
              </a:ext>
            </a:extLst>
          </p:cNvPr>
          <p:cNvSpPr/>
          <p:nvPr/>
        </p:nvSpPr>
        <p:spPr>
          <a:xfrm>
            <a:off x="4508521" y="4475145"/>
            <a:ext cx="1775544" cy="44627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a:latin typeface="+mj-ea"/>
                <a:ea typeface="+mj-ea"/>
              </a:rPr>
              <a:t>區域變數</a:t>
            </a:r>
          </a:p>
        </p:txBody>
      </p:sp>
      <p:sp>
        <p:nvSpPr>
          <p:cNvPr id="48" name="矩形 47">
            <a:extLst>
              <a:ext uri="{FF2B5EF4-FFF2-40B4-BE49-F238E27FC236}">
                <a16:creationId xmlns:a16="http://schemas.microsoft.com/office/drawing/2014/main" id="{B756961D-4FC2-46BD-837E-9E60585F704E}"/>
              </a:ext>
            </a:extLst>
          </p:cNvPr>
          <p:cNvSpPr/>
          <p:nvPr/>
        </p:nvSpPr>
        <p:spPr>
          <a:xfrm>
            <a:off x="4508521" y="5219233"/>
            <a:ext cx="1775544" cy="44627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a:latin typeface="+mj-ea"/>
                <a:ea typeface="+mj-ea"/>
              </a:rPr>
              <a:t>區域變數</a:t>
            </a:r>
          </a:p>
        </p:txBody>
      </p:sp>
      <p:sp>
        <p:nvSpPr>
          <p:cNvPr id="49" name="流程圖: 磁碟 48">
            <a:extLst>
              <a:ext uri="{FF2B5EF4-FFF2-40B4-BE49-F238E27FC236}">
                <a16:creationId xmlns:a16="http://schemas.microsoft.com/office/drawing/2014/main" id="{44998546-454B-4BCB-A64A-013EAFFDCEC9}"/>
              </a:ext>
            </a:extLst>
          </p:cNvPr>
          <p:cNvSpPr/>
          <p:nvPr/>
        </p:nvSpPr>
        <p:spPr>
          <a:xfrm>
            <a:off x="9970536" y="3801982"/>
            <a:ext cx="1039528" cy="1530417"/>
          </a:xfrm>
          <a:prstGeom prst="flowChartMagneticDisk">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TW" altLang="en-US">
                <a:latin typeface="+mj-ea"/>
                <a:ea typeface="+mj-ea"/>
              </a:rPr>
              <a:t>資料庫</a:t>
            </a:r>
          </a:p>
        </p:txBody>
      </p:sp>
      <p:sp>
        <p:nvSpPr>
          <p:cNvPr id="50" name="矩形: 圓角 49">
            <a:extLst>
              <a:ext uri="{FF2B5EF4-FFF2-40B4-BE49-F238E27FC236}">
                <a16:creationId xmlns:a16="http://schemas.microsoft.com/office/drawing/2014/main" id="{CE0AE19D-190D-4127-A702-5136ACBEA679}"/>
              </a:ext>
            </a:extLst>
          </p:cNvPr>
          <p:cNvSpPr/>
          <p:nvPr/>
        </p:nvSpPr>
        <p:spPr>
          <a:xfrm>
            <a:off x="6891994" y="3378930"/>
            <a:ext cx="1852241" cy="25406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TW" altLang="en-US">
                <a:latin typeface="+mj-ea"/>
                <a:ea typeface="+mj-ea"/>
              </a:rPr>
              <a:t>連線池</a:t>
            </a:r>
            <a:endParaRPr lang="en-US" altLang="zh-TW">
              <a:latin typeface="+mj-ea"/>
              <a:ea typeface="+mj-ea"/>
            </a:endParaRPr>
          </a:p>
          <a:p>
            <a:pPr algn="ctr"/>
            <a:endParaRPr lang="en-US" altLang="zh-TW"/>
          </a:p>
          <a:p>
            <a:pPr algn="ctr"/>
            <a:endParaRPr lang="en-US" altLang="zh-TW"/>
          </a:p>
          <a:p>
            <a:pPr algn="ctr"/>
            <a:endParaRPr lang="en-US" altLang="zh-TW"/>
          </a:p>
          <a:p>
            <a:pPr algn="ctr"/>
            <a:endParaRPr lang="en-US" altLang="zh-TW"/>
          </a:p>
          <a:p>
            <a:pPr algn="ctr"/>
            <a:endParaRPr lang="en-US" altLang="zh-TW"/>
          </a:p>
          <a:p>
            <a:pPr algn="ctr"/>
            <a:endParaRPr lang="en-US" altLang="zh-TW"/>
          </a:p>
          <a:p>
            <a:pPr algn="ctr"/>
            <a:endParaRPr lang="en-US" altLang="zh-TW"/>
          </a:p>
          <a:p>
            <a:pPr algn="ctr"/>
            <a:endParaRPr lang="zh-TW" altLang="en-US"/>
          </a:p>
        </p:txBody>
      </p:sp>
      <p:sp>
        <p:nvSpPr>
          <p:cNvPr id="52" name="矩形: 圓角 51">
            <a:extLst>
              <a:ext uri="{FF2B5EF4-FFF2-40B4-BE49-F238E27FC236}">
                <a16:creationId xmlns:a16="http://schemas.microsoft.com/office/drawing/2014/main" id="{169D1A0A-56AA-4230-8000-8628CA0C0A5B}"/>
              </a:ext>
            </a:extLst>
          </p:cNvPr>
          <p:cNvSpPr/>
          <p:nvPr/>
        </p:nvSpPr>
        <p:spPr>
          <a:xfrm>
            <a:off x="7009122" y="3777898"/>
            <a:ext cx="1601011" cy="3656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a:t>Connection</a:t>
            </a:r>
            <a:endParaRPr lang="zh-TW" altLang="en-US"/>
          </a:p>
        </p:txBody>
      </p:sp>
      <p:sp>
        <p:nvSpPr>
          <p:cNvPr id="53" name="矩形: 圓角 52">
            <a:extLst>
              <a:ext uri="{FF2B5EF4-FFF2-40B4-BE49-F238E27FC236}">
                <a16:creationId xmlns:a16="http://schemas.microsoft.com/office/drawing/2014/main" id="{2685463C-867A-4E9F-9382-ECE7FE836BD6}"/>
              </a:ext>
            </a:extLst>
          </p:cNvPr>
          <p:cNvSpPr/>
          <p:nvPr/>
        </p:nvSpPr>
        <p:spPr>
          <a:xfrm>
            <a:off x="7009120" y="4341899"/>
            <a:ext cx="1601011" cy="3656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a:t>Connection</a:t>
            </a:r>
            <a:endParaRPr lang="zh-TW" altLang="en-US"/>
          </a:p>
        </p:txBody>
      </p:sp>
      <p:sp>
        <p:nvSpPr>
          <p:cNvPr id="54" name="矩形: 圓角 53">
            <a:extLst>
              <a:ext uri="{FF2B5EF4-FFF2-40B4-BE49-F238E27FC236}">
                <a16:creationId xmlns:a16="http://schemas.microsoft.com/office/drawing/2014/main" id="{5E85F0BB-923A-48DD-89D3-82A19F7BBE14}"/>
              </a:ext>
            </a:extLst>
          </p:cNvPr>
          <p:cNvSpPr/>
          <p:nvPr/>
        </p:nvSpPr>
        <p:spPr>
          <a:xfrm>
            <a:off x="7016478" y="4905900"/>
            <a:ext cx="1601011" cy="3656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a:t>Connection</a:t>
            </a:r>
            <a:endParaRPr lang="zh-TW" altLang="en-US"/>
          </a:p>
        </p:txBody>
      </p:sp>
      <p:sp>
        <p:nvSpPr>
          <p:cNvPr id="55" name="矩形: 圓角 54">
            <a:extLst>
              <a:ext uri="{FF2B5EF4-FFF2-40B4-BE49-F238E27FC236}">
                <a16:creationId xmlns:a16="http://schemas.microsoft.com/office/drawing/2014/main" id="{08885B1E-BEF3-46C1-9A79-FBB5335E1480}"/>
              </a:ext>
            </a:extLst>
          </p:cNvPr>
          <p:cNvSpPr/>
          <p:nvPr/>
        </p:nvSpPr>
        <p:spPr>
          <a:xfrm>
            <a:off x="7009121" y="5406766"/>
            <a:ext cx="1601011" cy="3656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a:t>Connection</a:t>
            </a:r>
            <a:endParaRPr lang="zh-TW" altLang="en-US"/>
          </a:p>
        </p:txBody>
      </p:sp>
      <p:cxnSp>
        <p:nvCxnSpPr>
          <p:cNvPr id="57" name="直線接點 56">
            <a:extLst>
              <a:ext uri="{FF2B5EF4-FFF2-40B4-BE49-F238E27FC236}">
                <a16:creationId xmlns:a16="http://schemas.microsoft.com/office/drawing/2014/main" id="{EE8531C5-E4BA-40CC-B06C-F7C3ED7B8B61}"/>
              </a:ext>
            </a:extLst>
          </p:cNvPr>
          <p:cNvCxnSpPr>
            <a:stCxn id="30" idx="3"/>
            <a:endCxn id="52" idx="1"/>
          </p:cNvCxnSpPr>
          <p:nvPr/>
        </p:nvCxnSpPr>
        <p:spPr>
          <a:xfrm>
            <a:off x="6274542" y="3954195"/>
            <a:ext cx="734580" cy="6526"/>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直線接點 58">
            <a:extLst>
              <a:ext uri="{FF2B5EF4-FFF2-40B4-BE49-F238E27FC236}">
                <a16:creationId xmlns:a16="http://schemas.microsoft.com/office/drawing/2014/main" id="{674C7256-73F6-43DD-9AEF-C964DBB078F2}"/>
              </a:ext>
            </a:extLst>
          </p:cNvPr>
          <p:cNvCxnSpPr>
            <a:stCxn id="47" idx="3"/>
            <a:endCxn id="53" idx="1"/>
          </p:cNvCxnSpPr>
          <p:nvPr/>
        </p:nvCxnSpPr>
        <p:spPr>
          <a:xfrm flipV="1">
            <a:off x="6284065" y="4524722"/>
            <a:ext cx="725055" cy="173561"/>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直線接點 63">
            <a:extLst>
              <a:ext uri="{FF2B5EF4-FFF2-40B4-BE49-F238E27FC236}">
                <a16:creationId xmlns:a16="http://schemas.microsoft.com/office/drawing/2014/main" id="{A2E0E117-8734-440D-A1B1-DEF29399472C}"/>
              </a:ext>
            </a:extLst>
          </p:cNvPr>
          <p:cNvCxnSpPr>
            <a:stCxn id="48" idx="3"/>
            <a:endCxn id="54" idx="1"/>
          </p:cNvCxnSpPr>
          <p:nvPr/>
        </p:nvCxnSpPr>
        <p:spPr>
          <a:xfrm flipV="1">
            <a:off x="6284065" y="5088723"/>
            <a:ext cx="732413" cy="353648"/>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直線接點 65">
            <a:extLst>
              <a:ext uri="{FF2B5EF4-FFF2-40B4-BE49-F238E27FC236}">
                <a16:creationId xmlns:a16="http://schemas.microsoft.com/office/drawing/2014/main" id="{4B071F2E-61D6-42D9-B41B-A56FA06641C5}"/>
              </a:ext>
            </a:extLst>
          </p:cNvPr>
          <p:cNvCxnSpPr>
            <a:cxnSpLocks/>
            <a:stCxn id="52" idx="3"/>
            <a:endCxn id="49" idx="2"/>
          </p:cNvCxnSpPr>
          <p:nvPr/>
        </p:nvCxnSpPr>
        <p:spPr>
          <a:xfrm>
            <a:off x="8610133" y="3960721"/>
            <a:ext cx="1360403" cy="606470"/>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直線接點 68">
            <a:extLst>
              <a:ext uri="{FF2B5EF4-FFF2-40B4-BE49-F238E27FC236}">
                <a16:creationId xmlns:a16="http://schemas.microsoft.com/office/drawing/2014/main" id="{DDAAA581-5CCE-4019-888C-865D5892518D}"/>
              </a:ext>
            </a:extLst>
          </p:cNvPr>
          <p:cNvCxnSpPr>
            <a:stCxn id="53" idx="3"/>
            <a:endCxn id="49" idx="2"/>
          </p:cNvCxnSpPr>
          <p:nvPr/>
        </p:nvCxnSpPr>
        <p:spPr>
          <a:xfrm>
            <a:off x="8610131" y="4524722"/>
            <a:ext cx="1360405" cy="42469"/>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直線接點 70">
            <a:extLst>
              <a:ext uri="{FF2B5EF4-FFF2-40B4-BE49-F238E27FC236}">
                <a16:creationId xmlns:a16="http://schemas.microsoft.com/office/drawing/2014/main" id="{23457C7D-8DCE-4F0B-86FF-0EA3A8482AA8}"/>
              </a:ext>
            </a:extLst>
          </p:cNvPr>
          <p:cNvCxnSpPr>
            <a:stCxn id="54" idx="3"/>
            <a:endCxn id="49" idx="2"/>
          </p:cNvCxnSpPr>
          <p:nvPr/>
        </p:nvCxnSpPr>
        <p:spPr>
          <a:xfrm flipV="1">
            <a:off x="8617489" y="4567191"/>
            <a:ext cx="1353047" cy="521532"/>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直線接點 72">
            <a:extLst>
              <a:ext uri="{FF2B5EF4-FFF2-40B4-BE49-F238E27FC236}">
                <a16:creationId xmlns:a16="http://schemas.microsoft.com/office/drawing/2014/main" id="{AC9B1D4E-CBDB-4227-A1DA-A17A74695DE1}"/>
              </a:ext>
            </a:extLst>
          </p:cNvPr>
          <p:cNvCxnSpPr>
            <a:stCxn id="55" idx="3"/>
            <a:endCxn id="49" idx="2"/>
          </p:cNvCxnSpPr>
          <p:nvPr/>
        </p:nvCxnSpPr>
        <p:spPr>
          <a:xfrm flipV="1">
            <a:off x="8610132" y="4567191"/>
            <a:ext cx="1360404" cy="102239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28613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sz="half" idx="2"/>
          </p:nvPr>
        </p:nvSpPr>
        <p:spPr>
          <a:xfrm>
            <a:off x="8331200" y="654967"/>
            <a:ext cx="3860800" cy="6203033"/>
          </a:xfrm>
        </p:spPr>
        <p:txBody>
          <a:bodyPr>
            <a:noAutofit/>
          </a:bodyPr>
          <a:lstStyle/>
          <a:p>
            <a:pPr algn="just">
              <a:spcBef>
                <a:spcPts val="600"/>
              </a:spcBef>
            </a:pPr>
            <a:r>
              <a:rPr lang="zh-TW" altLang="en-US" sz="1700" b="1">
                <a:latin typeface="Consolas" panose="020B0609020204030204" pitchFamily="49" charset="0"/>
                <a:ea typeface="+mj-ea"/>
              </a:rPr>
              <a:t>在此項例子，連線池的實作由</a:t>
            </a:r>
            <a:r>
              <a:rPr lang="en-US" altLang="zh-TW" sz="1700" b="1">
                <a:latin typeface="Consolas" panose="020B0609020204030204" pitchFamily="49" charset="0"/>
                <a:ea typeface="+mj-ea"/>
              </a:rPr>
              <a:t>Tomcat</a:t>
            </a:r>
            <a:r>
              <a:rPr lang="zh-TW" altLang="en-US" sz="1700" b="1">
                <a:latin typeface="Consolas" panose="020B0609020204030204" pitchFamily="49" charset="0"/>
                <a:ea typeface="+mj-ea"/>
              </a:rPr>
              <a:t>完成，若有興趣研究，也可以使用第三方</a:t>
            </a:r>
            <a:r>
              <a:rPr lang="en-US" altLang="zh-TW" sz="1700" b="1">
                <a:latin typeface="Consolas" panose="020B0609020204030204" pitchFamily="49" charset="0"/>
                <a:ea typeface="+mj-ea"/>
              </a:rPr>
              <a:t>jar</a:t>
            </a:r>
            <a:r>
              <a:rPr lang="zh-TW" altLang="en-US" sz="1700" b="1">
                <a:latin typeface="Consolas" panose="020B0609020204030204" pitchFamily="49" charset="0"/>
                <a:ea typeface="+mj-ea"/>
              </a:rPr>
              <a:t>。</a:t>
            </a:r>
            <a:endParaRPr lang="en-US" altLang="zh-TW" sz="1700" b="1">
              <a:latin typeface="Consolas" panose="020B0609020204030204" pitchFamily="49" charset="0"/>
              <a:ea typeface="+mj-ea"/>
            </a:endParaRPr>
          </a:p>
          <a:p>
            <a:pPr algn="just">
              <a:spcBef>
                <a:spcPts val="600"/>
              </a:spcBef>
            </a:pPr>
            <a:endParaRPr lang="en-US" altLang="zh-TW" sz="1700" b="1">
              <a:latin typeface="Consolas" panose="020B0609020204030204" pitchFamily="49" charset="0"/>
              <a:ea typeface="+mj-ea"/>
            </a:endParaRPr>
          </a:p>
          <a:p>
            <a:pPr algn="just">
              <a:spcBef>
                <a:spcPts val="600"/>
              </a:spcBef>
            </a:pPr>
            <a:r>
              <a:rPr lang="zh-TW" altLang="en-US" sz="1700" b="1">
                <a:latin typeface="Consolas" panose="020B0609020204030204" pitchFamily="49" charset="0"/>
                <a:ea typeface="+mj-ea"/>
              </a:rPr>
              <a:t>使用</a:t>
            </a:r>
            <a:r>
              <a:rPr lang="en-US" altLang="zh-TW" sz="1700" b="1">
                <a:latin typeface="Consolas" panose="020B0609020204030204" pitchFamily="49" charset="0"/>
                <a:ea typeface="+mj-ea"/>
              </a:rPr>
              <a:t>java.sql.DataSource</a:t>
            </a:r>
            <a:r>
              <a:rPr lang="zh-TW" altLang="en-US" sz="1700" b="1">
                <a:latin typeface="Consolas" panose="020B0609020204030204" pitchFamily="49" charset="0"/>
                <a:ea typeface="+mj-ea"/>
              </a:rPr>
              <a:t>介面</a:t>
            </a:r>
            <a:endParaRPr lang="en-US" altLang="zh-TW" sz="1700" b="1">
              <a:latin typeface="Consolas" panose="020B0609020204030204" pitchFamily="49" charset="0"/>
              <a:ea typeface="+mj-ea"/>
            </a:endParaRPr>
          </a:p>
          <a:p>
            <a:pPr algn="just">
              <a:spcBef>
                <a:spcPts val="600"/>
              </a:spcBef>
            </a:pPr>
            <a:r>
              <a:rPr lang="zh-TW" altLang="en-US" sz="1700" b="1">
                <a:latin typeface="Consolas" panose="020B0609020204030204" pitchFamily="49" charset="0"/>
                <a:ea typeface="+mj-ea"/>
              </a:rPr>
              <a:t>一個</a:t>
            </a:r>
            <a:r>
              <a:rPr lang="en-US" altLang="zh-TW" sz="1700" b="1">
                <a:latin typeface="Consolas" panose="020B0609020204030204" pitchFamily="49" charset="0"/>
                <a:ea typeface="+mj-ea"/>
              </a:rPr>
              <a:t>DataSource</a:t>
            </a:r>
            <a:r>
              <a:rPr lang="zh-TW" altLang="en-US" sz="1700" b="1">
                <a:latin typeface="Consolas" panose="020B0609020204030204" pitchFamily="49" charset="0"/>
                <a:ea typeface="+mj-ea"/>
              </a:rPr>
              <a:t>物件就代表一個資料庫，應用程式透過這個介面來取得資料庫連線物件</a:t>
            </a:r>
            <a:r>
              <a:rPr lang="en-US" altLang="zh-TW" sz="1700" b="1">
                <a:latin typeface="Consolas" panose="020B0609020204030204" pitchFamily="49" charset="0"/>
                <a:ea typeface="+mj-ea"/>
              </a:rPr>
              <a:t>(Connection)</a:t>
            </a:r>
          </a:p>
          <a:p>
            <a:pPr algn="just">
              <a:spcBef>
                <a:spcPts val="600"/>
              </a:spcBef>
            </a:pPr>
            <a:endParaRPr lang="en-US" altLang="zh-TW" sz="1700" b="1">
              <a:latin typeface="Consolas" panose="020B0609020204030204" pitchFamily="49" charset="0"/>
              <a:ea typeface="+mj-ea"/>
            </a:endParaRPr>
          </a:p>
          <a:p>
            <a:pPr algn="just">
              <a:spcBef>
                <a:spcPts val="600"/>
              </a:spcBef>
            </a:pPr>
            <a:r>
              <a:rPr lang="zh-TW" altLang="en-US" sz="1700" b="1">
                <a:latin typeface="Consolas" panose="020B0609020204030204" pitchFamily="49" charset="0"/>
                <a:ea typeface="+mj-ea"/>
              </a:rPr>
              <a:t>需進行兩項</a:t>
            </a:r>
            <a:r>
              <a:rPr lang="en-US" altLang="zh-TW" sz="1700" b="1">
                <a:latin typeface="Consolas" panose="020B0609020204030204" pitchFamily="49" charset="0"/>
                <a:ea typeface="+mj-ea"/>
              </a:rPr>
              <a:t>XML</a:t>
            </a:r>
            <a:r>
              <a:rPr lang="zh-TW" altLang="en-US" sz="1700" b="1">
                <a:latin typeface="Consolas" panose="020B0609020204030204" pitchFamily="49" charset="0"/>
                <a:ea typeface="+mj-ea"/>
              </a:rPr>
              <a:t>設定</a:t>
            </a:r>
            <a:endParaRPr lang="en-US" altLang="zh-TW" sz="1700" b="1">
              <a:latin typeface="Consolas" panose="020B0609020204030204" pitchFamily="49" charset="0"/>
              <a:ea typeface="+mj-ea"/>
            </a:endParaRPr>
          </a:p>
          <a:p>
            <a:pPr algn="just">
              <a:spcBef>
                <a:spcPts val="0"/>
              </a:spcBef>
            </a:pPr>
            <a:r>
              <a:rPr lang="en-US" altLang="zh-TW" sz="1700" b="1">
                <a:latin typeface="Consolas" panose="020B0609020204030204" pitchFamily="49" charset="0"/>
                <a:ea typeface="+mj-ea"/>
              </a:rPr>
              <a:t>context.xml</a:t>
            </a:r>
          </a:p>
          <a:p>
            <a:pPr algn="just">
              <a:spcBef>
                <a:spcPts val="0"/>
              </a:spcBef>
            </a:pPr>
            <a:r>
              <a:rPr lang="en-US" altLang="zh-TW" sz="1700" b="1">
                <a:latin typeface="Consolas" panose="020B0609020204030204" pitchFamily="49" charset="0"/>
                <a:ea typeface="+mj-ea"/>
              </a:rPr>
              <a:t>web.xml</a:t>
            </a:r>
          </a:p>
          <a:p>
            <a:pPr algn="just">
              <a:spcBef>
                <a:spcPts val="600"/>
              </a:spcBef>
            </a:pPr>
            <a:r>
              <a:rPr lang="zh-TW" altLang="en-US" sz="1700" b="1">
                <a:latin typeface="Consolas" panose="020B0609020204030204" pitchFamily="49" charset="0"/>
                <a:ea typeface="+mj-ea"/>
              </a:rPr>
              <a:t>設定完成後，在程式中使用</a:t>
            </a:r>
            <a:r>
              <a:rPr lang="en-US" altLang="zh-TW" sz="1700" b="1">
                <a:latin typeface="Consolas" panose="020B0609020204030204" pitchFamily="49" charset="0"/>
                <a:ea typeface="+mj-ea"/>
              </a:rPr>
              <a:t>JNDI</a:t>
            </a:r>
            <a:r>
              <a:rPr lang="zh-TW" altLang="en-US" sz="1700" b="1">
                <a:latin typeface="Consolas" panose="020B0609020204030204" pitchFamily="49" charset="0"/>
                <a:ea typeface="+mj-ea"/>
              </a:rPr>
              <a:t>去尋找並存取</a:t>
            </a:r>
            <a:r>
              <a:rPr lang="en-US" altLang="zh-TW" sz="1700" b="1">
                <a:latin typeface="Consolas" panose="020B0609020204030204" pitchFamily="49" charset="0"/>
                <a:ea typeface="+mj-ea"/>
              </a:rPr>
              <a:t>DataSource</a:t>
            </a:r>
          </a:p>
          <a:p>
            <a:pPr algn="just">
              <a:spcBef>
                <a:spcPts val="600"/>
              </a:spcBef>
            </a:pPr>
            <a:endParaRPr lang="zh-TW" altLang="en-US" sz="1700" b="1">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DE0C7043-5B7F-4E55-B9C2-004C86B4F74C}"/>
              </a:ext>
            </a:extLst>
          </p:cNvPr>
          <p:cNvSpPr>
            <a:spLocks noGrp="1"/>
          </p:cNvSpPr>
          <p:nvPr>
            <p:ph type="sldNum" sz="quarter" idx="12"/>
          </p:nvPr>
        </p:nvSpPr>
        <p:spPr/>
        <p:txBody>
          <a:bodyPr/>
          <a:lstStyle/>
          <a:p>
            <a:fld id="{B521127C-0C56-461F-B517-0D483F216F7D}" type="slidenum">
              <a:rPr lang="zh-TW" altLang="en-US" smtClean="0"/>
              <a:t>78</a:t>
            </a:fld>
            <a:endParaRPr lang="zh-TW" altLang="en-US"/>
          </a:p>
        </p:txBody>
      </p:sp>
      <p:sp>
        <p:nvSpPr>
          <p:cNvPr id="9" name="矩形 8"/>
          <p:cNvSpPr/>
          <p:nvPr/>
        </p:nvSpPr>
        <p:spPr>
          <a:xfrm>
            <a:off x="8331200" y="174836"/>
            <a:ext cx="3860800" cy="480131"/>
          </a:xfrm>
          <a:prstGeom prst="rect">
            <a:avLst/>
          </a:prstGeom>
        </p:spPr>
        <p:txBody>
          <a:bodyPr wrap="square">
            <a:spAutoFit/>
          </a:bodyPr>
          <a:lstStyle/>
          <a:p>
            <a:pPr algn="ctr" defTabSz="914400">
              <a:lnSpc>
                <a:spcPct val="90000"/>
              </a:lnSpc>
              <a:spcBef>
                <a:spcPct val="0"/>
              </a:spcBef>
            </a:pPr>
            <a:r>
              <a:rPr lang="zh-TW" altLang="en-US" sz="2800" b="1">
                <a:latin typeface="+mj-lt"/>
                <a:ea typeface="+mj-ea"/>
                <a:cs typeface="+mj-cs"/>
              </a:rPr>
              <a:t>使用連線池</a:t>
            </a:r>
            <a:endParaRPr lang="en-US" altLang="zh-TW" sz="2800" b="1">
              <a:latin typeface="+mj-lt"/>
              <a:ea typeface="+mj-ea"/>
              <a:cs typeface="+mj-cs"/>
            </a:endParaRPr>
          </a:p>
        </p:txBody>
      </p:sp>
      <p:sp>
        <p:nvSpPr>
          <p:cNvPr id="30" name="文字方塊 29">
            <a:extLst>
              <a:ext uri="{FF2B5EF4-FFF2-40B4-BE49-F238E27FC236}">
                <a16:creationId xmlns:a16="http://schemas.microsoft.com/office/drawing/2014/main" id="{8570CFE9-0731-4434-8914-6944777BFE6D}"/>
              </a:ext>
            </a:extLst>
          </p:cNvPr>
          <p:cNvSpPr txBox="1">
            <a:spLocks/>
          </p:cNvSpPr>
          <p:nvPr/>
        </p:nvSpPr>
        <p:spPr>
          <a:xfrm>
            <a:off x="88682" y="59267"/>
            <a:ext cx="8107051" cy="2862322"/>
          </a:xfrm>
          <a:prstGeom prst="rect">
            <a:avLst/>
          </a:prstGeom>
          <a:noFill/>
        </p:spPr>
        <p:txBody>
          <a:bodyPr wrap="square">
            <a:spAutoFit/>
          </a:bodyPr>
          <a:lstStyle/>
          <a:p>
            <a:pPr marL="342900" lvl="1" indent="-342900" algn="just"/>
            <a:r>
              <a:rPr lang="zh-TW" altLang="en-US" sz="1500" dirty="0">
                <a:solidFill>
                  <a:srgbClr val="1890C3"/>
                </a:solidFill>
                <a:latin typeface="Consolas" panose="020B0609020204030204" pitchFamily="49" charset="0"/>
                <a:ea typeface="+mj-ea"/>
              </a:rPr>
              <a:t>在</a:t>
            </a:r>
            <a:r>
              <a:rPr lang="en-US" altLang="zh-TW" sz="1500" dirty="0">
                <a:solidFill>
                  <a:srgbClr val="1890C3"/>
                </a:solidFill>
                <a:latin typeface="Consolas" panose="020B0609020204030204" pitchFamily="49" charset="0"/>
                <a:ea typeface="+mj-ea"/>
              </a:rPr>
              <a:t>Servers/Tomcat/context.xml</a:t>
            </a:r>
          </a:p>
          <a:p>
            <a:pPr marL="857250" lvl="3" algn="just"/>
            <a:r>
              <a:rPr lang="en-US" altLang="zh-TW" sz="1500" dirty="0">
                <a:latin typeface="Consolas" panose="020B0609020204030204" pitchFamily="49" charset="0"/>
                <a:ea typeface="+mj-ea"/>
              </a:rPr>
              <a:t>&lt;Resource</a:t>
            </a:r>
          </a:p>
          <a:p>
            <a:pPr marL="1314450" lvl="4" algn="just"/>
            <a:r>
              <a:rPr lang="en-US" altLang="zh-TW" sz="1500" dirty="0">
                <a:latin typeface="Consolas" panose="020B0609020204030204" pitchFamily="49" charset="0"/>
                <a:ea typeface="+mj-ea"/>
              </a:rPr>
              <a:t>name="</a:t>
            </a:r>
            <a:r>
              <a:rPr lang="zh-TW" altLang="en-US" sz="1500" dirty="0">
                <a:latin typeface="Consolas" panose="020B0609020204030204" pitchFamily="49" charset="0"/>
                <a:ea typeface="+mj-ea"/>
              </a:rPr>
              <a:t>資源名稱</a:t>
            </a:r>
            <a:r>
              <a:rPr lang="en-US" altLang="zh-TW" sz="1500" dirty="0">
                <a:latin typeface="Consolas" panose="020B0609020204030204" pitchFamily="49" charset="0"/>
                <a:ea typeface="+mj-ea"/>
              </a:rPr>
              <a:t>" type="</a:t>
            </a:r>
            <a:r>
              <a:rPr lang="zh-TW" altLang="en-US" sz="1500" dirty="0">
                <a:latin typeface="Consolas" panose="020B0609020204030204" pitchFamily="49" charset="0"/>
                <a:ea typeface="+mj-ea"/>
              </a:rPr>
              <a:t>實作類別</a:t>
            </a:r>
            <a:r>
              <a:rPr lang="en-US" altLang="zh-TW" sz="1500" dirty="0">
                <a:latin typeface="Consolas" panose="020B0609020204030204" pitchFamily="49" charset="0"/>
                <a:ea typeface="+mj-ea"/>
              </a:rPr>
              <a:t>"</a:t>
            </a:r>
          </a:p>
          <a:p>
            <a:pPr marL="1314450" lvl="4" algn="just"/>
            <a:r>
              <a:rPr lang="en-US" altLang="zh-TW" sz="1500" dirty="0">
                <a:latin typeface="Consolas" panose="020B0609020204030204" pitchFamily="49" charset="0"/>
                <a:ea typeface="+mj-ea"/>
              </a:rPr>
              <a:t>auth="</a:t>
            </a:r>
            <a:r>
              <a:rPr lang="zh-TW" altLang="en-US" sz="1500" dirty="0">
                <a:latin typeface="Consolas" panose="020B0609020204030204" pitchFamily="49" charset="0"/>
                <a:ea typeface="+mj-ea"/>
              </a:rPr>
              <a:t>取用方式</a:t>
            </a:r>
            <a:r>
              <a:rPr lang="en-US" altLang="zh-TW" sz="1500" dirty="0">
                <a:latin typeface="Consolas" panose="020B0609020204030204" pitchFamily="49" charset="0"/>
                <a:ea typeface="+mj-ea"/>
              </a:rPr>
              <a:t>" username="</a:t>
            </a:r>
            <a:r>
              <a:rPr lang="zh-TW" altLang="en-US" sz="1500" dirty="0">
                <a:latin typeface="Consolas" panose="020B0609020204030204" pitchFamily="49" charset="0"/>
                <a:ea typeface="+mj-ea"/>
              </a:rPr>
              <a:t>使用者名稱</a:t>
            </a:r>
            <a:r>
              <a:rPr lang="en-US" altLang="zh-TW" sz="1500" dirty="0">
                <a:latin typeface="Consolas" panose="020B0609020204030204" pitchFamily="49" charset="0"/>
                <a:ea typeface="+mj-ea"/>
              </a:rPr>
              <a:t>" </a:t>
            </a:r>
          </a:p>
          <a:p>
            <a:pPr marL="1314450" lvl="4" algn="just"/>
            <a:r>
              <a:rPr lang="en-US" altLang="zh-TW" sz="1500" dirty="0">
                <a:latin typeface="Consolas" panose="020B0609020204030204" pitchFamily="49" charset="0"/>
                <a:ea typeface="+mj-ea"/>
              </a:rPr>
              <a:t>password="</a:t>
            </a:r>
            <a:r>
              <a:rPr lang="zh-TW" altLang="en-US" sz="1500" dirty="0">
                <a:latin typeface="Consolas" panose="020B0609020204030204" pitchFamily="49" charset="0"/>
                <a:ea typeface="+mj-ea"/>
              </a:rPr>
              <a:t>使用者密碼</a:t>
            </a:r>
            <a:r>
              <a:rPr lang="en-US" altLang="zh-TW" sz="1500" dirty="0">
                <a:latin typeface="Consolas" panose="020B0609020204030204" pitchFamily="49" charset="0"/>
                <a:ea typeface="+mj-ea"/>
              </a:rPr>
              <a:t>" </a:t>
            </a:r>
            <a:r>
              <a:rPr lang="en-US" altLang="zh-TW" sz="1500" dirty="0" err="1">
                <a:latin typeface="Consolas" panose="020B0609020204030204" pitchFamily="49" charset="0"/>
                <a:ea typeface="+mj-ea"/>
              </a:rPr>
              <a:t>driverClassName</a:t>
            </a:r>
            <a:r>
              <a:rPr lang="en-US" altLang="zh-TW" sz="1500" dirty="0">
                <a:latin typeface="Consolas" panose="020B0609020204030204" pitchFamily="49" charset="0"/>
                <a:ea typeface="+mj-ea"/>
              </a:rPr>
              <a:t>="</a:t>
            </a:r>
            <a:r>
              <a:rPr lang="zh-TW" altLang="en-US" sz="1500" dirty="0">
                <a:latin typeface="Consolas" panose="020B0609020204030204" pitchFamily="49" charset="0"/>
                <a:ea typeface="+mj-ea"/>
              </a:rPr>
              <a:t>使用的驅動程式類別</a:t>
            </a:r>
            <a:r>
              <a:rPr lang="en-US" altLang="zh-TW" sz="1500" dirty="0">
                <a:latin typeface="Consolas" panose="020B0609020204030204" pitchFamily="49" charset="0"/>
                <a:ea typeface="+mj-ea"/>
              </a:rPr>
              <a:t>"</a:t>
            </a:r>
          </a:p>
          <a:p>
            <a:pPr marL="1314450" lvl="4" algn="just"/>
            <a:r>
              <a:rPr lang="en-US" altLang="zh-TW" sz="1500" dirty="0" err="1">
                <a:latin typeface="Consolas" panose="020B0609020204030204" pitchFamily="49" charset="0"/>
                <a:ea typeface="+mj-ea"/>
              </a:rPr>
              <a:t>url</a:t>
            </a:r>
            <a:r>
              <a:rPr lang="en-US" altLang="zh-TW" sz="1500" dirty="0">
                <a:latin typeface="Consolas" panose="020B0609020204030204" pitchFamily="49" charset="0"/>
                <a:ea typeface="+mj-ea"/>
              </a:rPr>
              <a:t>="</a:t>
            </a:r>
            <a:r>
              <a:rPr lang="zh-TW" altLang="en-US" sz="1500" dirty="0">
                <a:latin typeface="Consolas" panose="020B0609020204030204" pitchFamily="49" charset="0"/>
                <a:ea typeface="+mj-ea"/>
              </a:rPr>
              <a:t>資料庫連結</a:t>
            </a:r>
            <a:r>
              <a:rPr lang="en-US" altLang="zh-TW" sz="1500" dirty="0">
                <a:latin typeface="Consolas" panose="020B0609020204030204" pitchFamily="49" charset="0"/>
                <a:ea typeface="+mj-ea"/>
              </a:rPr>
              <a:t>URL" /&gt;</a:t>
            </a:r>
          </a:p>
          <a:p>
            <a:pPr marL="400050" lvl="2" indent="0" algn="just">
              <a:buNone/>
            </a:pPr>
            <a:endParaRPr lang="en-US" altLang="zh-TW" sz="1500" dirty="0">
              <a:latin typeface="Consolas" panose="020B0609020204030204" pitchFamily="49" charset="0"/>
              <a:ea typeface="+mj-ea"/>
            </a:endParaRPr>
          </a:p>
          <a:p>
            <a:pPr marL="342900" lvl="1" indent="-342900" algn="just"/>
            <a:r>
              <a:rPr lang="zh-TW" altLang="en-US" sz="1500" dirty="0">
                <a:latin typeface="Consolas" panose="020B0609020204030204" pitchFamily="49" charset="0"/>
                <a:ea typeface="+mj-ea"/>
              </a:rPr>
              <a:t>參數說明</a:t>
            </a:r>
            <a:endParaRPr lang="en-US" altLang="zh-TW" sz="1500" dirty="0">
              <a:latin typeface="Consolas" panose="020B0609020204030204" pitchFamily="49" charset="0"/>
              <a:ea typeface="+mj-ea"/>
            </a:endParaRPr>
          </a:p>
          <a:p>
            <a:pPr marL="400050" lvl="2" indent="0" algn="just">
              <a:buNone/>
            </a:pPr>
            <a:r>
              <a:rPr lang="en-US" altLang="zh-TW" sz="1500" dirty="0">
                <a:latin typeface="Consolas" panose="020B0609020204030204" pitchFamily="49" charset="0"/>
                <a:ea typeface="+mj-ea"/>
              </a:rPr>
              <a:t>name:</a:t>
            </a:r>
            <a:r>
              <a:rPr lang="zh-TW" altLang="en-US" sz="1500" dirty="0">
                <a:latin typeface="Consolas" panose="020B0609020204030204" pitchFamily="49" charset="0"/>
                <a:ea typeface="+mj-ea"/>
              </a:rPr>
              <a:t>用於參考資料庫資源的</a:t>
            </a:r>
            <a:r>
              <a:rPr lang="en-US" altLang="zh-TW" sz="1500" dirty="0">
                <a:latin typeface="Consolas" panose="020B0609020204030204" pitchFamily="49" charset="0"/>
                <a:ea typeface="+mj-ea"/>
              </a:rPr>
              <a:t>JNDI</a:t>
            </a:r>
            <a:r>
              <a:rPr lang="zh-TW" altLang="en-US" sz="1500" dirty="0">
                <a:latin typeface="Consolas" panose="020B0609020204030204" pitchFamily="49" charset="0"/>
                <a:ea typeface="+mj-ea"/>
              </a:rPr>
              <a:t>路徑，路徑為</a:t>
            </a:r>
            <a:r>
              <a:rPr lang="en-US" altLang="zh-TW" sz="1500" dirty="0" err="1">
                <a:latin typeface="Consolas" panose="020B0609020204030204" pitchFamily="49" charset="0"/>
                <a:ea typeface="+mj-ea"/>
              </a:rPr>
              <a:t>java:comp</a:t>
            </a:r>
            <a:r>
              <a:rPr lang="en-US" altLang="zh-TW" sz="1500" dirty="0">
                <a:latin typeface="Consolas" panose="020B0609020204030204" pitchFamily="49" charset="0"/>
                <a:ea typeface="+mj-ea"/>
              </a:rPr>
              <a:t>/env/</a:t>
            </a:r>
            <a:r>
              <a:rPr lang="zh-TW" altLang="en-US" sz="1500" dirty="0">
                <a:latin typeface="Consolas" panose="020B0609020204030204" pitchFamily="49" charset="0"/>
                <a:ea typeface="+mj-ea"/>
              </a:rPr>
              <a:t>資源名稱</a:t>
            </a:r>
          </a:p>
          <a:p>
            <a:pPr marL="400050" lvl="2" indent="0" algn="just">
              <a:buNone/>
            </a:pPr>
            <a:r>
              <a:rPr lang="en-US" altLang="zh-TW" sz="1500" dirty="0">
                <a:latin typeface="Consolas" panose="020B0609020204030204" pitchFamily="49" charset="0"/>
                <a:ea typeface="+mj-ea"/>
              </a:rPr>
              <a:t>type:</a:t>
            </a:r>
            <a:r>
              <a:rPr lang="zh-TW" altLang="en-US" sz="1500" dirty="0">
                <a:latin typeface="Consolas" panose="020B0609020204030204" pitchFamily="49" charset="0"/>
                <a:ea typeface="+mj-ea"/>
              </a:rPr>
              <a:t>用於尋找</a:t>
            </a:r>
            <a:r>
              <a:rPr lang="en-US" altLang="zh-TW" sz="1500" dirty="0">
                <a:latin typeface="Consolas" panose="020B0609020204030204" pitchFamily="49" charset="0"/>
                <a:ea typeface="+mj-ea"/>
              </a:rPr>
              <a:t>JNDI</a:t>
            </a:r>
            <a:r>
              <a:rPr lang="zh-TW" altLang="en-US" sz="1500" dirty="0">
                <a:latin typeface="Consolas" panose="020B0609020204030204" pitchFamily="49" charset="0"/>
                <a:ea typeface="+mj-ea"/>
              </a:rPr>
              <a:t>資源時所使用的實作類別，通常為</a:t>
            </a:r>
            <a:r>
              <a:rPr lang="en-US" altLang="zh-TW" sz="1500" dirty="0" err="1">
                <a:latin typeface="Consolas" panose="020B0609020204030204" pitchFamily="49" charset="0"/>
                <a:ea typeface="+mj-ea"/>
              </a:rPr>
              <a:t>javax.sql.DataSource</a:t>
            </a:r>
            <a:endParaRPr lang="en-US" altLang="zh-TW" sz="1500" dirty="0">
              <a:latin typeface="Consolas" panose="020B0609020204030204" pitchFamily="49" charset="0"/>
              <a:ea typeface="+mj-ea"/>
            </a:endParaRPr>
          </a:p>
          <a:p>
            <a:pPr marL="400050" lvl="2" indent="0" algn="just">
              <a:buNone/>
            </a:pPr>
            <a:r>
              <a:rPr lang="en-US" altLang="zh-TW" sz="1500" dirty="0" err="1">
                <a:latin typeface="Consolas" panose="020B0609020204030204" pitchFamily="49" charset="0"/>
                <a:ea typeface="+mj-ea"/>
              </a:rPr>
              <a:t>auth:JNDI</a:t>
            </a:r>
            <a:r>
              <a:rPr lang="zh-TW" altLang="en-US" sz="1500" dirty="0">
                <a:latin typeface="Consolas" panose="020B0609020204030204" pitchFamily="49" charset="0"/>
                <a:ea typeface="+mj-ea"/>
              </a:rPr>
              <a:t>資源取用方式，若提供</a:t>
            </a:r>
            <a:r>
              <a:rPr lang="en-US" altLang="zh-TW" sz="1500" dirty="0">
                <a:latin typeface="Consolas" panose="020B0609020204030204" pitchFamily="49" charset="0"/>
                <a:ea typeface="+mj-ea"/>
              </a:rPr>
              <a:t>Servlet</a:t>
            </a:r>
            <a:r>
              <a:rPr lang="zh-TW" altLang="en-US" sz="1500" dirty="0">
                <a:latin typeface="Consolas" panose="020B0609020204030204" pitchFamily="49" charset="0"/>
                <a:ea typeface="+mj-ea"/>
              </a:rPr>
              <a:t>使用引數為</a:t>
            </a:r>
            <a:r>
              <a:rPr lang="en-US" altLang="zh-TW" sz="1500" dirty="0">
                <a:latin typeface="Consolas" panose="020B0609020204030204" pitchFamily="49" charset="0"/>
                <a:ea typeface="+mj-ea"/>
              </a:rPr>
              <a:t>Servlet</a:t>
            </a:r>
            <a:r>
              <a:rPr lang="zh-TW" altLang="en-US" sz="1500" dirty="0">
                <a:latin typeface="Consolas" panose="020B0609020204030204" pitchFamily="49" charset="0"/>
                <a:ea typeface="+mj-ea"/>
              </a:rPr>
              <a:t>，若提供</a:t>
            </a:r>
            <a:r>
              <a:rPr lang="en-US" altLang="zh-TW" sz="1500" dirty="0">
                <a:latin typeface="Consolas" panose="020B0609020204030204" pitchFamily="49" charset="0"/>
                <a:ea typeface="+mj-ea"/>
              </a:rPr>
              <a:t>JSP</a:t>
            </a:r>
            <a:r>
              <a:rPr lang="zh-TW" altLang="en-US" sz="1500" dirty="0">
                <a:latin typeface="Consolas" panose="020B0609020204030204" pitchFamily="49" charset="0"/>
                <a:ea typeface="+mj-ea"/>
              </a:rPr>
              <a:t>使用則引數為</a:t>
            </a:r>
            <a:r>
              <a:rPr lang="en-US" altLang="zh-TW" sz="1500" dirty="0">
                <a:latin typeface="Consolas" panose="020B0609020204030204" pitchFamily="49" charset="0"/>
                <a:ea typeface="+mj-ea"/>
              </a:rPr>
              <a:t>Container</a:t>
            </a:r>
            <a:r>
              <a:rPr lang="zh-TW" altLang="en-US" sz="1500" dirty="0">
                <a:latin typeface="Consolas" panose="020B0609020204030204" pitchFamily="49" charset="0"/>
                <a:ea typeface="+mj-ea"/>
              </a:rPr>
              <a:t>。</a:t>
            </a:r>
            <a:endParaRPr lang="en-US" altLang="zh-TW" sz="1500" dirty="0">
              <a:latin typeface="Consolas" panose="020B0609020204030204" pitchFamily="49" charset="0"/>
              <a:ea typeface="+mj-ea"/>
            </a:endParaRPr>
          </a:p>
        </p:txBody>
      </p:sp>
      <p:sp>
        <p:nvSpPr>
          <p:cNvPr id="6" name="文字方塊 5">
            <a:extLst>
              <a:ext uri="{FF2B5EF4-FFF2-40B4-BE49-F238E27FC236}">
                <a16:creationId xmlns:a16="http://schemas.microsoft.com/office/drawing/2014/main" id="{659A20D5-3D3E-471B-B788-B0B72644C903}"/>
              </a:ext>
            </a:extLst>
          </p:cNvPr>
          <p:cNvSpPr txBox="1"/>
          <p:nvPr/>
        </p:nvSpPr>
        <p:spPr>
          <a:xfrm>
            <a:off x="5656970" y="174836"/>
            <a:ext cx="2267829" cy="40011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indent="0" algn="ctr">
              <a:buClrTx/>
              <a:buNone/>
            </a:pPr>
            <a:r>
              <a:rPr lang="zh-TW" altLang="en-US" sz="2000">
                <a:latin typeface="Consolas" panose="020B0609020204030204" pitchFamily="49" charset="0"/>
                <a:ea typeface="+mj-ea"/>
              </a:rPr>
              <a:t>設定</a:t>
            </a:r>
            <a:r>
              <a:rPr lang="en-US" altLang="zh-TW" sz="2000">
                <a:latin typeface="Consolas" panose="020B0609020204030204" pitchFamily="49" charset="0"/>
                <a:ea typeface="+mj-ea"/>
              </a:rPr>
              <a:t>context.xml</a:t>
            </a:r>
          </a:p>
        </p:txBody>
      </p:sp>
      <p:sp>
        <p:nvSpPr>
          <p:cNvPr id="7" name="文字方塊 6">
            <a:extLst>
              <a:ext uri="{FF2B5EF4-FFF2-40B4-BE49-F238E27FC236}">
                <a16:creationId xmlns:a16="http://schemas.microsoft.com/office/drawing/2014/main" id="{0C6A56C5-D9BD-4FB0-95D5-A60316587F59}"/>
              </a:ext>
            </a:extLst>
          </p:cNvPr>
          <p:cNvSpPr txBox="1">
            <a:spLocks/>
          </p:cNvSpPr>
          <p:nvPr/>
        </p:nvSpPr>
        <p:spPr>
          <a:xfrm>
            <a:off x="88682" y="3562246"/>
            <a:ext cx="8107051" cy="3323987"/>
          </a:xfrm>
          <a:prstGeom prst="rect">
            <a:avLst/>
          </a:prstGeom>
          <a:noFill/>
        </p:spPr>
        <p:txBody>
          <a:bodyPr wrap="square">
            <a:spAutoFit/>
          </a:bodyPr>
          <a:lstStyle/>
          <a:p>
            <a:pPr marL="342900" lvl="1" indent="-342900" algn="just"/>
            <a:r>
              <a:rPr lang="zh-TW" altLang="en-US" sz="1500">
                <a:solidFill>
                  <a:srgbClr val="1890C3"/>
                </a:solidFill>
                <a:latin typeface="Consolas" panose="020B0609020204030204" pitchFamily="49" charset="0"/>
                <a:ea typeface="+mj-ea"/>
              </a:rPr>
              <a:t>設定部署描述檔</a:t>
            </a:r>
            <a:r>
              <a:rPr lang="en-US" altLang="zh-TW" sz="1500">
                <a:solidFill>
                  <a:srgbClr val="1890C3"/>
                </a:solidFill>
                <a:latin typeface="Consolas" panose="020B0609020204030204" pitchFamily="49" charset="0"/>
                <a:ea typeface="+mj-ea"/>
              </a:rPr>
              <a:t>web.xml </a:t>
            </a:r>
            <a:r>
              <a:rPr lang="zh-TW" altLang="en-US" sz="1500">
                <a:solidFill>
                  <a:srgbClr val="1890C3"/>
                </a:solidFill>
                <a:latin typeface="Consolas" panose="020B0609020204030204" pitchFamily="49" charset="0"/>
                <a:ea typeface="+mj-ea"/>
              </a:rPr>
              <a:t>建立</a:t>
            </a:r>
            <a:r>
              <a:rPr lang="en-US" altLang="zh-TW" sz="1500">
                <a:solidFill>
                  <a:srgbClr val="1890C3"/>
                </a:solidFill>
                <a:latin typeface="Consolas" panose="020B0609020204030204" pitchFamily="49" charset="0"/>
                <a:ea typeface="+mj-ea"/>
              </a:rPr>
              <a:t>JNDI</a:t>
            </a:r>
            <a:r>
              <a:rPr lang="zh-TW" altLang="en-US" sz="1500">
                <a:solidFill>
                  <a:srgbClr val="1890C3"/>
                </a:solidFill>
                <a:latin typeface="Consolas" panose="020B0609020204030204" pitchFamily="49" charset="0"/>
                <a:ea typeface="+mj-ea"/>
              </a:rPr>
              <a:t>資源參考</a:t>
            </a:r>
          </a:p>
          <a:p>
            <a:pPr marL="800100" lvl="2" indent="-342900" algn="just"/>
            <a:r>
              <a:rPr lang="en-US" altLang="zh-TW" sz="1500">
                <a:latin typeface="Consolas" panose="020B0609020204030204" pitchFamily="49" charset="0"/>
                <a:ea typeface="+mj-ea"/>
              </a:rPr>
              <a:t>&lt;resource-ref&gt;</a:t>
            </a:r>
          </a:p>
          <a:p>
            <a:pPr marL="1257300" lvl="3" indent="-342900" algn="just"/>
            <a:r>
              <a:rPr lang="en-US" altLang="zh-TW" sz="1500">
                <a:latin typeface="Consolas" panose="020B0609020204030204" pitchFamily="49" charset="0"/>
                <a:ea typeface="+mj-ea"/>
              </a:rPr>
              <a:t>&lt;description&gt;</a:t>
            </a:r>
            <a:r>
              <a:rPr lang="zh-TW" altLang="en-US" sz="1500">
                <a:latin typeface="Consolas" panose="020B0609020204030204" pitchFamily="49" charset="0"/>
                <a:ea typeface="+mj-ea"/>
              </a:rPr>
              <a:t>部署描述說明資訊</a:t>
            </a:r>
            <a:r>
              <a:rPr lang="en-US" altLang="zh-TW" sz="1500">
                <a:latin typeface="Consolas" panose="020B0609020204030204" pitchFamily="49" charset="0"/>
                <a:ea typeface="+mj-ea"/>
              </a:rPr>
              <a:t>&lt;/description&gt;</a:t>
            </a:r>
          </a:p>
          <a:p>
            <a:pPr marL="1257300" lvl="3" indent="-342900" algn="just"/>
            <a:r>
              <a:rPr lang="en-US" altLang="zh-TW" sz="1500">
                <a:latin typeface="Consolas" panose="020B0609020204030204" pitchFamily="49" charset="0"/>
                <a:ea typeface="+mj-ea"/>
              </a:rPr>
              <a:t>&lt;res-ref-name&gt;</a:t>
            </a:r>
            <a:r>
              <a:rPr lang="zh-TW" altLang="en-US" sz="1500">
                <a:latin typeface="Consolas" panose="020B0609020204030204" pitchFamily="49" charset="0"/>
                <a:ea typeface="+mj-ea"/>
              </a:rPr>
              <a:t>資源名稱</a:t>
            </a:r>
            <a:r>
              <a:rPr lang="en-US" altLang="zh-TW" sz="1500">
                <a:latin typeface="Consolas" panose="020B0609020204030204" pitchFamily="49" charset="0"/>
                <a:ea typeface="+mj-ea"/>
              </a:rPr>
              <a:t>&lt;/res-ref-name&gt;</a:t>
            </a:r>
          </a:p>
          <a:p>
            <a:pPr marL="1257300" lvl="3" indent="-342900" algn="just"/>
            <a:r>
              <a:rPr lang="en-US" altLang="zh-TW" sz="1500">
                <a:latin typeface="Consolas" panose="020B0609020204030204" pitchFamily="49" charset="0"/>
                <a:ea typeface="+mj-ea"/>
              </a:rPr>
              <a:t>&lt;res-type&gt;</a:t>
            </a:r>
            <a:r>
              <a:rPr lang="zh-TW" altLang="en-US" sz="1500">
                <a:latin typeface="Consolas" panose="020B0609020204030204" pitchFamily="49" charset="0"/>
                <a:ea typeface="+mj-ea"/>
              </a:rPr>
              <a:t>實作類別</a:t>
            </a:r>
            <a:r>
              <a:rPr lang="en-US" altLang="zh-TW" sz="1500">
                <a:latin typeface="Consolas" panose="020B0609020204030204" pitchFamily="49" charset="0"/>
                <a:ea typeface="+mj-ea"/>
              </a:rPr>
              <a:t>&lt;/res-type&gt;</a:t>
            </a:r>
          </a:p>
          <a:p>
            <a:pPr marL="1257300" lvl="3" indent="-342900" algn="just"/>
            <a:r>
              <a:rPr lang="en-US" altLang="zh-TW" sz="1500">
                <a:latin typeface="Consolas" panose="020B0609020204030204" pitchFamily="49" charset="0"/>
                <a:ea typeface="+mj-ea"/>
              </a:rPr>
              <a:t>&lt;res-auth&gt;</a:t>
            </a:r>
            <a:r>
              <a:rPr lang="zh-TW" altLang="en-US" sz="1500">
                <a:latin typeface="Consolas" panose="020B0609020204030204" pitchFamily="49" charset="0"/>
                <a:ea typeface="+mj-ea"/>
              </a:rPr>
              <a:t>取用方式</a:t>
            </a:r>
            <a:r>
              <a:rPr lang="en-US" altLang="zh-TW" sz="1500">
                <a:latin typeface="Consolas" panose="020B0609020204030204" pitchFamily="49" charset="0"/>
                <a:ea typeface="+mj-ea"/>
              </a:rPr>
              <a:t>&lt;/res-auth&gt;</a:t>
            </a:r>
          </a:p>
          <a:p>
            <a:pPr marL="800100" lvl="2" indent="-342900" algn="just"/>
            <a:r>
              <a:rPr lang="en-US" altLang="zh-TW" sz="1500">
                <a:latin typeface="Consolas" panose="020B0609020204030204" pitchFamily="49" charset="0"/>
                <a:ea typeface="+mj-ea"/>
              </a:rPr>
              <a:t>&lt;/resource-ref&gt;</a:t>
            </a:r>
          </a:p>
          <a:p>
            <a:pPr marL="342900" lvl="1" indent="-342900" algn="just"/>
            <a:r>
              <a:rPr lang="zh-TW" altLang="en-US" sz="1500">
                <a:latin typeface="Consolas" panose="020B0609020204030204" pitchFamily="49" charset="0"/>
                <a:ea typeface="+mj-ea"/>
              </a:rPr>
              <a:t>說明</a:t>
            </a:r>
          </a:p>
          <a:p>
            <a:pPr marL="342900" lvl="1" indent="-342900" algn="just">
              <a:buFont typeface="Arial" panose="020B0604020202020204" pitchFamily="34" charset="0"/>
              <a:buChar char="•"/>
            </a:pPr>
            <a:r>
              <a:rPr lang="en-US" altLang="zh-TW" sz="1500">
                <a:latin typeface="Consolas" panose="020B0609020204030204" pitchFamily="49" charset="0"/>
                <a:ea typeface="+mj-ea"/>
              </a:rPr>
              <a:t>description:</a:t>
            </a:r>
            <a:r>
              <a:rPr lang="zh-TW" altLang="en-US" sz="1500">
                <a:latin typeface="Consolas" panose="020B0609020204030204" pitchFamily="49" charset="0"/>
                <a:ea typeface="+mj-ea"/>
              </a:rPr>
              <a:t>給部署者看的說明性文字</a:t>
            </a:r>
          </a:p>
          <a:p>
            <a:pPr marL="342900" lvl="1" indent="-342900" algn="just">
              <a:buFont typeface="Arial" panose="020B0604020202020204" pitchFamily="34" charset="0"/>
              <a:buChar char="•"/>
            </a:pPr>
            <a:r>
              <a:rPr lang="en-US" altLang="zh-TW" sz="1500">
                <a:latin typeface="Consolas" panose="020B0609020204030204" pitchFamily="49" charset="0"/>
                <a:ea typeface="+mj-ea"/>
              </a:rPr>
              <a:t>res-ref-name:</a:t>
            </a:r>
            <a:r>
              <a:rPr lang="zh-TW" altLang="en-US" sz="1500">
                <a:latin typeface="Consolas" panose="020B0609020204030204" pitchFamily="49" charset="0"/>
                <a:ea typeface="+mj-ea"/>
              </a:rPr>
              <a:t>用於參考資料庫資源的</a:t>
            </a:r>
            <a:r>
              <a:rPr lang="en-US" altLang="zh-TW" sz="1500">
                <a:latin typeface="Consolas" panose="020B0609020204030204" pitchFamily="49" charset="0"/>
                <a:ea typeface="+mj-ea"/>
              </a:rPr>
              <a:t>JNDI</a:t>
            </a:r>
            <a:r>
              <a:rPr lang="zh-TW" altLang="en-US" sz="1500">
                <a:latin typeface="Consolas" panose="020B0609020204030204" pitchFamily="49" charset="0"/>
                <a:ea typeface="+mj-ea"/>
              </a:rPr>
              <a:t>路徑，路徑為</a:t>
            </a:r>
            <a:r>
              <a:rPr lang="en-US" altLang="zh-TW" sz="1500">
                <a:latin typeface="Consolas" panose="020B0609020204030204" pitchFamily="49" charset="0"/>
                <a:ea typeface="+mj-ea"/>
              </a:rPr>
              <a:t>java:comp/env/</a:t>
            </a:r>
            <a:r>
              <a:rPr lang="zh-TW" altLang="en-US" sz="1500">
                <a:latin typeface="Consolas" panose="020B0609020204030204" pitchFamily="49" charset="0"/>
                <a:ea typeface="+mj-ea"/>
              </a:rPr>
              <a:t>資源名稱</a:t>
            </a:r>
          </a:p>
          <a:p>
            <a:pPr marL="342900" lvl="1" indent="-342900" algn="just">
              <a:buFont typeface="Arial" panose="020B0604020202020204" pitchFamily="34" charset="0"/>
              <a:buChar char="•"/>
            </a:pPr>
            <a:r>
              <a:rPr lang="en-US" altLang="zh-TW" sz="1500">
                <a:latin typeface="Consolas" panose="020B0609020204030204" pitchFamily="49" charset="0"/>
                <a:ea typeface="+mj-ea"/>
              </a:rPr>
              <a:t>res-type:</a:t>
            </a:r>
            <a:r>
              <a:rPr lang="zh-TW" altLang="en-US" sz="1500">
                <a:latin typeface="Consolas" panose="020B0609020204030204" pitchFamily="49" charset="0"/>
                <a:ea typeface="+mj-ea"/>
              </a:rPr>
              <a:t>用於尋找</a:t>
            </a:r>
            <a:r>
              <a:rPr lang="en-US" altLang="zh-TW" sz="1500">
                <a:latin typeface="Consolas" panose="020B0609020204030204" pitchFamily="49" charset="0"/>
                <a:ea typeface="+mj-ea"/>
              </a:rPr>
              <a:t>JNDI</a:t>
            </a:r>
            <a:r>
              <a:rPr lang="zh-TW" altLang="en-US" sz="1500">
                <a:latin typeface="Consolas" panose="020B0609020204030204" pitchFamily="49" charset="0"/>
                <a:ea typeface="+mj-ea"/>
              </a:rPr>
              <a:t>資源時所使用的實作類別，通常為</a:t>
            </a:r>
            <a:r>
              <a:rPr lang="en-US" altLang="zh-TW" sz="1500">
                <a:latin typeface="Consolas" panose="020B0609020204030204" pitchFamily="49" charset="0"/>
                <a:ea typeface="+mj-ea"/>
              </a:rPr>
              <a:t>javax.sql.DataSource</a:t>
            </a:r>
          </a:p>
          <a:p>
            <a:pPr marL="342900" lvl="1" indent="-342900" algn="just">
              <a:buFont typeface="Arial" panose="020B0604020202020204" pitchFamily="34" charset="0"/>
              <a:buChar char="•"/>
            </a:pPr>
            <a:r>
              <a:rPr lang="en-US" altLang="zh-TW" sz="1500">
                <a:latin typeface="Consolas" panose="020B0609020204030204" pitchFamily="49" charset="0"/>
                <a:ea typeface="+mj-ea"/>
              </a:rPr>
              <a:t>res-auth:</a:t>
            </a:r>
          </a:p>
          <a:p>
            <a:pPr marL="457200" lvl="2" algn="just"/>
            <a:r>
              <a:rPr lang="en-US" altLang="zh-TW" sz="1500">
                <a:latin typeface="Consolas" panose="020B0609020204030204" pitchFamily="49" charset="0"/>
                <a:ea typeface="+mj-ea"/>
              </a:rPr>
              <a:t>JNDI</a:t>
            </a:r>
            <a:r>
              <a:rPr lang="zh-TW" altLang="en-US" sz="1500">
                <a:latin typeface="Consolas" panose="020B0609020204030204" pitchFamily="49" charset="0"/>
                <a:ea typeface="+mj-ea"/>
              </a:rPr>
              <a:t>資源取用方式，若提供</a:t>
            </a:r>
            <a:r>
              <a:rPr lang="en-US" altLang="zh-TW" sz="1500">
                <a:latin typeface="Consolas" panose="020B0609020204030204" pitchFamily="49" charset="0"/>
                <a:ea typeface="+mj-ea"/>
              </a:rPr>
              <a:t>Servlet</a:t>
            </a:r>
            <a:r>
              <a:rPr lang="zh-TW" altLang="en-US" sz="1500">
                <a:latin typeface="Consolas" panose="020B0609020204030204" pitchFamily="49" charset="0"/>
                <a:ea typeface="+mj-ea"/>
              </a:rPr>
              <a:t>使用引數為</a:t>
            </a:r>
            <a:r>
              <a:rPr lang="en-US" altLang="zh-TW" sz="1500">
                <a:latin typeface="Consolas" panose="020B0609020204030204" pitchFamily="49" charset="0"/>
                <a:ea typeface="+mj-ea"/>
              </a:rPr>
              <a:t>Servlet</a:t>
            </a:r>
            <a:r>
              <a:rPr lang="zh-TW" altLang="en-US" sz="1500">
                <a:latin typeface="Consolas" panose="020B0609020204030204" pitchFamily="49" charset="0"/>
                <a:ea typeface="+mj-ea"/>
              </a:rPr>
              <a:t>，若提供</a:t>
            </a:r>
            <a:r>
              <a:rPr lang="en-US" altLang="zh-TW" sz="1500">
                <a:latin typeface="Consolas" panose="020B0609020204030204" pitchFamily="49" charset="0"/>
                <a:ea typeface="+mj-ea"/>
              </a:rPr>
              <a:t>JSP</a:t>
            </a:r>
            <a:r>
              <a:rPr lang="zh-TW" altLang="en-US" sz="1500">
                <a:latin typeface="Consolas" panose="020B0609020204030204" pitchFamily="49" charset="0"/>
                <a:ea typeface="+mj-ea"/>
              </a:rPr>
              <a:t>使用則引數為</a:t>
            </a:r>
            <a:r>
              <a:rPr lang="en-US" altLang="zh-TW" sz="1500">
                <a:latin typeface="Consolas" panose="020B0609020204030204" pitchFamily="49" charset="0"/>
                <a:ea typeface="+mj-ea"/>
              </a:rPr>
              <a:t>Container</a:t>
            </a:r>
            <a:r>
              <a:rPr lang="zh-TW" altLang="en-US" sz="1500">
                <a:latin typeface="Consolas" panose="020B0609020204030204" pitchFamily="49" charset="0"/>
                <a:ea typeface="+mj-ea"/>
              </a:rPr>
              <a:t>。</a:t>
            </a:r>
            <a:endParaRPr lang="en-US" altLang="zh-TW" sz="1500">
              <a:latin typeface="Consolas" panose="020B0609020204030204" pitchFamily="49" charset="0"/>
              <a:ea typeface="+mj-ea"/>
            </a:endParaRPr>
          </a:p>
        </p:txBody>
      </p:sp>
      <p:sp>
        <p:nvSpPr>
          <p:cNvPr id="8" name="文字方塊 7">
            <a:extLst>
              <a:ext uri="{FF2B5EF4-FFF2-40B4-BE49-F238E27FC236}">
                <a16:creationId xmlns:a16="http://schemas.microsoft.com/office/drawing/2014/main" id="{0D648569-DF5C-4C07-8869-AD71AB3D0134}"/>
              </a:ext>
            </a:extLst>
          </p:cNvPr>
          <p:cNvSpPr txBox="1"/>
          <p:nvPr/>
        </p:nvSpPr>
        <p:spPr>
          <a:xfrm>
            <a:off x="5656970" y="3430874"/>
            <a:ext cx="1695175" cy="40011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indent="0" algn="ctr">
              <a:buClrTx/>
              <a:buNone/>
            </a:pPr>
            <a:r>
              <a:rPr lang="zh-TW" altLang="en-US" sz="2000">
                <a:latin typeface="Consolas" panose="020B0609020204030204" pitchFamily="49" charset="0"/>
                <a:ea typeface="+mj-ea"/>
              </a:rPr>
              <a:t>設定</a:t>
            </a:r>
            <a:r>
              <a:rPr lang="en-US" altLang="zh-TW" sz="2000">
                <a:latin typeface="Consolas" panose="020B0609020204030204" pitchFamily="49" charset="0"/>
                <a:ea typeface="+mj-ea"/>
              </a:rPr>
              <a:t>web.xml</a:t>
            </a:r>
          </a:p>
        </p:txBody>
      </p:sp>
    </p:spTree>
    <p:extLst>
      <p:ext uri="{BB962C8B-B14F-4D97-AF65-F5344CB8AC3E}">
        <p14:creationId xmlns:p14="http://schemas.microsoft.com/office/powerpoint/2010/main" val="283912410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204969" y="927528"/>
            <a:ext cx="10294884" cy="6344863"/>
          </a:xfrm>
        </p:spPr>
        <p:txBody>
          <a:bodyPr>
            <a:normAutofit/>
          </a:bodyPr>
          <a:lstStyle/>
          <a:p>
            <a:pPr marL="342900" lvl="1" indent="-342900" algn="just"/>
            <a:r>
              <a:rPr lang="zh-TW" altLang="en-US" sz="2000">
                <a:latin typeface="Consolas" panose="020B0609020204030204" pitchFamily="49" charset="0"/>
                <a:ea typeface="+mj-ea"/>
              </a:rPr>
              <a:t>透過</a:t>
            </a:r>
            <a:r>
              <a:rPr lang="en-US" altLang="zh-TW" sz="2000">
                <a:latin typeface="Consolas" panose="020B0609020204030204" pitchFamily="49" charset="0"/>
                <a:ea typeface="+mj-ea"/>
              </a:rPr>
              <a:t>JNDI</a:t>
            </a:r>
            <a:r>
              <a:rPr lang="zh-TW" altLang="en-US" sz="2000">
                <a:latin typeface="Consolas" panose="020B0609020204030204" pitchFamily="49" charset="0"/>
                <a:ea typeface="+mj-ea"/>
              </a:rPr>
              <a:t>取得資料庫連結</a:t>
            </a:r>
          </a:p>
          <a:p>
            <a:pPr marL="400050" lvl="2" indent="0" algn="just">
              <a:buNone/>
            </a:pPr>
            <a:r>
              <a:rPr lang="en-US" altLang="zh-TW" sz="2000" err="1">
                <a:latin typeface="Consolas" panose="020B0609020204030204" pitchFamily="49" charset="0"/>
                <a:ea typeface="+mj-ea"/>
              </a:rPr>
              <a:t>InitialContext</a:t>
            </a:r>
            <a:r>
              <a:rPr lang="en-US" altLang="zh-TW" sz="2000">
                <a:latin typeface="Consolas" panose="020B0609020204030204" pitchFamily="49" charset="0"/>
                <a:ea typeface="+mj-ea"/>
              </a:rPr>
              <a:t> context = new </a:t>
            </a:r>
            <a:r>
              <a:rPr lang="en-US" altLang="zh-TW" sz="2000" err="1">
                <a:latin typeface="Consolas" panose="020B0609020204030204" pitchFamily="49" charset="0"/>
                <a:ea typeface="+mj-ea"/>
              </a:rPr>
              <a:t>InitialContext</a:t>
            </a:r>
            <a:r>
              <a:rPr lang="en-US" altLang="zh-TW" sz="2000">
                <a:latin typeface="Consolas" panose="020B0609020204030204" pitchFamily="49" charset="0"/>
                <a:ea typeface="+mj-ea"/>
              </a:rPr>
              <a:t>();</a:t>
            </a:r>
          </a:p>
          <a:p>
            <a:pPr marL="400050" lvl="2" indent="0" algn="just">
              <a:buNone/>
            </a:pPr>
            <a:r>
              <a:rPr lang="en-US" altLang="zh-TW" sz="2000" err="1">
                <a:latin typeface="Consolas" panose="020B0609020204030204" pitchFamily="49" charset="0"/>
                <a:ea typeface="+mj-ea"/>
              </a:rPr>
              <a:t>DataSource</a:t>
            </a:r>
            <a:r>
              <a:rPr lang="en-US" altLang="zh-TW" sz="2000">
                <a:latin typeface="Consolas" panose="020B0609020204030204" pitchFamily="49" charset="0"/>
                <a:ea typeface="+mj-ea"/>
              </a:rPr>
              <a:t> ds</a:t>
            </a:r>
            <a:r>
              <a:rPr lang="zh-TW" altLang="en-US" sz="2000">
                <a:latin typeface="Consolas" panose="020B0609020204030204" pitchFamily="49" charset="0"/>
                <a:ea typeface="+mj-ea"/>
              </a:rPr>
              <a:t> </a:t>
            </a:r>
            <a:r>
              <a:rPr lang="en-US" altLang="zh-TW" sz="2000">
                <a:latin typeface="Consolas" panose="020B0609020204030204" pitchFamily="49" charset="0"/>
                <a:ea typeface="+mj-ea"/>
              </a:rPr>
              <a:t>= (</a:t>
            </a:r>
            <a:r>
              <a:rPr lang="en-US" altLang="zh-TW" sz="2000" err="1">
                <a:latin typeface="Consolas" panose="020B0609020204030204" pitchFamily="49" charset="0"/>
                <a:ea typeface="+mj-ea"/>
              </a:rPr>
              <a:t>DataSource</a:t>
            </a:r>
            <a:r>
              <a:rPr lang="en-US" altLang="zh-TW" sz="2000">
                <a:latin typeface="Consolas" panose="020B0609020204030204" pitchFamily="49" charset="0"/>
                <a:ea typeface="+mj-ea"/>
              </a:rPr>
              <a:t>)</a:t>
            </a:r>
            <a:r>
              <a:rPr lang="en-US" altLang="zh-TW" sz="2000" err="1">
                <a:latin typeface="Consolas" panose="020B0609020204030204" pitchFamily="49" charset="0"/>
                <a:ea typeface="+mj-ea"/>
              </a:rPr>
              <a:t>context.lookup</a:t>
            </a:r>
            <a:r>
              <a:rPr lang="en-US" altLang="zh-TW" sz="2000">
                <a:latin typeface="Consolas" panose="020B0609020204030204" pitchFamily="49" charset="0"/>
                <a:ea typeface="+mj-ea"/>
              </a:rPr>
              <a:t>("java:comp/env/</a:t>
            </a:r>
            <a:r>
              <a:rPr lang="zh-TW" altLang="en-US" sz="2000">
                <a:latin typeface="Consolas" panose="020B0609020204030204" pitchFamily="49" charset="0"/>
                <a:ea typeface="+mj-ea"/>
              </a:rPr>
              <a:t>資源名稱</a:t>
            </a:r>
            <a:r>
              <a:rPr lang="en-US" altLang="zh-TW" sz="2000">
                <a:latin typeface="Consolas" panose="020B0609020204030204" pitchFamily="49" charset="0"/>
                <a:ea typeface="+mj-ea"/>
              </a:rPr>
              <a:t>");</a:t>
            </a:r>
          </a:p>
          <a:p>
            <a:pPr marL="400050" lvl="2" indent="0" algn="just">
              <a:buNone/>
            </a:pPr>
            <a:r>
              <a:rPr lang="en-US" altLang="zh-TW" sz="2000">
                <a:latin typeface="Consolas" panose="020B0609020204030204" pitchFamily="49" charset="0"/>
                <a:ea typeface="+mj-ea"/>
              </a:rPr>
              <a:t>Connection conn1 = </a:t>
            </a:r>
            <a:r>
              <a:rPr lang="en-US" altLang="zh-TW" sz="2000" err="1">
                <a:latin typeface="Consolas" panose="020B0609020204030204" pitchFamily="49" charset="0"/>
                <a:ea typeface="+mj-ea"/>
              </a:rPr>
              <a:t>ds.getConnection</a:t>
            </a:r>
            <a:r>
              <a:rPr lang="en-US" altLang="zh-TW" sz="2000">
                <a:latin typeface="Consolas" panose="020B0609020204030204" pitchFamily="49" charset="0"/>
                <a:ea typeface="+mj-ea"/>
              </a:rPr>
              <a:t>();</a:t>
            </a:r>
          </a:p>
          <a:p>
            <a:pPr marL="400050" lvl="2" indent="0" algn="just">
              <a:buNone/>
            </a:pPr>
            <a:r>
              <a:rPr lang="en-US" altLang="zh-TW" sz="2000">
                <a:latin typeface="Consolas" panose="020B0609020204030204" pitchFamily="49" charset="0"/>
                <a:ea typeface="+mj-ea"/>
              </a:rPr>
              <a:t>//</a:t>
            </a:r>
            <a:r>
              <a:rPr lang="zh-TW" altLang="en-US" sz="2000">
                <a:latin typeface="Consolas" panose="020B0609020204030204" pitchFamily="49" charset="0"/>
                <a:ea typeface="+mj-ea"/>
              </a:rPr>
              <a:t>當</a:t>
            </a:r>
            <a:r>
              <a:rPr lang="en-US" altLang="zh-TW" sz="2000">
                <a:latin typeface="Consolas" panose="020B0609020204030204" pitchFamily="49" charset="0"/>
                <a:ea typeface="+mj-ea"/>
              </a:rPr>
              <a:t>Servlet</a:t>
            </a:r>
            <a:r>
              <a:rPr lang="zh-TW" altLang="en-US" sz="2000">
                <a:latin typeface="Consolas" panose="020B0609020204030204" pitchFamily="49" charset="0"/>
                <a:ea typeface="+mj-ea"/>
              </a:rPr>
              <a:t>程式中自訂使用者身分驗證時，</a:t>
            </a:r>
          </a:p>
          <a:p>
            <a:pPr marL="400050" lvl="2" indent="0" algn="just">
              <a:buNone/>
            </a:pPr>
            <a:r>
              <a:rPr lang="en-US" altLang="zh-TW" sz="2000">
                <a:latin typeface="Consolas" panose="020B0609020204030204" pitchFamily="49" charset="0"/>
                <a:ea typeface="+mj-ea"/>
              </a:rPr>
              <a:t>//</a:t>
            </a:r>
            <a:r>
              <a:rPr lang="zh-TW" altLang="en-US" sz="2000">
                <a:latin typeface="Consolas" panose="020B0609020204030204" pitchFamily="49" charset="0"/>
                <a:ea typeface="+mj-ea"/>
              </a:rPr>
              <a:t>需設定</a:t>
            </a:r>
            <a:r>
              <a:rPr lang="en-US" altLang="zh-TW" sz="2000">
                <a:latin typeface="Consolas" panose="020B0609020204030204" pitchFamily="49" charset="0"/>
                <a:ea typeface="+mj-ea"/>
              </a:rPr>
              <a:t>&lt;res-auth&gt;Servlet&lt;/res-auth&gt;</a:t>
            </a:r>
          </a:p>
          <a:p>
            <a:pPr marL="400050" lvl="2" indent="0" algn="just">
              <a:buNone/>
            </a:pPr>
            <a:r>
              <a:rPr lang="en-US" altLang="zh-TW" sz="2000">
                <a:latin typeface="Consolas" panose="020B0609020204030204" pitchFamily="49" charset="0"/>
                <a:ea typeface="+mj-ea"/>
              </a:rPr>
              <a:t>Connection conn2 = </a:t>
            </a:r>
            <a:r>
              <a:rPr lang="en-US" altLang="zh-TW" sz="2000" err="1">
                <a:latin typeface="Consolas" panose="020B0609020204030204" pitchFamily="49" charset="0"/>
                <a:ea typeface="+mj-ea"/>
              </a:rPr>
              <a:t>ds.getConnection</a:t>
            </a:r>
            <a:r>
              <a:rPr lang="en-US" altLang="zh-TW" sz="2000">
                <a:latin typeface="Consolas" panose="020B0609020204030204" pitchFamily="49" charset="0"/>
                <a:ea typeface="+mj-ea"/>
              </a:rPr>
              <a:t>("user", "password")</a:t>
            </a:r>
          </a:p>
        </p:txBody>
      </p:sp>
      <p:sp>
        <p:nvSpPr>
          <p:cNvPr id="4" name="文字方塊 3">
            <a:extLst>
              <a:ext uri="{FF2B5EF4-FFF2-40B4-BE49-F238E27FC236}">
                <a16:creationId xmlns:a16="http://schemas.microsoft.com/office/drawing/2014/main" id="{6175E0E6-31C3-4A77-94FB-53CD484878F7}"/>
              </a:ext>
            </a:extLst>
          </p:cNvPr>
          <p:cNvSpPr txBox="1"/>
          <p:nvPr/>
        </p:nvSpPr>
        <p:spPr>
          <a:xfrm>
            <a:off x="204969" y="126402"/>
            <a:ext cx="4490321" cy="55399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indent="0">
              <a:buClrTx/>
              <a:buNone/>
            </a:pPr>
            <a:r>
              <a:rPr lang="zh-TW" altLang="en-US" sz="3000">
                <a:latin typeface="Consolas" panose="020B0609020204030204" pitchFamily="49" charset="0"/>
                <a:ea typeface="+mj-ea"/>
              </a:rPr>
              <a:t>透過</a:t>
            </a:r>
            <a:r>
              <a:rPr lang="en-US" altLang="zh-TW" sz="3000">
                <a:latin typeface="Consolas" panose="020B0609020204030204" pitchFamily="49" charset="0"/>
                <a:ea typeface="+mj-ea"/>
              </a:rPr>
              <a:t>JNDI</a:t>
            </a:r>
            <a:r>
              <a:rPr lang="zh-TW" altLang="en-US" sz="3000">
                <a:latin typeface="Consolas" panose="020B0609020204030204" pitchFamily="49" charset="0"/>
                <a:ea typeface="+mj-ea"/>
              </a:rPr>
              <a:t>取得資料庫連結</a:t>
            </a:r>
            <a:endParaRPr lang="en-US" altLang="zh-TW" sz="3000">
              <a:latin typeface="Consolas" panose="020B0609020204030204" pitchFamily="49" charset="0"/>
              <a:ea typeface="+mj-ea"/>
            </a:endParaRPr>
          </a:p>
        </p:txBody>
      </p:sp>
      <p:sp>
        <p:nvSpPr>
          <p:cNvPr id="2" name="投影片編號版面配置區 1">
            <a:extLst>
              <a:ext uri="{FF2B5EF4-FFF2-40B4-BE49-F238E27FC236}">
                <a16:creationId xmlns:a16="http://schemas.microsoft.com/office/drawing/2014/main" id="{A23DC972-E4FD-4F58-A1F5-AE84F294451F}"/>
              </a:ext>
            </a:extLst>
          </p:cNvPr>
          <p:cNvSpPr>
            <a:spLocks noGrp="1"/>
          </p:cNvSpPr>
          <p:nvPr>
            <p:ph type="sldNum" sz="quarter" idx="12"/>
          </p:nvPr>
        </p:nvSpPr>
        <p:spPr/>
        <p:txBody>
          <a:bodyPr/>
          <a:lstStyle/>
          <a:p>
            <a:fld id="{B521127C-0C56-461F-B517-0D483F216F7D}" type="slidenum">
              <a:rPr lang="zh-TW" altLang="en-US" smtClean="0"/>
              <a:t>79</a:t>
            </a:fld>
            <a:endParaRPr lang="zh-TW" altLang="en-US"/>
          </a:p>
        </p:txBody>
      </p:sp>
    </p:spTree>
    <p:extLst>
      <p:ext uri="{BB962C8B-B14F-4D97-AF65-F5344CB8AC3E}">
        <p14:creationId xmlns:p14="http://schemas.microsoft.com/office/powerpoint/2010/main" val="342184421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8A1269DF-88D3-4DD4-8751-5100019A6FD8}"/>
              </a:ext>
            </a:extLst>
          </p:cNvPr>
          <p:cNvSpPr>
            <a:spLocks noGrp="1"/>
          </p:cNvSpPr>
          <p:nvPr>
            <p:ph type="sldNum" sz="quarter" idx="12"/>
          </p:nvPr>
        </p:nvSpPr>
        <p:spPr/>
        <p:txBody>
          <a:bodyPr/>
          <a:lstStyle/>
          <a:p>
            <a:fld id="{B521127C-0C56-461F-B517-0D483F216F7D}" type="slidenum">
              <a:rPr lang="zh-TW" altLang="en-US" smtClean="0"/>
              <a:t>80</a:t>
            </a:fld>
            <a:endParaRPr lang="zh-TW" altLang="en-US"/>
          </a:p>
        </p:txBody>
      </p:sp>
      <p:sp>
        <p:nvSpPr>
          <p:cNvPr id="7" name="文字方塊 6">
            <a:extLst>
              <a:ext uri="{FF2B5EF4-FFF2-40B4-BE49-F238E27FC236}">
                <a16:creationId xmlns:a16="http://schemas.microsoft.com/office/drawing/2014/main" id="{65D5726D-53FD-4E2A-A2FC-E07669DCCEDC}"/>
              </a:ext>
            </a:extLst>
          </p:cNvPr>
          <p:cNvSpPr txBox="1">
            <a:spLocks/>
          </p:cNvSpPr>
          <p:nvPr/>
        </p:nvSpPr>
        <p:spPr>
          <a:xfrm>
            <a:off x="88682" y="859790"/>
            <a:ext cx="11862526" cy="5909310"/>
          </a:xfrm>
          <a:prstGeom prst="rect">
            <a:avLst/>
          </a:prstGeom>
          <a:noFill/>
        </p:spPr>
        <p:txBody>
          <a:bodyPr wrap="square">
            <a:spAutoFit/>
          </a:bodyPr>
          <a:lstStyle/>
          <a:p>
            <a:pPr marL="342900" lvl="1" indent="-342900" algn="just"/>
            <a:r>
              <a:rPr lang="en-US" altLang="zh-TW">
                <a:latin typeface="Consolas" panose="020B0609020204030204" pitchFamily="49" charset="0"/>
                <a:ea typeface="+mj-ea"/>
              </a:rPr>
              <a:t>	</a:t>
            </a:r>
            <a:r>
              <a:rPr lang="en-US" altLang="zh-TW" b="1">
                <a:solidFill>
                  <a:srgbClr val="FF0000"/>
                </a:solidFill>
                <a:latin typeface="Consolas" panose="020B0609020204030204" pitchFamily="49" charset="0"/>
                <a:ea typeface="+mj-ea"/>
              </a:rPr>
              <a:t>Tomcat</a:t>
            </a:r>
            <a:r>
              <a:rPr lang="zh-TW" altLang="en-US" b="1">
                <a:solidFill>
                  <a:srgbClr val="FF0000"/>
                </a:solidFill>
                <a:latin typeface="Consolas" panose="020B0609020204030204" pitchFamily="49" charset="0"/>
                <a:ea typeface="+mj-ea"/>
              </a:rPr>
              <a:t> </a:t>
            </a:r>
            <a:r>
              <a:rPr lang="en-US" altLang="zh-TW" b="1">
                <a:solidFill>
                  <a:srgbClr val="FF0000"/>
                </a:solidFill>
                <a:latin typeface="Consolas" panose="020B0609020204030204" pitchFamily="49" charset="0"/>
                <a:ea typeface="+mj-ea"/>
              </a:rPr>
              <a:t>server</a:t>
            </a:r>
            <a:r>
              <a:rPr lang="zh-TW" altLang="en-US">
                <a:latin typeface="Consolas" panose="020B0609020204030204" pitchFamily="49" charset="0"/>
                <a:ea typeface="+mj-ea"/>
              </a:rPr>
              <a:t>下的</a:t>
            </a:r>
            <a:r>
              <a:rPr lang="en-US" altLang="zh-TW">
                <a:latin typeface="Consolas" panose="020B0609020204030204" pitchFamily="49" charset="0"/>
                <a:ea typeface="+mj-ea"/>
              </a:rPr>
              <a:t>【context.xml</a:t>
            </a:r>
            <a:r>
              <a:rPr lang="en-US" altLang="zh-TW" dirty="0">
                <a:latin typeface="Consolas" panose="020B0609020204030204" pitchFamily="49" charset="0"/>
                <a:ea typeface="+mj-ea"/>
              </a:rPr>
              <a:t>】</a:t>
            </a:r>
          </a:p>
          <a:p>
            <a:pPr marL="857250" lvl="3" algn="just"/>
            <a:r>
              <a:rPr lang="en-US" altLang="zh-TW" dirty="0">
                <a:latin typeface="Consolas" panose="020B0609020204030204" pitchFamily="49" charset="0"/>
                <a:ea typeface="+mj-ea"/>
              </a:rPr>
              <a:t>&lt;Resource</a:t>
            </a:r>
          </a:p>
          <a:p>
            <a:pPr marL="1314450" lvl="4" algn="just"/>
            <a:r>
              <a:rPr lang="en-US" altLang="zh-TW" dirty="0">
                <a:latin typeface="Consolas" panose="020B0609020204030204" pitchFamily="49" charset="0"/>
                <a:ea typeface="+mj-ea"/>
              </a:rPr>
              <a:t>name</a:t>
            </a:r>
            <a:r>
              <a:rPr lang="en-US" altLang="zh-TW">
                <a:latin typeface="Consolas" panose="020B0609020204030204" pitchFamily="49" charset="0"/>
                <a:ea typeface="+mj-ea"/>
              </a:rPr>
              <a:t>="</a:t>
            </a:r>
            <a:r>
              <a:rPr lang="en-US" altLang="zh-TW">
                <a:solidFill>
                  <a:srgbClr val="FF0000"/>
                </a:solidFill>
                <a:latin typeface="Consolas" panose="020B0609020204030204" pitchFamily="49" charset="0"/>
                <a:ea typeface="+mj-ea"/>
              </a:rPr>
              <a:t>jdbc/TestDB(</a:t>
            </a:r>
            <a:r>
              <a:rPr lang="zh-TW" altLang="en-US">
                <a:solidFill>
                  <a:srgbClr val="FF0000"/>
                </a:solidFill>
                <a:latin typeface="Consolas" panose="020B0609020204030204" pitchFamily="49" charset="0"/>
                <a:ea typeface="+mj-ea"/>
              </a:rPr>
              <a:t>名稱可自訂</a:t>
            </a:r>
            <a:r>
              <a:rPr lang="en-US" altLang="zh-TW">
                <a:solidFill>
                  <a:srgbClr val="FF0000"/>
                </a:solidFill>
                <a:latin typeface="Consolas" panose="020B0609020204030204" pitchFamily="49" charset="0"/>
                <a:ea typeface="+mj-ea"/>
              </a:rPr>
              <a:t>)</a:t>
            </a:r>
            <a:r>
              <a:rPr lang="en-US" altLang="zh-TW">
                <a:latin typeface="Consolas" panose="020B0609020204030204" pitchFamily="49" charset="0"/>
                <a:ea typeface="+mj-ea"/>
              </a:rPr>
              <a:t>" </a:t>
            </a:r>
            <a:r>
              <a:rPr lang="en-US" altLang="zh-TW" dirty="0">
                <a:latin typeface="Consolas" panose="020B0609020204030204" pitchFamily="49" charset="0"/>
                <a:ea typeface="+mj-ea"/>
              </a:rPr>
              <a:t>type="</a:t>
            </a:r>
            <a:r>
              <a:rPr lang="en-US" altLang="zh-TW" err="1">
                <a:latin typeface="Consolas" panose="020B0609020204030204" pitchFamily="49" charset="0"/>
                <a:ea typeface="+mj-ea"/>
              </a:rPr>
              <a:t>javax.sql.DataSource</a:t>
            </a:r>
            <a:r>
              <a:rPr lang="en-US" altLang="zh-TW">
                <a:latin typeface="Consolas" panose="020B0609020204030204" pitchFamily="49" charset="0"/>
                <a:ea typeface="+mj-ea"/>
              </a:rPr>
              <a:t>"</a:t>
            </a:r>
          </a:p>
          <a:p>
            <a:pPr marL="1314450" lvl="4" algn="just"/>
            <a:r>
              <a:rPr lang="en-US" altLang="zh-TW">
                <a:latin typeface="Consolas" panose="020B0609020204030204" pitchFamily="49" charset="0"/>
                <a:ea typeface="+mj-ea"/>
              </a:rPr>
              <a:t>database="myDb"</a:t>
            </a:r>
            <a:r>
              <a:rPr lang="zh-TW" altLang="en-US" dirty="0">
                <a:latin typeface="Consolas" panose="020B0609020204030204" pitchFamily="49" charset="0"/>
                <a:ea typeface="+mj-ea"/>
              </a:rPr>
              <a:t> </a:t>
            </a:r>
            <a:r>
              <a:rPr lang="en-US" altLang="zh-TW">
                <a:latin typeface="Consolas" panose="020B0609020204030204" pitchFamily="49" charset="0"/>
                <a:ea typeface="+mj-ea"/>
              </a:rPr>
              <a:t>auth</a:t>
            </a:r>
            <a:r>
              <a:rPr lang="en-US" altLang="zh-TW" dirty="0">
                <a:latin typeface="Consolas" panose="020B0609020204030204" pitchFamily="49" charset="0"/>
                <a:ea typeface="+mj-ea"/>
              </a:rPr>
              <a:t>="Container" username="</a:t>
            </a:r>
            <a:r>
              <a:rPr lang="en-US" altLang="zh-TW" dirty="0" err="1">
                <a:latin typeface="Consolas" panose="020B0609020204030204" pitchFamily="49" charset="0"/>
                <a:ea typeface="+mj-ea"/>
              </a:rPr>
              <a:t>sa</a:t>
            </a:r>
            <a:r>
              <a:rPr lang="en-US" altLang="zh-TW">
                <a:latin typeface="Consolas" panose="020B0609020204030204" pitchFamily="49" charset="0"/>
                <a:ea typeface="+mj-ea"/>
              </a:rPr>
              <a:t>" password="123456" </a:t>
            </a:r>
            <a:endParaRPr lang="en-US" altLang="zh-TW" dirty="0">
              <a:latin typeface="Consolas" panose="020B0609020204030204" pitchFamily="49" charset="0"/>
              <a:ea typeface="+mj-ea"/>
            </a:endParaRPr>
          </a:p>
          <a:p>
            <a:pPr marL="1314450" lvl="4" algn="just"/>
            <a:r>
              <a:rPr lang="en-US" altLang="zh-TW">
                <a:latin typeface="Consolas" panose="020B0609020204030204" pitchFamily="49" charset="0"/>
                <a:ea typeface="+mj-ea"/>
              </a:rPr>
              <a:t>driverClassName</a:t>
            </a:r>
            <a:r>
              <a:rPr lang="en-US" altLang="zh-TW" dirty="0">
                <a:latin typeface="Consolas" panose="020B0609020204030204" pitchFamily="49" charset="0"/>
                <a:ea typeface="+mj-ea"/>
              </a:rPr>
              <a:t>="</a:t>
            </a:r>
            <a:r>
              <a:rPr lang="en-US" altLang="zh-TW" err="1">
                <a:latin typeface="Consolas" panose="020B0609020204030204" pitchFamily="49" charset="0"/>
                <a:ea typeface="+mj-ea"/>
              </a:rPr>
              <a:t>com.microsoft.sqlserver.jdbc.SQLServerDriver</a:t>
            </a:r>
            <a:r>
              <a:rPr lang="en-US" altLang="zh-TW">
                <a:latin typeface="Consolas" panose="020B0609020204030204" pitchFamily="49" charset="0"/>
                <a:ea typeface="+mj-ea"/>
              </a:rPr>
              <a:t>"</a:t>
            </a:r>
          </a:p>
          <a:p>
            <a:pPr marL="1314450" lvl="4" algn="just"/>
            <a:r>
              <a:rPr lang="en-US" altLang="zh-TW">
                <a:latin typeface="Consolas" panose="020B0609020204030204" pitchFamily="49" charset="0"/>
                <a:ea typeface="+mj-ea"/>
              </a:rPr>
              <a:t>url="jdbc:sqlserver://localhost:1433;"/&gt;</a:t>
            </a:r>
            <a:endParaRPr lang="en-US" altLang="zh-TW" dirty="0">
              <a:latin typeface="Consolas" panose="020B0609020204030204" pitchFamily="49" charset="0"/>
              <a:ea typeface="+mj-ea"/>
            </a:endParaRPr>
          </a:p>
          <a:p>
            <a:pPr marL="342900" lvl="1" indent="-342900" algn="just"/>
            <a:endParaRPr lang="en-US" altLang="zh-TW" dirty="0">
              <a:latin typeface="Consolas" panose="020B0609020204030204" pitchFamily="49" charset="0"/>
              <a:ea typeface="+mj-ea"/>
            </a:endParaRPr>
          </a:p>
          <a:p>
            <a:pPr marL="342900" lvl="1" indent="-342900" algn="just"/>
            <a:endParaRPr lang="en-US" altLang="zh-TW" dirty="0">
              <a:latin typeface="Consolas" panose="020B0609020204030204" pitchFamily="49" charset="0"/>
              <a:ea typeface="+mj-ea"/>
            </a:endParaRPr>
          </a:p>
          <a:p>
            <a:pPr marL="342900" lvl="1" indent="-342900" algn="just"/>
            <a:r>
              <a:rPr lang="en-US" altLang="zh-TW">
                <a:latin typeface="Consolas" panose="020B0609020204030204" pitchFamily="49" charset="0"/>
                <a:ea typeface="+mj-ea"/>
              </a:rPr>
              <a:t>	</a:t>
            </a:r>
            <a:r>
              <a:rPr lang="zh-TW" altLang="en-US" b="1">
                <a:solidFill>
                  <a:srgbClr val="FF0000"/>
                </a:solidFill>
                <a:latin typeface="Consolas" panose="020B0609020204030204" pitchFamily="49" charset="0"/>
                <a:ea typeface="+mj-ea"/>
              </a:rPr>
              <a:t>你的專案</a:t>
            </a:r>
            <a:r>
              <a:rPr lang="zh-TW" altLang="en-US">
                <a:latin typeface="Consolas" panose="020B0609020204030204" pitchFamily="49" charset="0"/>
                <a:ea typeface="+mj-ea"/>
              </a:rPr>
              <a:t>下的</a:t>
            </a:r>
            <a:r>
              <a:rPr lang="en-US" altLang="zh-TW">
                <a:latin typeface="Consolas" panose="020B0609020204030204" pitchFamily="49" charset="0"/>
                <a:ea typeface="+mj-ea"/>
              </a:rPr>
              <a:t>【</a:t>
            </a:r>
            <a:r>
              <a:rPr lang="en-US" altLang="zh-TW" dirty="0">
                <a:latin typeface="Consolas" panose="020B0609020204030204" pitchFamily="49" charset="0"/>
                <a:ea typeface="+mj-ea"/>
              </a:rPr>
              <a:t>web.xml】</a:t>
            </a:r>
          </a:p>
          <a:p>
            <a:pPr marL="800100" lvl="2" indent="-342900" algn="just"/>
            <a:r>
              <a:rPr lang="en-US" altLang="zh-TW" dirty="0">
                <a:latin typeface="Consolas" panose="020B0609020204030204" pitchFamily="49" charset="0"/>
                <a:ea typeface="+mj-ea"/>
              </a:rPr>
              <a:t>&lt;resource-ref&gt;</a:t>
            </a:r>
          </a:p>
          <a:p>
            <a:pPr marL="1257300" lvl="3" indent="-342900" algn="just"/>
            <a:r>
              <a:rPr lang="en-US" altLang="zh-TW" dirty="0">
                <a:latin typeface="Consolas" panose="020B0609020204030204" pitchFamily="49" charset="0"/>
                <a:ea typeface="+mj-ea"/>
              </a:rPr>
              <a:t>&lt;description&gt;My MSSQL Connection Pool&lt;/description&gt;</a:t>
            </a:r>
          </a:p>
          <a:p>
            <a:pPr marL="1257300" lvl="3" indent="-342900" algn="just"/>
            <a:r>
              <a:rPr lang="en-US" altLang="zh-TW">
                <a:latin typeface="Consolas" panose="020B0609020204030204" pitchFamily="49" charset="0"/>
                <a:ea typeface="+mj-ea"/>
              </a:rPr>
              <a:t>&lt;res-ref-name&gt;</a:t>
            </a:r>
            <a:r>
              <a:rPr lang="en-US" altLang="zh-TW">
                <a:solidFill>
                  <a:srgbClr val="FF0000"/>
                </a:solidFill>
                <a:latin typeface="Consolas" panose="020B0609020204030204" pitchFamily="49" charset="0"/>
                <a:ea typeface="+mj-ea"/>
              </a:rPr>
              <a:t>jdbc/TestDB(</a:t>
            </a:r>
            <a:r>
              <a:rPr lang="zh-TW" altLang="en-US">
                <a:solidFill>
                  <a:srgbClr val="FF0000"/>
                </a:solidFill>
                <a:latin typeface="Consolas" panose="020B0609020204030204" pitchFamily="49" charset="0"/>
                <a:ea typeface="+mj-ea"/>
              </a:rPr>
              <a:t>名稱可自訂</a:t>
            </a:r>
            <a:r>
              <a:rPr lang="en-US" altLang="zh-TW">
                <a:solidFill>
                  <a:srgbClr val="FF0000"/>
                </a:solidFill>
                <a:latin typeface="Consolas" panose="020B0609020204030204" pitchFamily="49" charset="0"/>
                <a:ea typeface="+mj-ea"/>
              </a:rPr>
              <a:t>)</a:t>
            </a:r>
            <a:r>
              <a:rPr lang="en-US" altLang="zh-TW">
                <a:latin typeface="Consolas" panose="020B0609020204030204" pitchFamily="49" charset="0"/>
                <a:ea typeface="+mj-ea"/>
              </a:rPr>
              <a:t>&lt;/</a:t>
            </a:r>
            <a:r>
              <a:rPr lang="en-US" altLang="zh-TW" dirty="0">
                <a:latin typeface="Consolas" panose="020B0609020204030204" pitchFamily="49" charset="0"/>
                <a:ea typeface="+mj-ea"/>
              </a:rPr>
              <a:t>res-ref-name&gt;</a:t>
            </a:r>
          </a:p>
          <a:p>
            <a:pPr marL="1257300" lvl="3" indent="-342900" algn="just"/>
            <a:r>
              <a:rPr lang="en-US" altLang="zh-TW" dirty="0">
                <a:latin typeface="Consolas" panose="020B0609020204030204" pitchFamily="49" charset="0"/>
                <a:ea typeface="+mj-ea"/>
              </a:rPr>
              <a:t>&lt;res-type&gt;</a:t>
            </a:r>
            <a:r>
              <a:rPr lang="en-US" altLang="zh-TW" dirty="0" err="1">
                <a:latin typeface="Consolas" panose="020B0609020204030204" pitchFamily="49" charset="0"/>
                <a:ea typeface="+mj-ea"/>
              </a:rPr>
              <a:t>javax.sql.DataSource</a:t>
            </a:r>
            <a:r>
              <a:rPr lang="en-US" altLang="zh-TW" dirty="0">
                <a:latin typeface="Consolas" panose="020B0609020204030204" pitchFamily="49" charset="0"/>
                <a:ea typeface="+mj-ea"/>
              </a:rPr>
              <a:t>&lt;/res-type&gt;</a:t>
            </a:r>
          </a:p>
          <a:p>
            <a:pPr marL="1257300" lvl="3" indent="-342900" algn="just"/>
            <a:r>
              <a:rPr lang="en-US" altLang="zh-TW" dirty="0">
                <a:latin typeface="Consolas" panose="020B0609020204030204" pitchFamily="49" charset="0"/>
                <a:ea typeface="+mj-ea"/>
              </a:rPr>
              <a:t>&lt;res-auth&gt;Container&lt;/res-auth&gt;</a:t>
            </a:r>
          </a:p>
          <a:p>
            <a:pPr marL="800100" lvl="2" indent="-342900" algn="just"/>
            <a:r>
              <a:rPr lang="en-US" altLang="zh-TW" dirty="0">
                <a:latin typeface="Consolas" panose="020B0609020204030204" pitchFamily="49" charset="0"/>
                <a:ea typeface="+mj-ea"/>
              </a:rPr>
              <a:t>&lt;/resource-ref&gt;</a:t>
            </a:r>
          </a:p>
          <a:p>
            <a:pPr marL="400050" lvl="2" indent="0" algn="just">
              <a:buNone/>
            </a:pPr>
            <a:endParaRPr lang="en-US" altLang="zh-TW" dirty="0">
              <a:latin typeface="Consolas" panose="020B0609020204030204" pitchFamily="49" charset="0"/>
              <a:ea typeface="+mj-ea"/>
            </a:endParaRPr>
          </a:p>
          <a:p>
            <a:pPr marL="400050" lvl="2" indent="0" algn="just">
              <a:buNone/>
            </a:pPr>
            <a:endParaRPr lang="en-US" altLang="zh-TW" dirty="0">
              <a:latin typeface="Consolas" panose="020B0609020204030204" pitchFamily="49" charset="0"/>
              <a:ea typeface="+mj-ea"/>
            </a:endParaRPr>
          </a:p>
          <a:p>
            <a:pPr marL="400050" lvl="2" indent="0" algn="just">
              <a:buNone/>
            </a:pPr>
            <a:r>
              <a:rPr lang="en-US" altLang="zh-TW" dirty="0">
                <a:latin typeface="Consolas" panose="020B0609020204030204" pitchFamily="49" charset="0"/>
                <a:ea typeface="+mj-ea"/>
              </a:rPr>
              <a:t>【</a:t>
            </a:r>
            <a:r>
              <a:rPr lang="zh-TW" altLang="en-US" dirty="0">
                <a:latin typeface="Consolas" panose="020B0609020204030204" pitchFamily="49" charset="0"/>
                <a:ea typeface="+mj-ea"/>
              </a:rPr>
              <a:t>在程式中的取法</a:t>
            </a:r>
            <a:r>
              <a:rPr lang="en-US" altLang="zh-TW" dirty="0">
                <a:latin typeface="Consolas" panose="020B0609020204030204" pitchFamily="49" charset="0"/>
                <a:ea typeface="+mj-ea"/>
              </a:rPr>
              <a:t>】</a:t>
            </a:r>
          </a:p>
          <a:p>
            <a:pPr marL="400050" lvl="2" indent="0" algn="just">
              <a:buNone/>
            </a:pPr>
            <a:r>
              <a:rPr lang="en-US" altLang="zh-TW" dirty="0" err="1">
                <a:latin typeface="Consolas" panose="020B0609020204030204" pitchFamily="49" charset="0"/>
                <a:ea typeface="+mj-ea"/>
              </a:rPr>
              <a:t>InitialContext</a:t>
            </a:r>
            <a:r>
              <a:rPr lang="en-US" altLang="zh-TW" dirty="0">
                <a:latin typeface="Consolas" panose="020B0609020204030204" pitchFamily="49" charset="0"/>
                <a:ea typeface="+mj-ea"/>
              </a:rPr>
              <a:t> context = new </a:t>
            </a:r>
            <a:r>
              <a:rPr lang="en-US" altLang="zh-TW" dirty="0" err="1">
                <a:latin typeface="Consolas" panose="020B0609020204030204" pitchFamily="49" charset="0"/>
                <a:ea typeface="+mj-ea"/>
              </a:rPr>
              <a:t>InitialContext</a:t>
            </a:r>
            <a:r>
              <a:rPr lang="en-US" altLang="zh-TW" dirty="0">
                <a:latin typeface="Consolas" panose="020B0609020204030204" pitchFamily="49" charset="0"/>
                <a:ea typeface="+mj-ea"/>
              </a:rPr>
              <a:t>();</a:t>
            </a:r>
          </a:p>
          <a:p>
            <a:pPr marL="400050" lvl="2" indent="0" algn="just">
              <a:buNone/>
            </a:pPr>
            <a:r>
              <a:rPr lang="en-US" altLang="zh-TW" dirty="0" err="1">
                <a:latin typeface="Consolas" panose="020B0609020204030204" pitchFamily="49" charset="0"/>
                <a:ea typeface="+mj-ea"/>
              </a:rPr>
              <a:t>DataSource</a:t>
            </a:r>
            <a:r>
              <a:rPr lang="en-US" altLang="zh-TW" dirty="0">
                <a:latin typeface="Consolas" panose="020B0609020204030204" pitchFamily="49" charset="0"/>
                <a:ea typeface="+mj-ea"/>
              </a:rPr>
              <a:t> ds</a:t>
            </a:r>
            <a:r>
              <a:rPr lang="zh-TW" altLang="en-US" dirty="0">
                <a:latin typeface="Consolas" panose="020B0609020204030204" pitchFamily="49" charset="0"/>
                <a:ea typeface="+mj-ea"/>
              </a:rPr>
              <a:t> </a:t>
            </a:r>
            <a:r>
              <a:rPr lang="en-US" altLang="zh-TW" dirty="0">
                <a:latin typeface="Consolas" panose="020B0609020204030204" pitchFamily="49" charset="0"/>
                <a:ea typeface="+mj-ea"/>
              </a:rPr>
              <a:t>= (</a:t>
            </a:r>
            <a:r>
              <a:rPr lang="en-US" altLang="zh-TW" dirty="0" err="1">
                <a:latin typeface="Consolas" panose="020B0609020204030204" pitchFamily="49" charset="0"/>
                <a:ea typeface="+mj-ea"/>
              </a:rPr>
              <a:t>DataSource</a:t>
            </a:r>
            <a:r>
              <a:rPr lang="en-US" altLang="zh-TW" dirty="0">
                <a:latin typeface="Consolas" panose="020B0609020204030204" pitchFamily="49" charset="0"/>
                <a:ea typeface="+mj-ea"/>
              </a:rPr>
              <a:t>)</a:t>
            </a:r>
            <a:r>
              <a:rPr lang="en-US" altLang="zh-TW" dirty="0" err="1">
                <a:latin typeface="Consolas" panose="020B0609020204030204" pitchFamily="49" charset="0"/>
                <a:ea typeface="+mj-ea"/>
              </a:rPr>
              <a:t>context.lookup</a:t>
            </a:r>
            <a:r>
              <a:rPr lang="en-US" altLang="zh-TW" dirty="0">
                <a:latin typeface="Consolas" panose="020B0609020204030204" pitchFamily="49" charset="0"/>
                <a:ea typeface="+mj-ea"/>
              </a:rPr>
              <a:t>("</a:t>
            </a:r>
            <a:r>
              <a:rPr lang="en-US" altLang="zh-TW" dirty="0" err="1">
                <a:latin typeface="Consolas" panose="020B0609020204030204" pitchFamily="49" charset="0"/>
                <a:ea typeface="+mj-ea"/>
              </a:rPr>
              <a:t>java:comp</a:t>
            </a:r>
            <a:r>
              <a:rPr lang="en-US" altLang="zh-TW" dirty="0">
                <a:latin typeface="Consolas" panose="020B0609020204030204" pitchFamily="49" charset="0"/>
                <a:ea typeface="+mj-ea"/>
              </a:rPr>
              <a:t>/env/</a:t>
            </a:r>
            <a:r>
              <a:rPr lang="en-US" altLang="zh-TW" dirty="0" err="1">
                <a:solidFill>
                  <a:srgbClr val="FF0000"/>
                </a:solidFill>
                <a:latin typeface="Consolas" panose="020B0609020204030204" pitchFamily="49" charset="0"/>
                <a:ea typeface="+mj-ea"/>
              </a:rPr>
              <a:t>jdbc</a:t>
            </a:r>
            <a:r>
              <a:rPr lang="en-US" altLang="zh-TW" dirty="0">
                <a:solidFill>
                  <a:srgbClr val="FF0000"/>
                </a:solidFill>
                <a:latin typeface="Consolas" panose="020B0609020204030204" pitchFamily="49" charset="0"/>
                <a:ea typeface="+mj-ea"/>
              </a:rPr>
              <a:t>/</a:t>
            </a:r>
            <a:r>
              <a:rPr lang="en-US" altLang="zh-TW" dirty="0" err="1">
                <a:solidFill>
                  <a:srgbClr val="FF0000"/>
                </a:solidFill>
                <a:latin typeface="Consolas" panose="020B0609020204030204" pitchFamily="49" charset="0"/>
                <a:ea typeface="+mj-ea"/>
              </a:rPr>
              <a:t>TestDB</a:t>
            </a:r>
            <a:r>
              <a:rPr lang="en-US" altLang="zh-TW" dirty="0">
                <a:latin typeface="Consolas" panose="020B0609020204030204" pitchFamily="49" charset="0"/>
                <a:ea typeface="+mj-ea"/>
              </a:rPr>
              <a:t>");</a:t>
            </a:r>
          </a:p>
          <a:p>
            <a:pPr marL="400050" lvl="2" indent="0" algn="just">
              <a:buNone/>
            </a:pPr>
            <a:r>
              <a:rPr lang="en-US" altLang="zh-TW" dirty="0">
                <a:latin typeface="Consolas" panose="020B0609020204030204" pitchFamily="49" charset="0"/>
                <a:ea typeface="+mj-ea"/>
              </a:rPr>
              <a:t>Connection conn = </a:t>
            </a:r>
            <a:r>
              <a:rPr lang="en-US" altLang="zh-TW" err="1">
                <a:latin typeface="Consolas" panose="020B0609020204030204" pitchFamily="49" charset="0"/>
                <a:ea typeface="+mj-ea"/>
              </a:rPr>
              <a:t>ds.getConnection</a:t>
            </a:r>
            <a:r>
              <a:rPr lang="en-US" altLang="zh-TW">
                <a:latin typeface="Consolas" panose="020B0609020204030204" pitchFamily="49" charset="0"/>
                <a:ea typeface="+mj-ea"/>
              </a:rPr>
              <a:t>();</a:t>
            </a:r>
            <a:endParaRPr lang="en-US" altLang="zh-TW" dirty="0">
              <a:latin typeface="Consolas" panose="020B0609020204030204" pitchFamily="49" charset="0"/>
              <a:ea typeface="+mj-ea"/>
            </a:endParaRPr>
          </a:p>
        </p:txBody>
      </p:sp>
      <p:sp>
        <p:nvSpPr>
          <p:cNvPr id="4" name="文字方塊 3">
            <a:extLst>
              <a:ext uri="{FF2B5EF4-FFF2-40B4-BE49-F238E27FC236}">
                <a16:creationId xmlns:a16="http://schemas.microsoft.com/office/drawing/2014/main" id="{6175E0E6-31C3-4A77-94FB-53CD484878F7}"/>
              </a:ext>
            </a:extLst>
          </p:cNvPr>
          <p:cNvSpPr txBox="1"/>
          <p:nvPr/>
        </p:nvSpPr>
        <p:spPr>
          <a:xfrm>
            <a:off x="88683" y="122792"/>
            <a:ext cx="1917918"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zh-TW" altLang="en-US" sz="3200">
                <a:latin typeface="+mj-ea"/>
                <a:ea typeface="+mj-ea"/>
              </a:rPr>
              <a:t>設定範例</a:t>
            </a:r>
            <a:endParaRPr lang="en-US" altLang="zh-TW" sz="3000">
              <a:latin typeface="+mj-ea"/>
              <a:ea typeface="+mj-ea"/>
            </a:endParaRPr>
          </a:p>
        </p:txBody>
      </p:sp>
    </p:spTree>
    <p:extLst>
      <p:ext uri="{BB962C8B-B14F-4D97-AF65-F5344CB8AC3E}">
        <p14:creationId xmlns:p14="http://schemas.microsoft.com/office/powerpoint/2010/main" val="427056190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A3D0CE2-91FF-49B3-A5D8-181E900D7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34" name="Rectangle 11">
            <a:extLst>
              <a:ext uri="{FF2B5EF4-FFF2-40B4-BE49-F238E27FC236}">
                <a16:creationId xmlns:a16="http://schemas.microsoft.com/office/drawing/2014/main" id="{58AEBD96-C315-4F53-9D9E-0E20E993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35" name="Rectangle 13">
            <a:extLst>
              <a:ext uri="{FF2B5EF4-FFF2-40B4-BE49-F238E27FC236}">
                <a16:creationId xmlns:a16="http://schemas.microsoft.com/office/drawing/2014/main" id="{78916AAA-66F6-4DFA-88ED-7E27CF6B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6" name="Group 15">
            <a:extLst>
              <a:ext uri="{FF2B5EF4-FFF2-40B4-BE49-F238E27FC236}">
                <a16:creationId xmlns:a16="http://schemas.microsoft.com/office/drawing/2014/main" id="{A137D43F-BAD6-47F1-AA65-AEEA38A2FF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17" name="Oval 16">
              <a:extLst>
                <a:ext uri="{FF2B5EF4-FFF2-40B4-BE49-F238E27FC236}">
                  <a16:creationId xmlns:a16="http://schemas.microsoft.com/office/drawing/2014/main" id="{D512C9B2-6B22-4211-A940-FCD7C2CD0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37" name="Oval 17">
              <a:extLst>
                <a:ext uri="{FF2B5EF4-FFF2-40B4-BE49-F238E27FC236}">
                  <a16:creationId xmlns:a16="http://schemas.microsoft.com/office/drawing/2014/main" id="{85F7DB84-CDE7-46F8-90DD-9D048A7D5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sp>
      </p:grpSp>
      <p:sp useBgFill="1">
        <p:nvSpPr>
          <p:cNvPr id="38" name="Rectangle 19">
            <a:extLst>
              <a:ext uri="{FF2B5EF4-FFF2-40B4-BE49-F238E27FC236}">
                <a16:creationId xmlns:a16="http://schemas.microsoft.com/office/drawing/2014/main" id="{68C84B8E-16E8-4E54-B4AC-84CE51595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文字方塊 3">
            <a:extLst>
              <a:ext uri="{FF2B5EF4-FFF2-40B4-BE49-F238E27FC236}">
                <a16:creationId xmlns:a16="http://schemas.microsoft.com/office/drawing/2014/main" id="{4C0C7DFB-F839-4192-B53B-1812E6CE4CEC}"/>
              </a:ext>
            </a:extLst>
          </p:cNvPr>
          <p:cNvSpPr txBox="1"/>
          <p:nvPr/>
        </p:nvSpPr>
        <p:spPr>
          <a:xfrm>
            <a:off x="1051560" y="1110054"/>
            <a:ext cx="6558608" cy="4580300"/>
          </a:xfrm>
          <a:prstGeom prst="rect">
            <a:avLst/>
          </a:prstGeom>
        </p:spPr>
        <p:txBody>
          <a:bodyPr vert="horz" lIns="91440" tIns="45720" rIns="91440" bIns="45720" rtlCol="0" anchor="ctr">
            <a:normAutofit/>
          </a:bodyPr>
          <a:lstStyle/>
          <a:p>
            <a:pPr algn="r" defTabSz="914400">
              <a:lnSpc>
                <a:spcPct val="80000"/>
              </a:lnSpc>
              <a:spcBef>
                <a:spcPct val="0"/>
              </a:spcBef>
              <a:spcAft>
                <a:spcPts val="600"/>
              </a:spcAft>
            </a:pPr>
            <a:r>
              <a:rPr lang="zh-TW" altLang="en-US" sz="8800" b="1" cap="all">
                <a:blipFill dpi="0" rotWithShape="1">
                  <a:blip r:embed="rId4"/>
                  <a:srcRect/>
                  <a:tile tx="6350" ty="-127000" sx="65000" sy="64000" flip="none" algn="tl"/>
                </a:blipFill>
                <a:latin typeface="+mj-lt"/>
                <a:ea typeface="+mj-ea"/>
                <a:cs typeface="+mj-cs"/>
              </a:rPr>
              <a:t>第二章</a:t>
            </a:r>
            <a:endParaRPr lang="en-US" altLang="zh-TW" sz="8800" b="1" cap="all">
              <a:blipFill dpi="0" rotWithShape="1">
                <a:blip r:embed="rId4"/>
                <a:srcRect/>
                <a:tile tx="6350" ty="-127000" sx="65000" sy="64000" flip="none" algn="tl"/>
              </a:blipFill>
              <a:latin typeface="+mj-lt"/>
              <a:ea typeface="+mj-ea"/>
              <a:cs typeface="+mj-cs"/>
            </a:endParaRPr>
          </a:p>
          <a:p>
            <a:pPr algn="r" defTabSz="914400">
              <a:lnSpc>
                <a:spcPct val="80000"/>
              </a:lnSpc>
              <a:spcBef>
                <a:spcPct val="0"/>
              </a:spcBef>
              <a:spcAft>
                <a:spcPts val="600"/>
              </a:spcAft>
            </a:pPr>
            <a:r>
              <a:rPr lang="en-US" altLang="zh-TW" sz="8800" b="1" cap="all">
                <a:blipFill dpi="0" rotWithShape="1">
                  <a:blip r:embed="rId4"/>
                  <a:srcRect/>
                  <a:tile tx="6350" ty="-127000" sx="65000" sy="64000" flip="none" algn="tl"/>
                </a:blipFill>
                <a:latin typeface="+mj-lt"/>
                <a:ea typeface="+mj-ea"/>
                <a:cs typeface="+mj-cs"/>
              </a:rPr>
              <a:t>JSP</a:t>
            </a:r>
          </a:p>
        </p:txBody>
      </p:sp>
      <p:sp>
        <p:nvSpPr>
          <p:cNvPr id="39" name="Rectangle 21">
            <a:extLst>
              <a:ext uri="{FF2B5EF4-FFF2-40B4-BE49-F238E27FC236}">
                <a16:creationId xmlns:a16="http://schemas.microsoft.com/office/drawing/2014/main" id="{ECE9EEEA-5DB7-4DC7-AF9F-74D1C19B7E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928117"/>
            <a:ext cx="10351008" cy="80683"/>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23">
            <a:extLst>
              <a:ext uri="{FF2B5EF4-FFF2-40B4-BE49-F238E27FC236}">
                <a16:creationId xmlns:a16="http://schemas.microsoft.com/office/drawing/2014/main" id="{DF199147-B958-49C0-9BE2-65BDD892F2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85470" y="1110053"/>
            <a:ext cx="3386371" cy="4580301"/>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25">
            <a:extLst>
              <a:ext uri="{FF2B5EF4-FFF2-40B4-BE49-F238E27FC236}">
                <a16:creationId xmlns:a16="http://schemas.microsoft.com/office/drawing/2014/main" id="{EF70505D-EC2C-4D1A-86DE-2583778074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5780565"/>
            <a:ext cx="10351008" cy="80683"/>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27">
            <a:extLst>
              <a:ext uri="{FF2B5EF4-FFF2-40B4-BE49-F238E27FC236}">
                <a16:creationId xmlns:a16="http://schemas.microsoft.com/office/drawing/2014/main" id="{2DF20BDF-18D7-4E94-9BA1-9CEB40470CB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6920" y="5257800"/>
            <a:ext cx="1080904" cy="1080902"/>
            <a:chOff x="9646920" y="5257800"/>
            <a:chExt cx="1080904" cy="1080902"/>
          </a:xfrm>
        </p:grpSpPr>
        <p:sp>
          <p:nvSpPr>
            <p:cNvPr id="29" name="Oval 28">
              <a:extLst>
                <a:ext uri="{FF2B5EF4-FFF2-40B4-BE49-F238E27FC236}">
                  <a16:creationId xmlns:a16="http://schemas.microsoft.com/office/drawing/2014/main" id="{98F42242-4089-4E5D-95C3-C113C73DA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46920" y="5257800"/>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43" name="Oval 29">
              <a:extLst>
                <a:ext uri="{FF2B5EF4-FFF2-40B4-BE49-F238E27FC236}">
                  <a16:creationId xmlns:a16="http://schemas.microsoft.com/office/drawing/2014/main" id="{796F87F1-ABB5-42FB-86BD-EED111CD3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55011" y="5365890"/>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5" name="投影片編號版面配置區 4">
            <a:extLst>
              <a:ext uri="{FF2B5EF4-FFF2-40B4-BE49-F238E27FC236}">
                <a16:creationId xmlns:a16="http://schemas.microsoft.com/office/drawing/2014/main" id="{5D23B375-A6D2-4583-8FE9-BFCCCFBD241B}"/>
              </a:ext>
            </a:extLst>
          </p:cNvPr>
          <p:cNvSpPr>
            <a:spLocks noGrp="1"/>
          </p:cNvSpPr>
          <p:nvPr>
            <p:ph type="sldNum" sz="quarter" idx="12"/>
          </p:nvPr>
        </p:nvSpPr>
        <p:spPr>
          <a:xfrm>
            <a:off x="9592056" y="5477256"/>
            <a:ext cx="1193868" cy="640080"/>
          </a:xfrm>
        </p:spPr>
        <p:txBody>
          <a:bodyPr vert="horz" lIns="91440" tIns="45720" rIns="91440" bIns="45720" rtlCol="0" anchor="ctr">
            <a:normAutofit/>
          </a:bodyPr>
          <a:lstStyle/>
          <a:p>
            <a:pPr>
              <a:spcAft>
                <a:spcPts val="600"/>
              </a:spcAft>
            </a:pPr>
            <a:fld id="{B521127C-0C56-461F-B517-0D483F216F7D}" type="slidenum">
              <a:rPr lang="en-US" altLang="zh-TW" sz="2800" b="1" kern="1200">
                <a:solidFill>
                  <a:srgbClr val="FFFFFF"/>
                </a:solidFill>
                <a:latin typeface="+mj-lt"/>
                <a:ea typeface="+mn-ea"/>
                <a:cs typeface="+mn-cs"/>
              </a:rPr>
              <a:pPr>
                <a:spcAft>
                  <a:spcPts val="600"/>
                </a:spcAft>
              </a:pPr>
              <a:t>81</a:t>
            </a:fld>
            <a:endParaRPr lang="en-US" altLang="zh-TW" sz="2800" b="1" kern="1200">
              <a:solidFill>
                <a:srgbClr val="FFFFFF"/>
              </a:solidFill>
              <a:latin typeface="+mj-lt"/>
              <a:ea typeface="+mn-ea"/>
              <a:cs typeface="+mn-cs"/>
            </a:endParaRPr>
          </a:p>
        </p:txBody>
      </p:sp>
    </p:spTree>
    <p:extLst>
      <p:ext uri="{BB962C8B-B14F-4D97-AF65-F5344CB8AC3E}">
        <p14:creationId xmlns:p14="http://schemas.microsoft.com/office/powerpoint/2010/main" val="110365896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9A3D0CE2-91FF-49B3-A5D8-181E900D7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37" name="Rectangle 36">
            <a:extLst>
              <a:ext uri="{FF2B5EF4-FFF2-40B4-BE49-F238E27FC236}">
                <a16:creationId xmlns:a16="http://schemas.microsoft.com/office/drawing/2014/main" id="{58AEBD96-C315-4F53-9D9E-0E20E993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39" name="Rectangle 38">
            <a:extLst>
              <a:ext uri="{FF2B5EF4-FFF2-40B4-BE49-F238E27FC236}">
                <a16:creationId xmlns:a16="http://schemas.microsoft.com/office/drawing/2014/main" id="{78916AAA-66F6-4DFA-88ED-7E27CF6B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1" name="Group 40">
            <a:extLst>
              <a:ext uri="{FF2B5EF4-FFF2-40B4-BE49-F238E27FC236}">
                <a16:creationId xmlns:a16="http://schemas.microsoft.com/office/drawing/2014/main" id="{A137D43F-BAD6-47F1-AA65-AEEA38A2FF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42" name="Oval 41">
              <a:extLst>
                <a:ext uri="{FF2B5EF4-FFF2-40B4-BE49-F238E27FC236}">
                  <a16:creationId xmlns:a16="http://schemas.microsoft.com/office/drawing/2014/main" id="{D512C9B2-6B22-4211-A940-FCD7C2CD0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43" name="Oval 42">
              <a:extLst>
                <a:ext uri="{FF2B5EF4-FFF2-40B4-BE49-F238E27FC236}">
                  <a16:creationId xmlns:a16="http://schemas.microsoft.com/office/drawing/2014/main" id="{85F7DB84-CDE7-46F8-90DD-9D048A7D5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sp>
      </p:grpSp>
      <p:sp useBgFill="1">
        <p:nvSpPr>
          <p:cNvPr id="45" name="Rectangle 44">
            <a:extLst>
              <a:ext uri="{FF2B5EF4-FFF2-40B4-BE49-F238E27FC236}">
                <a16:creationId xmlns:a16="http://schemas.microsoft.com/office/drawing/2014/main" id="{C3D25154-9EF7-4C33-9AAC-7B3BE089FE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文字方塊 3">
            <a:extLst>
              <a:ext uri="{FF2B5EF4-FFF2-40B4-BE49-F238E27FC236}">
                <a16:creationId xmlns:a16="http://schemas.microsoft.com/office/drawing/2014/main" id="{4C0C7DFB-F839-4192-B53B-1812E6CE4CEC}"/>
              </a:ext>
            </a:extLst>
          </p:cNvPr>
          <p:cNvSpPr txBox="1"/>
          <p:nvPr/>
        </p:nvSpPr>
        <p:spPr>
          <a:xfrm>
            <a:off x="1051560" y="643468"/>
            <a:ext cx="9966960" cy="359243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zh-TW" altLang="en-US" sz="9600" b="1" cap="all">
                <a:latin typeface="+mj-lt"/>
                <a:ea typeface="+mj-ea"/>
                <a:cs typeface="+mj-cs"/>
              </a:rPr>
              <a:t>第一節</a:t>
            </a:r>
          </a:p>
          <a:p>
            <a:pPr defTabSz="914400">
              <a:lnSpc>
                <a:spcPct val="80000"/>
              </a:lnSpc>
              <a:spcBef>
                <a:spcPct val="0"/>
              </a:spcBef>
              <a:spcAft>
                <a:spcPts val="600"/>
              </a:spcAft>
            </a:pPr>
            <a:r>
              <a:rPr lang="en-US" altLang="zh-TW" sz="9600" b="1" cap="all">
                <a:latin typeface="+mj-lt"/>
                <a:ea typeface="+mj-ea"/>
                <a:cs typeface="+mj-cs"/>
              </a:rPr>
              <a:t>JSP</a:t>
            </a:r>
            <a:r>
              <a:rPr lang="zh-TW" altLang="en-US" sz="9600" b="1" cap="all">
                <a:latin typeface="+mj-lt"/>
                <a:ea typeface="+mj-ea"/>
                <a:cs typeface="+mj-cs"/>
              </a:rPr>
              <a:t>介紹</a:t>
            </a:r>
            <a:endParaRPr lang="en-US" altLang="zh-TW" sz="9600" b="1" cap="all">
              <a:latin typeface="+mj-lt"/>
              <a:ea typeface="+mj-ea"/>
              <a:cs typeface="+mj-cs"/>
            </a:endParaRPr>
          </a:p>
        </p:txBody>
      </p:sp>
      <p:sp>
        <p:nvSpPr>
          <p:cNvPr id="47" name="Rectangle 46">
            <a:extLst>
              <a:ext uri="{FF2B5EF4-FFF2-40B4-BE49-F238E27FC236}">
                <a16:creationId xmlns:a16="http://schemas.microsoft.com/office/drawing/2014/main" id="{1604E8C0-C927-4C06-A96A-BF3323BA7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95831"/>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48">
            <a:extLst>
              <a:ext uri="{FF2B5EF4-FFF2-40B4-BE49-F238E27FC236}">
                <a16:creationId xmlns:a16="http://schemas.microsoft.com/office/drawing/2014/main" id="{9DCECFD5-4C30-4892-9FF0-540E17955A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111496"/>
            <a:ext cx="1080904" cy="1080902"/>
            <a:chOff x="10245590" y="5111496"/>
            <a:chExt cx="1080904" cy="1080902"/>
          </a:xfrm>
        </p:grpSpPr>
        <p:sp>
          <p:nvSpPr>
            <p:cNvPr id="50" name="Oval 49">
              <a:extLst>
                <a:ext uri="{FF2B5EF4-FFF2-40B4-BE49-F238E27FC236}">
                  <a16:creationId xmlns:a16="http://schemas.microsoft.com/office/drawing/2014/main" id="{95C67F70-EAFE-425C-8422-591620A96D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5590" y="5111496"/>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51" name="Oval 50">
              <a:extLst>
                <a:ext uri="{FF2B5EF4-FFF2-40B4-BE49-F238E27FC236}">
                  <a16:creationId xmlns:a16="http://schemas.microsoft.com/office/drawing/2014/main" id="{D47FA16B-C217-4D91-84EA-5B0846BDDA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53681" y="5219586"/>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5" name="投影片編號版面配置區 4">
            <a:extLst>
              <a:ext uri="{FF2B5EF4-FFF2-40B4-BE49-F238E27FC236}">
                <a16:creationId xmlns:a16="http://schemas.microsoft.com/office/drawing/2014/main" id="{5D23B375-A6D2-4583-8FE9-BFCCCFBD241B}"/>
              </a:ext>
            </a:extLst>
          </p:cNvPr>
          <p:cNvSpPr>
            <a:spLocks noGrp="1"/>
          </p:cNvSpPr>
          <p:nvPr>
            <p:ph type="sldNum" sz="quarter" idx="12"/>
          </p:nvPr>
        </p:nvSpPr>
        <p:spPr>
          <a:xfrm>
            <a:off x="10189108" y="5342324"/>
            <a:ext cx="1193868" cy="640080"/>
          </a:xfrm>
        </p:spPr>
        <p:txBody>
          <a:bodyPr vert="horz" lIns="91440" tIns="45720" rIns="91440" bIns="45720" rtlCol="0" anchor="ctr">
            <a:normAutofit/>
          </a:bodyPr>
          <a:lstStyle/>
          <a:p>
            <a:pPr>
              <a:spcAft>
                <a:spcPts val="600"/>
              </a:spcAft>
            </a:pPr>
            <a:fld id="{B521127C-0C56-461F-B517-0D483F216F7D}" type="slidenum">
              <a:rPr lang="en-US" altLang="zh-TW" sz="2800" b="1" kern="1200">
                <a:solidFill>
                  <a:srgbClr val="FFFFFF"/>
                </a:solidFill>
                <a:latin typeface="+mj-lt"/>
                <a:ea typeface="+mn-ea"/>
                <a:cs typeface="+mn-cs"/>
              </a:rPr>
              <a:pPr>
                <a:spcAft>
                  <a:spcPts val="600"/>
                </a:spcAft>
              </a:pPr>
              <a:t>82</a:t>
            </a:fld>
            <a:endParaRPr lang="en-US" altLang="zh-TW" sz="2800" b="1" kern="1200">
              <a:solidFill>
                <a:srgbClr val="FFFFFF"/>
              </a:solidFill>
              <a:latin typeface="+mj-lt"/>
              <a:ea typeface="+mn-ea"/>
              <a:cs typeface="+mn-cs"/>
            </a:endParaRPr>
          </a:p>
        </p:txBody>
      </p:sp>
    </p:spTree>
    <p:extLst>
      <p:ext uri="{BB962C8B-B14F-4D97-AF65-F5344CB8AC3E}">
        <p14:creationId xmlns:p14="http://schemas.microsoft.com/office/powerpoint/2010/main" val="404035779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A23DC972-E4FD-4F58-A1F5-AE84F294451F}"/>
              </a:ext>
            </a:extLst>
          </p:cNvPr>
          <p:cNvSpPr>
            <a:spLocks noGrp="1"/>
          </p:cNvSpPr>
          <p:nvPr>
            <p:ph type="sldNum" sz="quarter" idx="12"/>
          </p:nvPr>
        </p:nvSpPr>
        <p:spPr/>
        <p:txBody>
          <a:bodyPr/>
          <a:lstStyle/>
          <a:p>
            <a:fld id="{B521127C-0C56-461F-B517-0D483F216F7D}" type="slidenum">
              <a:rPr lang="zh-TW" altLang="en-US" smtClean="0"/>
              <a:t>83</a:t>
            </a:fld>
            <a:endParaRPr lang="zh-TW" altLang="en-US"/>
          </a:p>
        </p:txBody>
      </p:sp>
      <p:pic>
        <p:nvPicPr>
          <p:cNvPr id="6" name="圖片 5">
            <a:extLst>
              <a:ext uri="{FF2B5EF4-FFF2-40B4-BE49-F238E27FC236}">
                <a16:creationId xmlns:a16="http://schemas.microsoft.com/office/drawing/2014/main" id="{311216E7-2044-4BDC-8C64-2F349B54CB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0235" y="578758"/>
            <a:ext cx="1090921" cy="1344858"/>
          </a:xfrm>
          <a:prstGeom prst="rect">
            <a:avLst/>
          </a:prstGeom>
        </p:spPr>
      </p:pic>
      <p:pic>
        <p:nvPicPr>
          <p:cNvPr id="7" name="圖片 6" descr="一張含有 文字, 顯示 的圖片&#10;&#10;自動產生的描述">
            <a:extLst>
              <a:ext uri="{FF2B5EF4-FFF2-40B4-BE49-F238E27FC236}">
                <a16:creationId xmlns:a16="http://schemas.microsoft.com/office/drawing/2014/main" id="{42F84208-1A82-4D36-A556-8C8A1A4C3C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6175" y="621187"/>
            <a:ext cx="1286124" cy="1259999"/>
          </a:xfrm>
          <a:prstGeom prst="rect">
            <a:avLst/>
          </a:prstGeom>
        </p:spPr>
      </p:pic>
      <p:cxnSp>
        <p:nvCxnSpPr>
          <p:cNvPr id="8" name="直線單箭頭接點 7">
            <a:extLst>
              <a:ext uri="{FF2B5EF4-FFF2-40B4-BE49-F238E27FC236}">
                <a16:creationId xmlns:a16="http://schemas.microsoft.com/office/drawing/2014/main" id="{F4F7ABCF-1550-4903-AEBF-4846D8A01C5D}"/>
              </a:ext>
            </a:extLst>
          </p:cNvPr>
          <p:cNvCxnSpPr>
            <a:cxnSpLocks/>
          </p:cNvCxnSpPr>
          <p:nvPr/>
        </p:nvCxnSpPr>
        <p:spPr>
          <a:xfrm>
            <a:off x="3924431" y="1021735"/>
            <a:ext cx="337933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單箭頭接點 8">
            <a:extLst>
              <a:ext uri="{FF2B5EF4-FFF2-40B4-BE49-F238E27FC236}">
                <a16:creationId xmlns:a16="http://schemas.microsoft.com/office/drawing/2014/main" id="{DA080A57-4949-4F23-8A89-83275619A305}"/>
              </a:ext>
            </a:extLst>
          </p:cNvPr>
          <p:cNvCxnSpPr>
            <a:cxnSpLocks/>
          </p:cNvCxnSpPr>
          <p:nvPr/>
        </p:nvCxnSpPr>
        <p:spPr>
          <a:xfrm flipH="1">
            <a:off x="3900365" y="1655714"/>
            <a:ext cx="337933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文字方塊 9">
            <a:extLst>
              <a:ext uri="{FF2B5EF4-FFF2-40B4-BE49-F238E27FC236}">
                <a16:creationId xmlns:a16="http://schemas.microsoft.com/office/drawing/2014/main" id="{AA19D652-A1F7-471F-8969-78AC06BEA2EB}"/>
              </a:ext>
            </a:extLst>
          </p:cNvPr>
          <p:cNvSpPr txBox="1"/>
          <p:nvPr/>
        </p:nvSpPr>
        <p:spPr>
          <a:xfrm>
            <a:off x="4410184" y="315653"/>
            <a:ext cx="2407826" cy="492807"/>
          </a:xfrm>
          <a:prstGeom prst="rect">
            <a:avLst/>
          </a:prstGeom>
          <a:noFill/>
        </p:spPr>
        <p:txBody>
          <a:bodyPr wrap="square" rtlCol="0">
            <a:spAutoFit/>
          </a:bodyPr>
          <a:lstStyle/>
          <a:p>
            <a:pPr algn="ctr"/>
            <a:r>
              <a:rPr lang="en-US" altLang="zh-TW">
                <a:latin typeface="Consolas" panose="020B0609020204030204" pitchFamily="49" charset="0"/>
                <a:ea typeface="+mj-ea"/>
              </a:rPr>
              <a:t>Http Request</a:t>
            </a:r>
            <a:endParaRPr lang="zh-TW" altLang="en-US">
              <a:latin typeface="Consolas" panose="020B0609020204030204" pitchFamily="49" charset="0"/>
              <a:ea typeface="+mj-ea"/>
            </a:endParaRPr>
          </a:p>
        </p:txBody>
      </p:sp>
      <p:sp>
        <p:nvSpPr>
          <p:cNvPr id="11" name="文字方塊 10">
            <a:extLst>
              <a:ext uri="{FF2B5EF4-FFF2-40B4-BE49-F238E27FC236}">
                <a16:creationId xmlns:a16="http://schemas.microsoft.com/office/drawing/2014/main" id="{80DA59B2-ACF2-4F22-B3FC-17CFB4391258}"/>
              </a:ext>
            </a:extLst>
          </p:cNvPr>
          <p:cNvSpPr txBox="1"/>
          <p:nvPr/>
        </p:nvSpPr>
        <p:spPr>
          <a:xfrm>
            <a:off x="4284072" y="1923616"/>
            <a:ext cx="2661127" cy="492807"/>
          </a:xfrm>
          <a:prstGeom prst="rect">
            <a:avLst/>
          </a:prstGeom>
          <a:noFill/>
        </p:spPr>
        <p:txBody>
          <a:bodyPr wrap="square" rtlCol="0">
            <a:spAutoFit/>
          </a:bodyPr>
          <a:lstStyle/>
          <a:p>
            <a:pPr algn="ctr"/>
            <a:r>
              <a:rPr lang="en-US" altLang="zh-TW">
                <a:latin typeface="Consolas" panose="020B0609020204030204" pitchFamily="49" charset="0"/>
                <a:ea typeface="+mj-ea"/>
              </a:rPr>
              <a:t>Http Response</a:t>
            </a:r>
            <a:endParaRPr lang="zh-TW" altLang="en-US">
              <a:latin typeface="Consolas" panose="020B0609020204030204" pitchFamily="49" charset="0"/>
              <a:ea typeface="+mj-ea"/>
            </a:endParaRPr>
          </a:p>
        </p:txBody>
      </p:sp>
      <p:sp>
        <p:nvSpPr>
          <p:cNvPr id="12" name="文字方塊 11">
            <a:extLst>
              <a:ext uri="{FF2B5EF4-FFF2-40B4-BE49-F238E27FC236}">
                <a16:creationId xmlns:a16="http://schemas.microsoft.com/office/drawing/2014/main" id="{8A620388-243F-4A44-ACDE-87A82DAE4A15}"/>
              </a:ext>
            </a:extLst>
          </p:cNvPr>
          <p:cNvSpPr txBox="1"/>
          <p:nvPr/>
        </p:nvSpPr>
        <p:spPr>
          <a:xfrm>
            <a:off x="1102951" y="85950"/>
            <a:ext cx="1492571" cy="492807"/>
          </a:xfrm>
          <a:prstGeom prst="rect">
            <a:avLst/>
          </a:prstGeom>
          <a:noFill/>
        </p:spPr>
        <p:txBody>
          <a:bodyPr wrap="square" rtlCol="0">
            <a:spAutoFit/>
          </a:bodyPr>
          <a:lstStyle/>
          <a:p>
            <a:pPr algn="ctr"/>
            <a:r>
              <a:rPr lang="en-US" altLang="zh-TW">
                <a:latin typeface="Consolas" panose="020B0609020204030204" pitchFamily="49" charset="0"/>
                <a:ea typeface="+mj-ea"/>
              </a:rPr>
              <a:t>Client</a:t>
            </a:r>
            <a:endParaRPr lang="zh-TW" altLang="en-US">
              <a:latin typeface="Consolas" panose="020B0609020204030204" pitchFamily="49" charset="0"/>
              <a:ea typeface="+mj-ea"/>
            </a:endParaRPr>
          </a:p>
        </p:txBody>
      </p:sp>
      <p:sp>
        <p:nvSpPr>
          <p:cNvPr id="13" name="文字方塊 12">
            <a:extLst>
              <a:ext uri="{FF2B5EF4-FFF2-40B4-BE49-F238E27FC236}">
                <a16:creationId xmlns:a16="http://schemas.microsoft.com/office/drawing/2014/main" id="{E0CB1D23-7F8B-4F24-AD97-842FDDFA87A6}"/>
              </a:ext>
            </a:extLst>
          </p:cNvPr>
          <p:cNvSpPr txBox="1"/>
          <p:nvPr/>
        </p:nvSpPr>
        <p:spPr>
          <a:xfrm>
            <a:off x="8909735" y="85951"/>
            <a:ext cx="1391920" cy="492807"/>
          </a:xfrm>
          <a:prstGeom prst="rect">
            <a:avLst/>
          </a:prstGeom>
          <a:noFill/>
        </p:spPr>
        <p:txBody>
          <a:bodyPr wrap="square" rtlCol="0">
            <a:spAutoFit/>
          </a:bodyPr>
          <a:lstStyle/>
          <a:p>
            <a:pPr algn="ctr"/>
            <a:r>
              <a:rPr lang="en-US" altLang="zh-TW">
                <a:latin typeface="Consolas" panose="020B0609020204030204" pitchFamily="49" charset="0"/>
                <a:ea typeface="+mj-ea"/>
              </a:rPr>
              <a:t>Server</a:t>
            </a:r>
            <a:endParaRPr lang="zh-TW" altLang="en-US">
              <a:latin typeface="Consolas" panose="020B0609020204030204" pitchFamily="49" charset="0"/>
              <a:ea typeface="+mj-ea"/>
            </a:endParaRPr>
          </a:p>
        </p:txBody>
      </p:sp>
      <p:sp>
        <p:nvSpPr>
          <p:cNvPr id="14" name="文字方塊 13">
            <a:extLst>
              <a:ext uri="{FF2B5EF4-FFF2-40B4-BE49-F238E27FC236}">
                <a16:creationId xmlns:a16="http://schemas.microsoft.com/office/drawing/2014/main" id="{FF70E413-8F28-4892-8595-66FE25A830FA}"/>
              </a:ext>
            </a:extLst>
          </p:cNvPr>
          <p:cNvSpPr txBox="1"/>
          <p:nvPr/>
        </p:nvSpPr>
        <p:spPr>
          <a:xfrm>
            <a:off x="217053" y="2416423"/>
            <a:ext cx="3454792" cy="553997"/>
          </a:xfrm>
          <a:prstGeom prst="rect">
            <a:avLst/>
          </a:prstGeom>
          <a:noFill/>
        </p:spPr>
        <p:txBody>
          <a:bodyPr wrap="none" rtlCol="0">
            <a:spAutoFit/>
          </a:bodyPr>
          <a:lstStyle/>
          <a:p>
            <a:pPr algn="ctr"/>
            <a:r>
              <a:rPr lang="zh-TW" altLang="en-US" sz="1500">
                <a:latin typeface="Consolas" panose="020B0609020204030204" pitchFamily="49" charset="0"/>
                <a:ea typeface="+mj-ea"/>
              </a:rPr>
              <a:t>請求執行一支「查詢所有商品」的程式</a:t>
            </a:r>
            <a:endParaRPr lang="en-US" altLang="zh-TW" sz="1500">
              <a:latin typeface="Consolas" panose="020B0609020204030204" pitchFamily="49" charset="0"/>
              <a:ea typeface="+mj-ea"/>
            </a:endParaRPr>
          </a:p>
          <a:p>
            <a:pPr algn="ctr"/>
            <a:r>
              <a:rPr lang="en-US" altLang="zh-TW" sz="1500">
                <a:latin typeface="Consolas" panose="020B0609020204030204" pitchFamily="49" charset="0"/>
              </a:rPr>
              <a:t>/GetAllProducts.do</a:t>
            </a:r>
            <a:endParaRPr lang="en-US" altLang="zh-TW" sz="1500">
              <a:latin typeface="Consolas" panose="020B0609020204030204" pitchFamily="49" charset="0"/>
              <a:ea typeface="+mj-ea"/>
            </a:endParaRPr>
          </a:p>
        </p:txBody>
      </p:sp>
      <p:sp>
        <p:nvSpPr>
          <p:cNvPr id="15" name="文字方塊 14">
            <a:extLst>
              <a:ext uri="{FF2B5EF4-FFF2-40B4-BE49-F238E27FC236}">
                <a16:creationId xmlns:a16="http://schemas.microsoft.com/office/drawing/2014/main" id="{1006C0F3-82AD-4059-9A57-C55A35B1BF6A}"/>
              </a:ext>
            </a:extLst>
          </p:cNvPr>
          <p:cNvSpPr txBox="1"/>
          <p:nvPr/>
        </p:nvSpPr>
        <p:spPr>
          <a:xfrm>
            <a:off x="7353713" y="2332369"/>
            <a:ext cx="4838287" cy="1015663"/>
          </a:xfrm>
          <a:prstGeom prst="rect">
            <a:avLst/>
          </a:prstGeom>
          <a:noFill/>
        </p:spPr>
        <p:txBody>
          <a:bodyPr wrap="square" rtlCol="0">
            <a:spAutoFit/>
          </a:bodyPr>
          <a:lstStyle/>
          <a:p>
            <a:r>
              <a:rPr lang="zh-TW" altLang="en-US" sz="1500">
                <a:latin typeface="Consolas" panose="020B0609020204030204" pitchFamily="49" charset="0"/>
                <a:ea typeface="+mj-ea"/>
              </a:rPr>
              <a:t>  </a:t>
            </a:r>
            <a:r>
              <a:rPr lang="en-US" altLang="zh-TW" sz="1500">
                <a:latin typeface="Consolas" panose="020B0609020204030204" pitchFamily="49" charset="0"/>
                <a:ea typeface="+mj-ea"/>
              </a:rPr>
              <a:t>Servlet(GetAllProducts.do)</a:t>
            </a:r>
            <a:r>
              <a:rPr lang="zh-TW" altLang="en-US" sz="1500">
                <a:latin typeface="Consolas" panose="020B0609020204030204" pitchFamily="49" charset="0"/>
                <a:ea typeface="+mj-ea"/>
              </a:rPr>
              <a:t>接收到請求</a:t>
            </a:r>
            <a:endParaRPr lang="en-US" altLang="zh-TW" sz="1500">
              <a:latin typeface="Consolas" panose="020B0609020204030204" pitchFamily="49" charset="0"/>
              <a:ea typeface="+mj-ea"/>
            </a:endParaRPr>
          </a:p>
          <a:p>
            <a:r>
              <a:rPr lang="zh-TW" altLang="en-US" sz="1500">
                <a:latin typeface="Consolas" panose="020B0609020204030204" pitchFamily="49" charset="0"/>
                <a:ea typeface="+mj-ea"/>
              </a:rPr>
              <a:t>→ </a:t>
            </a:r>
            <a:r>
              <a:rPr lang="en-US" altLang="zh-TW" sz="1500">
                <a:latin typeface="Consolas" panose="020B0609020204030204" pitchFamily="49" charset="0"/>
                <a:ea typeface="+mj-ea"/>
              </a:rPr>
              <a:t>Servlet</a:t>
            </a:r>
            <a:r>
              <a:rPr lang="zh-TW" altLang="en-US" sz="1500">
                <a:latin typeface="Consolas" panose="020B0609020204030204" pitchFamily="49" charset="0"/>
                <a:ea typeface="+mj-ea"/>
              </a:rPr>
              <a:t>使用</a:t>
            </a:r>
            <a:r>
              <a:rPr lang="en-US" altLang="zh-TW" sz="1500">
                <a:latin typeface="Consolas" panose="020B0609020204030204" pitchFamily="49" charset="0"/>
                <a:ea typeface="+mj-ea"/>
              </a:rPr>
              <a:t>JDBC</a:t>
            </a:r>
            <a:r>
              <a:rPr lang="zh-TW" altLang="en-US" sz="1500">
                <a:latin typeface="Consolas" panose="020B0609020204030204" pitchFamily="49" charset="0"/>
                <a:ea typeface="+mj-ea"/>
              </a:rPr>
              <a:t>跟資料庫要「所有商品」的資料</a:t>
            </a:r>
            <a:endParaRPr lang="en-US" altLang="zh-TW" sz="1500">
              <a:latin typeface="Consolas" panose="020B0609020204030204" pitchFamily="49" charset="0"/>
              <a:ea typeface="+mj-ea"/>
            </a:endParaRPr>
          </a:p>
          <a:p>
            <a:r>
              <a:rPr lang="zh-TW" altLang="en-US" sz="1500">
                <a:latin typeface="Consolas" panose="020B0609020204030204" pitchFamily="49" charset="0"/>
                <a:ea typeface="+mj-ea"/>
              </a:rPr>
              <a:t>→ </a:t>
            </a:r>
            <a:r>
              <a:rPr lang="en-US" altLang="zh-TW" sz="1500">
                <a:latin typeface="Consolas" panose="020B0609020204030204" pitchFamily="49" charset="0"/>
                <a:ea typeface="+mj-ea"/>
              </a:rPr>
              <a:t>Servlet</a:t>
            </a:r>
            <a:r>
              <a:rPr lang="zh-TW" altLang="en-US" sz="1500">
                <a:latin typeface="Consolas" panose="020B0609020204030204" pitchFamily="49" charset="0"/>
                <a:ea typeface="+mj-ea"/>
              </a:rPr>
              <a:t>取得「所有商品」的資料</a:t>
            </a:r>
            <a:endParaRPr lang="en-US" altLang="zh-TW" sz="1500">
              <a:latin typeface="Consolas" panose="020B0609020204030204" pitchFamily="49" charset="0"/>
              <a:ea typeface="+mj-ea"/>
            </a:endParaRPr>
          </a:p>
          <a:p>
            <a:r>
              <a:rPr lang="zh-TW" altLang="en-US" sz="1500">
                <a:latin typeface="Consolas" panose="020B0609020204030204" pitchFamily="49" charset="0"/>
                <a:ea typeface="+mj-ea"/>
              </a:rPr>
              <a:t>→ </a:t>
            </a:r>
            <a:r>
              <a:rPr lang="en-US" altLang="zh-TW" sz="1500">
                <a:latin typeface="Consolas" panose="020B0609020204030204" pitchFamily="49" charset="0"/>
                <a:ea typeface="+mj-ea"/>
              </a:rPr>
              <a:t>Servlet</a:t>
            </a:r>
            <a:r>
              <a:rPr lang="zh-TW" altLang="en-US" sz="1500">
                <a:latin typeface="Consolas" panose="020B0609020204030204" pitchFamily="49" charset="0"/>
                <a:ea typeface="+mj-ea"/>
              </a:rPr>
              <a:t>使用</a:t>
            </a:r>
            <a:r>
              <a:rPr lang="en-US" altLang="zh-TW" sz="1500">
                <a:latin typeface="Consolas" panose="020B0609020204030204" pitchFamily="49" charset="0"/>
                <a:ea typeface="+mj-ea"/>
              </a:rPr>
              <a:t>response.getWriter()</a:t>
            </a:r>
            <a:r>
              <a:rPr lang="zh-TW" altLang="en-US" sz="1500">
                <a:latin typeface="Consolas" panose="020B0609020204030204" pitchFamily="49" charset="0"/>
                <a:ea typeface="+mj-ea"/>
              </a:rPr>
              <a:t>物件回應資料</a:t>
            </a:r>
            <a:endParaRPr lang="en-US" altLang="zh-TW" sz="1500">
              <a:latin typeface="Consolas" panose="020B0609020204030204" pitchFamily="49" charset="0"/>
              <a:ea typeface="+mj-ea"/>
            </a:endParaRPr>
          </a:p>
        </p:txBody>
      </p:sp>
      <p:grpSp>
        <p:nvGrpSpPr>
          <p:cNvPr id="18" name="群組 17"/>
          <p:cNvGrpSpPr/>
          <p:nvPr/>
        </p:nvGrpSpPr>
        <p:grpSpPr>
          <a:xfrm>
            <a:off x="868218" y="4421601"/>
            <a:ext cx="1727304" cy="1849889"/>
            <a:chOff x="249452" y="134635"/>
            <a:chExt cx="2085108" cy="2174456"/>
          </a:xfrm>
        </p:grpSpPr>
        <p:pic>
          <p:nvPicPr>
            <p:cNvPr id="19" name="圖片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9452" y="223983"/>
              <a:ext cx="2085108" cy="2085108"/>
            </a:xfrm>
            <a:prstGeom prst="rect">
              <a:avLst/>
            </a:prstGeom>
          </p:spPr>
        </p:pic>
        <p:sp>
          <p:nvSpPr>
            <p:cNvPr id="20" name="文字方塊 19"/>
            <p:cNvSpPr txBox="1"/>
            <p:nvPr/>
          </p:nvSpPr>
          <p:spPr>
            <a:xfrm>
              <a:off x="457064" y="134635"/>
              <a:ext cx="1523278" cy="361777"/>
            </a:xfrm>
            <a:prstGeom prst="rect">
              <a:avLst/>
            </a:prstGeom>
            <a:noFill/>
          </p:spPr>
          <p:txBody>
            <a:bodyPr wrap="none" rtlCol="0">
              <a:spAutoFit/>
            </a:bodyPr>
            <a:lstStyle/>
            <a:p>
              <a:r>
                <a:rPr lang="zh-TW" altLang="en-US" sz="1400">
                  <a:latin typeface="+mj-ea"/>
                  <a:ea typeface="+mj-ea"/>
                </a:rPr>
                <a:t>客戶端使用者</a:t>
              </a:r>
            </a:p>
          </p:txBody>
        </p:sp>
      </p:grpSp>
      <p:cxnSp>
        <p:nvCxnSpPr>
          <p:cNvPr id="21" name="直線單箭頭接點 20">
            <a:extLst>
              <a:ext uri="{FF2B5EF4-FFF2-40B4-BE49-F238E27FC236}">
                <a16:creationId xmlns:a16="http://schemas.microsoft.com/office/drawing/2014/main" id="{F4F7ABCF-1550-4903-AEBF-4846D8A01C5D}"/>
              </a:ext>
            </a:extLst>
          </p:cNvPr>
          <p:cNvCxnSpPr>
            <a:cxnSpLocks/>
          </p:cNvCxnSpPr>
          <p:nvPr/>
        </p:nvCxnSpPr>
        <p:spPr>
          <a:xfrm flipV="1">
            <a:off x="3162431" y="4904510"/>
            <a:ext cx="1492696" cy="103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4" name="群組 23"/>
          <p:cNvGrpSpPr/>
          <p:nvPr/>
        </p:nvGrpSpPr>
        <p:grpSpPr>
          <a:xfrm>
            <a:off x="5228650" y="4216387"/>
            <a:ext cx="1954436" cy="1800000"/>
            <a:chOff x="429958" y="3177310"/>
            <a:chExt cx="1954436" cy="1800000"/>
          </a:xfrm>
        </p:grpSpPr>
        <p:sp>
          <p:nvSpPr>
            <p:cNvPr id="25" name="橢圓 24"/>
            <p:cNvSpPr/>
            <p:nvPr/>
          </p:nvSpPr>
          <p:spPr>
            <a:xfrm>
              <a:off x="507176" y="3177310"/>
              <a:ext cx="1800000" cy="180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700" b="1">
                <a:latin typeface="Consolas" panose="020B0609020204030204" pitchFamily="49" charset="0"/>
              </a:endParaRPr>
            </a:p>
          </p:txBody>
        </p:sp>
        <p:sp>
          <p:nvSpPr>
            <p:cNvPr id="26" name="文字方塊 25"/>
            <p:cNvSpPr txBox="1"/>
            <p:nvPr/>
          </p:nvSpPr>
          <p:spPr>
            <a:xfrm>
              <a:off x="429958" y="3915727"/>
              <a:ext cx="1954436" cy="323165"/>
            </a:xfrm>
            <a:prstGeom prst="rect">
              <a:avLst/>
            </a:prstGeom>
            <a:noFill/>
          </p:spPr>
          <p:txBody>
            <a:bodyPr wrap="square" rtlCol="0">
              <a:spAutoFit/>
            </a:bodyPr>
            <a:lstStyle/>
            <a:p>
              <a:pPr algn="ctr"/>
              <a:r>
                <a:rPr lang="en-US" altLang="zh-TW" sz="1500">
                  <a:solidFill>
                    <a:schemeClr val="bg1"/>
                  </a:solidFill>
                  <a:latin typeface="Consolas" panose="020B0609020204030204" pitchFamily="49" charset="0"/>
                </a:rPr>
                <a:t>GetAllProduct.do</a:t>
              </a:r>
              <a:endParaRPr lang="zh-TW" altLang="en-US" sz="1500">
                <a:solidFill>
                  <a:schemeClr val="bg1"/>
                </a:solidFill>
                <a:latin typeface="Consolas" panose="020B0609020204030204" pitchFamily="49" charset="0"/>
              </a:endParaRPr>
            </a:p>
          </p:txBody>
        </p:sp>
      </p:grpSp>
      <p:sp>
        <p:nvSpPr>
          <p:cNvPr id="27" name="圓柱形 5">
            <a:extLst>
              <a:ext uri="{FF2B5EF4-FFF2-40B4-BE49-F238E27FC236}">
                <a16:creationId xmlns:a16="http://schemas.microsoft.com/office/drawing/2014/main" id="{948DF13F-B4B8-444C-96F4-4761821C4EC1}"/>
              </a:ext>
            </a:extLst>
          </p:cNvPr>
          <p:cNvSpPr/>
          <p:nvPr/>
        </p:nvSpPr>
        <p:spPr>
          <a:xfrm>
            <a:off x="9997816" y="4117903"/>
            <a:ext cx="1651634" cy="1996965"/>
          </a:xfrm>
          <a:prstGeom prst="can">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err="1">
                <a:solidFill>
                  <a:schemeClr val="tx1"/>
                </a:solidFill>
                <a:latin typeface="Consolas" panose="020B0609020204030204" pitchFamily="49" charset="0"/>
              </a:rPr>
              <a:t>DataBase</a:t>
            </a:r>
            <a:endParaRPr lang="zh-TW" altLang="en-US">
              <a:solidFill>
                <a:schemeClr val="tx1"/>
              </a:solidFill>
              <a:latin typeface="Consolas" panose="020B0609020204030204" pitchFamily="49" charset="0"/>
            </a:endParaRPr>
          </a:p>
        </p:txBody>
      </p:sp>
      <p:cxnSp>
        <p:nvCxnSpPr>
          <p:cNvPr id="28" name="直線單箭頭接點 27">
            <a:extLst>
              <a:ext uri="{FF2B5EF4-FFF2-40B4-BE49-F238E27FC236}">
                <a16:creationId xmlns:a16="http://schemas.microsoft.com/office/drawing/2014/main" id="{F4F7ABCF-1550-4903-AEBF-4846D8A01C5D}"/>
              </a:ext>
            </a:extLst>
          </p:cNvPr>
          <p:cNvCxnSpPr>
            <a:cxnSpLocks/>
          </p:cNvCxnSpPr>
          <p:nvPr/>
        </p:nvCxnSpPr>
        <p:spPr>
          <a:xfrm flipV="1">
            <a:off x="7756610" y="4894159"/>
            <a:ext cx="1492696" cy="103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文字方塊 28"/>
          <p:cNvSpPr txBox="1"/>
          <p:nvPr/>
        </p:nvSpPr>
        <p:spPr>
          <a:xfrm>
            <a:off x="3007075" y="4421601"/>
            <a:ext cx="1800493" cy="307777"/>
          </a:xfrm>
          <a:prstGeom prst="rect">
            <a:avLst/>
          </a:prstGeom>
          <a:noFill/>
        </p:spPr>
        <p:txBody>
          <a:bodyPr wrap="none" rtlCol="0">
            <a:spAutoFit/>
          </a:bodyPr>
          <a:lstStyle/>
          <a:p>
            <a:r>
              <a:rPr lang="zh-TW" altLang="en-US" sz="1400">
                <a:latin typeface="+mj-ea"/>
                <a:ea typeface="+mj-ea"/>
              </a:rPr>
              <a:t>給我所有商品的頁面</a:t>
            </a:r>
          </a:p>
        </p:txBody>
      </p:sp>
      <p:sp>
        <p:nvSpPr>
          <p:cNvPr id="30" name="文字方塊 29"/>
          <p:cNvSpPr txBox="1"/>
          <p:nvPr/>
        </p:nvSpPr>
        <p:spPr>
          <a:xfrm>
            <a:off x="7344620" y="5076774"/>
            <a:ext cx="2414444" cy="307777"/>
          </a:xfrm>
          <a:prstGeom prst="rect">
            <a:avLst/>
          </a:prstGeom>
          <a:noFill/>
        </p:spPr>
        <p:txBody>
          <a:bodyPr wrap="none" rtlCol="0">
            <a:spAutoFit/>
          </a:bodyPr>
          <a:lstStyle/>
          <a:p>
            <a:r>
              <a:rPr lang="zh-TW" altLang="en-US" sz="1400">
                <a:latin typeface="Consolas" panose="020B0609020204030204" pitchFamily="49" charset="0"/>
                <a:ea typeface="+mj-ea"/>
              </a:rPr>
              <a:t>使用</a:t>
            </a:r>
            <a:r>
              <a:rPr lang="en-US" altLang="zh-TW" sz="1400">
                <a:latin typeface="Consolas" panose="020B0609020204030204" pitchFamily="49" charset="0"/>
                <a:ea typeface="+mj-ea"/>
              </a:rPr>
              <a:t>JDBC</a:t>
            </a:r>
            <a:r>
              <a:rPr lang="zh-TW" altLang="en-US" sz="1400">
                <a:latin typeface="Consolas" panose="020B0609020204030204" pitchFamily="49" charset="0"/>
                <a:ea typeface="+mj-ea"/>
              </a:rPr>
              <a:t>取得所有商品資料</a:t>
            </a:r>
          </a:p>
        </p:txBody>
      </p:sp>
      <p:cxnSp>
        <p:nvCxnSpPr>
          <p:cNvPr id="31" name="直線單箭頭接點 30">
            <a:extLst>
              <a:ext uri="{FF2B5EF4-FFF2-40B4-BE49-F238E27FC236}">
                <a16:creationId xmlns:a16="http://schemas.microsoft.com/office/drawing/2014/main" id="{F4F7ABCF-1550-4903-AEBF-4846D8A01C5D}"/>
              </a:ext>
            </a:extLst>
          </p:cNvPr>
          <p:cNvCxnSpPr>
            <a:cxnSpLocks/>
          </p:cNvCxnSpPr>
          <p:nvPr/>
        </p:nvCxnSpPr>
        <p:spPr>
          <a:xfrm rot="10800000" flipV="1">
            <a:off x="7756610" y="5475800"/>
            <a:ext cx="1492696" cy="103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31">
            <a:extLst>
              <a:ext uri="{FF2B5EF4-FFF2-40B4-BE49-F238E27FC236}">
                <a16:creationId xmlns:a16="http://schemas.microsoft.com/office/drawing/2014/main" id="{F4F7ABCF-1550-4903-AEBF-4846D8A01C5D}"/>
              </a:ext>
            </a:extLst>
          </p:cNvPr>
          <p:cNvCxnSpPr>
            <a:cxnSpLocks/>
          </p:cNvCxnSpPr>
          <p:nvPr/>
        </p:nvCxnSpPr>
        <p:spPr>
          <a:xfrm rot="10800000" flipV="1">
            <a:off x="3160973" y="5486152"/>
            <a:ext cx="1492696" cy="103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文字方塊 33"/>
          <p:cNvSpPr txBox="1"/>
          <p:nvPr/>
        </p:nvSpPr>
        <p:spPr>
          <a:xfrm>
            <a:off x="2621428" y="5653164"/>
            <a:ext cx="3066865" cy="1169551"/>
          </a:xfrm>
          <a:prstGeom prst="rect">
            <a:avLst/>
          </a:prstGeom>
          <a:noFill/>
        </p:spPr>
        <p:txBody>
          <a:bodyPr wrap="none" rtlCol="0">
            <a:spAutoFit/>
          </a:bodyPr>
          <a:lstStyle/>
          <a:p>
            <a:r>
              <a:rPr lang="zh-TW" altLang="en-US" sz="1400">
                <a:latin typeface="Consolas" panose="020B0609020204030204" pitchFamily="49" charset="0"/>
                <a:ea typeface="+mj-ea"/>
              </a:rPr>
              <a:t>你要的頁面：</a:t>
            </a:r>
            <a:endParaRPr lang="en-US" altLang="zh-TW" sz="1400">
              <a:latin typeface="Consolas" panose="020B0609020204030204" pitchFamily="49" charset="0"/>
              <a:ea typeface="+mj-ea"/>
            </a:endParaRPr>
          </a:p>
          <a:p>
            <a:r>
              <a:rPr lang="en-US" altLang="zh-TW" sz="1400">
                <a:latin typeface="Consolas" panose="020B0609020204030204" pitchFamily="49" charset="0"/>
                <a:ea typeface="+mj-ea"/>
              </a:rPr>
              <a:t>out.write("&lt;!Doctype html&gt;");</a:t>
            </a:r>
          </a:p>
          <a:p>
            <a:r>
              <a:rPr lang="en-US" altLang="zh-TW" sz="1400">
                <a:latin typeface="Consolas" panose="020B0609020204030204" pitchFamily="49" charset="0"/>
              </a:rPr>
              <a:t>out.write("&lt;html&gt; ");</a:t>
            </a:r>
          </a:p>
          <a:p>
            <a:r>
              <a:rPr lang="en-US" altLang="zh-TW" sz="1400">
                <a:latin typeface="Consolas" panose="020B0609020204030204" pitchFamily="49" charset="0"/>
              </a:rPr>
              <a:t>out.write("&lt;head&gt;");</a:t>
            </a:r>
          </a:p>
          <a:p>
            <a:r>
              <a:rPr lang="en-US" altLang="zh-TW" sz="1400">
                <a:latin typeface="Consolas" panose="020B0609020204030204" pitchFamily="49" charset="0"/>
              </a:rPr>
              <a:t>out.write …</a:t>
            </a:r>
          </a:p>
        </p:txBody>
      </p:sp>
      <p:cxnSp>
        <p:nvCxnSpPr>
          <p:cNvPr id="36" name="直線接點 35"/>
          <p:cNvCxnSpPr/>
          <p:nvPr/>
        </p:nvCxnSpPr>
        <p:spPr>
          <a:xfrm>
            <a:off x="0" y="3657603"/>
            <a:ext cx="12192000" cy="4618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009676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561683" y="287978"/>
            <a:ext cx="7462982" cy="5905994"/>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投影片編號版面配置區 1">
            <a:extLst>
              <a:ext uri="{FF2B5EF4-FFF2-40B4-BE49-F238E27FC236}">
                <a16:creationId xmlns:a16="http://schemas.microsoft.com/office/drawing/2014/main" id="{A23DC972-E4FD-4F58-A1F5-AE84F294451F}"/>
              </a:ext>
            </a:extLst>
          </p:cNvPr>
          <p:cNvSpPr>
            <a:spLocks noGrp="1"/>
          </p:cNvSpPr>
          <p:nvPr>
            <p:ph type="sldNum" sz="quarter" idx="12"/>
          </p:nvPr>
        </p:nvSpPr>
        <p:spPr/>
        <p:txBody>
          <a:bodyPr/>
          <a:lstStyle/>
          <a:p>
            <a:fld id="{B521127C-0C56-461F-B517-0D483F216F7D}" type="slidenum">
              <a:rPr lang="zh-TW" altLang="en-US" smtClean="0"/>
              <a:t>84</a:t>
            </a:fld>
            <a:endParaRPr lang="zh-TW" altLang="en-US"/>
          </a:p>
        </p:txBody>
      </p:sp>
      <p:grpSp>
        <p:nvGrpSpPr>
          <p:cNvPr id="18" name="群組 17"/>
          <p:cNvGrpSpPr/>
          <p:nvPr/>
        </p:nvGrpSpPr>
        <p:grpSpPr>
          <a:xfrm>
            <a:off x="130275" y="753943"/>
            <a:ext cx="2215865" cy="2127802"/>
            <a:chOff x="-141695" y="14209"/>
            <a:chExt cx="2476255" cy="2294882"/>
          </a:xfrm>
        </p:grpSpPr>
        <p:pic>
          <p:nvPicPr>
            <p:cNvPr id="19" name="圖片 1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452" y="223983"/>
              <a:ext cx="2085108" cy="2085108"/>
            </a:xfrm>
            <a:prstGeom prst="rect">
              <a:avLst/>
            </a:prstGeom>
          </p:spPr>
        </p:pic>
        <p:sp>
          <p:nvSpPr>
            <p:cNvPr id="20" name="文字方塊 19"/>
            <p:cNvSpPr txBox="1"/>
            <p:nvPr/>
          </p:nvSpPr>
          <p:spPr>
            <a:xfrm>
              <a:off x="-141695" y="14209"/>
              <a:ext cx="2316605" cy="464721"/>
            </a:xfrm>
            <a:prstGeom prst="rect">
              <a:avLst/>
            </a:prstGeom>
            <a:noFill/>
          </p:spPr>
          <p:txBody>
            <a:bodyPr wrap="none" rtlCol="0">
              <a:spAutoFit/>
            </a:bodyPr>
            <a:lstStyle/>
            <a:p>
              <a:r>
                <a:rPr lang="zh-TW" altLang="en-US" sz="2200">
                  <a:latin typeface="+mj-ea"/>
                  <a:ea typeface="+mj-ea"/>
                </a:rPr>
                <a:t>客戶端使用者</a:t>
              </a:r>
              <a:r>
                <a:rPr lang="en-US" altLang="zh-TW" sz="2200">
                  <a:latin typeface="+mj-ea"/>
                  <a:ea typeface="+mj-ea"/>
                </a:rPr>
                <a:t>A</a:t>
              </a:r>
              <a:endParaRPr lang="zh-TW" altLang="en-US" sz="2200">
                <a:latin typeface="+mj-ea"/>
                <a:ea typeface="+mj-ea"/>
              </a:endParaRPr>
            </a:p>
          </p:txBody>
        </p:sp>
      </p:grpSp>
      <p:cxnSp>
        <p:nvCxnSpPr>
          <p:cNvPr id="21" name="直線單箭頭接點 20">
            <a:extLst>
              <a:ext uri="{FF2B5EF4-FFF2-40B4-BE49-F238E27FC236}">
                <a16:creationId xmlns:a16="http://schemas.microsoft.com/office/drawing/2014/main" id="{F4F7ABCF-1550-4903-AEBF-4846D8A01C5D}"/>
              </a:ext>
            </a:extLst>
          </p:cNvPr>
          <p:cNvCxnSpPr>
            <a:cxnSpLocks/>
          </p:cNvCxnSpPr>
          <p:nvPr/>
        </p:nvCxnSpPr>
        <p:spPr>
          <a:xfrm flipV="1">
            <a:off x="2783742" y="1348510"/>
            <a:ext cx="1492696" cy="103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4" name="群組 23"/>
          <p:cNvGrpSpPr/>
          <p:nvPr/>
        </p:nvGrpSpPr>
        <p:grpSpPr>
          <a:xfrm>
            <a:off x="4979268" y="1226445"/>
            <a:ext cx="1954436" cy="1800000"/>
            <a:chOff x="429958" y="3177310"/>
            <a:chExt cx="1954436" cy="1800000"/>
          </a:xfrm>
        </p:grpSpPr>
        <p:sp>
          <p:nvSpPr>
            <p:cNvPr id="25" name="橢圓 24"/>
            <p:cNvSpPr/>
            <p:nvPr/>
          </p:nvSpPr>
          <p:spPr>
            <a:xfrm>
              <a:off x="507176" y="3177310"/>
              <a:ext cx="1800000" cy="180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700" b="1">
                <a:latin typeface="Consolas" panose="020B0609020204030204" pitchFamily="49" charset="0"/>
              </a:endParaRPr>
            </a:p>
          </p:txBody>
        </p:sp>
        <p:sp>
          <p:nvSpPr>
            <p:cNvPr id="26" name="文字方塊 25"/>
            <p:cNvSpPr txBox="1"/>
            <p:nvPr/>
          </p:nvSpPr>
          <p:spPr>
            <a:xfrm>
              <a:off x="429958" y="3915727"/>
              <a:ext cx="1954436" cy="323165"/>
            </a:xfrm>
            <a:prstGeom prst="rect">
              <a:avLst/>
            </a:prstGeom>
            <a:noFill/>
          </p:spPr>
          <p:txBody>
            <a:bodyPr wrap="square" rtlCol="0">
              <a:spAutoFit/>
            </a:bodyPr>
            <a:lstStyle/>
            <a:p>
              <a:pPr algn="ctr"/>
              <a:r>
                <a:rPr lang="en-US" altLang="zh-TW" sz="1500">
                  <a:solidFill>
                    <a:schemeClr val="bg1"/>
                  </a:solidFill>
                  <a:latin typeface="Consolas" panose="020B0609020204030204" pitchFamily="49" charset="0"/>
                </a:rPr>
                <a:t>GetAllProduct.do</a:t>
              </a:r>
              <a:endParaRPr lang="zh-TW" altLang="en-US" sz="1500">
                <a:solidFill>
                  <a:schemeClr val="bg1"/>
                </a:solidFill>
                <a:latin typeface="Consolas" panose="020B0609020204030204" pitchFamily="49" charset="0"/>
              </a:endParaRPr>
            </a:p>
          </p:txBody>
        </p:sp>
      </p:grpSp>
      <p:sp>
        <p:nvSpPr>
          <p:cNvPr id="27" name="圓柱形 5">
            <a:extLst>
              <a:ext uri="{FF2B5EF4-FFF2-40B4-BE49-F238E27FC236}">
                <a16:creationId xmlns:a16="http://schemas.microsoft.com/office/drawing/2014/main" id="{948DF13F-B4B8-444C-96F4-4761821C4EC1}"/>
              </a:ext>
            </a:extLst>
          </p:cNvPr>
          <p:cNvSpPr/>
          <p:nvPr/>
        </p:nvSpPr>
        <p:spPr>
          <a:xfrm>
            <a:off x="10018966" y="1041021"/>
            <a:ext cx="1651634" cy="1996965"/>
          </a:xfrm>
          <a:prstGeom prst="can">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200" err="1">
                <a:solidFill>
                  <a:schemeClr val="tx1"/>
                </a:solidFill>
                <a:latin typeface="Consolas" panose="020B0609020204030204" pitchFamily="49" charset="0"/>
              </a:rPr>
              <a:t>DataBase</a:t>
            </a:r>
            <a:endParaRPr lang="zh-TW" altLang="en-US" sz="2200">
              <a:solidFill>
                <a:schemeClr val="tx1"/>
              </a:solidFill>
              <a:latin typeface="Consolas" panose="020B0609020204030204" pitchFamily="49" charset="0"/>
            </a:endParaRPr>
          </a:p>
        </p:txBody>
      </p:sp>
      <p:cxnSp>
        <p:nvCxnSpPr>
          <p:cNvPr id="28" name="直線單箭頭接點 27">
            <a:extLst>
              <a:ext uri="{FF2B5EF4-FFF2-40B4-BE49-F238E27FC236}">
                <a16:creationId xmlns:a16="http://schemas.microsoft.com/office/drawing/2014/main" id="{F4F7ABCF-1550-4903-AEBF-4846D8A01C5D}"/>
              </a:ext>
            </a:extLst>
          </p:cNvPr>
          <p:cNvCxnSpPr>
            <a:cxnSpLocks/>
          </p:cNvCxnSpPr>
          <p:nvPr/>
        </p:nvCxnSpPr>
        <p:spPr>
          <a:xfrm flipV="1">
            <a:off x="7624853" y="1796082"/>
            <a:ext cx="1492696" cy="103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文字方塊 28"/>
          <p:cNvSpPr txBox="1"/>
          <p:nvPr/>
        </p:nvSpPr>
        <p:spPr>
          <a:xfrm>
            <a:off x="2479433" y="856355"/>
            <a:ext cx="2262158" cy="369332"/>
          </a:xfrm>
          <a:prstGeom prst="rect">
            <a:avLst/>
          </a:prstGeom>
          <a:noFill/>
        </p:spPr>
        <p:txBody>
          <a:bodyPr wrap="none" rtlCol="0">
            <a:spAutoFit/>
          </a:bodyPr>
          <a:lstStyle/>
          <a:p>
            <a:r>
              <a:rPr lang="zh-TW" altLang="en-US">
                <a:latin typeface="+mj-ea"/>
                <a:ea typeface="+mj-ea"/>
              </a:rPr>
              <a:t>給我所有商品的頁面</a:t>
            </a:r>
          </a:p>
        </p:txBody>
      </p:sp>
      <p:sp>
        <p:nvSpPr>
          <p:cNvPr id="30" name="文字方塊 29"/>
          <p:cNvSpPr txBox="1"/>
          <p:nvPr/>
        </p:nvSpPr>
        <p:spPr>
          <a:xfrm>
            <a:off x="7007785" y="1934084"/>
            <a:ext cx="2845651" cy="353943"/>
          </a:xfrm>
          <a:prstGeom prst="rect">
            <a:avLst/>
          </a:prstGeom>
          <a:noFill/>
        </p:spPr>
        <p:txBody>
          <a:bodyPr wrap="none" rtlCol="0">
            <a:spAutoFit/>
          </a:bodyPr>
          <a:lstStyle/>
          <a:p>
            <a:r>
              <a:rPr lang="zh-TW" altLang="en-US" sz="1700">
                <a:latin typeface="Consolas" panose="020B0609020204030204" pitchFamily="49" charset="0"/>
                <a:ea typeface="+mj-ea"/>
              </a:rPr>
              <a:t>使用</a:t>
            </a:r>
            <a:r>
              <a:rPr lang="en-US" altLang="zh-TW" sz="1700">
                <a:latin typeface="Consolas" panose="020B0609020204030204" pitchFamily="49" charset="0"/>
                <a:ea typeface="+mj-ea"/>
              </a:rPr>
              <a:t>JDBC</a:t>
            </a:r>
            <a:r>
              <a:rPr lang="zh-TW" altLang="en-US" sz="1700">
                <a:latin typeface="Consolas" panose="020B0609020204030204" pitchFamily="49" charset="0"/>
                <a:ea typeface="+mj-ea"/>
              </a:rPr>
              <a:t>取得所有商品資料</a:t>
            </a:r>
          </a:p>
        </p:txBody>
      </p:sp>
      <p:cxnSp>
        <p:nvCxnSpPr>
          <p:cNvPr id="31" name="直線單箭頭接點 30">
            <a:extLst>
              <a:ext uri="{FF2B5EF4-FFF2-40B4-BE49-F238E27FC236}">
                <a16:creationId xmlns:a16="http://schemas.microsoft.com/office/drawing/2014/main" id="{F4F7ABCF-1550-4903-AEBF-4846D8A01C5D}"/>
              </a:ext>
            </a:extLst>
          </p:cNvPr>
          <p:cNvCxnSpPr>
            <a:cxnSpLocks/>
          </p:cNvCxnSpPr>
          <p:nvPr/>
        </p:nvCxnSpPr>
        <p:spPr>
          <a:xfrm rot="10800000" flipV="1">
            <a:off x="7624853" y="2377723"/>
            <a:ext cx="1492696" cy="103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3" name="群組 32"/>
          <p:cNvGrpSpPr/>
          <p:nvPr/>
        </p:nvGrpSpPr>
        <p:grpSpPr>
          <a:xfrm>
            <a:off x="4979268" y="4242848"/>
            <a:ext cx="1954436" cy="1800000"/>
            <a:chOff x="429958" y="3177310"/>
            <a:chExt cx="1954436" cy="1800000"/>
          </a:xfrm>
        </p:grpSpPr>
        <p:sp>
          <p:nvSpPr>
            <p:cNvPr id="35" name="橢圓 34"/>
            <p:cNvSpPr/>
            <p:nvPr/>
          </p:nvSpPr>
          <p:spPr>
            <a:xfrm>
              <a:off x="507176" y="3177310"/>
              <a:ext cx="1800000" cy="180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700" b="1">
                <a:latin typeface="Consolas" panose="020B0609020204030204" pitchFamily="49" charset="0"/>
              </a:endParaRPr>
            </a:p>
          </p:txBody>
        </p:sp>
        <p:sp>
          <p:nvSpPr>
            <p:cNvPr id="37" name="文字方塊 36"/>
            <p:cNvSpPr txBox="1"/>
            <p:nvPr/>
          </p:nvSpPr>
          <p:spPr>
            <a:xfrm>
              <a:off x="429958" y="3861866"/>
              <a:ext cx="1954436" cy="553998"/>
            </a:xfrm>
            <a:prstGeom prst="rect">
              <a:avLst/>
            </a:prstGeom>
            <a:noFill/>
          </p:spPr>
          <p:txBody>
            <a:bodyPr wrap="square" rtlCol="0">
              <a:spAutoFit/>
            </a:bodyPr>
            <a:lstStyle/>
            <a:p>
              <a:pPr algn="ctr"/>
              <a:r>
                <a:rPr lang="en-US" altLang="zh-TW" sz="3000">
                  <a:solidFill>
                    <a:schemeClr val="bg1"/>
                  </a:solidFill>
                  <a:latin typeface="Consolas" panose="020B0609020204030204" pitchFamily="49" charset="0"/>
                </a:rPr>
                <a:t>???</a:t>
              </a:r>
              <a:endParaRPr lang="zh-TW" altLang="en-US" sz="3000">
                <a:solidFill>
                  <a:schemeClr val="bg1"/>
                </a:solidFill>
                <a:latin typeface="Consolas" panose="020B0609020204030204" pitchFamily="49" charset="0"/>
              </a:endParaRPr>
            </a:p>
          </p:txBody>
        </p:sp>
      </p:grpSp>
      <p:sp>
        <p:nvSpPr>
          <p:cNvPr id="39" name="文字方塊 38"/>
          <p:cNvSpPr txBox="1"/>
          <p:nvPr/>
        </p:nvSpPr>
        <p:spPr>
          <a:xfrm>
            <a:off x="1606844" y="3601691"/>
            <a:ext cx="2262158" cy="369332"/>
          </a:xfrm>
          <a:prstGeom prst="rect">
            <a:avLst/>
          </a:prstGeom>
          <a:noFill/>
        </p:spPr>
        <p:txBody>
          <a:bodyPr wrap="none" rtlCol="0">
            <a:spAutoFit/>
          </a:bodyPr>
          <a:lstStyle/>
          <a:p>
            <a:r>
              <a:rPr lang="zh-TW" altLang="en-US">
                <a:latin typeface="+mj-ea"/>
                <a:ea typeface="+mj-ea"/>
              </a:rPr>
              <a:t>你要的所有商品頁面</a:t>
            </a:r>
          </a:p>
        </p:txBody>
      </p:sp>
      <p:cxnSp>
        <p:nvCxnSpPr>
          <p:cNvPr id="40" name="直線單箭頭接點 39">
            <a:extLst>
              <a:ext uri="{FF2B5EF4-FFF2-40B4-BE49-F238E27FC236}">
                <a16:creationId xmlns:a16="http://schemas.microsoft.com/office/drawing/2014/main" id="{F4F7ABCF-1550-4903-AEBF-4846D8A01C5D}"/>
              </a:ext>
            </a:extLst>
          </p:cNvPr>
          <p:cNvCxnSpPr>
            <a:cxnSpLocks/>
          </p:cNvCxnSpPr>
          <p:nvPr/>
        </p:nvCxnSpPr>
        <p:spPr>
          <a:xfrm>
            <a:off x="5956486" y="3157901"/>
            <a:ext cx="22707" cy="100467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文字方塊 40"/>
          <p:cNvSpPr txBox="1"/>
          <p:nvPr/>
        </p:nvSpPr>
        <p:spPr>
          <a:xfrm>
            <a:off x="6085613" y="3357524"/>
            <a:ext cx="3424069" cy="646331"/>
          </a:xfrm>
          <a:prstGeom prst="rect">
            <a:avLst/>
          </a:prstGeom>
          <a:noFill/>
        </p:spPr>
        <p:txBody>
          <a:bodyPr wrap="square" rtlCol="0">
            <a:spAutoFit/>
          </a:bodyPr>
          <a:lstStyle/>
          <a:p>
            <a:r>
              <a:rPr lang="zh-TW" altLang="en-US">
                <a:latin typeface="+mj-ea"/>
                <a:ea typeface="+mj-ea"/>
              </a:rPr>
              <a:t>這個盒子裡面有所有商品的資料</a:t>
            </a:r>
            <a:endParaRPr lang="en-US" altLang="zh-TW">
              <a:latin typeface="+mj-ea"/>
              <a:ea typeface="+mj-ea"/>
            </a:endParaRPr>
          </a:p>
          <a:p>
            <a:pPr algn="ctr"/>
            <a:r>
              <a:rPr lang="zh-TW" altLang="en-US">
                <a:latin typeface="+mj-ea"/>
                <a:ea typeface="+mj-ea"/>
              </a:rPr>
              <a:t>幫我回應給客戶端使用者</a:t>
            </a:r>
          </a:p>
        </p:txBody>
      </p:sp>
      <p:sp>
        <p:nvSpPr>
          <p:cNvPr id="5" name="矩形 4"/>
          <p:cNvSpPr/>
          <p:nvPr/>
        </p:nvSpPr>
        <p:spPr>
          <a:xfrm>
            <a:off x="5585452" y="376599"/>
            <a:ext cx="787482" cy="64649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a:solidFill>
                  <a:schemeClr val="tx1"/>
                </a:solidFill>
                <a:latin typeface="+mj-ea"/>
                <a:ea typeface="+mj-ea"/>
              </a:rPr>
              <a:t>盒子</a:t>
            </a:r>
          </a:p>
        </p:txBody>
      </p:sp>
      <p:cxnSp>
        <p:nvCxnSpPr>
          <p:cNvPr id="23" name="肘形接點 22"/>
          <p:cNvCxnSpPr/>
          <p:nvPr/>
        </p:nvCxnSpPr>
        <p:spPr>
          <a:xfrm rot="10800000">
            <a:off x="2768182" y="1915096"/>
            <a:ext cx="2124000" cy="3227753"/>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10629664" y="372277"/>
            <a:ext cx="1242649" cy="477054"/>
          </a:xfrm>
          <a:prstGeom prst="rect">
            <a:avLst/>
          </a:prstGeom>
        </p:spPr>
        <p:txBody>
          <a:bodyPr wrap="none">
            <a:spAutoFit/>
          </a:bodyPr>
          <a:lstStyle/>
          <a:p>
            <a:pPr algn="r"/>
            <a:r>
              <a:rPr lang="en-US" altLang="zh-TW" sz="2500" b="1">
                <a:latin typeface="Consolas" panose="020B0609020204030204" pitchFamily="49" charset="0"/>
              </a:rPr>
              <a:t>Server</a:t>
            </a:r>
          </a:p>
        </p:txBody>
      </p:sp>
    </p:spTree>
    <p:extLst>
      <p:ext uri="{BB962C8B-B14F-4D97-AF65-F5344CB8AC3E}">
        <p14:creationId xmlns:p14="http://schemas.microsoft.com/office/powerpoint/2010/main" val="336458389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sz="half" idx="2"/>
          </p:nvPr>
        </p:nvSpPr>
        <p:spPr>
          <a:xfrm>
            <a:off x="8331200" y="654967"/>
            <a:ext cx="3860800" cy="6203033"/>
          </a:xfrm>
        </p:spPr>
        <p:txBody>
          <a:bodyPr>
            <a:noAutofit/>
          </a:bodyPr>
          <a:lstStyle/>
          <a:p>
            <a:pPr algn="just">
              <a:spcBef>
                <a:spcPts val="1200"/>
              </a:spcBef>
            </a:pPr>
            <a:r>
              <a:rPr lang="zh-TW" altLang="en-US" sz="1600" b="1">
                <a:latin typeface="Consolas" panose="020B0609020204030204" pitchFamily="49" charset="0"/>
                <a:ea typeface="+mj-ea"/>
              </a:rPr>
              <a:t>原名叫做</a:t>
            </a:r>
            <a:r>
              <a:rPr lang="en-US" altLang="zh-TW" sz="1600" b="1">
                <a:latin typeface="Consolas" panose="020B0609020204030204" pitchFamily="49" charset="0"/>
                <a:ea typeface="+mj-ea"/>
              </a:rPr>
              <a:t>Java Server</a:t>
            </a:r>
            <a:r>
              <a:rPr lang="zh-TW" altLang="en-US" sz="1600" b="1">
                <a:latin typeface="Consolas" panose="020B0609020204030204" pitchFamily="49" charset="0"/>
                <a:ea typeface="+mj-ea"/>
              </a:rPr>
              <a:t> </a:t>
            </a:r>
            <a:r>
              <a:rPr lang="en-US" altLang="zh-TW" sz="1600" b="1">
                <a:latin typeface="Consolas" panose="020B0609020204030204" pitchFamily="49" charset="0"/>
                <a:ea typeface="+mj-ea"/>
              </a:rPr>
              <a:t>Pages</a:t>
            </a:r>
            <a:r>
              <a:rPr lang="zh-TW" altLang="en-US" sz="1600" b="1">
                <a:latin typeface="Consolas" panose="020B0609020204030204" pitchFamily="49" charset="0"/>
                <a:ea typeface="+mj-ea"/>
              </a:rPr>
              <a:t>，後因甲骨文公司</a:t>
            </a:r>
            <a:r>
              <a:rPr lang="en-US" altLang="zh-TW" sz="1600" b="1">
                <a:latin typeface="Consolas" panose="020B0609020204030204" pitchFamily="49" charset="0"/>
                <a:ea typeface="+mj-ea"/>
              </a:rPr>
              <a:t>(Oracle)</a:t>
            </a:r>
            <a:r>
              <a:rPr lang="zh-TW" altLang="en-US" sz="1600" b="1">
                <a:latin typeface="Consolas" panose="020B0609020204030204" pitchFamily="49" charset="0"/>
                <a:ea typeface="+mj-ea"/>
              </a:rPr>
              <a:t>將</a:t>
            </a:r>
            <a:r>
              <a:rPr lang="en-US" altLang="zh-TW" sz="1600" b="1">
                <a:latin typeface="Consolas" panose="020B0609020204030204" pitchFamily="49" charset="0"/>
                <a:ea typeface="+mj-ea"/>
              </a:rPr>
              <a:t>Java EE</a:t>
            </a:r>
            <a:r>
              <a:rPr lang="zh-TW" altLang="en-US" sz="1600" b="1">
                <a:latin typeface="Consolas" panose="020B0609020204030204" pitchFamily="49" charset="0"/>
                <a:ea typeface="+mj-ea"/>
              </a:rPr>
              <a:t>轉讓給</a:t>
            </a:r>
            <a:r>
              <a:rPr lang="en-US" altLang="zh-TW" sz="1600" b="1">
                <a:latin typeface="Consolas" panose="020B0609020204030204" pitchFamily="49" charset="0"/>
                <a:ea typeface="+mj-ea"/>
              </a:rPr>
              <a:t>Eclipse</a:t>
            </a:r>
            <a:r>
              <a:rPr lang="zh-TW" altLang="en-US" sz="1600" b="1">
                <a:latin typeface="Consolas" panose="020B0609020204030204" pitchFamily="49" charset="0"/>
                <a:ea typeface="+mj-ea"/>
              </a:rPr>
              <a:t>基金會，而在</a:t>
            </a:r>
            <a:r>
              <a:rPr lang="en-US" altLang="zh-TW" sz="1600" b="1">
                <a:latin typeface="Consolas" panose="020B0609020204030204" pitchFamily="49" charset="0"/>
                <a:ea typeface="+mj-ea"/>
              </a:rPr>
              <a:t>2018/02</a:t>
            </a:r>
            <a:r>
              <a:rPr lang="zh-TW" altLang="en-US" sz="1600" b="1">
                <a:latin typeface="Consolas" panose="020B0609020204030204" pitchFamily="49" charset="0"/>
                <a:ea typeface="+mj-ea"/>
              </a:rPr>
              <a:t>改名成</a:t>
            </a:r>
            <a:r>
              <a:rPr lang="en-US" altLang="zh-TW" sz="1600" b="1">
                <a:latin typeface="Consolas" panose="020B0609020204030204" pitchFamily="49" charset="0"/>
                <a:ea typeface="+mj-ea"/>
              </a:rPr>
              <a:t>Jakarta Server Page(</a:t>
            </a:r>
            <a:r>
              <a:rPr lang="zh-TW" altLang="en-US" sz="1600" b="1">
                <a:latin typeface="Consolas" panose="020B0609020204030204" pitchFamily="49" charset="0"/>
                <a:ea typeface="+mj-ea"/>
              </a:rPr>
              <a:t>因商標問題</a:t>
            </a:r>
            <a:r>
              <a:rPr lang="en-US" altLang="zh-TW" sz="1600" b="1">
                <a:latin typeface="Consolas" panose="020B0609020204030204" pitchFamily="49" charset="0"/>
                <a:ea typeface="+mj-ea"/>
              </a:rPr>
              <a:t>)</a:t>
            </a:r>
            <a:r>
              <a:rPr lang="zh-TW" altLang="en-US" sz="1600" b="1">
                <a:latin typeface="Consolas" panose="020B0609020204030204" pitchFamily="49" charset="0"/>
                <a:ea typeface="+mj-ea"/>
              </a:rPr>
              <a:t>。</a:t>
            </a:r>
            <a:endParaRPr lang="en-US" altLang="zh-TW" sz="1600" b="1">
              <a:latin typeface="Consolas" panose="020B0609020204030204" pitchFamily="49" charset="0"/>
              <a:ea typeface="+mj-ea"/>
            </a:endParaRPr>
          </a:p>
          <a:p>
            <a:pPr algn="just">
              <a:spcBef>
                <a:spcPts val="1200"/>
              </a:spcBef>
            </a:pPr>
            <a:r>
              <a:rPr lang="zh-TW" altLang="en-US" sz="1600" b="1">
                <a:latin typeface="Consolas" panose="020B0609020204030204" pitchFamily="49" charset="0"/>
                <a:ea typeface="+mj-ea"/>
              </a:rPr>
              <a:t>為了簡化動態網頁的建立，昇陽公司</a:t>
            </a:r>
            <a:r>
              <a:rPr lang="en-US" altLang="zh-TW" sz="1600" b="1">
                <a:latin typeface="Consolas" panose="020B0609020204030204" pitchFamily="49" charset="0"/>
                <a:ea typeface="+mj-ea"/>
              </a:rPr>
              <a:t>(Sun Microsystems)</a:t>
            </a:r>
            <a:r>
              <a:rPr lang="zh-TW" altLang="en-US" sz="1600" b="1">
                <a:latin typeface="Consolas" panose="020B0609020204030204" pitchFamily="49" charset="0"/>
                <a:ea typeface="+mj-ea"/>
              </a:rPr>
              <a:t>提出了</a:t>
            </a:r>
            <a:r>
              <a:rPr lang="en-US" altLang="zh-TW" sz="1600" b="1">
                <a:latin typeface="Consolas" panose="020B0609020204030204" pitchFamily="49" charset="0"/>
                <a:ea typeface="+mj-ea"/>
              </a:rPr>
              <a:t>JSP</a:t>
            </a:r>
            <a:r>
              <a:rPr lang="zh-TW" altLang="en-US" sz="1600" b="1">
                <a:latin typeface="Consolas" panose="020B0609020204030204" pitchFamily="49" charset="0"/>
                <a:ea typeface="+mj-ea"/>
              </a:rPr>
              <a:t>這項技術標準。</a:t>
            </a:r>
            <a:endParaRPr lang="en-US" altLang="zh-TW" sz="1600" b="1">
              <a:latin typeface="Consolas" panose="020B0609020204030204" pitchFamily="49" charset="0"/>
              <a:ea typeface="+mj-ea"/>
            </a:endParaRPr>
          </a:p>
          <a:p>
            <a:pPr algn="just">
              <a:spcBef>
                <a:spcPts val="1200"/>
              </a:spcBef>
            </a:pPr>
            <a:r>
              <a:rPr lang="zh-TW" altLang="en-US" sz="1600" b="1">
                <a:latin typeface="Consolas" panose="020B0609020204030204" pitchFamily="49" charset="0"/>
                <a:ea typeface="+mj-ea"/>
              </a:rPr>
              <a:t>只要在</a:t>
            </a:r>
            <a:r>
              <a:rPr lang="en-US" altLang="zh-TW" sz="1600" b="1">
                <a:latin typeface="Consolas" panose="020B0609020204030204" pitchFamily="49" charset="0"/>
                <a:ea typeface="+mj-ea"/>
              </a:rPr>
              <a:t>Html</a:t>
            </a:r>
            <a:r>
              <a:rPr lang="zh-TW" altLang="en-US" sz="1600" b="1">
                <a:latin typeface="Consolas" panose="020B0609020204030204" pitchFamily="49" charset="0"/>
                <a:ea typeface="+mj-ea"/>
              </a:rPr>
              <a:t>中加入</a:t>
            </a:r>
            <a:r>
              <a:rPr lang="en-US" altLang="zh-TW" sz="1600" b="1">
                <a:latin typeface="Consolas" panose="020B0609020204030204" pitchFamily="49" charset="0"/>
                <a:ea typeface="+mj-ea"/>
              </a:rPr>
              <a:t>Java</a:t>
            </a:r>
            <a:r>
              <a:rPr lang="zh-TW" altLang="en-US" sz="1600" b="1">
                <a:latin typeface="Consolas" panose="020B0609020204030204" pitchFamily="49" charset="0"/>
                <a:ea typeface="+mj-ea"/>
              </a:rPr>
              <a:t>程式片段和</a:t>
            </a:r>
            <a:r>
              <a:rPr lang="en-US" altLang="zh-TW" sz="1600" b="1">
                <a:latin typeface="Consolas" panose="020B0609020204030204" pitchFamily="49" charset="0"/>
                <a:ea typeface="+mj-ea"/>
              </a:rPr>
              <a:t>JSP</a:t>
            </a:r>
            <a:r>
              <a:rPr lang="zh-TW" altLang="en-US" sz="1600" b="1">
                <a:latin typeface="Consolas" panose="020B0609020204030204" pitchFamily="49" charset="0"/>
                <a:ea typeface="+mj-ea"/>
              </a:rPr>
              <a:t>標籤，且副檔名使用</a:t>
            </a:r>
            <a:r>
              <a:rPr lang="en-US" altLang="zh-TW" sz="1600" b="1">
                <a:latin typeface="Consolas" panose="020B0609020204030204" pitchFamily="49" charset="0"/>
                <a:ea typeface="+mj-ea"/>
              </a:rPr>
              <a:t>.jsp</a:t>
            </a:r>
            <a:r>
              <a:rPr lang="zh-TW" altLang="en-US" sz="1600" b="1">
                <a:latin typeface="Consolas" panose="020B0609020204030204" pitchFamily="49" charset="0"/>
                <a:ea typeface="+mj-ea"/>
              </a:rPr>
              <a:t>，即可構成</a:t>
            </a:r>
            <a:r>
              <a:rPr lang="en-US" altLang="zh-TW" sz="1600" b="1">
                <a:latin typeface="Consolas" panose="020B0609020204030204" pitchFamily="49" charset="0"/>
                <a:ea typeface="+mj-ea"/>
              </a:rPr>
              <a:t>JSP</a:t>
            </a:r>
            <a:r>
              <a:rPr lang="zh-TW" altLang="en-US" sz="1600" b="1">
                <a:latin typeface="Consolas" panose="020B0609020204030204" pitchFamily="49" charset="0"/>
                <a:ea typeface="+mj-ea"/>
              </a:rPr>
              <a:t>網頁。</a:t>
            </a:r>
          </a:p>
          <a:p>
            <a:pPr algn="just">
              <a:spcBef>
                <a:spcPts val="1200"/>
              </a:spcBef>
            </a:pPr>
            <a:r>
              <a:rPr lang="en-US" altLang="zh-TW" sz="1600" b="1">
                <a:latin typeface="Consolas" panose="020B0609020204030204" pitchFamily="49" charset="0"/>
                <a:ea typeface="+mj-ea"/>
              </a:rPr>
              <a:t>JSP</a:t>
            </a:r>
            <a:r>
              <a:rPr lang="zh-TW" altLang="en-US" sz="1600" b="1">
                <a:latin typeface="Consolas" panose="020B0609020204030204" pitchFamily="49" charset="0"/>
                <a:ea typeface="+mj-ea"/>
              </a:rPr>
              <a:t>存放位置和</a:t>
            </a:r>
            <a:r>
              <a:rPr lang="en-US" altLang="zh-TW" sz="1600" b="1">
                <a:latin typeface="Consolas" panose="020B0609020204030204" pitchFamily="49" charset="0"/>
                <a:ea typeface="+mj-ea"/>
              </a:rPr>
              <a:t>HTML</a:t>
            </a:r>
            <a:r>
              <a:rPr lang="zh-TW" altLang="en-US" sz="1600" b="1">
                <a:latin typeface="Consolas" panose="020B0609020204030204" pitchFamily="49" charset="0"/>
                <a:ea typeface="+mj-ea"/>
              </a:rPr>
              <a:t>存放位置相同，但要注意</a:t>
            </a:r>
            <a:r>
              <a:rPr lang="en-US" altLang="zh-TW" sz="1600" b="1">
                <a:latin typeface="Consolas" panose="020B0609020204030204" pitchFamily="49" charset="0"/>
                <a:ea typeface="+mj-ea"/>
              </a:rPr>
              <a:t>JSP</a:t>
            </a:r>
            <a:r>
              <a:rPr lang="zh-TW" altLang="en-US" sz="1600" b="1">
                <a:latin typeface="Consolas" panose="020B0609020204030204" pitchFamily="49" charset="0"/>
                <a:ea typeface="+mj-ea"/>
              </a:rPr>
              <a:t>是在後端執行的。</a:t>
            </a:r>
            <a:r>
              <a:rPr lang="en-US" altLang="zh-TW" sz="1600" b="1">
                <a:latin typeface="Consolas" panose="020B0609020204030204" pitchFamily="49" charset="0"/>
                <a:ea typeface="+mj-ea"/>
              </a:rPr>
              <a:t>JSP</a:t>
            </a:r>
            <a:r>
              <a:rPr lang="zh-TW" altLang="en-US" sz="1600" b="1">
                <a:latin typeface="Consolas" panose="020B0609020204030204" pitchFamily="49" charset="0"/>
                <a:ea typeface="+mj-ea"/>
              </a:rPr>
              <a:t>會轉換成</a:t>
            </a:r>
            <a:r>
              <a:rPr lang="en-US" altLang="zh-TW" sz="1600" b="1">
                <a:latin typeface="Consolas" panose="020B0609020204030204" pitchFamily="49" charset="0"/>
                <a:ea typeface="+mj-ea"/>
              </a:rPr>
              <a:t>Servlet</a:t>
            </a:r>
            <a:r>
              <a:rPr lang="zh-TW" altLang="en-US" sz="1600" b="1">
                <a:latin typeface="Consolas" panose="020B0609020204030204" pitchFamily="49" charset="0"/>
                <a:ea typeface="+mj-ea"/>
              </a:rPr>
              <a:t>，最後輸出成</a:t>
            </a:r>
            <a:r>
              <a:rPr lang="en-US" altLang="zh-TW" sz="1600" b="1">
                <a:latin typeface="Consolas" panose="020B0609020204030204" pitchFamily="49" charset="0"/>
                <a:ea typeface="+mj-ea"/>
              </a:rPr>
              <a:t>HTML</a:t>
            </a:r>
            <a:r>
              <a:rPr lang="zh-TW" altLang="en-US" sz="1600" b="1">
                <a:latin typeface="Consolas" panose="020B0609020204030204" pitchFamily="49" charset="0"/>
                <a:ea typeface="+mj-ea"/>
              </a:rPr>
              <a:t>。</a:t>
            </a:r>
            <a:endParaRPr lang="en-US" altLang="zh-TW" sz="1600" b="1">
              <a:latin typeface="Consolas" panose="020B0609020204030204" pitchFamily="49" charset="0"/>
              <a:ea typeface="+mj-ea"/>
            </a:endParaRPr>
          </a:p>
          <a:p>
            <a:pPr algn="just">
              <a:spcBef>
                <a:spcPts val="1200"/>
              </a:spcBef>
            </a:pPr>
            <a:r>
              <a:rPr lang="en-US" altLang="zh-TW" sz="1600" b="1">
                <a:latin typeface="Consolas" panose="020B0609020204030204" pitchFamily="49" charset="0"/>
                <a:ea typeface="+mj-ea"/>
              </a:rPr>
              <a:t>JSP</a:t>
            </a:r>
            <a:r>
              <a:rPr lang="zh-TW" altLang="en-US" sz="1600" b="1">
                <a:latin typeface="Consolas" panose="020B0609020204030204" pitchFamily="49" charset="0"/>
                <a:ea typeface="+mj-ea"/>
              </a:rPr>
              <a:t>生命週期與</a:t>
            </a:r>
            <a:r>
              <a:rPr lang="en-US" altLang="zh-TW" sz="1600" b="1">
                <a:latin typeface="Consolas" panose="020B0609020204030204" pitchFamily="49" charset="0"/>
                <a:ea typeface="+mj-ea"/>
              </a:rPr>
              <a:t>Servelt</a:t>
            </a:r>
            <a:r>
              <a:rPr lang="zh-TW" altLang="en-US" sz="1600" b="1">
                <a:latin typeface="Consolas" panose="020B0609020204030204" pitchFamily="49" charset="0"/>
                <a:ea typeface="+mj-ea"/>
              </a:rPr>
              <a:t>類似：</a:t>
            </a:r>
            <a:endParaRPr lang="en-US" altLang="zh-TW" sz="1600" b="1">
              <a:latin typeface="Consolas" panose="020B0609020204030204" pitchFamily="49" charset="0"/>
              <a:ea typeface="+mj-ea"/>
            </a:endParaRPr>
          </a:p>
          <a:p>
            <a:pPr algn="just">
              <a:spcBef>
                <a:spcPts val="0"/>
              </a:spcBef>
            </a:pPr>
            <a:r>
              <a:rPr lang="en-US" altLang="zh-TW" sz="1600" b="1">
                <a:latin typeface="Consolas" panose="020B0609020204030204" pitchFamily="49" charset="0"/>
                <a:ea typeface="+mj-ea"/>
              </a:rPr>
              <a:t>_jspInit()→</a:t>
            </a:r>
          </a:p>
          <a:p>
            <a:pPr algn="just">
              <a:spcBef>
                <a:spcPts val="0"/>
              </a:spcBef>
            </a:pPr>
            <a:r>
              <a:rPr lang="en-US" altLang="zh-TW" sz="1600" b="1">
                <a:latin typeface="Consolas" panose="020B0609020204030204" pitchFamily="49" charset="0"/>
                <a:ea typeface="+mj-ea"/>
              </a:rPr>
              <a:t>_jspService()→</a:t>
            </a:r>
          </a:p>
          <a:p>
            <a:pPr algn="just">
              <a:spcBef>
                <a:spcPts val="0"/>
              </a:spcBef>
            </a:pPr>
            <a:r>
              <a:rPr lang="en-US" altLang="zh-TW" sz="1600" b="1">
                <a:latin typeface="Consolas" panose="020B0609020204030204" pitchFamily="49" charset="0"/>
                <a:ea typeface="+mj-ea"/>
              </a:rPr>
              <a:t>_jspDestroy()</a:t>
            </a:r>
            <a:r>
              <a:rPr lang="zh-TW" altLang="en-US" sz="1600" b="1">
                <a:latin typeface="Consolas" panose="020B0609020204030204" pitchFamily="49" charset="0"/>
                <a:ea typeface="+mj-ea"/>
              </a:rPr>
              <a:t>。</a:t>
            </a:r>
            <a:endParaRPr lang="en-US" altLang="zh-TW" sz="1600" b="1">
              <a:latin typeface="Consolas" panose="020B0609020204030204" pitchFamily="49" charset="0"/>
              <a:ea typeface="+mj-ea"/>
            </a:endParaRPr>
          </a:p>
          <a:p>
            <a:pPr algn="just">
              <a:spcBef>
                <a:spcPts val="1200"/>
              </a:spcBef>
            </a:pPr>
            <a:r>
              <a:rPr lang="zh-TW" altLang="en-US" sz="1600" b="1">
                <a:latin typeface="Consolas" panose="020B0609020204030204" pitchFamily="49" charset="0"/>
                <a:ea typeface="+mj-ea"/>
              </a:rPr>
              <a:t>白話點說，</a:t>
            </a:r>
            <a:r>
              <a:rPr lang="en-US" altLang="zh-TW" sz="1600" b="1">
                <a:latin typeface="Consolas" panose="020B0609020204030204" pitchFamily="49" charset="0"/>
                <a:ea typeface="+mj-ea"/>
              </a:rPr>
              <a:t>JSP</a:t>
            </a:r>
            <a:r>
              <a:rPr lang="zh-TW" altLang="en-US" sz="1600" b="1">
                <a:latin typeface="Consolas" panose="020B0609020204030204" pitchFamily="49" charset="0"/>
                <a:ea typeface="+mj-ea"/>
              </a:rPr>
              <a:t>就像是個挖很多洞的模板頁面</a:t>
            </a:r>
            <a:r>
              <a:rPr lang="en-US" altLang="zh-TW" sz="1600" b="1">
                <a:latin typeface="Consolas" panose="020B0609020204030204" pitchFamily="49" charset="0"/>
                <a:ea typeface="+mj-ea"/>
              </a:rPr>
              <a:t>(Template</a:t>
            </a:r>
            <a:r>
              <a:rPr lang="zh-TW" altLang="en-US" sz="1600" b="1">
                <a:latin typeface="Consolas" panose="020B0609020204030204" pitchFamily="49" charset="0"/>
                <a:ea typeface="+mj-ea"/>
              </a:rPr>
              <a:t> </a:t>
            </a:r>
            <a:r>
              <a:rPr lang="en-US" altLang="zh-TW" sz="1600" b="1">
                <a:latin typeface="Consolas" panose="020B0609020204030204" pitchFamily="49" charset="0"/>
                <a:ea typeface="+mj-ea"/>
              </a:rPr>
              <a:t>Page)</a:t>
            </a:r>
            <a:r>
              <a:rPr lang="zh-TW" altLang="en-US" sz="1600" b="1">
                <a:latin typeface="Consolas" panose="020B0609020204030204" pitchFamily="49" charset="0"/>
                <a:ea typeface="+mj-ea"/>
              </a:rPr>
              <a:t>，需仰賴其他程式</a:t>
            </a:r>
            <a:r>
              <a:rPr lang="en-US" altLang="zh-TW" sz="1600" b="1">
                <a:latin typeface="Consolas" panose="020B0609020204030204" pitchFamily="49" charset="0"/>
                <a:ea typeface="+mj-ea"/>
              </a:rPr>
              <a:t>(Servlet)</a:t>
            </a:r>
            <a:r>
              <a:rPr lang="zh-TW" altLang="en-US" sz="1600" b="1">
                <a:latin typeface="Consolas" panose="020B0609020204030204" pitchFamily="49" charset="0"/>
                <a:ea typeface="+mj-ea"/>
              </a:rPr>
              <a:t>賦予值。</a:t>
            </a:r>
            <a:endParaRPr lang="en-US" altLang="zh-TW" sz="1600" b="1">
              <a:latin typeface="Consolas" panose="020B0609020204030204" pitchFamily="49" charset="0"/>
              <a:ea typeface="+mj-ea"/>
            </a:endParaRPr>
          </a:p>
          <a:p>
            <a:pPr algn="just">
              <a:spcBef>
                <a:spcPts val="1200"/>
              </a:spcBef>
            </a:pPr>
            <a:endParaRPr lang="en-US" altLang="zh-TW" sz="1600" b="1">
              <a:latin typeface="Consolas" panose="020B0609020204030204" pitchFamily="49" charset="0"/>
              <a:ea typeface="+mj-ea"/>
            </a:endParaRPr>
          </a:p>
          <a:p>
            <a:pPr algn="just">
              <a:spcBef>
                <a:spcPts val="1200"/>
              </a:spcBef>
            </a:pPr>
            <a:endParaRPr lang="en-US" altLang="zh-TW" sz="1600" b="1">
              <a:latin typeface="Consolas" panose="020B0609020204030204" pitchFamily="49" charset="0"/>
              <a:ea typeface="+mj-ea"/>
            </a:endParaRPr>
          </a:p>
          <a:p>
            <a:pPr algn="just">
              <a:spcBef>
                <a:spcPts val="1200"/>
              </a:spcBef>
            </a:pPr>
            <a:endParaRPr lang="zh-TW" altLang="en-US" sz="1600" b="1">
              <a:latin typeface="Consolas" panose="020B0609020204030204" pitchFamily="49" charset="0"/>
              <a:ea typeface="+mj-ea"/>
            </a:endParaRPr>
          </a:p>
          <a:p>
            <a:pPr algn="just">
              <a:spcBef>
                <a:spcPts val="1200"/>
              </a:spcBef>
            </a:pPr>
            <a:endParaRPr lang="zh-TW" altLang="en-US" sz="1600" b="1">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DE0C7043-5B7F-4E55-B9C2-004C86B4F74C}"/>
              </a:ext>
            </a:extLst>
          </p:cNvPr>
          <p:cNvSpPr>
            <a:spLocks noGrp="1"/>
          </p:cNvSpPr>
          <p:nvPr>
            <p:ph type="sldNum" sz="quarter" idx="12"/>
          </p:nvPr>
        </p:nvSpPr>
        <p:spPr/>
        <p:txBody>
          <a:bodyPr/>
          <a:lstStyle/>
          <a:p>
            <a:fld id="{B521127C-0C56-461F-B517-0D483F216F7D}" type="slidenum">
              <a:rPr lang="zh-TW" altLang="en-US" smtClean="0"/>
              <a:t>85</a:t>
            </a:fld>
            <a:endParaRPr lang="zh-TW" altLang="en-US"/>
          </a:p>
        </p:txBody>
      </p:sp>
      <p:sp>
        <p:nvSpPr>
          <p:cNvPr id="9" name="矩形 8"/>
          <p:cNvSpPr/>
          <p:nvPr/>
        </p:nvSpPr>
        <p:spPr>
          <a:xfrm>
            <a:off x="8331200" y="174836"/>
            <a:ext cx="3860800" cy="480131"/>
          </a:xfrm>
          <a:prstGeom prst="rect">
            <a:avLst/>
          </a:prstGeom>
        </p:spPr>
        <p:txBody>
          <a:bodyPr wrap="square">
            <a:spAutoFit/>
          </a:bodyPr>
          <a:lstStyle/>
          <a:p>
            <a:pPr algn="ctr" defTabSz="914400">
              <a:lnSpc>
                <a:spcPct val="90000"/>
              </a:lnSpc>
              <a:spcBef>
                <a:spcPct val="0"/>
              </a:spcBef>
            </a:pPr>
            <a:r>
              <a:rPr lang="en-US" altLang="zh-TW" sz="2800" b="1">
                <a:latin typeface="+mj-lt"/>
                <a:ea typeface="+mj-ea"/>
                <a:cs typeface="+mj-cs"/>
              </a:rPr>
              <a:t>JSP(Jakarta Server Pages)</a:t>
            </a:r>
            <a:endParaRPr lang="zh-TW" altLang="en-US" sz="2800" b="1">
              <a:latin typeface="+mj-lt"/>
              <a:ea typeface="+mj-ea"/>
              <a:cs typeface="+mj-cs"/>
            </a:endParaRPr>
          </a:p>
        </p:txBody>
      </p:sp>
      <p:pic>
        <p:nvPicPr>
          <p:cNvPr id="7" name="圖片 6">
            <a:extLst>
              <a:ext uri="{FF2B5EF4-FFF2-40B4-BE49-F238E27FC236}">
                <a16:creationId xmlns:a16="http://schemas.microsoft.com/office/drawing/2014/main" id="{1A13E195-C1F2-43F5-9D90-02D18410524C}"/>
              </a:ext>
            </a:extLst>
          </p:cNvPr>
          <p:cNvPicPr>
            <a:picLocks noChangeAspect="1"/>
          </p:cNvPicPr>
          <p:nvPr/>
        </p:nvPicPr>
        <p:blipFill>
          <a:blip r:embed="rId2"/>
          <a:stretch>
            <a:fillRect/>
          </a:stretch>
        </p:blipFill>
        <p:spPr>
          <a:xfrm>
            <a:off x="75334" y="52675"/>
            <a:ext cx="4412749" cy="3376325"/>
          </a:xfrm>
          <a:prstGeom prst="rect">
            <a:avLst/>
          </a:prstGeom>
        </p:spPr>
      </p:pic>
      <p:pic>
        <p:nvPicPr>
          <p:cNvPr id="10" name="圖片 9">
            <a:extLst>
              <a:ext uri="{FF2B5EF4-FFF2-40B4-BE49-F238E27FC236}">
                <a16:creationId xmlns:a16="http://schemas.microsoft.com/office/drawing/2014/main" id="{1284221E-DA60-4C5D-824E-5EAE6CC3C4D1}"/>
              </a:ext>
            </a:extLst>
          </p:cNvPr>
          <p:cNvPicPr>
            <a:picLocks noChangeAspect="1"/>
          </p:cNvPicPr>
          <p:nvPr/>
        </p:nvPicPr>
        <p:blipFill>
          <a:blip r:embed="rId3"/>
          <a:stretch>
            <a:fillRect/>
          </a:stretch>
        </p:blipFill>
        <p:spPr>
          <a:xfrm>
            <a:off x="1178805" y="3528291"/>
            <a:ext cx="7066107" cy="3277035"/>
          </a:xfrm>
          <a:prstGeom prst="rect">
            <a:avLst/>
          </a:prstGeom>
        </p:spPr>
      </p:pic>
      <p:sp>
        <p:nvSpPr>
          <p:cNvPr id="11" name="文字方塊 10">
            <a:extLst>
              <a:ext uri="{FF2B5EF4-FFF2-40B4-BE49-F238E27FC236}">
                <a16:creationId xmlns:a16="http://schemas.microsoft.com/office/drawing/2014/main" id="{8CCC348E-A6E0-4106-9DF0-F2E9343AB3EE}"/>
              </a:ext>
            </a:extLst>
          </p:cNvPr>
          <p:cNvSpPr txBox="1"/>
          <p:nvPr/>
        </p:nvSpPr>
        <p:spPr>
          <a:xfrm>
            <a:off x="4675833" y="316413"/>
            <a:ext cx="3467616" cy="338554"/>
          </a:xfrm>
          <a:prstGeom prst="rect">
            <a:avLst/>
          </a:prstGeom>
          <a:noFill/>
        </p:spPr>
        <p:txBody>
          <a:bodyPr wrap="none" rtlCol="0">
            <a:spAutoFit/>
          </a:bodyPr>
          <a:lstStyle/>
          <a:p>
            <a:r>
              <a:rPr lang="zh-TW" altLang="en-US" sz="1600">
                <a:latin typeface="+mj-ea"/>
                <a:ea typeface="+mj-ea"/>
              </a:rPr>
              <a:t>你不會想用這麼天才的寫法寫網頁的</a:t>
            </a:r>
          </a:p>
        </p:txBody>
      </p:sp>
      <p:cxnSp>
        <p:nvCxnSpPr>
          <p:cNvPr id="13" name="直線單箭頭接點 12">
            <a:extLst>
              <a:ext uri="{FF2B5EF4-FFF2-40B4-BE49-F238E27FC236}">
                <a16:creationId xmlns:a16="http://schemas.microsoft.com/office/drawing/2014/main" id="{51874AB3-0816-4298-AC14-37DDD4E1A370}"/>
              </a:ext>
            </a:extLst>
          </p:cNvPr>
          <p:cNvCxnSpPr>
            <a:cxnSpLocks/>
          </p:cNvCxnSpPr>
          <p:nvPr/>
        </p:nvCxnSpPr>
        <p:spPr>
          <a:xfrm flipV="1">
            <a:off x="4711858" y="754258"/>
            <a:ext cx="1697783" cy="12292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a:extLst>
              <a:ext uri="{FF2B5EF4-FFF2-40B4-BE49-F238E27FC236}">
                <a16:creationId xmlns:a16="http://schemas.microsoft.com/office/drawing/2014/main" id="{588D88A3-E1F2-4D54-8244-9DCC7361F395}"/>
              </a:ext>
            </a:extLst>
          </p:cNvPr>
          <p:cNvCxnSpPr>
            <a:cxnSpLocks/>
          </p:cNvCxnSpPr>
          <p:nvPr/>
        </p:nvCxnSpPr>
        <p:spPr>
          <a:xfrm flipH="1" flipV="1">
            <a:off x="6753599" y="2854036"/>
            <a:ext cx="616821" cy="5749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文字方塊 20">
            <a:extLst>
              <a:ext uri="{FF2B5EF4-FFF2-40B4-BE49-F238E27FC236}">
                <a16:creationId xmlns:a16="http://schemas.microsoft.com/office/drawing/2014/main" id="{6B3C2912-BAB5-4344-9802-5E7E0474FB35}"/>
              </a:ext>
            </a:extLst>
          </p:cNvPr>
          <p:cNvSpPr txBox="1"/>
          <p:nvPr/>
        </p:nvSpPr>
        <p:spPr>
          <a:xfrm>
            <a:off x="5234480" y="2211294"/>
            <a:ext cx="2350323" cy="584775"/>
          </a:xfrm>
          <a:prstGeom prst="rect">
            <a:avLst/>
          </a:prstGeom>
          <a:noFill/>
        </p:spPr>
        <p:txBody>
          <a:bodyPr wrap="none" rtlCol="0">
            <a:spAutoFit/>
          </a:bodyPr>
          <a:lstStyle/>
          <a:p>
            <a:r>
              <a:rPr lang="zh-TW" altLang="en-US" sz="1600">
                <a:latin typeface="+mj-ea"/>
                <a:ea typeface="+mj-ea"/>
              </a:rPr>
              <a:t>這種寫法有缺陷，</a:t>
            </a:r>
            <a:endParaRPr lang="en-US" altLang="zh-TW" sz="1600">
              <a:latin typeface="+mj-ea"/>
              <a:ea typeface="+mj-ea"/>
            </a:endParaRPr>
          </a:p>
          <a:p>
            <a:r>
              <a:rPr lang="zh-TW" altLang="en-US" sz="1600">
                <a:latin typeface="+mj-ea"/>
                <a:ea typeface="+mj-ea"/>
              </a:rPr>
              <a:t>但的確是</a:t>
            </a:r>
            <a:r>
              <a:rPr lang="en-US" altLang="zh-TW" sz="1600">
                <a:latin typeface="+mj-ea"/>
                <a:ea typeface="+mj-ea"/>
              </a:rPr>
              <a:t>JSP</a:t>
            </a:r>
            <a:r>
              <a:rPr lang="zh-TW" altLang="en-US" sz="1600">
                <a:latin typeface="+mj-ea"/>
                <a:ea typeface="+mj-ea"/>
              </a:rPr>
              <a:t>的一種展現</a:t>
            </a:r>
          </a:p>
        </p:txBody>
      </p:sp>
      <p:pic>
        <p:nvPicPr>
          <p:cNvPr id="22" name="圖片 21">
            <a:extLst>
              <a:ext uri="{FF2B5EF4-FFF2-40B4-BE49-F238E27FC236}">
                <a16:creationId xmlns:a16="http://schemas.microsoft.com/office/drawing/2014/main" id="{82AD2A27-ACBC-41B2-B3CC-21B501C289A7}"/>
              </a:ext>
            </a:extLst>
          </p:cNvPr>
          <p:cNvPicPr>
            <a:picLocks noChangeAspect="1"/>
          </p:cNvPicPr>
          <p:nvPr/>
        </p:nvPicPr>
        <p:blipFill>
          <a:blip r:embed="rId4"/>
          <a:stretch>
            <a:fillRect/>
          </a:stretch>
        </p:blipFill>
        <p:spPr>
          <a:xfrm>
            <a:off x="-4263818" y="7959387"/>
            <a:ext cx="9972675" cy="2457450"/>
          </a:xfrm>
          <a:prstGeom prst="rect">
            <a:avLst/>
          </a:prstGeom>
        </p:spPr>
      </p:pic>
      <p:pic>
        <p:nvPicPr>
          <p:cNvPr id="24" name="圖片 23">
            <a:extLst>
              <a:ext uri="{FF2B5EF4-FFF2-40B4-BE49-F238E27FC236}">
                <a16:creationId xmlns:a16="http://schemas.microsoft.com/office/drawing/2014/main" id="{8DEBD4FF-7763-466C-8044-173FC735490C}"/>
              </a:ext>
            </a:extLst>
          </p:cNvPr>
          <p:cNvPicPr>
            <a:picLocks noChangeAspect="1"/>
          </p:cNvPicPr>
          <p:nvPr/>
        </p:nvPicPr>
        <p:blipFill>
          <a:blip r:embed="rId5"/>
          <a:stretch>
            <a:fillRect/>
          </a:stretch>
        </p:blipFill>
        <p:spPr>
          <a:xfrm>
            <a:off x="6096000" y="7959387"/>
            <a:ext cx="7896225" cy="3438525"/>
          </a:xfrm>
          <a:prstGeom prst="rect">
            <a:avLst/>
          </a:prstGeom>
        </p:spPr>
      </p:pic>
    </p:spTree>
    <p:extLst>
      <p:ext uri="{BB962C8B-B14F-4D97-AF65-F5344CB8AC3E}">
        <p14:creationId xmlns:p14="http://schemas.microsoft.com/office/powerpoint/2010/main" val="376117711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561683" y="366790"/>
            <a:ext cx="7462982" cy="5905994"/>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投影片編號版面配置區 1">
            <a:extLst>
              <a:ext uri="{FF2B5EF4-FFF2-40B4-BE49-F238E27FC236}">
                <a16:creationId xmlns:a16="http://schemas.microsoft.com/office/drawing/2014/main" id="{A23DC972-E4FD-4F58-A1F5-AE84F294451F}"/>
              </a:ext>
            </a:extLst>
          </p:cNvPr>
          <p:cNvSpPr>
            <a:spLocks noGrp="1"/>
          </p:cNvSpPr>
          <p:nvPr>
            <p:ph type="sldNum" sz="quarter" idx="12"/>
          </p:nvPr>
        </p:nvSpPr>
        <p:spPr/>
        <p:txBody>
          <a:bodyPr/>
          <a:lstStyle/>
          <a:p>
            <a:fld id="{B521127C-0C56-461F-B517-0D483F216F7D}" type="slidenum">
              <a:rPr lang="zh-TW" altLang="en-US" smtClean="0"/>
              <a:t>86</a:t>
            </a:fld>
            <a:endParaRPr lang="zh-TW" altLang="en-US"/>
          </a:p>
        </p:txBody>
      </p:sp>
      <p:grpSp>
        <p:nvGrpSpPr>
          <p:cNvPr id="18" name="群組 17"/>
          <p:cNvGrpSpPr/>
          <p:nvPr/>
        </p:nvGrpSpPr>
        <p:grpSpPr>
          <a:xfrm>
            <a:off x="130275" y="753943"/>
            <a:ext cx="2215865" cy="2127802"/>
            <a:chOff x="-141695" y="14209"/>
            <a:chExt cx="2476255" cy="2294882"/>
          </a:xfrm>
        </p:grpSpPr>
        <p:pic>
          <p:nvPicPr>
            <p:cNvPr id="19" name="圖片 1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452" y="223983"/>
              <a:ext cx="2085108" cy="2085108"/>
            </a:xfrm>
            <a:prstGeom prst="rect">
              <a:avLst/>
            </a:prstGeom>
          </p:spPr>
        </p:pic>
        <p:sp>
          <p:nvSpPr>
            <p:cNvPr id="20" name="文字方塊 19"/>
            <p:cNvSpPr txBox="1"/>
            <p:nvPr/>
          </p:nvSpPr>
          <p:spPr>
            <a:xfrm>
              <a:off x="-141695" y="14209"/>
              <a:ext cx="2316605" cy="464721"/>
            </a:xfrm>
            <a:prstGeom prst="rect">
              <a:avLst/>
            </a:prstGeom>
            <a:noFill/>
          </p:spPr>
          <p:txBody>
            <a:bodyPr wrap="none" rtlCol="0">
              <a:spAutoFit/>
            </a:bodyPr>
            <a:lstStyle/>
            <a:p>
              <a:r>
                <a:rPr lang="zh-TW" altLang="en-US" sz="2200">
                  <a:latin typeface="+mj-ea"/>
                  <a:ea typeface="+mj-ea"/>
                </a:rPr>
                <a:t>客戶端使用者</a:t>
              </a:r>
              <a:r>
                <a:rPr lang="en-US" altLang="zh-TW" sz="2200">
                  <a:latin typeface="+mj-ea"/>
                  <a:ea typeface="+mj-ea"/>
                </a:rPr>
                <a:t>A</a:t>
              </a:r>
              <a:endParaRPr lang="zh-TW" altLang="en-US" sz="2200">
                <a:latin typeface="+mj-ea"/>
                <a:ea typeface="+mj-ea"/>
              </a:endParaRPr>
            </a:p>
          </p:txBody>
        </p:sp>
      </p:grpSp>
      <p:cxnSp>
        <p:nvCxnSpPr>
          <p:cNvPr id="21" name="直線單箭頭接點 20">
            <a:extLst>
              <a:ext uri="{FF2B5EF4-FFF2-40B4-BE49-F238E27FC236}">
                <a16:creationId xmlns:a16="http://schemas.microsoft.com/office/drawing/2014/main" id="{F4F7ABCF-1550-4903-AEBF-4846D8A01C5D}"/>
              </a:ext>
            </a:extLst>
          </p:cNvPr>
          <p:cNvCxnSpPr>
            <a:cxnSpLocks/>
          </p:cNvCxnSpPr>
          <p:nvPr/>
        </p:nvCxnSpPr>
        <p:spPr>
          <a:xfrm flipV="1">
            <a:off x="2783742" y="1348510"/>
            <a:ext cx="1492696" cy="103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4" name="群組 23"/>
          <p:cNvGrpSpPr/>
          <p:nvPr/>
        </p:nvGrpSpPr>
        <p:grpSpPr>
          <a:xfrm>
            <a:off x="4979268" y="1226445"/>
            <a:ext cx="1954436" cy="1800000"/>
            <a:chOff x="429958" y="3177310"/>
            <a:chExt cx="1954436" cy="1800000"/>
          </a:xfrm>
        </p:grpSpPr>
        <p:sp>
          <p:nvSpPr>
            <p:cNvPr id="25" name="橢圓 24"/>
            <p:cNvSpPr/>
            <p:nvPr/>
          </p:nvSpPr>
          <p:spPr>
            <a:xfrm>
              <a:off x="507176" y="3177310"/>
              <a:ext cx="1800000" cy="180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700" b="1">
                <a:latin typeface="Consolas" panose="020B0609020204030204" pitchFamily="49" charset="0"/>
              </a:endParaRPr>
            </a:p>
          </p:txBody>
        </p:sp>
        <p:sp>
          <p:nvSpPr>
            <p:cNvPr id="26" name="文字方塊 25"/>
            <p:cNvSpPr txBox="1"/>
            <p:nvPr/>
          </p:nvSpPr>
          <p:spPr>
            <a:xfrm>
              <a:off x="429958" y="3915727"/>
              <a:ext cx="1954436" cy="323165"/>
            </a:xfrm>
            <a:prstGeom prst="rect">
              <a:avLst/>
            </a:prstGeom>
            <a:noFill/>
          </p:spPr>
          <p:txBody>
            <a:bodyPr wrap="square" rtlCol="0">
              <a:spAutoFit/>
            </a:bodyPr>
            <a:lstStyle/>
            <a:p>
              <a:pPr algn="ctr"/>
              <a:r>
                <a:rPr lang="en-US" altLang="zh-TW" sz="1500">
                  <a:solidFill>
                    <a:schemeClr val="bg1"/>
                  </a:solidFill>
                  <a:latin typeface="Consolas" panose="020B0609020204030204" pitchFamily="49" charset="0"/>
                </a:rPr>
                <a:t>GetAllProduct.do</a:t>
              </a:r>
              <a:endParaRPr lang="zh-TW" altLang="en-US" sz="1500">
                <a:solidFill>
                  <a:schemeClr val="bg1"/>
                </a:solidFill>
                <a:latin typeface="Consolas" panose="020B0609020204030204" pitchFamily="49" charset="0"/>
              </a:endParaRPr>
            </a:p>
          </p:txBody>
        </p:sp>
      </p:grpSp>
      <p:sp>
        <p:nvSpPr>
          <p:cNvPr id="27" name="圓柱形 5">
            <a:extLst>
              <a:ext uri="{FF2B5EF4-FFF2-40B4-BE49-F238E27FC236}">
                <a16:creationId xmlns:a16="http://schemas.microsoft.com/office/drawing/2014/main" id="{948DF13F-B4B8-444C-96F4-4761821C4EC1}"/>
              </a:ext>
            </a:extLst>
          </p:cNvPr>
          <p:cNvSpPr/>
          <p:nvPr/>
        </p:nvSpPr>
        <p:spPr>
          <a:xfrm>
            <a:off x="10018966" y="1041021"/>
            <a:ext cx="1651634" cy="1996965"/>
          </a:xfrm>
          <a:prstGeom prst="can">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200" err="1">
                <a:solidFill>
                  <a:schemeClr val="tx1"/>
                </a:solidFill>
                <a:latin typeface="Consolas" panose="020B0609020204030204" pitchFamily="49" charset="0"/>
              </a:rPr>
              <a:t>DataBase</a:t>
            </a:r>
            <a:endParaRPr lang="zh-TW" altLang="en-US" sz="2200">
              <a:solidFill>
                <a:schemeClr val="tx1"/>
              </a:solidFill>
              <a:latin typeface="Consolas" panose="020B0609020204030204" pitchFamily="49" charset="0"/>
            </a:endParaRPr>
          </a:p>
        </p:txBody>
      </p:sp>
      <p:cxnSp>
        <p:nvCxnSpPr>
          <p:cNvPr id="28" name="直線單箭頭接點 27">
            <a:extLst>
              <a:ext uri="{FF2B5EF4-FFF2-40B4-BE49-F238E27FC236}">
                <a16:creationId xmlns:a16="http://schemas.microsoft.com/office/drawing/2014/main" id="{F4F7ABCF-1550-4903-AEBF-4846D8A01C5D}"/>
              </a:ext>
            </a:extLst>
          </p:cNvPr>
          <p:cNvCxnSpPr>
            <a:cxnSpLocks/>
          </p:cNvCxnSpPr>
          <p:nvPr/>
        </p:nvCxnSpPr>
        <p:spPr>
          <a:xfrm flipV="1">
            <a:off x="7624853" y="1796082"/>
            <a:ext cx="1492696" cy="103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文字方塊 28"/>
          <p:cNvSpPr txBox="1"/>
          <p:nvPr/>
        </p:nvSpPr>
        <p:spPr>
          <a:xfrm>
            <a:off x="2479433" y="856355"/>
            <a:ext cx="2262158" cy="369332"/>
          </a:xfrm>
          <a:prstGeom prst="rect">
            <a:avLst/>
          </a:prstGeom>
          <a:noFill/>
        </p:spPr>
        <p:txBody>
          <a:bodyPr wrap="none" rtlCol="0">
            <a:spAutoFit/>
          </a:bodyPr>
          <a:lstStyle/>
          <a:p>
            <a:r>
              <a:rPr lang="zh-TW" altLang="en-US">
                <a:latin typeface="+mj-ea"/>
                <a:ea typeface="+mj-ea"/>
              </a:rPr>
              <a:t>給我所有商品的頁面</a:t>
            </a:r>
          </a:p>
        </p:txBody>
      </p:sp>
      <p:sp>
        <p:nvSpPr>
          <p:cNvPr id="30" name="文字方塊 29"/>
          <p:cNvSpPr txBox="1"/>
          <p:nvPr/>
        </p:nvSpPr>
        <p:spPr>
          <a:xfrm>
            <a:off x="7007785" y="1934084"/>
            <a:ext cx="2845651" cy="353943"/>
          </a:xfrm>
          <a:prstGeom prst="rect">
            <a:avLst/>
          </a:prstGeom>
          <a:noFill/>
        </p:spPr>
        <p:txBody>
          <a:bodyPr wrap="none" rtlCol="0">
            <a:spAutoFit/>
          </a:bodyPr>
          <a:lstStyle/>
          <a:p>
            <a:r>
              <a:rPr lang="zh-TW" altLang="en-US" sz="1700">
                <a:latin typeface="Consolas" panose="020B0609020204030204" pitchFamily="49" charset="0"/>
                <a:ea typeface="+mj-ea"/>
              </a:rPr>
              <a:t>使用</a:t>
            </a:r>
            <a:r>
              <a:rPr lang="en-US" altLang="zh-TW" sz="1700">
                <a:latin typeface="Consolas" panose="020B0609020204030204" pitchFamily="49" charset="0"/>
                <a:ea typeface="+mj-ea"/>
              </a:rPr>
              <a:t>JDBC</a:t>
            </a:r>
            <a:r>
              <a:rPr lang="zh-TW" altLang="en-US" sz="1700">
                <a:latin typeface="Consolas" panose="020B0609020204030204" pitchFamily="49" charset="0"/>
                <a:ea typeface="+mj-ea"/>
              </a:rPr>
              <a:t>取得所有商品資料</a:t>
            </a:r>
          </a:p>
        </p:txBody>
      </p:sp>
      <p:cxnSp>
        <p:nvCxnSpPr>
          <p:cNvPr id="31" name="直線單箭頭接點 30">
            <a:extLst>
              <a:ext uri="{FF2B5EF4-FFF2-40B4-BE49-F238E27FC236}">
                <a16:creationId xmlns:a16="http://schemas.microsoft.com/office/drawing/2014/main" id="{F4F7ABCF-1550-4903-AEBF-4846D8A01C5D}"/>
              </a:ext>
            </a:extLst>
          </p:cNvPr>
          <p:cNvCxnSpPr>
            <a:cxnSpLocks/>
          </p:cNvCxnSpPr>
          <p:nvPr/>
        </p:nvCxnSpPr>
        <p:spPr>
          <a:xfrm rot="10800000" flipV="1">
            <a:off x="7624853" y="2377723"/>
            <a:ext cx="1492696" cy="103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3" name="群組 32"/>
          <p:cNvGrpSpPr/>
          <p:nvPr/>
        </p:nvGrpSpPr>
        <p:grpSpPr>
          <a:xfrm>
            <a:off x="4979268" y="4242848"/>
            <a:ext cx="1954436" cy="1800000"/>
            <a:chOff x="429958" y="3177310"/>
            <a:chExt cx="1954436" cy="1800000"/>
          </a:xfrm>
        </p:grpSpPr>
        <p:sp>
          <p:nvSpPr>
            <p:cNvPr id="35" name="橢圓 34"/>
            <p:cNvSpPr/>
            <p:nvPr/>
          </p:nvSpPr>
          <p:spPr>
            <a:xfrm>
              <a:off x="507176" y="3177310"/>
              <a:ext cx="1800000" cy="180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700" b="1">
                <a:latin typeface="Consolas" panose="020B0609020204030204" pitchFamily="49" charset="0"/>
              </a:endParaRPr>
            </a:p>
          </p:txBody>
        </p:sp>
        <p:sp>
          <p:nvSpPr>
            <p:cNvPr id="37" name="文字方塊 36"/>
            <p:cNvSpPr txBox="1"/>
            <p:nvPr/>
          </p:nvSpPr>
          <p:spPr>
            <a:xfrm>
              <a:off x="429958" y="3861866"/>
              <a:ext cx="1954436" cy="553998"/>
            </a:xfrm>
            <a:prstGeom prst="rect">
              <a:avLst/>
            </a:prstGeom>
            <a:noFill/>
          </p:spPr>
          <p:txBody>
            <a:bodyPr wrap="square" rtlCol="0">
              <a:spAutoFit/>
            </a:bodyPr>
            <a:lstStyle/>
            <a:p>
              <a:pPr algn="ctr"/>
              <a:r>
                <a:rPr lang="en-US" altLang="zh-TW" sz="3000">
                  <a:solidFill>
                    <a:schemeClr val="bg1"/>
                  </a:solidFill>
                  <a:latin typeface="Consolas" panose="020B0609020204030204" pitchFamily="49" charset="0"/>
                </a:rPr>
                <a:t>JSP</a:t>
              </a:r>
              <a:endParaRPr lang="zh-TW" altLang="en-US" sz="3000">
                <a:solidFill>
                  <a:schemeClr val="bg1"/>
                </a:solidFill>
                <a:latin typeface="Consolas" panose="020B0609020204030204" pitchFamily="49" charset="0"/>
              </a:endParaRPr>
            </a:p>
          </p:txBody>
        </p:sp>
      </p:grpSp>
      <p:sp>
        <p:nvSpPr>
          <p:cNvPr id="39" name="文字方塊 38"/>
          <p:cNvSpPr txBox="1"/>
          <p:nvPr/>
        </p:nvSpPr>
        <p:spPr>
          <a:xfrm>
            <a:off x="82040" y="3157901"/>
            <a:ext cx="3748141" cy="923330"/>
          </a:xfrm>
          <a:prstGeom prst="rect">
            <a:avLst/>
          </a:prstGeom>
          <a:noFill/>
        </p:spPr>
        <p:txBody>
          <a:bodyPr wrap="none" rtlCol="0">
            <a:spAutoFit/>
          </a:bodyPr>
          <a:lstStyle/>
          <a:p>
            <a:pPr algn="ctr"/>
            <a:r>
              <a:rPr lang="zh-TW" altLang="en-US">
                <a:latin typeface="+mj-ea"/>
                <a:ea typeface="+mj-ea"/>
              </a:rPr>
              <a:t>你要的所有商品頁面</a:t>
            </a:r>
            <a:endParaRPr lang="en-US" altLang="zh-TW">
              <a:latin typeface="+mj-ea"/>
              <a:ea typeface="+mj-ea"/>
            </a:endParaRPr>
          </a:p>
          <a:p>
            <a:pPr algn="ctr"/>
            <a:r>
              <a:rPr lang="en-US" altLang="zh-TW">
                <a:latin typeface="+mj-ea"/>
                <a:ea typeface="+mj-ea"/>
              </a:rPr>
              <a:t>(</a:t>
            </a:r>
            <a:r>
              <a:rPr lang="zh-TW" altLang="en-US">
                <a:latin typeface="+mj-ea"/>
                <a:ea typeface="+mj-ea"/>
              </a:rPr>
              <a:t>最後使用者收到的會是</a:t>
            </a:r>
            <a:r>
              <a:rPr lang="en-US" altLang="zh-TW">
                <a:latin typeface="+mj-ea"/>
                <a:ea typeface="+mj-ea"/>
              </a:rPr>
              <a:t>HTML</a:t>
            </a:r>
            <a:r>
              <a:rPr lang="zh-TW" altLang="en-US">
                <a:latin typeface="+mj-ea"/>
                <a:ea typeface="+mj-ea"/>
              </a:rPr>
              <a:t>頁面</a:t>
            </a:r>
            <a:r>
              <a:rPr lang="en-US" altLang="zh-TW">
                <a:latin typeface="+mj-ea"/>
                <a:ea typeface="+mj-ea"/>
              </a:rPr>
              <a:t>)</a:t>
            </a:r>
          </a:p>
          <a:p>
            <a:pPr algn="ctr"/>
            <a:r>
              <a:rPr lang="en-US" altLang="zh-TW">
                <a:latin typeface="+mj-ea"/>
                <a:ea typeface="+mj-ea"/>
              </a:rPr>
              <a:t>(</a:t>
            </a:r>
            <a:r>
              <a:rPr lang="zh-TW" altLang="en-US">
                <a:latin typeface="+mj-ea"/>
                <a:ea typeface="+mj-ea"/>
              </a:rPr>
              <a:t>但資源名稱還是</a:t>
            </a:r>
            <a:r>
              <a:rPr lang="en-US" altLang="zh-TW">
                <a:latin typeface="+mj-ea"/>
                <a:ea typeface="+mj-ea"/>
              </a:rPr>
              <a:t>.jsp</a:t>
            </a:r>
            <a:r>
              <a:rPr lang="zh-TW" altLang="en-US">
                <a:latin typeface="+mj-ea"/>
                <a:ea typeface="+mj-ea"/>
              </a:rPr>
              <a:t>或</a:t>
            </a:r>
            <a:r>
              <a:rPr lang="en-US" altLang="zh-TW">
                <a:latin typeface="+mj-ea"/>
                <a:ea typeface="+mj-ea"/>
              </a:rPr>
              <a:t>.do)</a:t>
            </a:r>
            <a:endParaRPr lang="zh-TW" altLang="en-US">
              <a:latin typeface="+mj-ea"/>
              <a:ea typeface="+mj-ea"/>
            </a:endParaRPr>
          </a:p>
        </p:txBody>
      </p:sp>
      <p:cxnSp>
        <p:nvCxnSpPr>
          <p:cNvPr id="40" name="直線單箭頭接點 39">
            <a:extLst>
              <a:ext uri="{FF2B5EF4-FFF2-40B4-BE49-F238E27FC236}">
                <a16:creationId xmlns:a16="http://schemas.microsoft.com/office/drawing/2014/main" id="{F4F7ABCF-1550-4903-AEBF-4846D8A01C5D}"/>
              </a:ext>
            </a:extLst>
          </p:cNvPr>
          <p:cNvCxnSpPr>
            <a:cxnSpLocks/>
          </p:cNvCxnSpPr>
          <p:nvPr/>
        </p:nvCxnSpPr>
        <p:spPr>
          <a:xfrm>
            <a:off x="5956486" y="3157901"/>
            <a:ext cx="22707" cy="100467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5562745" y="458460"/>
            <a:ext cx="787482" cy="64649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a:solidFill>
                  <a:schemeClr val="tx1"/>
                </a:solidFill>
                <a:latin typeface="+mj-ea"/>
                <a:ea typeface="+mj-ea"/>
              </a:rPr>
              <a:t>盒子</a:t>
            </a:r>
          </a:p>
        </p:txBody>
      </p:sp>
      <p:cxnSp>
        <p:nvCxnSpPr>
          <p:cNvPr id="23" name="肘形接點 22"/>
          <p:cNvCxnSpPr/>
          <p:nvPr/>
        </p:nvCxnSpPr>
        <p:spPr>
          <a:xfrm rot="10800000">
            <a:off x="2768182" y="1915096"/>
            <a:ext cx="2124000" cy="3227753"/>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10629664" y="372277"/>
            <a:ext cx="1242649" cy="477054"/>
          </a:xfrm>
          <a:prstGeom prst="rect">
            <a:avLst/>
          </a:prstGeom>
        </p:spPr>
        <p:txBody>
          <a:bodyPr wrap="none">
            <a:spAutoFit/>
          </a:bodyPr>
          <a:lstStyle/>
          <a:p>
            <a:pPr algn="r"/>
            <a:r>
              <a:rPr lang="en-US" altLang="zh-TW" sz="2500" b="1">
                <a:latin typeface="Consolas" panose="020B0609020204030204" pitchFamily="49" charset="0"/>
              </a:rPr>
              <a:t>Server</a:t>
            </a:r>
          </a:p>
        </p:txBody>
      </p:sp>
      <p:sp>
        <p:nvSpPr>
          <p:cNvPr id="32" name="文字方塊 31"/>
          <p:cNvSpPr txBox="1"/>
          <p:nvPr/>
        </p:nvSpPr>
        <p:spPr>
          <a:xfrm>
            <a:off x="6988896" y="4542683"/>
            <a:ext cx="5057795" cy="1323439"/>
          </a:xfrm>
          <a:prstGeom prst="rect">
            <a:avLst/>
          </a:prstGeom>
          <a:noFill/>
        </p:spPr>
        <p:txBody>
          <a:bodyPr wrap="none" rtlCol="0">
            <a:spAutoFit/>
          </a:bodyPr>
          <a:lstStyle/>
          <a:p>
            <a:r>
              <a:rPr lang="zh-TW" altLang="en-US" sz="2000">
                <a:latin typeface="Consolas" panose="020B0609020204030204" pitchFamily="49" charset="0"/>
                <a:ea typeface="+mj-ea"/>
              </a:rPr>
              <a:t>裡面寫好了很多固定的</a:t>
            </a:r>
            <a:r>
              <a:rPr lang="en-US" altLang="zh-TW" sz="2000">
                <a:latin typeface="Consolas" panose="020B0609020204030204" pitchFamily="49" charset="0"/>
                <a:ea typeface="+mj-ea"/>
              </a:rPr>
              <a:t>HTML</a:t>
            </a:r>
            <a:r>
              <a:rPr lang="zh-TW" altLang="en-US" sz="2000">
                <a:latin typeface="Consolas" panose="020B0609020204030204" pitchFamily="49" charset="0"/>
                <a:ea typeface="+mj-ea"/>
              </a:rPr>
              <a:t>樣板，</a:t>
            </a:r>
            <a:endParaRPr lang="en-US" altLang="zh-TW" sz="2000">
              <a:latin typeface="Consolas" panose="020B0609020204030204" pitchFamily="49" charset="0"/>
              <a:ea typeface="+mj-ea"/>
            </a:endParaRPr>
          </a:p>
          <a:p>
            <a:r>
              <a:rPr lang="zh-TW" altLang="en-US" sz="2000">
                <a:latin typeface="Consolas" panose="020B0609020204030204" pitchFamily="49" charset="0"/>
                <a:ea typeface="+mj-ea"/>
              </a:rPr>
              <a:t>與很多待填入資料的「洞」。</a:t>
            </a:r>
            <a:endParaRPr lang="en-US" altLang="zh-TW" sz="2000">
              <a:latin typeface="Consolas" panose="020B0609020204030204" pitchFamily="49" charset="0"/>
              <a:ea typeface="+mj-ea"/>
            </a:endParaRPr>
          </a:p>
          <a:p>
            <a:r>
              <a:rPr lang="zh-TW" altLang="en-US" sz="2000">
                <a:latin typeface="Consolas" panose="020B0609020204030204" pitchFamily="49" charset="0"/>
                <a:ea typeface="+mj-ea"/>
              </a:rPr>
              <a:t>把盒子裡面的物件取出後，放入挖好的洞，</a:t>
            </a:r>
            <a:endParaRPr lang="en-US" altLang="zh-TW" sz="2000">
              <a:latin typeface="Consolas" panose="020B0609020204030204" pitchFamily="49" charset="0"/>
              <a:ea typeface="+mj-ea"/>
            </a:endParaRPr>
          </a:p>
          <a:p>
            <a:r>
              <a:rPr lang="zh-TW" altLang="en-US" sz="2000">
                <a:latin typeface="Consolas" panose="020B0609020204030204" pitchFamily="49" charset="0"/>
                <a:ea typeface="+mj-ea"/>
              </a:rPr>
              <a:t>最後全部轉為</a:t>
            </a:r>
            <a:r>
              <a:rPr lang="en-US" altLang="zh-TW" sz="2000">
                <a:latin typeface="Consolas" panose="020B0609020204030204" pitchFamily="49" charset="0"/>
                <a:ea typeface="+mj-ea"/>
              </a:rPr>
              <a:t>HTML</a:t>
            </a:r>
            <a:r>
              <a:rPr lang="zh-TW" altLang="en-US" sz="2000">
                <a:latin typeface="Consolas" panose="020B0609020204030204" pitchFamily="49" charset="0"/>
                <a:ea typeface="+mj-ea"/>
              </a:rPr>
              <a:t>輸出給客戶端。</a:t>
            </a:r>
          </a:p>
        </p:txBody>
      </p:sp>
      <p:pic>
        <p:nvPicPr>
          <p:cNvPr id="34" name="圖片 33">
            <a:extLst>
              <a:ext uri="{FF2B5EF4-FFF2-40B4-BE49-F238E27FC236}">
                <a16:creationId xmlns:a16="http://schemas.microsoft.com/office/drawing/2014/main" id="{1284221E-DA60-4C5D-824E-5EAE6CC3C4D1}"/>
              </a:ext>
            </a:extLst>
          </p:cNvPr>
          <p:cNvPicPr>
            <a:picLocks noChangeAspect="1"/>
          </p:cNvPicPr>
          <p:nvPr/>
        </p:nvPicPr>
        <p:blipFill>
          <a:blip r:embed="rId3"/>
          <a:stretch>
            <a:fillRect/>
          </a:stretch>
        </p:blipFill>
        <p:spPr>
          <a:xfrm>
            <a:off x="83713" y="5125868"/>
            <a:ext cx="3500315" cy="1623335"/>
          </a:xfrm>
          <a:prstGeom prst="rect">
            <a:avLst/>
          </a:prstGeom>
        </p:spPr>
      </p:pic>
      <p:sp>
        <p:nvSpPr>
          <p:cNvPr id="36" name="矩形 35"/>
          <p:cNvSpPr/>
          <p:nvPr/>
        </p:nvSpPr>
        <p:spPr>
          <a:xfrm>
            <a:off x="7519179" y="3153541"/>
            <a:ext cx="1332000" cy="1332000"/>
          </a:xfrm>
          <a:prstGeom prst="rect">
            <a:avLst/>
          </a:prstGeom>
          <a:solidFill>
            <a:srgbClr val="1CEBB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a:solidFill>
                  <a:schemeClr val="tx1"/>
                </a:solidFill>
                <a:latin typeface="+mj-ea"/>
                <a:ea typeface="+mj-ea"/>
              </a:rPr>
              <a:t>使用者</a:t>
            </a:r>
            <a:r>
              <a:rPr lang="en-US" altLang="zh-TW" sz="1600">
                <a:solidFill>
                  <a:schemeClr val="tx1"/>
                </a:solidFill>
                <a:latin typeface="+mj-ea"/>
                <a:ea typeface="+mj-ea"/>
              </a:rPr>
              <a:t>A</a:t>
            </a:r>
          </a:p>
          <a:p>
            <a:pPr algn="ctr"/>
            <a:r>
              <a:rPr lang="zh-TW" altLang="en-US" sz="1600">
                <a:solidFill>
                  <a:schemeClr val="tx1"/>
                </a:solidFill>
                <a:latin typeface="+mj-ea"/>
                <a:ea typeface="+mj-ea"/>
              </a:rPr>
              <a:t>專用的盒子</a:t>
            </a:r>
          </a:p>
        </p:txBody>
      </p:sp>
      <p:sp>
        <p:nvSpPr>
          <p:cNvPr id="38" name="矩形 37"/>
          <p:cNvSpPr/>
          <p:nvPr/>
        </p:nvSpPr>
        <p:spPr>
          <a:xfrm>
            <a:off x="9018115" y="3153541"/>
            <a:ext cx="1332000" cy="1332000"/>
          </a:xfrm>
          <a:prstGeom prst="rect">
            <a:avLst/>
          </a:prstGeom>
          <a:solidFill>
            <a:srgbClr val="F2F2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a:solidFill>
                  <a:schemeClr val="tx1"/>
                </a:solidFill>
                <a:latin typeface="+mj-ea"/>
                <a:ea typeface="+mj-ea"/>
              </a:rPr>
              <a:t>大家都可以使用的盒子</a:t>
            </a:r>
          </a:p>
        </p:txBody>
      </p:sp>
      <p:sp>
        <p:nvSpPr>
          <p:cNvPr id="42" name="矩形 41"/>
          <p:cNvSpPr/>
          <p:nvPr/>
        </p:nvSpPr>
        <p:spPr>
          <a:xfrm>
            <a:off x="10500217" y="3153541"/>
            <a:ext cx="1332000" cy="13320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a:solidFill>
                  <a:schemeClr val="tx1"/>
                </a:solidFill>
                <a:latin typeface="+mj-ea"/>
                <a:ea typeface="+mj-ea"/>
              </a:rPr>
              <a:t>用完就不見的盒子</a:t>
            </a:r>
            <a:endParaRPr lang="en-US" altLang="zh-TW" sz="1600" b="1">
              <a:solidFill>
                <a:schemeClr val="tx1"/>
              </a:solidFill>
              <a:latin typeface="+mj-ea"/>
              <a:ea typeface="+mj-ea"/>
            </a:endParaRPr>
          </a:p>
          <a:p>
            <a:pPr algn="ctr"/>
            <a:r>
              <a:rPr lang="en-US" altLang="zh-TW" sz="1600" b="1">
                <a:solidFill>
                  <a:schemeClr val="tx1"/>
                </a:solidFill>
                <a:latin typeface="+mj-ea"/>
                <a:ea typeface="+mj-ea"/>
              </a:rPr>
              <a:t>(</a:t>
            </a:r>
            <a:r>
              <a:rPr lang="zh-TW" altLang="en-US" sz="1600" b="1">
                <a:solidFill>
                  <a:schemeClr val="tx1"/>
                </a:solidFill>
                <a:latin typeface="+mj-ea"/>
                <a:ea typeface="+mj-ea"/>
              </a:rPr>
              <a:t>回應完成</a:t>
            </a:r>
            <a:r>
              <a:rPr lang="en-US" altLang="zh-TW" sz="1600" b="1">
                <a:solidFill>
                  <a:schemeClr val="tx1"/>
                </a:solidFill>
                <a:latin typeface="+mj-ea"/>
                <a:ea typeface="+mj-ea"/>
              </a:rPr>
              <a:t>)</a:t>
            </a:r>
            <a:endParaRPr lang="zh-TW" altLang="en-US" sz="1600" b="1">
              <a:solidFill>
                <a:schemeClr val="tx1"/>
              </a:solidFill>
              <a:latin typeface="+mj-ea"/>
              <a:ea typeface="+mj-ea"/>
            </a:endParaRPr>
          </a:p>
        </p:txBody>
      </p:sp>
    </p:spTree>
    <p:extLst>
      <p:ext uri="{BB962C8B-B14F-4D97-AF65-F5344CB8AC3E}">
        <p14:creationId xmlns:p14="http://schemas.microsoft.com/office/powerpoint/2010/main" val="321261984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sz="half" idx="2"/>
          </p:nvPr>
        </p:nvSpPr>
        <p:spPr>
          <a:xfrm>
            <a:off x="8331200" y="654967"/>
            <a:ext cx="3860800" cy="6203033"/>
          </a:xfrm>
        </p:spPr>
        <p:txBody>
          <a:bodyPr>
            <a:noAutofit/>
          </a:bodyPr>
          <a:lstStyle/>
          <a:p>
            <a:pPr algn="just">
              <a:spcBef>
                <a:spcPts val="1200"/>
              </a:spcBef>
            </a:pPr>
            <a:r>
              <a:rPr lang="en-US" altLang="zh-TW" sz="2000" b="1">
                <a:latin typeface="Consolas" panose="020B0609020204030204" pitchFamily="49" charset="0"/>
                <a:ea typeface="+mj-ea"/>
              </a:rPr>
              <a:t>JSP</a:t>
            </a:r>
            <a:r>
              <a:rPr lang="zh-TW" altLang="en-US" sz="2000" b="1">
                <a:latin typeface="Consolas" panose="020B0609020204030204" pitchFamily="49" charset="0"/>
                <a:ea typeface="+mj-ea"/>
              </a:rPr>
              <a:t>程式通常會包括</a:t>
            </a:r>
            <a:r>
              <a:rPr lang="en-US" altLang="zh-TW" sz="2000" b="1">
                <a:latin typeface="Consolas" panose="020B0609020204030204" pitchFamily="49" charset="0"/>
                <a:ea typeface="+mj-ea"/>
              </a:rPr>
              <a:t>Template Data &amp; Element</a:t>
            </a:r>
            <a:r>
              <a:rPr lang="zh-TW" altLang="en-US" sz="2000" b="1">
                <a:latin typeface="Consolas" panose="020B0609020204030204" pitchFamily="49" charset="0"/>
                <a:ea typeface="+mj-ea"/>
              </a:rPr>
              <a:t>兩部分。</a:t>
            </a:r>
          </a:p>
          <a:p>
            <a:pPr algn="just">
              <a:spcBef>
                <a:spcPts val="1200"/>
              </a:spcBef>
            </a:pPr>
            <a:r>
              <a:rPr lang="en-US" altLang="zh-TW" sz="2000" b="1">
                <a:latin typeface="Consolas" panose="020B0609020204030204" pitchFamily="49" charset="0"/>
                <a:ea typeface="+mj-ea"/>
              </a:rPr>
              <a:t>Template Data</a:t>
            </a:r>
            <a:r>
              <a:rPr lang="zh-TW" altLang="en-US" sz="2000" b="1">
                <a:latin typeface="Consolas" panose="020B0609020204030204" pitchFamily="49" charset="0"/>
                <a:ea typeface="+mj-ea"/>
              </a:rPr>
              <a:t>是指其中</a:t>
            </a:r>
            <a:r>
              <a:rPr lang="en-US" altLang="zh-TW" sz="2000" b="1">
                <a:latin typeface="Consolas" panose="020B0609020204030204" pitchFamily="49" charset="0"/>
                <a:ea typeface="+mj-ea"/>
              </a:rPr>
              <a:t>HTML</a:t>
            </a:r>
            <a:r>
              <a:rPr lang="zh-TW" altLang="en-US" sz="2000" b="1">
                <a:latin typeface="Consolas" panose="020B0609020204030204" pitchFamily="49" charset="0"/>
                <a:ea typeface="+mj-ea"/>
              </a:rPr>
              <a:t>的部分，</a:t>
            </a:r>
            <a:r>
              <a:rPr lang="en-US" altLang="zh-TW" sz="2000" b="1">
                <a:latin typeface="Consolas" panose="020B0609020204030204" pitchFamily="49" charset="0"/>
                <a:ea typeface="+mj-ea"/>
              </a:rPr>
              <a:t>Web Container</a:t>
            </a:r>
            <a:r>
              <a:rPr lang="zh-TW" altLang="en-US" sz="2000" b="1">
                <a:latin typeface="Consolas" panose="020B0609020204030204" pitchFamily="49" charset="0"/>
                <a:ea typeface="+mj-ea"/>
              </a:rPr>
              <a:t>不會處理這部分，會直接當成文字輸出給</a:t>
            </a:r>
            <a:r>
              <a:rPr lang="en-US" altLang="zh-TW" sz="2000" b="1">
                <a:latin typeface="Consolas" panose="020B0609020204030204" pitchFamily="49" charset="0"/>
                <a:ea typeface="+mj-ea"/>
              </a:rPr>
              <a:t>Client</a:t>
            </a:r>
            <a:r>
              <a:rPr lang="zh-TW" altLang="en-US" sz="2000" b="1">
                <a:latin typeface="Consolas" panose="020B0609020204030204" pitchFamily="49" charset="0"/>
                <a:ea typeface="+mj-ea"/>
              </a:rPr>
              <a:t>。</a:t>
            </a:r>
            <a:endParaRPr lang="en-US" altLang="zh-TW" sz="2000" b="1">
              <a:latin typeface="Consolas" panose="020B0609020204030204" pitchFamily="49" charset="0"/>
              <a:ea typeface="+mj-ea"/>
            </a:endParaRPr>
          </a:p>
          <a:p>
            <a:pPr algn="just">
              <a:spcBef>
                <a:spcPts val="1200"/>
              </a:spcBef>
            </a:pPr>
            <a:r>
              <a:rPr lang="en-US" altLang="zh-TW" sz="2000" b="1">
                <a:latin typeface="Consolas" panose="020B0609020204030204" pitchFamily="49" charset="0"/>
                <a:ea typeface="+mj-ea"/>
              </a:rPr>
              <a:t>Element</a:t>
            </a:r>
            <a:r>
              <a:rPr lang="zh-TW" altLang="en-US" sz="2000" b="1">
                <a:latin typeface="Consolas" panose="020B0609020204030204" pitchFamily="49" charset="0"/>
                <a:ea typeface="+mj-ea"/>
              </a:rPr>
              <a:t>指的是</a:t>
            </a:r>
            <a:r>
              <a:rPr lang="en-US" altLang="zh-TW" sz="2000" b="1">
                <a:latin typeface="Consolas" panose="020B0609020204030204" pitchFamily="49" charset="0"/>
                <a:ea typeface="+mj-ea"/>
              </a:rPr>
              <a:t>Container</a:t>
            </a:r>
            <a:r>
              <a:rPr lang="zh-TW" altLang="en-US" sz="2000" b="1">
                <a:latin typeface="Consolas" panose="020B0609020204030204" pitchFamily="49" charset="0"/>
                <a:ea typeface="+mj-ea"/>
              </a:rPr>
              <a:t>會處理的部分，即為</a:t>
            </a:r>
            <a:r>
              <a:rPr lang="en-US" altLang="zh-TW" sz="2000" b="1">
                <a:latin typeface="Consolas" panose="020B0609020204030204" pitchFamily="49" charset="0"/>
                <a:ea typeface="+mj-ea"/>
              </a:rPr>
              <a:t>&lt;%...%&gt;</a:t>
            </a:r>
            <a:r>
              <a:rPr lang="zh-TW" altLang="en-US" sz="2000" b="1">
                <a:latin typeface="Consolas" panose="020B0609020204030204" pitchFamily="49" charset="0"/>
                <a:ea typeface="+mj-ea"/>
              </a:rPr>
              <a:t>標籤隔開的部分。</a:t>
            </a:r>
          </a:p>
          <a:p>
            <a:pPr algn="just">
              <a:spcBef>
                <a:spcPts val="1200"/>
              </a:spcBef>
            </a:pPr>
            <a:r>
              <a:rPr lang="en-US" altLang="zh-TW" sz="2000" b="1">
                <a:latin typeface="Consolas" panose="020B0609020204030204" pitchFamily="49" charset="0"/>
                <a:ea typeface="+mj-ea"/>
              </a:rPr>
              <a:t>Element</a:t>
            </a:r>
            <a:r>
              <a:rPr lang="zh-TW" altLang="en-US" sz="2000" b="1">
                <a:latin typeface="Consolas" panose="020B0609020204030204" pitchFamily="49" charset="0"/>
                <a:ea typeface="+mj-ea"/>
              </a:rPr>
              <a:t>又分成三個部分</a:t>
            </a:r>
            <a:r>
              <a:rPr lang="en-US" altLang="zh-TW" sz="2000" b="1">
                <a:latin typeface="Consolas" panose="020B0609020204030204" pitchFamily="49" charset="0"/>
                <a:ea typeface="+mj-ea"/>
              </a:rPr>
              <a:t>:Scripting</a:t>
            </a:r>
            <a:r>
              <a:rPr lang="zh-TW" altLang="en-US" sz="2000" b="1">
                <a:latin typeface="Consolas" panose="020B0609020204030204" pitchFamily="49" charset="0"/>
                <a:ea typeface="+mj-ea"/>
              </a:rPr>
              <a:t>、</a:t>
            </a:r>
            <a:r>
              <a:rPr lang="en-US" altLang="zh-TW" sz="2000" b="1">
                <a:latin typeface="Consolas" panose="020B0609020204030204" pitchFamily="49" charset="0"/>
                <a:ea typeface="+mj-ea"/>
              </a:rPr>
              <a:t>Directive</a:t>
            </a:r>
            <a:r>
              <a:rPr lang="zh-TW" altLang="en-US" sz="2000" b="1">
                <a:latin typeface="Consolas" panose="020B0609020204030204" pitchFamily="49" charset="0"/>
                <a:ea typeface="+mj-ea"/>
              </a:rPr>
              <a:t>、</a:t>
            </a:r>
            <a:r>
              <a:rPr lang="en-US" altLang="zh-TW" sz="2000" b="1">
                <a:latin typeface="Consolas" panose="020B0609020204030204" pitchFamily="49" charset="0"/>
                <a:ea typeface="+mj-ea"/>
              </a:rPr>
              <a:t>Action</a:t>
            </a:r>
            <a:r>
              <a:rPr lang="zh-TW" altLang="en-US" sz="2000" b="1">
                <a:latin typeface="Consolas" panose="020B0609020204030204" pitchFamily="49" charset="0"/>
                <a:ea typeface="+mj-ea"/>
              </a:rPr>
              <a:t>。</a:t>
            </a:r>
            <a:endParaRPr lang="en-US" altLang="zh-TW" sz="2000" b="1">
              <a:latin typeface="Consolas" panose="020B0609020204030204" pitchFamily="49" charset="0"/>
              <a:ea typeface="+mj-ea"/>
            </a:endParaRPr>
          </a:p>
          <a:p>
            <a:pPr algn="just">
              <a:spcBef>
                <a:spcPts val="1200"/>
              </a:spcBef>
            </a:pPr>
            <a:endParaRPr lang="en-US" altLang="zh-TW" sz="2000" b="1">
              <a:latin typeface="Consolas" panose="020B0609020204030204" pitchFamily="49" charset="0"/>
              <a:ea typeface="+mj-ea"/>
            </a:endParaRPr>
          </a:p>
          <a:p>
            <a:pPr algn="just">
              <a:spcBef>
                <a:spcPts val="1200"/>
              </a:spcBef>
            </a:pPr>
            <a:endParaRPr lang="en-US" altLang="zh-TW" sz="2000" b="1">
              <a:latin typeface="Consolas" panose="020B0609020204030204" pitchFamily="49" charset="0"/>
              <a:ea typeface="+mj-ea"/>
            </a:endParaRPr>
          </a:p>
          <a:p>
            <a:pPr algn="just">
              <a:spcBef>
                <a:spcPts val="1200"/>
              </a:spcBef>
            </a:pPr>
            <a:endParaRPr lang="zh-TW" altLang="en-US" sz="2000" b="1">
              <a:latin typeface="Consolas" panose="020B0609020204030204" pitchFamily="49" charset="0"/>
              <a:ea typeface="+mj-ea"/>
            </a:endParaRPr>
          </a:p>
          <a:p>
            <a:pPr algn="just">
              <a:spcBef>
                <a:spcPts val="1200"/>
              </a:spcBef>
            </a:pPr>
            <a:endParaRPr lang="zh-TW" altLang="en-US" sz="2000" b="1">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DE0C7043-5B7F-4E55-B9C2-004C86B4F74C}"/>
              </a:ext>
            </a:extLst>
          </p:cNvPr>
          <p:cNvSpPr>
            <a:spLocks noGrp="1"/>
          </p:cNvSpPr>
          <p:nvPr>
            <p:ph type="sldNum" sz="quarter" idx="12"/>
          </p:nvPr>
        </p:nvSpPr>
        <p:spPr/>
        <p:txBody>
          <a:bodyPr/>
          <a:lstStyle/>
          <a:p>
            <a:fld id="{B521127C-0C56-461F-B517-0D483F216F7D}" type="slidenum">
              <a:rPr lang="zh-TW" altLang="en-US" smtClean="0"/>
              <a:t>87</a:t>
            </a:fld>
            <a:endParaRPr lang="zh-TW" altLang="en-US"/>
          </a:p>
        </p:txBody>
      </p:sp>
      <p:sp>
        <p:nvSpPr>
          <p:cNvPr id="9" name="矩形 8"/>
          <p:cNvSpPr/>
          <p:nvPr/>
        </p:nvSpPr>
        <p:spPr>
          <a:xfrm>
            <a:off x="8331200" y="174836"/>
            <a:ext cx="3860800" cy="480131"/>
          </a:xfrm>
          <a:prstGeom prst="rect">
            <a:avLst/>
          </a:prstGeom>
        </p:spPr>
        <p:txBody>
          <a:bodyPr wrap="square">
            <a:spAutoFit/>
          </a:bodyPr>
          <a:lstStyle/>
          <a:p>
            <a:pPr algn="ctr" defTabSz="914400">
              <a:lnSpc>
                <a:spcPct val="90000"/>
              </a:lnSpc>
              <a:spcBef>
                <a:spcPct val="0"/>
              </a:spcBef>
            </a:pPr>
            <a:r>
              <a:rPr lang="en-US" altLang="zh-TW" sz="2800" b="1">
                <a:latin typeface="+mj-lt"/>
                <a:ea typeface="+mj-ea"/>
                <a:cs typeface="+mj-cs"/>
              </a:rPr>
              <a:t>Template &amp; Element</a:t>
            </a:r>
          </a:p>
        </p:txBody>
      </p:sp>
      <p:grpSp>
        <p:nvGrpSpPr>
          <p:cNvPr id="14" name="群組 13"/>
          <p:cNvGrpSpPr/>
          <p:nvPr/>
        </p:nvGrpSpPr>
        <p:grpSpPr>
          <a:xfrm>
            <a:off x="-6067" y="2856482"/>
            <a:ext cx="1411357" cy="1218561"/>
            <a:chOff x="352739" y="3793937"/>
            <a:chExt cx="1954436" cy="1800000"/>
          </a:xfrm>
        </p:grpSpPr>
        <p:sp>
          <p:nvSpPr>
            <p:cNvPr id="15" name="橢圓 14"/>
            <p:cNvSpPr/>
            <p:nvPr/>
          </p:nvSpPr>
          <p:spPr>
            <a:xfrm>
              <a:off x="429958" y="3793937"/>
              <a:ext cx="1800000" cy="180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700" b="1">
                <a:latin typeface="Consolas" panose="020B0609020204030204" pitchFamily="49" charset="0"/>
              </a:endParaRPr>
            </a:p>
          </p:txBody>
        </p:sp>
        <p:sp>
          <p:nvSpPr>
            <p:cNvPr id="16" name="文字方塊 15"/>
            <p:cNvSpPr txBox="1"/>
            <p:nvPr/>
          </p:nvSpPr>
          <p:spPr>
            <a:xfrm>
              <a:off x="352739" y="4250773"/>
              <a:ext cx="1954436" cy="886534"/>
            </a:xfrm>
            <a:prstGeom prst="rect">
              <a:avLst/>
            </a:prstGeom>
            <a:noFill/>
          </p:spPr>
          <p:txBody>
            <a:bodyPr wrap="square" rtlCol="0">
              <a:spAutoFit/>
            </a:bodyPr>
            <a:lstStyle/>
            <a:p>
              <a:pPr algn="ctr"/>
              <a:r>
                <a:rPr lang="en-US" altLang="zh-TW" sz="3300">
                  <a:solidFill>
                    <a:schemeClr val="bg1"/>
                  </a:solidFill>
                  <a:latin typeface="Consolas" panose="020B0609020204030204" pitchFamily="49" charset="0"/>
                </a:rPr>
                <a:t>JSP</a:t>
              </a:r>
              <a:endParaRPr lang="zh-TW" altLang="en-US" sz="3300">
                <a:solidFill>
                  <a:schemeClr val="bg1"/>
                </a:solidFill>
                <a:latin typeface="Consolas" panose="020B0609020204030204" pitchFamily="49" charset="0"/>
              </a:endParaRPr>
            </a:p>
          </p:txBody>
        </p:sp>
      </p:grpSp>
      <p:sp>
        <p:nvSpPr>
          <p:cNvPr id="17" name="左右大括弧 16"/>
          <p:cNvSpPr/>
          <p:nvPr/>
        </p:nvSpPr>
        <p:spPr>
          <a:xfrm>
            <a:off x="1537170" y="454205"/>
            <a:ext cx="940146" cy="6023113"/>
          </a:xfrm>
          <a:custGeom>
            <a:avLst/>
            <a:gdLst>
              <a:gd name="connsiteX0" fmla="*/ 445756 w 5732322"/>
              <a:gd name="connsiteY0" fmla="*/ 2674642 h 2674642"/>
              <a:gd name="connsiteX1" fmla="*/ 222878 w 5732322"/>
              <a:gd name="connsiteY1" fmla="*/ 2451764 h 2674642"/>
              <a:gd name="connsiteX2" fmla="*/ 222878 w 5732322"/>
              <a:gd name="connsiteY2" fmla="*/ 1560199 h 2674642"/>
              <a:gd name="connsiteX3" fmla="*/ 0 w 5732322"/>
              <a:gd name="connsiteY3" fmla="*/ 1337321 h 2674642"/>
              <a:gd name="connsiteX4" fmla="*/ 222878 w 5732322"/>
              <a:gd name="connsiteY4" fmla="*/ 1114443 h 2674642"/>
              <a:gd name="connsiteX5" fmla="*/ 222878 w 5732322"/>
              <a:gd name="connsiteY5" fmla="*/ 222878 h 2674642"/>
              <a:gd name="connsiteX6" fmla="*/ 445756 w 5732322"/>
              <a:gd name="connsiteY6" fmla="*/ 0 h 2674642"/>
              <a:gd name="connsiteX7" fmla="*/ 5286566 w 5732322"/>
              <a:gd name="connsiteY7" fmla="*/ 0 h 2674642"/>
              <a:gd name="connsiteX8" fmla="*/ 5509444 w 5732322"/>
              <a:gd name="connsiteY8" fmla="*/ 222878 h 2674642"/>
              <a:gd name="connsiteX9" fmla="*/ 5509444 w 5732322"/>
              <a:gd name="connsiteY9" fmla="*/ 1114443 h 2674642"/>
              <a:gd name="connsiteX10" fmla="*/ 5732322 w 5732322"/>
              <a:gd name="connsiteY10" fmla="*/ 1337321 h 2674642"/>
              <a:gd name="connsiteX11" fmla="*/ 5509444 w 5732322"/>
              <a:gd name="connsiteY11" fmla="*/ 1560199 h 2674642"/>
              <a:gd name="connsiteX12" fmla="*/ 5509444 w 5732322"/>
              <a:gd name="connsiteY12" fmla="*/ 2451764 h 2674642"/>
              <a:gd name="connsiteX13" fmla="*/ 5286566 w 5732322"/>
              <a:gd name="connsiteY13" fmla="*/ 2674642 h 2674642"/>
              <a:gd name="connsiteX14" fmla="*/ 445756 w 5732322"/>
              <a:gd name="connsiteY14" fmla="*/ 2674642 h 2674642"/>
              <a:gd name="connsiteX0" fmla="*/ 445756 w 5732322"/>
              <a:gd name="connsiteY0" fmla="*/ 2674642 h 2674642"/>
              <a:gd name="connsiteX1" fmla="*/ 222878 w 5732322"/>
              <a:gd name="connsiteY1" fmla="*/ 2451764 h 2674642"/>
              <a:gd name="connsiteX2" fmla="*/ 222878 w 5732322"/>
              <a:gd name="connsiteY2" fmla="*/ 1560199 h 2674642"/>
              <a:gd name="connsiteX3" fmla="*/ 0 w 5732322"/>
              <a:gd name="connsiteY3" fmla="*/ 1337321 h 2674642"/>
              <a:gd name="connsiteX4" fmla="*/ 222878 w 5732322"/>
              <a:gd name="connsiteY4" fmla="*/ 1114443 h 2674642"/>
              <a:gd name="connsiteX5" fmla="*/ 222878 w 5732322"/>
              <a:gd name="connsiteY5" fmla="*/ 222878 h 2674642"/>
              <a:gd name="connsiteX6" fmla="*/ 445756 w 5732322"/>
              <a:gd name="connsiteY6" fmla="*/ 0 h 2674642"/>
              <a:gd name="connsiteX7" fmla="*/ 5286566 w 5732322"/>
              <a:gd name="connsiteY7" fmla="*/ 0 h 2674642"/>
              <a:gd name="connsiteX8" fmla="*/ 5509444 w 5732322"/>
              <a:gd name="connsiteY8" fmla="*/ 222878 h 2674642"/>
              <a:gd name="connsiteX9" fmla="*/ 5509444 w 5732322"/>
              <a:gd name="connsiteY9" fmla="*/ 1114443 h 2674642"/>
              <a:gd name="connsiteX10" fmla="*/ 5732322 w 5732322"/>
              <a:gd name="connsiteY10" fmla="*/ 1337321 h 2674642"/>
              <a:gd name="connsiteX11" fmla="*/ 5509444 w 5732322"/>
              <a:gd name="connsiteY11" fmla="*/ 1560199 h 2674642"/>
              <a:gd name="connsiteX12" fmla="*/ 5509444 w 5732322"/>
              <a:gd name="connsiteY12" fmla="*/ 2451764 h 2674642"/>
              <a:gd name="connsiteX13" fmla="*/ 5286566 w 5732322"/>
              <a:gd name="connsiteY13" fmla="*/ 2674642 h 2674642"/>
              <a:gd name="connsiteX0" fmla="*/ 445756 w 5732322"/>
              <a:gd name="connsiteY0" fmla="*/ 2674642 h 2674642"/>
              <a:gd name="connsiteX1" fmla="*/ 222878 w 5732322"/>
              <a:gd name="connsiteY1" fmla="*/ 2451764 h 2674642"/>
              <a:gd name="connsiteX2" fmla="*/ 222878 w 5732322"/>
              <a:gd name="connsiteY2" fmla="*/ 1560199 h 2674642"/>
              <a:gd name="connsiteX3" fmla="*/ 0 w 5732322"/>
              <a:gd name="connsiteY3" fmla="*/ 1337321 h 2674642"/>
              <a:gd name="connsiteX4" fmla="*/ 222878 w 5732322"/>
              <a:gd name="connsiteY4" fmla="*/ 1114443 h 2674642"/>
              <a:gd name="connsiteX5" fmla="*/ 222878 w 5732322"/>
              <a:gd name="connsiteY5" fmla="*/ 222878 h 2674642"/>
              <a:gd name="connsiteX6" fmla="*/ 445756 w 5732322"/>
              <a:gd name="connsiteY6" fmla="*/ 0 h 2674642"/>
              <a:gd name="connsiteX7" fmla="*/ 5286566 w 5732322"/>
              <a:gd name="connsiteY7" fmla="*/ 0 h 2674642"/>
              <a:gd name="connsiteX8" fmla="*/ 5509444 w 5732322"/>
              <a:gd name="connsiteY8" fmla="*/ 222878 h 2674642"/>
              <a:gd name="connsiteX9" fmla="*/ 5509444 w 5732322"/>
              <a:gd name="connsiteY9" fmla="*/ 1114443 h 2674642"/>
              <a:gd name="connsiteX10" fmla="*/ 5732322 w 5732322"/>
              <a:gd name="connsiteY10" fmla="*/ 1337321 h 2674642"/>
              <a:gd name="connsiteX11" fmla="*/ 5509444 w 5732322"/>
              <a:gd name="connsiteY11" fmla="*/ 1560199 h 2674642"/>
              <a:gd name="connsiteX12" fmla="*/ 5509444 w 5732322"/>
              <a:gd name="connsiteY12" fmla="*/ 2451764 h 2674642"/>
              <a:gd name="connsiteX13" fmla="*/ 5286566 w 5732322"/>
              <a:gd name="connsiteY13" fmla="*/ 2674642 h 2674642"/>
              <a:gd name="connsiteX14" fmla="*/ 445756 w 5732322"/>
              <a:gd name="connsiteY14" fmla="*/ 2674642 h 2674642"/>
              <a:gd name="connsiteX0" fmla="*/ 445756 w 5732322"/>
              <a:gd name="connsiteY0" fmla="*/ 2674642 h 2674642"/>
              <a:gd name="connsiteX1" fmla="*/ 222878 w 5732322"/>
              <a:gd name="connsiteY1" fmla="*/ 2451764 h 2674642"/>
              <a:gd name="connsiteX2" fmla="*/ 222878 w 5732322"/>
              <a:gd name="connsiteY2" fmla="*/ 1560199 h 2674642"/>
              <a:gd name="connsiteX3" fmla="*/ 0 w 5732322"/>
              <a:gd name="connsiteY3" fmla="*/ 1337321 h 2674642"/>
              <a:gd name="connsiteX4" fmla="*/ 222878 w 5732322"/>
              <a:gd name="connsiteY4" fmla="*/ 1114443 h 2674642"/>
              <a:gd name="connsiteX5" fmla="*/ 222878 w 5732322"/>
              <a:gd name="connsiteY5" fmla="*/ 222878 h 2674642"/>
              <a:gd name="connsiteX6" fmla="*/ 445756 w 5732322"/>
              <a:gd name="connsiteY6" fmla="*/ 0 h 2674642"/>
              <a:gd name="connsiteX7" fmla="*/ 5286566 w 5732322"/>
              <a:gd name="connsiteY7" fmla="*/ 0 h 2674642"/>
              <a:gd name="connsiteX8" fmla="*/ 5509444 w 5732322"/>
              <a:gd name="connsiteY8" fmla="*/ 222878 h 2674642"/>
              <a:gd name="connsiteX9" fmla="*/ 5509444 w 5732322"/>
              <a:gd name="connsiteY9" fmla="*/ 1114443 h 2674642"/>
              <a:gd name="connsiteX10" fmla="*/ 5509444 w 5732322"/>
              <a:gd name="connsiteY10" fmla="*/ 1560199 h 2674642"/>
              <a:gd name="connsiteX11" fmla="*/ 5509444 w 5732322"/>
              <a:gd name="connsiteY11" fmla="*/ 2451764 h 2674642"/>
              <a:gd name="connsiteX12" fmla="*/ 5286566 w 5732322"/>
              <a:gd name="connsiteY12" fmla="*/ 2674642 h 2674642"/>
              <a:gd name="connsiteX0" fmla="*/ 445756 w 5732322"/>
              <a:gd name="connsiteY0" fmla="*/ 2674642 h 2674642"/>
              <a:gd name="connsiteX1" fmla="*/ 222878 w 5732322"/>
              <a:gd name="connsiteY1" fmla="*/ 2451764 h 2674642"/>
              <a:gd name="connsiteX2" fmla="*/ 222878 w 5732322"/>
              <a:gd name="connsiteY2" fmla="*/ 1560199 h 2674642"/>
              <a:gd name="connsiteX3" fmla="*/ 0 w 5732322"/>
              <a:gd name="connsiteY3" fmla="*/ 1337321 h 2674642"/>
              <a:gd name="connsiteX4" fmla="*/ 222878 w 5732322"/>
              <a:gd name="connsiteY4" fmla="*/ 1114443 h 2674642"/>
              <a:gd name="connsiteX5" fmla="*/ 222878 w 5732322"/>
              <a:gd name="connsiteY5" fmla="*/ 222878 h 2674642"/>
              <a:gd name="connsiteX6" fmla="*/ 445756 w 5732322"/>
              <a:gd name="connsiteY6" fmla="*/ 0 h 2674642"/>
              <a:gd name="connsiteX7" fmla="*/ 5286566 w 5732322"/>
              <a:gd name="connsiteY7" fmla="*/ 0 h 2674642"/>
              <a:gd name="connsiteX8" fmla="*/ 5509444 w 5732322"/>
              <a:gd name="connsiteY8" fmla="*/ 222878 h 2674642"/>
              <a:gd name="connsiteX9" fmla="*/ 5509444 w 5732322"/>
              <a:gd name="connsiteY9" fmla="*/ 1114443 h 2674642"/>
              <a:gd name="connsiteX10" fmla="*/ 5732322 w 5732322"/>
              <a:gd name="connsiteY10" fmla="*/ 1337321 h 2674642"/>
              <a:gd name="connsiteX11" fmla="*/ 5509444 w 5732322"/>
              <a:gd name="connsiteY11" fmla="*/ 1560199 h 2674642"/>
              <a:gd name="connsiteX12" fmla="*/ 5509444 w 5732322"/>
              <a:gd name="connsiteY12" fmla="*/ 2451764 h 2674642"/>
              <a:gd name="connsiteX13" fmla="*/ 5286566 w 5732322"/>
              <a:gd name="connsiteY13" fmla="*/ 2674642 h 2674642"/>
              <a:gd name="connsiteX14" fmla="*/ 445756 w 5732322"/>
              <a:gd name="connsiteY14" fmla="*/ 2674642 h 2674642"/>
              <a:gd name="connsiteX0" fmla="*/ 445756 w 5732322"/>
              <a:gd name="connsiteY0" fmla="*/ 2674642 h 2674642"/>
              <a:gd name="connsiteX1" fmla="*/ 222878 w 5732322"/>
              <a:gd name="connsiteY1" fmla="*/ 2451764 h 2674642"/>
              <a:gd name="connsiteX2" fmla="*/ 222878 w 5732322"/>
              <a:gd name="connsiteY2" fmla="*/ 1560199 h 2674642"/>
              <a:gd name="connsiteX3" fmla="*/ 0 w 5732322"/>
              <a:gd name="connsiteY3" fmla="*/ 1337321 h 2674642"/>
              <a:gd name="connsiteX4" fmla="*/ 222878 w 5732322"/>
              <a:gd name="connsiteY4" fmla="*/ 1114443 h 2674642"/>
              <a:gd name="connsiteX5" fmla="*/ 222878 w 5732322"/>
              <a:gd name="connsiteY5" fmla="*/ 222878 h 2674642"/>
              <a:gd name="connsiteX6" fmla="*/ 445756 w 5732322"/>
              <a:gd name="connsiteY6" fmla="*/ 0 h 2674642"/>
              <a:gd name="connsiteX7" fmla="*/ 5509444 w 5732322"/>
              <a:gd name="connsiteY7" fmla="*/ 222878 h 2674642"/>
              <a:gd name="connsiteX8" fmla="*/ 5509444 w 5732322"/>
              <a:gd name="connsiteY8" fmla="*/ 1114443 h 2674642"/>
              <a:gd name="connsiteX9" fmla="*/ 5509444 w 5732322"/>
              <a:gd name="connsiteY9" fmla="*/ 1560199 h 2674642"/>
              <a:gd name="connsiteX10" fmla="*/ 5509444 w 5732322"/>
              <a:gd name="connsiteY10" fmla="*/ 2451764 h 2674642"/>
              <a:gd name="connsiteX11" fmla="*/ 5286566 w 5732322"/>
              <a:gd name="connsiteY11" fmla="*/ 2674642 h 2674642"/>
              <a:gd name="connsiteX0" fmla="*/ 445756 w 5732322"/>
              <a:gd name="connsiteY0" fmla="*/ 2674642 h 2674642"/>
              <a:gd name="connsiteX1" fmla="*/ 222878 w 5732322"/>
              <a:gd name="connsiteY1" fmla="*/ 2451764 h 2674642"/>
              <a:gd name="connsiteX2" fmla="*/ 222878 w 5732322"/>
              <a:gd name="connsiteY2" fmla="*/ 1560199 h 2674642"/>
              <a:gd name="connsiteX3" fmla="*/ 0 w 5732322"/>
              <a:gd name="connsiteY3" fmla="*/ 1337321 h 2674642"/>
              <a:gd name="connsiteX4" fmla="*/ 222878 w 5732322"/>
              <a:gd name="connsiteY4" fmla="*/ 1114443 h 2674642"/>
              <a:gd name="connsiteX5" fmla="*/ 222878 w 5732322"/>
              <a:gd name="connsiteY5" fmla="*/ 222878 h 2674642"/>
              <a:gd name="connsiteX6" fmla="*/ 445756 w 5732322"/>
              <a:gd name="connsiteY6" fmla="*/ 0 h 2674642"/>
              <a:gd name="connsiteX7" fmla="*/ 5286566 w 5732322"/>
              <a:gd name="connsiteY7" fmla="*/ 0 h 2674642"/>
              <a:gd name="connsiteX8" fmla="*/ 5509444 w 5732322"/>
              <a:gd name="connsiteY8" fmla="*/ 222878 h 2674642"/>
              <a:gd name="connsiteX9" fmla="*/ 5509444 w 5732322"/>
              <a:gd name="connsiteY9" fmla="*/ 1114443 h 2674642"/>
              <a:gd name="connsiteX10" fmla="*/ 5732322 w 5732322"/>
              <a:gd name="connsiteY10" fmla="*/ 1337321 h 2674642"/>
              <a:gd name="connsiteX11" fmla="*/ 5509444 w 5732322"/>
              <a:gd name="connsiteY11" fmla="*/ 1560199 h 2674642"/>
              <a:gd name="connsiteX12" fmla="*/ 5509444 w 5732322"/>
              <a:gd name="connsiteY12" fmla="*/ 2451764 h 2674642"/>
              <a:gd name="connsiteX13" fmla="*/ 5286566 w 5732322"/>
              <a:gd name="connsiteY13" fmla="*/ 2674642 h 2674642"/>
              <a:gd name="connsiteX14" fmla="*/ 445756 w 5732322"/>
              <a:gd name="connsiteY14" fmla="*/ 2674642 h 2674642"/>
              <a:gd name="connsiteX0" fmla="*/ 445756 w 5732322"/>
              <a:gd name="connsiteY0" fmla="*/ 2674642 h 2674642"/>
              <a:gd name="connsiteX1" fmla="*/ 222878 w 5732322"/>
              <a:gd name="connsiteY1" fmla="*/ 2451764 h 2674642"/>
              <a:gd name="connsiteX2" fmla="*/ 222878 w 5732322"/>
              <a:gd name="connsiteY2" fmla="*/ 1560199 h 2674642"/>
              <a:gd name="connsiteX3" fmla="*/ 0 w 5732322"/>
              <a:gd name="connsiteY3" fmla="*/ 1337321 h 2674642"/>
              <a:gd name="connsiteX4" fmla="*/ 222878 w 5732322"/>
              <a:gd name="connsiteY4" fmla="*/ 1114443 h 2674642"/>
              <a:gd name="connsiteX5" fmla="*/ 222878 w 5732322"/>
              <a:gd name="connsiteY5" fmla="*/ 222878 h 2674642"/>
              <a:gd name="connsiteX6" fmla="*/ 445756 w 5732322"/>
              <a:gd name="connsiteY6" fmla="*/ 0 h 2674642"/>
              <a:gd name="connsiteX7" fmla="*/ 5509444 w 5732322"/>
              <a:gd name="connsiteY7" fmla="*/ 1114443 h 2674642"/>
              <a:gd name="connsiteX8" fmla="*/ 5509444 w 5732322"/>
              <a:gd name="connsiteY8" fmla="*/ 1560199 h 2674642"/>
              <a:gd name="connsiteX9" fmla="*/ 5509444 w 5732322"/>
              <a:gd name="connsiteY9" fmla="*/ 2451764 h 2674642"/>
              <a:gd name="connsiteX10" fmla="*/ 5286566 w 5732322"/>
              <a:gd name="connsiteY10" fmla="*/ 2674642 h 2674642"/>
              <a:gd name="connsiteX0" fmla="*/ 445756 w 5732322"/>
              <a:gd name="connsiteY0" fmla="*/ 2674642 h 2674642"/>
              <a:gd name="connsiteX1" fmla="*/ 222878 w 5732322"/>
              <a:gd name="connsiteY1" fmla="*/ 2451764 h 2674642"/>
              <a:gd name="connsiteX2" fmla="*/ 222878 w 5732322"/>
              <a:gd name="connsiteY2" fmla="*/ 1560199 h 2674642"/>
              <a:gd name="connsiteX3" fmla="*/ 0 w 5732322"/>
              <a:gd name="connsiteY3" fmla="*/ 1337321 h 2674642"/>
              <a:gd name="connsiteX4" fmla="*/ 222878 w 5732322"/>
              <a:gd name="connsiteY4" fmla="*/ 1114443 h 2674642"/>
              <a:gd name="connsiteX5" fmla="*/ 222878 w 5732322"/>
              <a:gd name="connsiteY5" fmla="*/ 222878 h 2674642"/>
              <a:gd name="connsiteX6" fmla="*/ 445756 w 5732322"/>
              <a:gd name="connsiteY6" fmla="*/ 0 h 2674642"/>
              <a:gd name="connsiteX7" fmla="*/ 5286566 w 5732322"/>
              <a:gd name="connsiteY7" fmla="*/ 0 h 2674642"/>
              <a:gd name="connsiteX8" fmla="*/ 5509444 w 5732322"/>
              <a:gd name="connsiteY8" fmla="*/ 222878 h 2674642"/>
              <a:gd name="connsiteX9" fmla="*/ 5509444 w 5732322"/>
              <a:gd name="connsiteY9" fmla="*/ 1114443 h 2674642"/>
              <a:gd name="connsiteX10" fmla="*/ 5732322 w 5732322"/>
              <a:gd name="connsiteY10" fmla="*/ 1337321 h 2674642"/>
              <a:gd name="connsiteX11" fmla="*/ 5509444 w 5732322"/>
              <a:gd name="connsiteY11" fmla="*/ 1560199 h 2674642"/>
              <a:gd name="connsiteX12" fmla="*/ 5509444 w 5732322"/>
              <a:gd name="connsiteY12" fmla="*/ 2451764 h 2674642"/>
              <a:gd name="connsiteX13" fmla="*/ 5286566 w 5732322"/>
              <a:gd name="connsiteY13" fmla="*/ 2674642 h 2674642"/>
              <a:gd name="connsiteX14" fmla="*/ 445756 w 5732322"/>
              <a:gd name="connsiteY14" fmla="*/ 2674642 h 2674642"/>
              <a:gd name="connsiteX0" fmla="*/ 445756 w 5732322"/>
              <a:gd name="connsiteY0" fmla="*/ 2674642 h 2674642"/>
              <a:gd name="connsiteX1" fmla="*/ 222878 w 5732322"/>
              <a:gd name="connsiteY1" fmla="*/ 2451764 h 2674642"/>
              <a:gd name="connsiteX2" fmla="*/ 222878 w 5732322"/>
              <a:gd name="connsiteY2" fmla="*/ 1560199 h 2674642"/>
              <a:gd name="connsiteX3" fmla="*/ 0 w 5732322"/>
              <a:gd name="connsiteY3" fmla="*/ 1337321 h 2674642"/>
              <a:gd name="connsiteX4" fmla="*/ 222878 w 5732322"/>
              <a:gd name="connsiteY4" fmla="*/ 1114443 h 2674642"/>
              <a:gd name="connsiteX5" fmla="*/ 222878 w 5732322"/>
              <a:gd name="connsiteY5" fmla="*/ 222878 h 2674642"/>
              <a:gd name="connsiteX6" fmla="*/ 445756 w 5732322"/>
              <a:gd name="connsiteY6" fmla="*/ 0 h 2674642"/>
              <a:gd name="connsiteX7" fmla="*/ 5509444 w 5732322"/>
              <a:gd name="connsiteY7" fmla="*/ 1560199 h 2674642"/>
              <a:gd name="connsiteX8" fmla="*/ 5509444 w 5732322"/>
              <a:gd name="connsiteY8" fmla="*/ 2451764 h 2674642"/>
              <a:gd name="connsiteX9" fmla="*/ 5286566 w 5732322"/>
              <a:gd name="connsiteY9" fmla="*/ 2674642 h 2674642"/>
              <a:gd name="connsiteX0" fmla="*/ 445756 w 5732322"/>
              <a:gd name="connsiteY0" fmla="*/ 2674642 h 2674642"/>
              <a:gd name="connsiteX1" fmla="*/ 222878 w 5732322"/>
              <a:gd name="connsiteY1" fmla="*/ 2451764 h 2674642"/>
              <a:gd name="connsiteX2" fmla="*/ 222878 w 5732322"/>
              <a:gd name="connsiteY2" fmla="*/ 1560199 h 2674642"/>
              <a:gd name="connsiteX3" fmla="*/ 0 w 5732322"/>
              <a:gd name="connsiteY3" fmla="*/ 1337321 h 2674642"/>
              <a:gd name="connsiteX4" fmla="*/ 222878 w 5732322"/>
              <a:gd name="connsiteY4" fmla="*/ 1114443 h 2674642"/>
              <a:gd name="connsiteX5" fmla="*/ 222878 w 5732322"/>
              <a:gd name="connsiteY5" fmla="*/ 222878 h 2674642"/>
              <a:gd name="connsiteX6" fmla="*/ 445756 w 5732322"/>
              <a:gd name="connsiteY6" fmla="*/ 0 h 2674642"/>
              <a:gd name="connsiteX7" fmla="*/ 5286566 w 5732322"/>
              <a:gd name="connsiteY7" fmla="*/ 0 h 2674642"/>
              <a:gd name="connsiteX8" fmla="*/ 5509444 w 5732322"/>
              <a:gd name="connsiteY8" fmla="*/ 222878 h 2674642"/>
              <a:gd name="connsiteX9" fmla="*/ 5509444 w 5732322"/>
              <a:gd name="connsiteY9" fmla="*/ 1114443 h 2674642"/>
              <a:gd name="connsiteX10" fmla="*/ 5732322 w 5732322"/>
              <a:gd name="connsiteY10" fmla="*/ 1337321 h 2674642"/>
              <a:gd name="connsiteX11" fmla="*/ 5509444 w 5732322"/>
              <a:gd name="connsiteY11" fmla="*/ 1560199 h 2674642"/>
              <a:gd name="connsiteX12" fmla="*/ 5509444 w 5732322"/>
              <a:gd name="connsiteY12" fmla="*/ 2451764 h 2674642"/>
              <a:gd name="connsiteX13" fmla="*/ 5286566 w 5732322"/>
              <a:gd name="connsiteY13" fmla="*/ 2674642 h 2674642"/>
              <a:gd name="connsiteX14" fmla="*/ 445756 w 5732322"/>
              <a:gd name="connsiteY14" fmla="*/ 2674642 h 2674642"/>
              <a:gd name="connsiteX0" fmla="*/ 445756 w 5732322"/>
              <a:gd name="connsiteY0" fmla="*/ 2674642 h 2674642"/>
              <a:gd name="connsiteX1" fmla="*/ 222878 w 5732322"/>
              <a:gd name="connsiteY1" fmla="*/ 2451764 h 2674642"/>
              <a:gd name="connsiteX2" fmla="*/ 222878 w 5732322"/>
              <a:gd name="connsiteY2" fmla="*/ 1560199 h 2674642"/>
              <a:gd name="connsiteX3" fmla="*/ 0 w 5732322"/>
              <a:gd name="connsiteY3" fmla="*/ 1337321 h 2674642"/>
              <a:gd name="connsiteX4" fmla="*/ 222878 w 5732322"/>
              <a:gd name="connsiteY4" fmla="*/ 1114443 h 2674642"/>
              <a:gd name="connsiteX5" fmla="*/ 222878 w 5732322"/>
              <a:gd name="connsiteY5" fmla="*/ 222878 h 2674642"/>
              <a:gd name="connsiteX6" fmla="*/ 445756 w 5732322"/>
              <a:gd name="connsiteY6" fmla="*/ 0 h 2674642"/>
              <a:gd name="connsiteX7" fmla="*/ 5509444 w 5732322"/>
              <a:gd name="connsiteY7" fmla="*/ 2451764 h 2674642"/>
              <a:gd name="connsiteX8" fmla="*/ 5286566 w 5732322"/>
              <a:gd name="connsiteY8" fmla="*/ 2674642 h 2674642"/>
              <a:gd name="connsiteX0" fmla="*/ 445756 w 5732322"/>
              <a:gd name="connsiteY0" fmla="*/ 2674642 h 2674642"/>
              <a:gd name="connsiteX1" fmla="*/ 222878 w 5732322"/>
              <a:gd name="connsiteY1" fmla="*/ 2451764 h 2674642"/>
              <a:gd name="connsiteX2" fmla="*/ 222878 w 5732322"/>
              <a:gd name="connsiteY2" fmla="*/ 1560199 h 2674642"/>
              <a:gd name="connsiteX3" fmla="*/ 0 w 5732322"/>
              <a:gd name="connsiteY3" fmla="*/ 1337321 h 2674642"/>
              <a:gd name="connsiteX4" fmla="*/ 222878 w 5732322"/>
              <a:gd name="connsiteY4" fmla="*/ 1114443 h 2674642"/>
              <a:gd name="connsiteX5" fmla="*/ 222878 w 5732322"/>
              <a:gd name="connsiteY5" fmla="*/ 222878 h 2674642"/>
              <a:gd name="connsiteX6" fmla="*/ 445756 w 5732322"/>
              <a:gd name="connsiteY6" fmla="*/ 0 h 2674642"/>
              <a:gd name="connsiteX7" fmla="*/ 5286566 w 5732322"/>
              <a:gd name="connsiteY7" fmla="*/ 0 h 2674642"/>
              <a:gd name="connsiteX8" fmla="*/ 5509444 w 5732322"/>
              <a:gd name="connsiteY8" fmla="*/ 222878 h 2674642"/>
              <a:gd name="connsiteX9" fmla="*/ 5509444 w 5732322"/>
              <a:gd name="connsiteY9" fmla="*/ 1114443 h 2674642"/>
              <a:gd name="connsiteX10" fmla="*/ 5732322 w 5732322"/>
              <a:gd name="connsiteY10" fmla="*/ 1337321 h 2674642"/>
              <a:gd name="connsiteX11" fmla="*/ 5509444 w 5732322"/>
              <a:gd name="connsiteY11" fmla="*/ 1560199 h 2674642"/>
              <a:gd name="connsiteX12" fmla="*/ 5509444 w 5732322"/>
              <a:gd name="connsiteY12" fmla="*/ 2451764 h 2674642"/>
              <a:gd name="connsiteX13" fmla="*/ 5286566 w 5732322"/>
              <a:gd name="connsiteY13" fmla="*/ 2674642 h 2674642"/>
              <a:gd name="connsiteX14" fmla="*/ 445756 w 5732322"/>
              <a:gd name="connsiteY14" fmla="*/ 2674642 h 2674642"/>
              <a:gd name="connsiteX0" fmla="*/ 445756 w 5732322"/>
              <a:gd name="connsiteY0" fmla="*/ 2674642 h 2674642"/>
              <a:gd name="connsiteX1" fmla="*/ 222878 w 5732322"/>
              <a:gd name="connsiteY1" fmla="*/ 2451764 h 2674642"/>
              <a:gd name="connsiteX2" fmla="*/ 222878 w 5732322"/>
              <a:gd name="connsiteY2" fmla="*/ 1560199 h 2674642"/>
              <a:gd name="connsiteX3" fmla="*/ 0 w 5732322"/>
              <a:gd name="connsiteY3" fmla="*/ 1337321 h 2674642"/>
              <a:gd name="connsiteX4" fmla="*/ 222878 w 5732322"/>
              <a:gd name="connsiteY4" fmla="*/ 1114443 h 2674642"/>
              <a:gd name="connsiteX5" fmla="*/ 222878 w 5732322"/>
              <a:gd name="connsiteY5" fmla="*/ 222878 h 2674642"/>
              <a:gd name="connsiteX6" fmla="*/ 445756 w 5732322"/>
              <a:gd name="connsiteY6" fmla="*/ 0 h 2674642"/>
              <a:gd name="connsiteX7" fmla="*/ 5509444 w 5732322"/>
              <a:gd name="connsiteY7" fmla="*/ 2421946 h 2674642"/>
              <a:gd name="connsiteX8" fmla="*/ 5286566 w 5732322"/>
              <a:gd name="connsiteY8" fmla="*/ 2674642 h 2674642"/>
              <a:gd name="connsiteX0" fmla="*/ 445756 w 5732322"/>
              <a:gd name="connsiteY0" fmla="*/ 2674642 h 2674642"/>
              <a:gd name="connsiteX1" fmla="*/ 222878 w 5732322"/>
              <a:gd name="connsiteY1" fmla="*/ 2451764 h 2674642"/>
              <a:gd name="connsiteX2" fmla="*/ 222878 w 5732322"/>
              <a:gd name="connsiteY2" fmla="*/ 1560199 h 2674642"/>
              <a:gd name="connsiteX3" fmla="*/ 0 w 5732322"/>
              <a:gd name="connsiteY3" fmla="*/ 1337321 h 2674642"/>
              <a:gd name="connsiteX4" fmla="*/ 222878 w 5732322"/>
              <a:gd name="connsiteY4" fmla="*/ 1114443 h 2674642"/>
              <a:gd name="connsiteX5" fmla="*/ 222878 w 5732322"/>
              <a:gd name="connsiteY5" fmla="*/ 222878 h 2674642"/>
              <a:gd name="connsiteX6" fmla="*/ 445756 w 5732322"/>
              <a:gd name="connsiteY6" fmla="*/ 0 h 2674642"/>
              <a:gd name="connsiteX7" fmla="*/ 5286566 w 5732322"/>
              <a:gd name="connsiteY7" fmla="*/ 0 h 2674642"/>
              <a:gd name="connsiteX8" fmla="*/ 5509444 w 5732322"/>
              <a:gd name="connsiteY8" fmla="*/ 222878 h 2674642"/>
              <a:gd name="connsiteX9" fmla="*/ 5509444 w 5732322"/>
              <a:gd name="connsiteY9" fmla="*/ 1114443 h 2674642"/>
              <a:gd name="connsiteX10" fmla="*/ 5732322 w 5732322"/>
              <a:gd name="connsiteY10" fmla="*/ 1337321 h 2674642"/>
              <a:gd name="connsiteX11" fmla="*/ 5509444 w 5732322"/>
              <a:gd name="connsiteY11" fmla="*/ 1560199 h 2674642"/>
              <a:gd name="connsiteX12" fmla="*/ 5509444 w 5732322"/>
              <a:gd name="connsiteY12" fmla="*/ 2451764 h 2674642"/>
              <a:gd name="connsiteX13" fmla="*/ 5286566 w 5732322"/>
              <a:gd name="connsiteY13" fmla="*/ 2674642 h 2674642"/>
              <a:gd name="connsiteX14" fmla="*/ 445756 w 5732322"/>
              <a:gd name="connsiteY14" fmla="*/ 2674642 h 2674642"/>
              <a:gd name="connsiteX0" fmla="*/ 445756 w 5732322"/>
              <a:gd name="connsiteY0" fmla="*/ 2674642 h 2674642"/>
              <a:gd name="connsiteX1" fmla="*/ 222878 w 5732322"/>
              <a:gd name="connsiteY1" fmla="*/ 2451764 h 2674642"/>
              <a:gd name="connsiteX2" fmla="*/ 222878 w 5732322"/>
              <a:gd name="connsiteY2" fmla="*/ 1560199 h 2674642"/>
              <a:gd name="connsiteX3" fmla="*/ 0 w 5732322"/>
              <a:gd name="connsiteY3" fmla="*/ 1337321 h 2674642"/>
              <a:gd name="connsiteX4" fmla="*/ 222878 w 5732322"/>
              <a:gd name="connsiteY4" fmla="*/ 1114443 h 2674642"/>
              <a:gd name="connsiteX5" fmla="*/ 222878 w 5732322"/>
              <a:gd name="connsiteY5" fmla="*/ 222878 h 2674642"/>
              <a:gd name="connsiteX6" fmla="*/ 445756 w 5732322"/>
              <a:gd name="connsiteY6" fmla="*/ 0 h 2674642"/>
              <a:gd name="connsiteX0" fmla="*/ 445756 w 5732322"/>
              <a:gd name="connsiteY0" fmla="*/ 2674642 h 2674642"/>
              <a:gd name="connsiteX1" fmla="*/ 222878 w 5732322"/>
              <a:gd name="connsiteY1" fmla="*/ 2451764 h 2674642"/>
              <a:gd name="connsiteX2" fmla="*/ 222878 w 5732322"/>
              <a:gd name="connsiteY2" fmla="*/ 1560199 h 2674642"/>
              <a:gd name="connsiteX3" fmla="*/ 0 w 5732322"/>
              <a:gd name="connsiteY3" fmla="*/ 1337321 h 2674642"/>
              <a:gd name="connsiteX4" fmla="*/ 222878 w 5732322"/>
              <a:gd name="connsiteY4" fmla="*/ 1114443 h 2674642"/>
              <a:gd name="connsiteX5" fmla="*/ 222878 w 5732322"/>
              <a:gd name="connsiteY5" fmla="*/ 222878 h 2674642"/>
              <a:gd name="connsiteX6" fmla="*/ 445756 w 5732322"/>
              <a:gd name="connsiteY6" fmla="*/ 0 h 2674642"/>
              <a:gd name="connsiteX7" fmla="*/ 5286566 w 5732322"/>
              <a:gd name="connsiteY7" fmla="*/ 0 h 2674642"/>
              <a:gd name="connsiteX8" fmla="*/ 5509444 w 5732322"/>
              <a:gd name="connsiteY8" fmla="*/ 222878 h 2674642"/>
              <a:gd name="connsiteX9" fmla="*/ 5509444 w 5732322"/>
              <a:gd name="connsiteY9" fmla="*/ 1114443 h 2674642"/>
              <a:gd name="connsiteX10" fmla="*/ 5732322 w 5732322"/>
              <a:gd name="connsiteY10" fmla="*/ 1337321 h 2674642"/>
              <a:gd name="connsiteX11" fmla="*/ 5509444 w 5732322"/>
              <a:gd name="connsiteY11" fmla="*/ 1560199 h 2674642"/>
              <a:gd name="connsiteX12" fmla="*/ 5509444 w 5732322"/>
              <a:gd name="connsiteY12" fmla="*/ 2451764 h 2674642"/>
              <a:gd name="connsiteX13" fmla="*/ 445756 w 5732322"/>
              <a:gd name="connsiteY13" fmla="*/ 2674642 h 2674642"/>
              <a:gd name="connsiteX0" fmla="*/ 445756 w 5732322"/>
              <a:gd name="connsiteY0" fmla="*/ 2674642 h 2674642"/>
              <a:gd name="connsiteX1" fmla="*/ 222878 w 5732322"/>
              <a:gd name="connsiteY1" fmla="*/ 2451764 h 2674642"/>
              <a:gd name="connsiteX2" fmla="*/ 222878 w 5732322"/>
              <a:gd name="connsiteY2" fmla="*/ 1560199 h 2674642"/>
              <a:gd name="connsiteX3" fmla="*/ 0 w 5732322"/>
              <a:gd name="connsiteY3" fmla="*/ 1337321 h 2674642"/>
              <a:gd name="connsiteX4" fmla="*/ 222878 w 5732322"/>
              <a:gd name="connsiteY4" fmla="*/ 1114443 h 2674642"/>
              <a:gd name="connsiteX5" fmla="*/ 222878 w 5732322"/>
              <a:gd name="connsiteY5" fmla="*/ 222878 h 2674642"/>
              <a:gd name="connsiteX6" fmla="*/ 445756 w 5732322"/>
              <a:gd name="connsiteY6" fmla="*/ 0 h 2674642"/>
              <a:gd name="connsiteX0" fmla="*/ 445756 w 5732322"/>
              <a:gd name="connsiteY0" fmla="*/ 2674642 h 2674642"/>
              <a:gd name="connsiteX1" fmla="*/ 222878 w 5732322"/>
              <a:gd name="connsiteY1" fmla="*/ 2451764 h 2674642"/>
              <a:gd name="connsiteX2" fmla="*/ 222878 w 5732322"/>
              <a:gd name="connsiteY2" fmla="*/ 1560199 h 2674642"/>
              <a:gd name="connsiteX3" fmla="*/ 0 w 5732322"/>
              <a:gd name="connsiteY3" fmla="*/ 1337321 h 2674642"/>
              <a:gd name="connsiteX4" fmla="*/ 222878 w 5732322"/>
              <a:gd name="connsiteY4" fmla="*/ 1114443 h 2674642"/>
              <a:gd name="connsiteX5" fmla="*/ 222878 w 5732322"/>
              <a:gd name="connsiteY5" fmla="*/ 222878 h 2674642"/>
              <a:gd name="connsiteX6" fmla="*/ 445756 w 5732322"/>
              <a:gd name="connsiteY6" fmla="*/ 0 h 2674642"/>
              <a:gd name="connsiteX7" fmla="*/ 5286566 w 5732322"/>
              <a:gd name="connsiteY7" fmla="*/ 0 h 2674642"/>
              <a:gd name="connsiteX8" fmla="*/ 5509444 w 5732322"/>
              <a:gd name="connsiteY8" fmla="*/ 222878 h 2674642"/>
              <a:gd name="connsiteX9" fmla="*/ 5509444 w 5732322"/>
              <a:gd name="connsiteY9" fmla="*/ 1114443 h 2674642"/>
              <a:gd name="connsiteX10" fmla="*/ 5732322 w 5732322"/>
              <a:gd name="connsiteY10" fmla="*/ 1337321 h 2674642"/>
              <a:gd name="connsiteX11" fmla="*/ 5509444 w 5732322"/>
              <a:gd name="connsiteY11" fmla="*/ 1560199 h 2674642"/>
              <a:gd name="connsiteX12" fmla="*/ 445756 w 5732322"/>
              <a:gd name="connsiteY12" fmla="*/ 2674642 h 2674642"/>
              <a:gd name="connsiteX0" fmla="*/ 445756 w 5732322"/>
              <a:gd name="connsiteY0" fmla="*/ 2674642 h 2674642"/>
              <a:gd name="connsiteX1" fmla="*/ 222878 w 5732322"/>
              <a:gd name="connsiteY1" fmla="*/ 2451764 h 2674642"/>
              <a:gd name="connsiteX2" fmla="*/ 222878 w 5732322"/>
              <a:gd name="connsiteY2" fmla="*/ 1560199 h 2674642"/>
              <a:gd name="connsiteX3" fmla="*/ 0 w 5732322"/>
              <a:gd name="connsiteY3" fmla="*/ 1337321 h 2674642"/>
              <a:gd name="connsiteX4" fmla="*/ 222878 w 5732322"/>
              <a:gd name="connsiteY4" fmla="*/ 1114443 h 2674642"/>
              <a:gd name="connsiteX5" fmla="*/ 222878 w 5732322"/>
              <a:gd name="connsiteY5" fmla="*/ 222878 h 2674642"/>
              <a:gd name="connsiteX6" fmla="*/ 445756 w 5732322"/>
              <a:gd name="connsiteY6" fmla="*/ 0 h 2674642"/>
              <a:gd name="connsiteX0" fmla="*/ 445756 w 5732322"/>
              <a:gd name="connsiteY0" fmla="*/ 2674642 h 2674642"/>
              <a:gd name="connsiteX1" fmla="*/ 222878 w 5732322"/>
              <a:gd name="connsiteY1" fmla="*/ 2451764 h 2674642"/>
              <a:gd name="connsiteX2" fmla="*/ 222878 w 5732322"/>
              <a:gd name="connsiteY2" fmla="*/ 1560199 h 2674642"/>
              <a:gd name="connsiteX3" fmla="*/ 0 w 5732322"/>
              <a:gd name="connsiteY3" fmla="*/ 1337321 h 2674642"/>
              <a:gd name="connsiteX4" fmla="*/ 222878 w 5732322"/>
              <a:gd name="connsiteY4" fmla="*/ 1114443 h 2674642"/>
              <a:gd name="connsiteX5" fmla="*/ 222878 w 5732322"/>
              <a:gd name="connsiteY5" fmla="*/ 222878 h 2674642"/>
              <a:gd name="connsiteX6" fmla="*/ 445756 w 5732322"/>
              <a:gd name="connsiteY6" fmla="*/ 0 h 2674642"/>
              <a:gd name="connsiteX7" fmla="*/ 5286566 w 5732322"/>
              <a:gd name="connsiteY7" fmla="*/ 0 h 2674642"/>
              <a:gd name="connsiteX8" fmla="*/ 5509444 w 5732322"/>
              <a:gd name="connsiteY8" fmla="*/ 222878 h 2674642"/>
              <a:gd name="connsiteX9" fmla="*/ 5509444 w 5732322"/>
              <a:gd name="connsiteY9" fmla="*/ 1114443 h 2674642"/>
              <a:gd name="connsiteX10" fmla="*/ 5732322 w 5732322"/>
              <a:gd name="connsiteY10" fmla="*/ 1337321 h 2674642"/>
              <a:gd name="connsiteX11" fmla="*/ 445756 w 5732322"/>
              <a:gd name="connsiteY11" fmla="*/ 2674642 h 2674642"/>
              <a:gd name="connsiteX0" fmla="*/ 445756 w 5732322"/>
              <a:gd name="connsiteY0" fmla="*/ 2674642 h 2674642"/>
              <a:gd name="connsiteX1" fmla="*/ 222878 w 5732322"/>
              <a:gd name="connsiteY1" fmla="*/ 2451764 h 2674642"/>
              <a:gd name="connsiteX2" fmla="*/ 222878 w 5732322"/>
              <a:gd name="connsiteY2" fmla="*/ 1560199 h 2674642"/>
              <a:gd name="connsiteX3" fmla="*/ 0 w 5732322"/>
              <a:gd name="connsiteY3" fmla="*/ 1337321 h 2674642"/>
              <a:gd name="connsiteX4" fmla="*/ 222878 w 5732322"/>
              <a:gd name="connsiteY4" fmla="*/ 1114443 h 2674642"/>
              <a:gd name="connsiteX5" fmla="*/ 222878 w 5732322"/>
              <a:gd name="connsiteY5" fmla="*/ 222878 h 2674642"/>
              <a:gd name="connsiteX6" fmla="*/ 445756 w 5732322"/>
              <a:gd name="connsiteY6" fmla="*/ 0 h 2674642"/>
              <a:gd name="connsiteX0" fmla="*/ 445756 w 5509444"/>
              <a:gd name="connsiteY0" fmla="*/ 2674642 h 2674642"/>
              <a:gd name="connsiteX1" fmla="*/ 222878 w 5509444"/>
              <a:gd name="connsiteY1" fmla="*/ 2451764 h 2674642"/>
              <a:gd name="connsiteX2" fmla="*/ 222878 w 5509444"/>
              <a:gd name="connsiteY2" fmla="*/ 1560199 h 2674642"/>
              <a:gd name="connsiteX3" fmla="*/ 0 w 5509444"/>
              <a:gd name="connsiteY3" fmla="*/ 1337321 h 2674642"/>
              <a:gd name="connsiteX4" fmla="*/ 222878 w 5509444"/>
              <a:gd name="connsiteY4" fmla="*/ 1114443 h 2674642"/>
              <a:gd name="connsiteX5" fmla="*/ 222878 w 5509444"/>
              <a:gd name="connsiteY5" fmla="*/ 222878 h 2674642"/>
              <a:gd name="connsiteX6" fmla="*/ 445756 w 5509444"/>
              <a:gd name="connsiteY6" fmla="*/ 0 h 2674642"/>
              <a:gd name="connsiteX7" fmla="*/ 5286566 w 5509444"/>
              <a:gd name="connsiteY7" fmla="*/ 0 h 2674642"/>
              <a:gd name="connsiteX8" fmla="*/ 5509444 w 5509444"/>
              <a:gd name="connsiteY8" fmla="*/ 222878 h 2674642"/>
              <a:gd name="connsiteX9" fmla="*/ 5509444 w 5509444"/>
              <a:gd name="connsiteY9" fmla="*/ 1114443 h 2674642"/>
              <a:gd name="connsiteX10" fmla="*/ 445756 w 5509444"/>
              <a:gd name="connsiteY10" fmla="*/ 2674642 h 2674642"/>
              <a:gd name="connsiteX0" fmla="*/ 445756 w 5509444"/>
              <a:gd name="connsiteY0" fmla="*/ 2674642 h 2674642"/>
              <a:gd name="connsiteX1" fmla="*/ 222878 w 5509444"/>
              <a:gd name="connsiteY1" fmla="*/ 2451764 h 2674642"/>
              <a:gd name="connsiteX2" fmla="*/ 222878 w 5509444"/>
              <a:gd name="connsiteY2" fmla="*/ 1560199 h 2674642"/>
              <a:gd name="connsiteX3" fmla="*/ 0 w 5509444"/>
              <a:gd name="connsiteY3" fmla="*/ 1337321 h 2674642"/>
              <a:gd name="connsiteX4" fmla="*/ 222878 w 5509444"/>
              <a:gd name="connsiteY4" fmla="*/ 1114443 h 2674642"/>
              <a:gd name="connsiteX5" fmla="*/ 222878 w 5509444"/>
              <a:gd name="connsiteY5" fmla="*/ 222878 h 2674642"/>
              <a:gd name="connsiteX6" fmla="*/ 445756 w 5509444"/>
              <a:gd name="connsiteY6" fmla="*/ 0 h 2674642"/>
              <a:gd name="connsiteX0" fmla="*/ 445756 w 5509444"/>
              <a:gd name="connsiteY0" fmla="*/ 2674642 h 2674642"/>
              <a:gd name="connsiteX1" fmla="*/ 222878 w 5509444"/>
              <a:gd name="connsiteY1" fmla="*/ 2451764 h 2674642"/>
              <a:gd name="connsiteX2" fmla="*/ 222878 w 5509444"/>
              <a:gd name="connsiteY2" fmla="*/ 1560199 h 2674642"/>
              <a:gd name="connsiteX3" fmla="*/ 0 w 5509444"/>
              <a:gd name="connsiteY3" fmla="*/ 1337321 h 2674642"/>
              <a:gd name="connsiteX4" fmla="*/ 222878 w 5509444"/>
              <a:gd name="connsiteY4" fmla="*/ 1114443 h 2674642"/>
              <a:gd name="connsiteX5" fmla="*/ 222878 w 5509444"/>
              <a:gd name="connsiteY5" fmla="*/ 222878 h 2674642"/>
              <a:gd name="connsiteX6" fmla="*/ 445756 w 5509444"/>
              <a:gd name="connsiteY6" fmla="*/ 0 h 2674642"/>
              <a:gd name="connsiteX7" fmla="*/ 5286566 w 5509444"/>
              <a:gd name="connsiteY7" fmla="*/ 0 h 2674642"/>
              <a:gd name="connsiteX8" fmla="*/ 5509444 w 5509444"/>
              <a:gd name="connsiteY8" fmla="*/ 222878 h 2674642"/>
              <a:gd name="connsiteX9" fmla="*/ 445756 w 5509444"/>
              <a:gd name="connsiteY9" fmla="*/ 2674642 h 2674642"/>
              <a:gd name="connsiteX0" fmla="*/ 445756 w 5509444"/>
              <a:gd name="connsiteY0" fmla="*/ 2674642 h 2674642"/>
              <a:gd name="connsiteX1" fmla="*/ 222878 w 5509444"/>
              <a:gd name="connsiteY1" fmla="*/ 2451764 h 2674642"/>
              <a:gd name="connsiteX2" fmla="*/ 222878 w 5509444"/>
              <a:gd name="connsiteY2" fmla="*/ 1560199 h 2674642"/>
              <a:gd name="connsiteX3" fmla="*/ 0 w 5509444"/>
              <a:gd name="connsiteY3" fmla="*/ 1337321 h 2674642"/>
              <a:gd name="connsiteX4" fmla="*/ 222878 w 5509444"/>
              <a:gd name="connsiteY4" fmla="*/ 1114443 h 2674642"/>
              <a:gd name="connsiteX5" fmla="*/ 222878 w 5509444"/>
              <a:gd name="connsiteY5" fmla="*/ 222878 h 2674642"/>
              <a:gd name="connsiteX6" fmla="*/ 445756 w 5509444"/>
              <a:gd name="connsiteY6" fmla="*/ 0 h 2674642"/>
              <a:gd name="connsiteX0" fmla="*/ 445756 w 5286566"/>
              <a:gd name="connsiteY0" fmla="*/ 2674642 h 2674642"/>
              <a:gd name="connsiteX1" fmla="*/ 222878 w 5286566"/>
              <a:gd name="connsiteY1" fmla="*/ 2451764 h 2674642"/>
              <a:gd name="connsiteX2" fmla="*/ 222878 w 5286566"/>
              <a:gd name="connsiteY2" fmla="*/ 1560199 h 2674642"/>
              <a:gd name="connsiteX3" fmla="*/ 0 w 5286566"/>
              <a:gd name="connsiteY3" fmla="*/ 1337321 h 2674642"/>
              <a:gd name="connsiteX4" fmla="*/ 222878 w 5286566"/>
              <a:gd name="connsiteY4" fmla="*/ 1114443 h 2674642"/>
              <a:gd name="connsiteX5" fmla="*/ 222878 w 5286566"/>
              <a:gd name="connsiteY5" fmla="*/ 222878 h 2674642"/>
              <a:gd name="connsiteX6" fmla="*/ 445756 w 5286566"/>
              <a:gd name="connsiteY6" fmla="*/ 0 h 2674642"/>
              <a:gd name="connsiteX7" fmla="*/ 5286566 w 5286566"/>
              <a:gd name="connsiteY7" fmla="*/ 0 h 2674642"/>
              <a:gd name="connsiteX8" fmla="*/ 445756 w 5286566"/>
              <a:gd name="connsiteY8" fmla="*/ 2674642 h 2674642"/>
              <a:gd name="connsiteX0" fmla="*/ 445756 w 5286566"/>
              <a:gd name="connsiteY0" fmla="*/ 2674642 h 2674642"/>
              <a:gd name="connsiteX1" fmla="*/ 222878 w 5286566"/>
              <a:gd name="connsiteY1" fmla="*/ 2451764 h 2674642"/>
              <a:gd name="connsiteX2" fmla="*/ 222878 w 5286566"/>
              <a:gd name="connsiteY2" fmla="*/ 1560199 h 2674642"/>
              <a:gd name="connsiteX3" fmla="*/ 0 w 5286566"/>
              <a:gd name="connsiteY3" fmla="*/ 1337321 h 2674642"/>
              <a:gd name="connsiteX4" fmla="*/ 222878 w 5286566"/>
              <a:gd name="connsiteY4" fmla="*/ 1114443 h 2674642"/>
              <a:gd name="connsiteX5" fmla="*/ 222878 w 5286566"/>
              <a:gd name="connsiteY5" fmla="*/ 222878 h 2674642"/>
              <a:gd name="connsiteX6" fmla="*/ 445756 w 5286566"/>
              <a:gd name="connsiteY6" fmla="*/ 0 h 2674642"/>
              <a:gd name="connsiteX0" fmla="*/ 445756 w 445756"/>
              <a:gd name="connsiteY0" fmla="*/ 2674642 h 2674642"/>
              <a:gd name="connsiteX1" fmla="*/ 222878 w 445756"/>
              <a:gd name="connsiteY1" fmla="*/ 2451764 h 2674642"/>
              <a:gd name="connsiteX2" fmla="*/ 222878 w 445756"/>
              <a:gd name="connsiteY2" fmla="*/ 1560199 h 2674642"/>
              <a:gd name="connsiteX3" fmla="*/ 0 w 445756"/>
              <a:gd name="connsiteY3" fmla="*/ 1337321 h 2674642"/>
              <a:gd name="connsiteX4" fmla="*/ 222878 w 445756"/>
              <a:gd name="connsiteY4" fmla="*/ 1114443 h 2674642"/>
              <a:gd name="connsiteX5" fmla="*/ 222878 w 445756"/>
              <a:gd name="connsiteY5" fmla="*/ 222878 h 2674642"/>
              <a:gd name="connsiteX6" fmla="*/ 445756 w 445756"/>
              <a:gd name="connsiteY6" fmla="*/ 0 h 2674642"/>
              <a:gd name="connsiteX7" fmla="*/ 445756 w 445756"/>
              <a:gd name="connsiteY7" fmla="*/ 2674642 h 2674642"/>
              <a:gd name="connsiteX0" fmla="*/ 445756 w 445756"/>
              <a:gd name="connsiteY0" fmla="*/ 2674642 h 2674642"/>
              <a:gd name="connsiteX1" fmla="*/ 222878 w 445756"/>
              <a:gd name="connsiteY1" fmla="*/ 2451764 h 2674642"/>
              <a:gd name="connsiteX2" fmla="*/ 222878 w 445756"/>
              <a:gd name="connsiteY2" fmla="*/ 1560199 h 2674642"/>
              <a:gd name="connsiteX3" fmla="*/ 0 w 445756"/>
              <a:gd name="connsiteY3" fmla="*/ 1337321 h 2674642"/>
              <a:gd name="connsiteX4" fmla="*/ 222878 w 445756"/>
              <a:gd name="connsiteY4" fmla="*/ 1114443 h 2674642"/>
              <a:gd name="connsiteX5" fmla="*/ 222878 w 445756"/>
              <a:gd name="connsiteY5" fmla="*/ 222878 h 2674642"/>
              <a:gd name="connsiteX6" fmla="*/ 445756 w 445756"/>
              <a:gd name="connsiteY6" fmla="*/ 0 h 2674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756" h="2674642" stroke="0" extrusionOk="0">
                <a:moveTo>
                  <a:pt x="445756" y="2674642"/>
                </a:moveTo>
                <a:cubicBezTo>
                  <a:pt x="322664" y="2674642"/>
                  <a:pt x="222878" y="2574856"/>
                  <a:pt x="222878" y="2451764"/>
                </a:cubicBezTo>
                <a:lnTo>
                  <a:pt x="222878" y="1560199"/>
                </a:lnTo>
                <a:cubicBezTo>
                  <a:pt x="222878" y="1437107"/>
                  <a:pt x="123092" y="1337321"/>
                  <a:pt x="0" y="1337321"/>
                </a:cubicBezTo>
                <a:cubicBezTo>
                  <a:pt x="123092" y="1337321"/>
                  <a:pt x="222878" y="1237535"/>
                  <a:pt x="222878" y="1114443"/>
                </a:cubicBezTo>
                <a:lnTo>
                  <a:pt x="222878" y="222878"/>
                </a:lnTo>
                <a:cubicBezTo>
                  <a:pt x="222878" y="99786"/>
                  <a:pt x="322664" y="0"/>
                  <a:pt x="445756" y="0"/>
                </a:cubicBezTo>
                <a:lnTo>
                  <a:pt x="445756" y="2674642"/>
                </a:lnTo>
                <a:close/>
              </a:path>
              <a:path w="445756" h="2674642" fill="none">
                <a:moveTo>
                  <a:pt x="445756" y="2674642"/>
                </a:moveTo>
                <a:cubicBezTo>
                  <a:pt x="322664" y="2674642"/>
                  <a:pt x="222878" y="2574856"/>
                  <a:pt x="222878" y="2451764"/>
                </a:cubicBezTo>
                <a:lnTo>
                  <a:pt x="222878" y="1560199"/>
                </a:lnTo>
                <a:cubicBezTo>
                  <a:pt x="222878" y="1437107"/>
                  <a:pt x="123092" y="1337321"/>
                  <a:pt x="0" y="1337321"/>
                </a:cubicBezTo>
                <a:cubicBezTo>
                  <a:pt x="123092" y="1337321"/>
                  <a:pt x="222878" y="1237535"/>
                  <a:pt x="222878" y="1114443"/>
                </a:cubicBezTo>
                <a:lnTo>
                  <a:pt x="222878" y="222878"/>
                </a:lnTo>
                <a:cubicBezTo>
                  <a:pt x="222878" y="99786"/>
                  <a:pt x="322664" y="0"/>
                  <a:pt x="445756" y="0"/>
                </a:cubicBezTo>
              </a:path>
            </a:pathLst>
          </a:custGeom>
          <a:ln w="76200"/>
        </p:spPr>
        <p:style>
          <a:lnRef idx="1">
            <a:schemeClr val="dk1"/>
          </a:lnRef>
          <a:fillRef idx="0">
            <a:schemeClr val="dk1"/>
          </a:fillRef>
          <a:effectRef idx="0">
            <a:schemeClr val="dk1"/>
          </a:effectRef>
          <a:fontRef idx="minor">
            <a:schemeClr val="tx1"/>
          </a:fontRef>
        </p:style>
        <p:txBody>
          <a:bodyPr rtlCol="0" anchor="ctr"/>
          <a:lstStyle/>
          <a:p>
            <a:pPr algn="ctr"/>
            <a:endParaRPr lang="zh-TW" altLang="en-US"/>
          </a:p>
        </p:txBody>
      </p:sp>
      <p:sp>
        <p:nvSpPr>
          <p:cNvPr id="19" name="矩形 18"/>
          <p:cNvSpPr/>
          <p:nvPr/>
        </p:nvSpPr>
        <p:spPr>
          <a:xfrm>
            <a:off x="2609196" y="6070625"/>
            <a:ext cx="3374642" cy="769441"/>
          </a:xfrm>
          <a:prstGeom prst="rect">
            <a:avLst/>
          </a:prstGeom>
        </p:spPr>
        <p:txBody>
          <a:bodyPr wrap="none">
            <a:spAutoFit/>
          </a:bodyPr>
          <a:lstStyle/>
          <a:p>
            <a:r>
              <a:rPr lang="en-US" altLang="zh-TW" sz="2200" b="1">
                <a:solidFill>
                  <a:srgbClr val="0070C0"/>
                </a:solidFill>
                <a:latin typeface="Consolas" panose="020B0609020204030204" pitchFamily="49" charset="0"/>
                <a:ea typeface="+mj-ea"/>
              </a:rPr>
              <a:t>【Template】</a:t>
            </a:r>
          </a:p>
          <a:p>
            <a:r>
              <a:rPr lang="en-US" altLang="zh-TW" sz="2200">
                <a:latin typeface="Consolas" panose="020B0609020204030204" pitchFamily="49" charset="0"/>
                <a:ea typeface="+mj-ea"/>
              </a:rPr>
              <a:t>HTML</a:t>
            </a:r>
            <a:r>
              <a:rPr lang="zh-TW" altLang="en-US" sz="2200">
                <a:latin typeface="Consolas" panose="020B0609020204030204" pitchFamily="49" charset="0"/>
                <a:ea typeface="+mj-ea"/>
              </a:rPr>
              <a:t>的部分</a:t>
            </a:r>
            <a:r>
              <a:rPr lang="en-US" altLang="zh-TW" sz="2200">
                <a:latin typeface="Consolas" panose="020B0609020204030204" pitchFamily="49" charset="0"/>
                <a:ea typeface="+mj-ea"/>
              </a:rPr>
              <a:t>(</a:t>
            </a:r>
            <a:r>
              <a:rPr lang="zh-TW" altLang="en-US" sz="2200">
                <a:latin typeface="Consolas" panose="020B0609020204030204" pitchFamily="49" charset="0"/>
                <a:ea typeface="+mj-ea"/>
              </a:rPr>
              <a:t>固定的樣板</a:t>
            </a:r>
            <a:r>
              <a:rPr lang="en-US" altLang="zh-TW" sz="2200">
                <a:latin typeface="Consolas" panose="020B0609020204030204" pitchFamily="49" charset="0"/>
                <a:ea typeface="+mj-ea"/>
              </a:rPr>
              <a:t>)</a:t>
            </a:r>
            <a:endParaRPr lang="zh-TW" altLang="en-US" sz="2200">
              <a:latin typeface="Consolas" panose="020B0609020204030204" pitchFamily="49" charset="0"/>
              <a:ea typeface="+mj-ea"/>
            </a:endParaRPr>
          </a:p>
        </p:txBody>
      </p:sp>
      <p:sp>
        <p:nvSpPr>
          <p:cNvPr id="23" name="矩形 22"/>
          <p:cNvSpPr/>
          <p:nvPr/>
        </p:nvSpPr>
        <p:spPr>
          <a:xfrm>
            <a:off x="2477316" y="69734"/>
            <a:ext cx="5293437" cy="5847755"/>
          </a:xfrm>
          <a:prstGeom prst="rect">
            <a:avLst/>
          </a:prstGeom>
        </p:spPr>
        <p:txBody>
          <a:bodyPr wrap="none">
            <a:spAutoFit/>
          </a:bodyPr>
          <a:lstStyle/>
          <a:p>
            <a:r>
              <a:rPr lang="en-US" altLang="zh-TW" sz="2200" b="1">
                <a:solidFill>
                  <a:srgbClr val="0070C0"/>
                </a:solidFill>
                <a:latin typeface="Consolas" panose="020B0609020204030204" pitchFamily="49" charset="0"/>
                <a:ea typeface="+mj-ea"/>
              </a:rPr>
              <a:t>【Element】</a:t>
            </a:r>
          </a:p>
          <a:p>
            <a:r>
              <a:rPr lang="en-US" altLang="zh-TW" sz="2200">
                <a:latin typeface="Consolas" panose="020B0609020204030204" pitchFamily="49" charset="0"/>
                <a:ea typeface="+mj-ea"/>
              </a:rPr>
              <a:t>Container</a:t>
            </a:r>
            <a:r>
              <a:rPr lang="zh-TW" altLang="en-US" sz="2200">
                <a:latin typeface="Consolas" panose="020B0609020204030204" pitchFamily="49" charset="0"/>
                <a:ea typeface="+mj-ea"/>
              </a:rPr>
              <a:t>會解析、處理的部分</a:t>
            </a:r>
            <a:endParaRPr lang="en-US" altLang="zh-TW" sz="2200">
              <a:latin typeface="Consolas" panose="020B0609020204030204" pitchFamily="49" charset="0"/>
              <a:ea typeface="+mj-ea"/>
            </a:endParaRPr>
          </a:p>
          <a:p>
            <a:pPr indent="-457200">
              <a:buFont typeface="+mj-lt"/>
              <a:buAutoNum type="arabicPeriod"/>
            </a:pPr>
            <a:r>
              <a:rPr lang="en-US" altLang="zh-TW" sz="2200">
                <a:latin typeface="Consolas" panose="020B0609020204030204" pitchFamily="49" charset="0"/>
                <a:ea typeface="+mj-ea"/>
              </a:rPr>
              <a:t>Scripting Element(</a:t>
            </a:r>
            <a:r>
              <a:rPr lang="zh-TW" altLang="en-US" sz="2200">
                <a:latin typeface="Consolas" panose="020B0609020204030204" pitchFamily="49" charset="0"/>
                <a:ea typeface="+mj-ea"/>
              </a:rPr>
              <a:t>描述語言元素</a:t>
            </a:r>
            <a:r>
              <a:rPr lang="en-US" altLang="zh-TW" sz="2200">
                <a:latin typeface="Consolas" panose="020B0609020204030204" pitchFamily="49" charset="0"/>
                <a:ea typeface="+mj-ea"/>
              </a:rPr>
              <a:t>)</a:t>
            </a:r>
          </a:p>
          <a:p>
            <a:pPr marL="914400" lvl="1" indent="-457200">
              <a:buFont typeface="Arial" panose="020B0604020202020204" pitchFamily="34" charset="0"/>
              <a:buChar char="•"/>
            </a:pPr>
            <a:r>
              <a:rPr lang="en-US" altLang="zh-TW" sz="2200">
                <a:latin typeface="Consolas" panose="020B0609020204030204" pitchFamily="49" charset="0"/>
                <a:ea typeface="+mj-ea"/>
              </a:rPr>
              <a:t>&lt;%  … %&gt;</a:t>
            </a:r>
          </a:p>
          <a:p>
            <a:pPr marL="914400" lvl="1" indent="-457200">
              <a:buFont typeface="Arial" panose="020B0604020202020204" pitchFamily="34" charset="0"/>
              <a:buChar char="•"/>
            </a:pPr>
            <a:r>
              <a:rPr lang="en-US" altLang="zh-TW" sz="2200">
                <a:latin typeface="Consolas" panose="020B0609020204030204" pitchFamily="49" charset="0"/>
              </a:rPr>
              <a:t>&lt;%! … %&gt;</a:t>
            </a:r>
          </a:p>
          <a:p>
            <a:pPr marL="914400" lvl="1" indent="-457200">
              <a:buFont typeface="Arial" panose="020B0604020202020204" pitchFamily="34" charset="0"/>
              <a:buChar char="•"/>
            </a:pPr>
            <a:r>
              <a:rPr lang="en-US" altLang="zh-TW" sz="2200">
                <a:latin typeface="Consolas" panose="020B0609020204030204" pitchFamily="49" charset="0"/>
              </a:rPr>
              <a:t>&lt;%= … %&gt;</a:t>
            </a:r>
          </a:p>
          <a:p>
            <a:pPr marL="914400" lvl="1" indent="-457200">
              <a:buFont typeface="Arial" panose="020B0604020202020204" pitchFamily="34" charset="0"/>
              <a:buChar char="•"/>
            </a:pPr>
            <a:endParaRPr lang="en-US" altLang="zh-TW" sz="2200">
              <a:latin typeface="Consolas" panose="020B0609020204030204" pitchFamily="49" charset="0"/>
              <a:ea typeface="+mj-ea"/>
            </a:endParaRPr>
          </a:p>
          <a:p>
            <a:pPr indent="-457200">
              <a:buFont typeface="+mj-lt"/>
              <a:buAutoNum type="arabicPeriod"/>
            </a:pPr>
            <a:r>
              <a:rPr lang="en-US" altLang="zh-TW" sz="2200">
                <a:latin typeface="Consolas" panose="020B0609020204030204" pitchFamily="49" charset="0"/>
                <a:ea typeface="+mj-ea"/>
              </a:rPr>
              <a:t>Directive Element(</a:t>
            </a:r>
            <a:r>
              <a:rPr lang="zh-TW" altLang="en-US" sz="2200">
                <a:latin typeface="Consolas" panose="020B0609020204030204" pitchFamily="49" charset="0"/>
                <a:ea typeface="+mj-ea"/>
              </a:rPr>
              <a:t>指令元素</a:t>
            </a:r>
            <a:r>
              <a:rPr lang="en-US" altLang="zh-TW" sz="2200">
                <a:latin typeface="Consolas" panose="020B0609020204030204" pitchFamily="49" charset="0"/>
                <a:ea typeface="+mj-ea"/>
              </a:rPr>
              <a:t>)</a:t>
            </a:r>
          </a:p>
          <a:p>
            <a:pPr marL="914400" lvl="1" indent="-457200">
              <a:buFont typeface="Arial" panose="020B0604020202020204" pitchFamily="34" charset="0"/>
              <a:buChar char="•"/>
            </a:pPr>
            <a:r>
              <a:rPr lang="en-US" altLang="zh-TW" sz="2200">
                <a:solidFill>
                  <a:srgbClr val="FF0000"/>
                </a:solidFill>
                <a:latin typeface="Consolas" panose="020B0609020204030204" pitchFamily="49" charset="0"/>
              </a:rPr>
              <a:t>&lt;%@page … %&gt;</a:t>
            </a:r>
          </a:p>
          <a:p>
            <a:pPr marL="914400" lvl="1" indent="-457200">
              <a:buFont typeface="Arial" panose="020B0604020202020204" pitchFamily="34" charset="0"/>
              <a:buChar char="•"/>
            </a:pPr>
            <a:r>
              <a:rPr lang="en-US" altLang="zh-TW" sz="2200">
                <a:latin typeface="Consolas" panose="020B0609020204030204" pitchFamily="49" charset="0"/>
              </a:rPr>
              <a:t>&lt;%@include … %&gt;</a:t>
            </a:r>
          </a:p>
          <a:p>
            <a:pPr marL="914400" lvl="1" indent="-457200">
              <a:buFont typeface="Arial" panose="020B0604020202020204" pitchFamily="34" charset="0"/>
              <a:buChar char="•"/>
            </a:pPr>
            <a:r>
              <a:rPr lang="en-US" altLang="zh-TW" sz="2200">
                <a:latin typeface="Consolas" panose="020B0609020204030204" pitchFamily="49" charset="0"/>
              </a:rPr>
              <a:t>&lt;%@taglib … %&gt; </a:t>
            </a:r>
          </a:p>
          <a:p>
            <a:pPr marL="914400" lvl="1" indent="-457200">
              <a:buFont typeface="Arial" panose="020B0604020202020204" pitchFamily="34" charset="0"/>
              <a:buChar char="•"/>
            </a:pPr>
            <a:endParaRPr lang="en-US" altLang="zh-TW" sz="2200">
              <a:latin typeface="Consolas" panose="020B0609020204030204" pitchFamily="49" charset="0"/>
              <a:ea typeface="+mj-ea"/>
            </a:endParaRPr>
          </a:p>
          <a:p>
            <a:r>
              <a:rPr lang="en-US" altLang="zh-TW" sz="2200">
                <a:latin typeface="Consolas" panose="020B0609020204030204" pitchFamily="49" charset="0"/>
                <a:ea typeface="+mj-ea"/>
              </a:rPr>
              <a:t>3.</a:t>
            </a:r>
            <a:r>
              <a:rPr lang="zh-TW" altLang="en-US" sz="2200">
                <a:latin typeface="Consolas" panose="020B0609020204030204" pitchFamily="49" charset="0"/>
                <a:ea typeface="+mj-ea"/>
              </a:rPr>
              <a:t> </a:t>
            </a:r>
            <a:r>
              <a:rPr lang="en-US" altLang="zh-TW" sz="2200">
                <a:latin typeface="Consolas" panose="020B0609020204030204" pitchFamily="49" charset="0"/>
                <a:ea typeface="+mj-ea"/>
              </a:rPr>
              <a:t>Action Element(</a:t>
            </a:r>
            <a:r>
              <a:rPr lang="zh-TW" altLang="en-US" sz="2200">
                <a:latin typeface="Consolas" panose="020B0609020204030204" pitchFamily="49" charset="0"/>
                <a:ea typeface="+mj-ea"/>
              </a:rPr>
              <a:t>動作元素</a:t>
            </a:r>
            <a:r>
              <a:rPr lang="en-US" altLang="zh-TW" sz="2200">
                <a:latin typeface="Consolas" panose="020B0609020204030204" pitchFamily="49" charset="0"/>
                <a:ea typeface="+mj-ea"/>
              </a:rPr>
              <a:t>)</a:t>
            </a:r>
          </a:p>
          <a:p>
            <a:pPr marL="914400" lvl="1" indent="-457200">
              <a:buFont typeface="Arial" panose="020B0604020202020204" pitchFamily="34" charset="0"/>
              <a:buChar char="•"/>
            </a:pPr>
            <a:r>
              <a:rPr lang="en-US" altLang="zh-TW" sz="2200">
                <a:latin typeface="Consolas" panose="020B0609020204030204" pitchFamily="49" charset="0"/>
              </a:rPr>
              <a:t>&lt;jsp:forward&gt;</a:t>
            </a:r>
          </a:p>
          <a:p>
            <a:pPr marL="914400" lvl="1" indent="-457200">
              <a:buFont typeface="Arial" panose="020B0604020202020204" pitchFamily="34" charset="0"/>
              <a:buChar char="•"/>
            </a:pPr>
            <a:r>
              <a:rPr lang="en-US" altLang="zh-TW" sz="2200">
                <a:solidFill>
                  <a:srgbClr val="FF0000"/>
                </a:solidFill>
                <a:latin typeface="Consolas" panose="020B0609020204030204" pitchFamily="49" charset="0"/>
                <a:ea typeface="+mj-ea"/>
              </a:rPr>
              <a:t>&lt;jsp:include&gt;</a:t>
            </a:r>
          </a:p>
          <a:p>
            <a:pPr marL="914400" lvl="1" indent="-457200">
              <a:buFont typeface="Arial" panose="020B0604020202020204" pitchFamily="34" charset="0"/>
              <a:buChar char="•"/>
            </a:pPr>
            <a:r>
              <a:rPr lang="en-US" altLang="zh-TW" sz="2200">
                <a:latin typeface="Consolas" panose="020B0609020204030204" pitchFamily="49" charset="0"/>
                <a:ea typeface="+mj-ea"/>
              </a:rPr>
              <a:t>&lt;jsp:useBean&gt;</a:t>
            </a:r>
          </a:p>
          <a:p>
            <a:pPr marL="914400" lvl="1" indent="-457200">
              <a:buFont typeface="Arial" panose="020B0604020202020204" pitchFamily="34" charset="0"/>
              <a:buChar char="•"/>
            </a:pPr>
            <a:r>
              <a:rPr lang="zh-TW" altLang="en-US" sz="2200">
                <a:latin typeface="Consolas" panose="020B0609020204030204" pitchFamily="49" charset="0"/>
                <a:ea typeface="+mj-ea"/>
              </a:rPr>
              <a:t>其他</a:t>
            </a:r>
            <a:endParaRPr lang="en-US" altLang="zh-TW" sz="2200">
              <a:latin typeface="Consolas" panose="020B0609020204030204" pitchFamily="49" charset="0"/>
              <a:ea typeface="+mj-ea"/>
            </a:endParaRPr>
          </a:p>
        </p:txBody>
      </p:sp>
      <p:pic>
        <p:nvPicPr>
          <p:cNvPr id="26" name="圖片 25"/>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1056883" y="6363169"/>
            <a:ext cx="254245" cy="184351"/>
          </a:xfrm>
          <a:prstGeom prst="rect">
            <a:avLst/>
          </a:prstGeom>
        </p:spPr>
      </p:pic>
    </p:spTree>
    <p:extLst>
      <p:ext uri="{BB962C8B-B14F-4D97-AF65-F5344CB8AC3E}">
        <p14:creationId xmlns:p14="http://schemas.microsoft.com/office/powerpoint/2010/main" val="233584720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sz="half" idx="2"/>
          </p:nvPr>
        </p:nvSpPr>
        <p:spPr>
          <a:xfrm>
            <a:off x="8331200" y="1053548"/>
            <a:ext cx="3860800" cy="5804452"/>
          </a:xfrm>
        </p:spPr>
        <p:txBody>
          <a:bodyPr>
            <a:noAutofit/>
          </a:bodyPr>
          <a:lstStyle/>
          <a:p>
            <a:pPr algn="just">
              <a:spcBef>
                <a:spcPts val="1200"/>
              </a:spcBef>
            </a:pPr>
            <a:r>
              <a:rPr lang="zh-TW" altLang="en-US" sz="2300" b="1">
                <a:latin typeface="Consolas" panose="020B0609020204030204" pitchFamily="49" charset="0"/>
                <a:ea typeface="+mj-ea"/>
              </a:rPr>
              <a:t>此類元素作為</a:t>
            </a:r>
            <a:r>
              <a:rPr lang="en-US" altLang="zh-TW" sz="2300" b="1">
                <a:latin typeface="Consolas" panose="020B0609020204030204" pitchFamily="49" charset="0"/>
                <a:ea typeface="+mj-ea"/>
              </a:rPr>
              <a:t>JSP</a:t>
            </a:r>
            <a:r>
              <a:rPr lang="zh-TW" altLang="en-US" sz="2300" b="1">
                <a:latin typeface="Consolas" panose="020B0609020204030204" pitchFamily="49" charset="0"/>
                <a:ea typeface="+mj-ea"/>
              </a:rPr>
              <a:t>最初使用的元素，可讓你在</a:t>
            </a:r>
            <a:r>
              <a:rPr lang="en-US" altLang="zh-TW" sz="2300" b="1">
                <a:latin typeface="Consolas" panose="020B0609020204030204" pitchFamily="49" charset="0"/>
                <a:ea typeface="+mj-ea"/>
              </a:rPr>
              <a:t>JSP</a:t>
            </a:r>
            <a:r>
              <a:rPr lang="zh-TW" altLang="en-US" sz="2300" b="1">
                <a:latin typeface="Consolas" panose="020B0609020204030204" pitchFamily="49" charset="0"/>
                <a:ea typeface="+mj-ea"/>
              </a:rPr>
              <a:t>的頁面中撰寫</a:t>
            </a:r>
            <a:r>
              <a:rPr lang="en-US" altLang="zh-TW" sz="2300" b="1">
                <a:latin typeface="Consolas" panose="020B0609020204030204" pitchFamily="49" charset="0"/>
                <a:ea typeface="+mj-ea"/>
              </a:rPr>
              <a:t>JAVA</a:t>
            </a:r>
            <a:r>
              <a:rPr lang="zh-TW" altLang="en-US" sz="2300" b="1">
                <a:latin typeface="Consolas" panose="020B0609020204030204" pitchFamily="49" charset="0"/>
                <a:ea typeface="+mj-ea"/>
              </a:rPr>
              <a:t>程式碼，用以存取其他物件的屬性、方法。</a:t>
            </a:r>
            <a:endParaRPr lang="en-US" altLang="zh-TW" sz="2300" b="1">
              <a:latin typeface="Consolas" panose="020B0609020204030204" pitchFamily="49" charset="0"/>
              <a:ea typeface="+mj-ea"/>
            </a:endParaRPr>
          </a:p>
          <a:p>
            <a:pPr algn="just">
              <a:spcBef>
                <a:spcPts val="1200"/>
              </a:spcBef>
            </a:pPr>
            <a:r>
              <a:rPr lang="zh-TW" altLang="en-US" sz="2300" b="1">
                <a:latin typeface="Consolas" panose="020B0609020204030204" pitchFamily="49" charset="0"/>
                <a:ea typeface="+mj-ea"/>
              </a:rPr>
              <a:t>但一個</a:t>
            </a:r>
            <a:r>
              <a:rPr lang="en-US" altLang="zh-TW" sz="2300" b="1">
                <a:latin typeface="Consolas" panose="020B0609020204030204" pitchFamily="49" charset="0"/>
                <a:ea typeface="+mj-ea"/>
              </a:rPr>
              <a:t>JSP</a:t>
            </a:r>
            <a:r>
              <a:rPr lang="zh-TW" altLang="en-US" sz="2300" b="1">
                <a:latin typeface="Consolas" panose="020B0609020204030204" pitchFamily="49" charset="0"/>
                <a:ea typeface="+mj-ea"/>
              </a:rPr>
              <a:t>頁面若都使用此類元素來撰寫，則會讓程式碼變得太過凌亂</a:t>
            </a:r>
            <a:r>
              <a:rPr lang="en-US" altLang="zh-TW" sz="2300" b="1">
                <a:latin typeface="Consolas" panose="020B0609020204030204" pitchFamily="49" charset="0"/>
                <a:ea typeface="+mj-ea"/>
              </a:rPr>
              <a:t>(</a:t>
            </a:r>
            <a:r>
              <a:rPr lang="zh-TW" altLang="en-US" sz="2300" b="1">
                <a:latin typeface="Consolas" panose="020B0609020204030204" pitchFamily="49" charset="0"/>
                <a:ea typeface="+mj-ea"/>
              </a:rPr>
              <a:t>混和了</a:t>
            </a:r>
            <a:r>
              <a:rPr lang="en-US" altLang="zh-TW" sz="2300" b="1">
                <a:latin typeface="Consolas" panose="020B0609020204030204" pitchFamily="49" charset="0"/>
                <a:ea typeface="+mj-ea"/>
              </a:rPr>
              <a:t>JAVA</a:t>
            </a:r>
            <a:r>
              <a:rPr lang="zh-TW" altLang="en-US" sz="2300" b="1">
                <a:latin typeface="Consolas" panose="020B0609020204030204" pitchFamily="49" charset="0"/>
                <a:ea typeface="+mj-ea"/>
              </a:rPr>
              <a:t>與</a:t>
            </a:r>
            <a:r>
              <a:rPr lang="en-US" altLang="zh-TW" sz="2300" b="1">
                <a:latin typeface="Consolas" panose="020B0609020204030204" pitchFamily="49" charset="0"/>
                <a:ea typeface="+mj-ea"/>
              </a:rPr>
              <a:t>HTML</a:t>
            </a:r>
            <a:r>
              <a:rPr lang="zh-TW" altLang="en-US" sz="2300" b="1">
                <a:latin typeface="Consolas" panose="020B0609020204030204" pitchFamily="49" charset="0"/>
                <a:ea typeface="+mj-ea"/>
              </a:rPr>
              <a:t>兩種程式碼</a:t>
            </a:r>
            <a:r>
              <a:rPr lang="en-US" altLang="zh-TW" sz="2300" b="1">
                <a:latin typeface="Consolas" panose="020B0609020204030204" pitchFamily="49" charset="0"/>
                <a:ea typeface="+mj-ea"/>
              </a:rPr>
              <a:t>)</a:t>
            </a:r>
            <a:r>
              <a:rPr lang="zh-TW" altLang="en-US" sz="2300" b="1">
                <a:latin typeface="Consolas" panose="020B0609020204030204" pitchFamily="49" charset="0"/>
                <a:ea typeface="+mj-ea"/>
              </a:rPr>
              <a:t>，且往後會難以維護。</a:t>
            </a:r>
            <a:endParaRPr lang="en-US" altLang="zh-TW" sz="2300" b="1">
              <a:latin typeface="Consolas" panose="020B0609020204030204" pitchFamily="49" charset="0"/>
              <a:ea typeface="+mj-ea"/>
            </a:endParaRPr>
          </a:p>
          <a:p>
            <a:pPr algn="just">
              <a:spcBef>
                <a:spcPts val="1200"/>
              </a:spcBef>
            </a:pPr>
            <a:r>
              <a:rPr lang="zh-TW" altLang="en-US" sz="2300" b="1">
                <a:latin typeface="Consolas" panose="020B0609020204030204" pitchFamily="49" charset="0"/>
                <a:ea typeface="+mj-ea"/>
              </a:rPr>
              <a:t>是故在一個良好的</a:t>
            </a:r>
            <a:r>
              <a:rPr lang="en-US" altLang="zh-TW" sz="2300" b="1">
                <a:latin typeface="Consolas" panose="020B0609020204030204" pitchFamily="49" charset="0"/>
                <a:ea typeface="+mj-ea"/>
              </a:rPr>
              <a:t>MVC</a:t>
            </a:r>
            <a:r>
              <a:rPr lang="zh-TW" altLang="en-US" sz="2300" b="1">
                <a:latin typeface="Consolas" panose="020B0609020204030204" pitchFamily="49" charset="0"/>
                <a:ea typeface="+mj-ea"/>
              </a:rPr>
              <a:t>架構下，此類元素不應該出現在任何</a:t>
            </a:r>
            <a:r>
              <a:rPr lang="en-US" altLang="zh-TW" sz="2300" b="1">
                <a:latin typeface="Consolas" panose="020B0609020204030204" pitchFamily="49" charset="0"/>
                <a:ea typeface="+mj-ea"/>
              </a:rPr>
              <a:t>JSP</a:t>
            </a:r>
            <a:r>
              <a:rPr lang="zh-TW" altLang="en-US" sz="2300" b="1">
                <a:latin typeface="Consolas" panose="020B0609020204030204" pitchFamily="49" charset="0"/>
                <a:ea typeface="+mj-ea"/>
              </a:rPr>
              <a:t>頁面中，此小節理解即可。</a:t>
            </a:r>
          </a:p>
          <a:p>
            <a:pPr algn="just">
              <a:spcBef>
                <a:spcPts val="1200"/>
              </a:spcBef>
            </a:pPr>
            <a:endParaRPr lang="zh-TW" altLang="en-US" sz="2300" b="1">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DE0C7043-5B7F-4E55-B9C2-004C86B4F74C}"/>
              </a:ext>
            </a:extLst>
          </p:cNvPr>
          <p:cNvSpPr>
            <a:spLocks noGrp="1"/>
          </p:cNvSpPr>
          <p:nvPr>
            <p:ph type="sldNum" sz="quarter" idx="12"/>
          </p:nvPr>
        </p:nvSpPr>
        <p:spPr/>
        <p:txBody>
          <a:bodyPr/>
          <a:lstStyle/>
          <a:p>
            <a:fld id="{B521127C-0C56-461F-B517-0D483F216F7D}" type="slidenum">
              <a:rPr lang="zh-TW" altLang="en-US" smtClean="0"/>
              <a:t>88</a:t>
            </a:fld>
            <a:endParaRPr lang="zh-TW" altLang="en-US"/>
          </a:p>
        </p:txBody>
      </p:sp>
      <p:sp>
        <p:nvSpPr>
          <p:cNvPr id="9" name="矩形 8"/>
          <p:cNvSpPr/>
          <p:nvPr/>
        </p:nvSpPr>
        <p:spPr>
          <a:xfrm>
            <a:off x="8331200" y="100822"/>
            <a:ext cx="3860800" cy="867930"/>
          </a:xfrm>
          <a:prstGeom prst="rect">
            <a:avLst/>
          </a:prstGeom>
        </p:spPr>
        <p:txBody>
          <a:bodyPr wrap="square">
            <a:spAutoFit/>
          </a:bodyPr>
          <a:lstStyle/>
          <a:p>
            <a:pPr algn="ctr" defTabSz="914400">
              <a:lnSpc>
                <a:spcPct val="90000"/>
              </a:lnSpc>
              <a:spcBef>
                <a:spcPct val="0"/>
              </a:spcBef>
            </a:pPr>
            <a:r>
              <a:rPr lang="en-US" altLang="zh-TW" sz="2800" b="1">
                <a:latin typeface="+mj-lt"/>
                <a:ea typeface="+mj-ea"/>
                <a:cs typeface="+mj-cs"/>
              </a:rPr>
              <a:t>Scripting Element</a:t>
            </a:r>
          </a:p>
          <a:p>
            <a:pPr algn="ctr" defTabSz="914400">
              <a:lnSpc>
                <a:spcPct val="90000"/>
              </a:lnSpc>
              <a:spcBef>
                <a:spcPct val="0"/>
              </a:spcBef>
            </a:pPr>
            <a:r>
              <a:rPr lang="en-US" altLang="zh-TW" sz="2800" b="1">
                <a:latin typeface="+mj-ea"/>
                <a:ea typeface="+mj-ea"/>
              </a:rPr>
              <a:t>(</a:t>
            </a:r>
            <a:r>
              <a:rPr lang="zh-TW" altLang="en-US" sz="2800" b="1">
                <a:latin typeface="+mj-ea"/>
                <a:ea typeface="+mj-ea"/>
              </a:rPr>
              <a:t>描述語言元素</a:t>
            </a:r>
            <a:r>
              <a:rPr lang="en-US" altLang="zh-TW" sz="2800" b="1">
                <a:latin typeface="+mj-ea"/>
                <a:ea typeface="+mj-ea"/>
              </a:rPr>
              <a:t>)</a:t>
            </a:r>
            <a:endParaRPr lang="en-US" altLang="zh-TW" sz="2800" b="1">
              <a:latin typeface="+mj-ea"/>
              <a:ea typeface="+mj-ea"/>
              <a:cs typeface="+mj-cs"/>
            </a:endParaRPr>
          </a:p>
        </p:txBody>
      </p:sp>
      <p:sp>
        <p:nvSpPr>
          <p:cNvPr id="11"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0" y="273269"/>
            <a:ext cx="8331200" cy="6584731"/>
          </a:xfrm>
        </p:spPr>
        <p:txBody>
          <a:bodyPr>
            <a:normAutofit/>
          </a:bodyPr>
          <a:lstStyle/>
          <a:p>
            <a:pPr marL="891540" lvl="3" indent="-342900" algn="just">
              <a:buClrTx/>
              <a:buFont typeface="+mj-lt"/>
              <a:buAutoNum type="arabicPeriod"/>
            </a:pPr>
            <a:r>
              <a:rPr lang="en-US" altLang="zh-TW" sz="2500">
                <a:solidFill>
                  <a:srgbClr val="FF0000"/>
                </a:solidFill>
                <a:latin typeface="Consolas" panose="020B0609020204030204" pitchFamily="49" charset="0"/>
                <a:ea typeface="+mj-ea"/>
              </a:rPr>
              <a:t>&lt;%! Int i=0;%&gt; &lt;%! </a:t>
            </a:r>
            <a:r>
              <a:rPr lang="zh-TW" altLang="en-US" sz="2500">
                <a:solidFill>
                  <a:srgbClr val="FF0000"/>
                </a:solidFill>
                <a:latin typeface="Consolas" panose="020B0609020204030204" pitchFamily="49" charset="0"/>
                <a:ea typeface="+mj-ea"/>
              </a:rPr>
              <a:t>方法 </a:t>
            </a:r>
            <a:r>
              <a:rPr lang="en-US" altLang="zh-TW" sz="2500">
                <a:solidFill>
                  <a:srgbClr val="FF0000"/>
                </a:solidFill>
                <a:latin typeface="Consolas" panose="020B0609020204030204" pitchFamily="49" charset="0"/>
                <a:ea typeface="+mj-ea"/>
              </a:rPr>
              <a:t>%&gt;</a:t>
            </a:r>
          </a:p>
          <a:p>
            <a:pPr marL="1165860" lvl="4" indent="-342900" algn="just"/>
            <a:r>
              <a:rPr lang="zh-TW" altLang="en-US" sz="2500">
                <a:latin typeface="Consolas" panose="020B0609020204030204" pitchFamily="49" charset="0"/>
                <a:ea typeface="+mj-ea"/>
              </a:rPr>
              <a:t>宣告</a:t>
            </a:r>
            <a:r>
              <a:rPr lang="en-US" altLang="zh-TW" sz="2500">
                <a:latin typeface="Consolas" panose="020B0609020204030204" pitchFamily="49" charset="0"/>
                <a:ea typeface="+mj-ea"/>
              </a:rPr>
              <a:t>(Declaration)</a:t>
            </a:r>
          </a:p>
          <a:p>
            <a:pPr marL="1165860" lvl="4" indent="-342900" algn="just"/>
            <a:r>
              <a:rPr lang="zh-TW" altLang="en-US" sz="2500">
                <a:latin typeface="Consolas" panose="020B0609020204030204" pitchFamily="49" charset="0"/>
                <a:ea typeface="+mj-ea"/>
              </a:rPr>
              <a:t>此為實體變數、實體方法</a:t>
            </a:r>
            <a:endParaRPr lang="en-US" altLang="zh-TW" sz="2500">
              <a:latin typeface="Consolas" panose="020B0609020204030204" pitchFamily="49" charset="0"/>
              <a:ea typeface="+mj-ea"/>
            </a:endParaRPr>
          </a:p>
          <a:p>
            <a:pPr marL="1108710" lvl="4" indent="-285750" algn="just"/>
            <a:endParaRPr lang="en-US" altLang="zh-TW" sz="2500">
              <a:latin typeface="Consolas" panose="020B0609020204030204" pitchFamily="49" charset="0"/>
              <a:ea typeface="+mj-ea"/>
            </a:endParaRPr>
          </a:p>
          <a:p>
            <a:pPr marL="891540" lvl="3" indent="-342900" algn="just">
              <a:buClrTx/>
              <a:buFont typeface="+mj-lt"/>
              <a:buAutoNum type="arabicPeriod"/>
            </a:pPr>
            <a:r>
              <a:rPr lang="en-US" altLang="zh-TW" sz="2500">
                <a:solidFill>
                  <a:srgbClr val="FF0000"/>
                </a:solidFill>
                <a:latin typeface="Consolas" panose="020B0609020204030204" pitchFamily="49" charset="0"/>
                <a:ea typeface="+mj-ea"/>
              </a:rPr>
              <a:t>&lt;%  </a:t>
            </a:r>
            <a:r>
              <a:rPr lang="zh-TW" altLang="en-US" sz="2500">
                <a:solidFill>
                  <a:srgbClr val="FF0000"/>
                </a:solidFill>
                <a:latin typeface="Consolas" panose="020B0609020204030204" pitchFamily="49" charset="0"/>
                <a:ea typeface="+mj-ea"/>
              </a:rPr>
              <a:t>任意</a:t>
            </a:r>
            <a:r>
              <a:rPr lang="en-US" altLang="zh-TW" sz="2500">
                <a:solidFill>
                  <a:srgbClr val="FF0000"/>
                </a:solidFill>
                <a:latin typeface="Consolas" panose="020B0609020204030204" pitchFamily="49" charset="0"/>
                <a:ea typeface="+mj-ea"/>
              </a:rPr>
              <a:t>JAVA</a:t>
            </a:r>
            <a:r>
              <a:rPr lang="zh-TW" altLang="en-US" sz="2500">
                <a:solidFill>
                  <a:srgbClr val="FF0000"/>
                </a:solidFill>
                <a:latin typeface="Consolas" panose="020B0609020204030204" pitchFamily="49" charset="0"/>
                <a:ea typeface="+mj-ea"/>
              </a:rPr>
              <a:t>程式碼 </a:t>
            </a:r>
            <a:r>
              <a:rPr lang="en-US" altLang="zh-TW" sz="2500">
                <a:solidFill>
                  <a:srgbClr val="FF0000"/>
                </a:solidFill>
                <a:latin typeface="Consolas" panose="020B0609020204030204" pitchFamily="49" charset="0"/>
                <a:ea typeface="+mj-ea"/>
              </a:rPr>
              <a:t>%&gt;</a:t>
            </a:r>
          </a:p>
          <a:p>
            <a:pPr marL="1165860" lvl="4" indent="-342900" algn="just"/>
            <a:r>
              <a:rPr lang="zh-TW" altLang="en-US" sz="2500">
                <a:latin typeface="Consolas" panose="020B0609020204030204" pitchFamily="49" charset="0"/>
                <a:ea typeface="+mj-ea"/>
              </a:rPr>
              <a:t>小腳本</a:t>
            </a:r>
            <a:r>
              <a:rPr lang="en-US" altLang="zh-TW" sz="2500">
                <a:latin typeface="Consolas" panose="020B0609020204030204" pitchFamily="49" charset="0"/>
                <a:ea typeface="+mj-ea"/>
              </a:rPr>
              <a:t>(Scriptlets)</a:t>
            </a:r>
          </a:p>
          <a:p>
            <a:pPr marL="1165860" lvl="4" indent="-342900" algn="just"/>
            <a:r>
              <a:rPr lang="zh-TW" altLang="en-US" sz="2500">
                <a:latin typeface="Consolas" panose="020B0609020204030204" pitchFamily="49" charset="0"/>
                <a:ea typeface="+mj-ea"/>
              </a:rPr>
              <a:t>如內有宣告變數，則其為區域變數</a:t>
            </a:r>
            <a:endParaRPr lang="en-US" altLang="zh-TW" sz="2500">
              <a:latin typeface="Consolas" panose="020B0609020204030204" pitchFamily="49" charset="0"/>
              <a:ea typeface="+mj-ea"/>
            </a:endParaRPr>
          </a:p>
          <a:p>
            <a:pPr marL="822960" lvl="4" indent="0" algn="just">
              <a:buNone/>
            </a:pPr>
            <a:endParaRPr lang="en-US" altLang="zh-TW" sz="2500">
              <a:latin typeface="Consolas" panose="020B0609020204030204" pitchFamily="49" charset="0"/>
              <a:ea typeface="+mj-ea"/>
            </a:endParaRPr>
          </a:p>
          <a:p>
            <a:pPr marL="891540" lvl="3" indent="-342900" algn="just">
              <a:buClrTx/>
              <a:buFont typeface="+mj-lt"/>
              <a:buAutoNum type="arabicPeriod"/>
            </a:pPr>
            <a:r>
              <a:rPr lang="en-US" altLang="zh-TW" sz="2500">
                <a:solidFill>
                  <a:srgbClr val="FF0000"/>
                </a:solidFill>
                <a:latin typeface="Consolas" panose="020B0609020204030204" pitchFamily="49" charset="0"/>
              </a:rPr>
              <a:t>&lt;%= a+b+c %&gt;</a:t>
            </a:r>
          </a:p>
          <a:p>
            <a:pPr marL="1165860" lvl="4" indent="-342900" algn="just"/>
            <a:r>
              <a:rPr lang="zh-TW" altLang="en-US" sz="2500">
                <a:latin typeface="Consolas" panose="020B0609020204030204" pitchFamily="49" charset="0"/>
                <a:ea typeface="+mj-ea"/>
              </a:rPr>
              <a:t>運算式</a:t>
            </a:r>
            <a:r>
              <a:rPr lang="en-US" altLang="zh-TW" sz="2500">
                <a:latin typeface="Consolas" panose="020B0609020204030204" pitchFamily="49" charset="0"/>
                <a:ea typeface="+mj-ea"/>
              </a:rPr>
              <a:t>(Expressions)</a:t>
            </a:r>
          </a:p>
          <a:p>
            <a:pPr marL="1165860" lvl="4" indent="-342900" algn="just"/>
            <a:r>
              <a:rPr lang="zh-TW" altLang="en-US" sz="2500">
                <a:latin typeface="Consolas" panose="020B0609020204030204" pitchFamily="49" charset="0"/>
                <a:ea typeface="+mj-ea"/>
              </a:rPr>
              <a:t>不可使用「；」結尾</a:t>
            </a:r>
            <a:endParaRPr lang="en-US" altLang="zh-TW" sz="2500">
              <a:latin typeface="Consolas" panose="020B0609020204030204" pitchFamily="49" charset="0"/>
              <a:ea typeface="+mj-ea"/>
            </a:endParaRPr>
          </a:p>
          <a:p>
            <a:pPr marL="1165860" lvl="4" indent="-342900" algn="just"/>
            <a:r>
              <a:rPr lang="zh-TW" altLang="en-US" sz="2500">
                <a:latin typeface="Consolas" panose="020B0609020204030204" pitchFamily="49" charset="0"/>
                <a:ea typeface="+mj-ea"/>
              </a:rPr>
              <a:t>結果會以字串方式輸出在</a:t>
            </a:r>
            <a:r>
              <a:rPr lang="en-US" altLang="zh-TW" sz="2500">
                <a:latin typeface="Consolas" panose="020B0609020204030204" pitchFamily="49" charset="0"/>
                <a:ea typeface="+mj-ea"/>
              </a:rPr>
              <a:t>HTML</a:t>
            </a:r>
            <a:r>
              <a:rPr lang="zh-TW" altLang="en-US" sz="2500">
                <a:latin typeface="Consolas" panose="020B0609020204030204" pitchFamily="49" charset="0"/>
                <a:ea typeface="+mj-ea"/>
              </a:rPr>
              <a:t>上</a:t>
            </a:r>
            <a:endParaRPr lang="en-US" altLang="zh-TW" sz="2500">
              <a:latin typeface="Consolas" panose="020B0609020204030204" pitchFamily="49" charset="0"/>
              <a:ea typeface="+mj-ea"/>
            </a:endParaRPr>
          </a:p>
          <a:p>
            <a:pPr marL="891540" lvl="3" indent="-342900" algn="just"/>
            <a:endParaRPr lang="en-US" altLang="zh-TW" sz="2500">
              <a:latin typeface="Consolas" panose="020B0609020204030204" pitchFamily="49" charset="0"/>
              <a:ea typeface="+mj-ea"/>
            </a:endParaRPr>
          </a:p>
          <a:p>
            <a:pPr marL="891540" lvl="3" indent="-342900" algn="just">
              <a:buFont typeface="+mj-lt"/>
              <a:buAutoNum type="arabicPeriod"/>
            </a:pPr>
            <a:endParaRPr lang="en-US" altLang="zh-TW" sz="2500">
              <a:latin typeface="Consolas" panose="020B0609020204030204" pitchFamily="49" charset="0"/>
              <a:ea typeface="+mj-ea"/>
            </a:endParaRPr>
          </a:p>
        </p:txBody>
      </p:sp>
    </p:spTree>
    <p:extLst>
      <p:ext uri="{BB962C8B-B14F-4D97-AF65-F5344CB8AC3E}">
        <p14:creationId xmlns:p14="http://schemas.microsoft.com/office/powerpoint/2010/main" val="326839952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sz="half" idx="2"/>
          </p:nvPr>
        </p:nvSpPr>
        <p:spPr>
          <a:xfrm>
            <a:off x="8331200" y="1053548"/>
            <a:ext cx="3860800" cy="5804452"/>
          </a:xfrm>
        </p:spPr>
        <p:txBody>
          <a:bodyPr>
            <a:noAutofit/>
          </a:bodyPr>
          <a:lstStyle/>
          <a:p>
            <a:pPr algn="just">
              <a:spcBef>
                <a:spcPts val="1200"/>
              </a:spcBef>
            </a:pPr>
            <a:r>
              <a:rPr lang="zh-TW" altLang="en-US" sz="2300" b="1">
                <a:latin typeface="Consolas" panose="020B0609020204030204" pitchFamily="49" charset="0"/>
                <a:ea typeface="+mj-ea"/>
              </a:rPr>
              <a:t>此類元素通常用於整個</a:t>
            </a:r>
            <a:r>
              <a:rPr lang="en-US" altLang="zh-TW" sz="2300" b="1">
                <a:latin typeface="Consolas" panose="020B0609020204030204" pitchFamily="49" charset="0"/>
                <a:ea typeface="+mj-ea"/>
              </a:rPr>
              <a:t>JSP</a:t>
            </a:r>
            <a:r>
              <a:rPr lang="zh-TW" altLang="en-US" sz="2300" b="1">
                <a:latin typeface="Consolas" panose="020B0609020204030204" pitchFamily="49" charset="0"/>
                <a:ea typeface="+mj-ea"/>
              </a:rPr>
              <a:t>頁面的說明。</a:t>
            </a:r>
            <a:endParaRPr lang="en-US" altLang="zh-TW" sz="2300" b="1">
              <a:latin typeface="Consolas" panose="020B0609020204030204" pitchFamily="49" charset="0"/>
              <a:ea typeface="+mj-ea"/>
            </a:endParaRPr>
          </a:p>
          <a:p>
            <a:pPr algn="just">
              <a:spcBef>
                <a:spcPts val="1200"/>
              </a:spcBef>
            </a:pPr>
            <a:r>
              <a:rPr lang="zh-TW" altLang="en-US" sz="2300" b="1">
                <a:latin typeface="Consolas" panose="020B0609020204030204" pitchFamily="49" charset="0"/>
                <a:ea typeface="+mj-ea"/>
              </a:rPr>
              <a:t>功能為宣告頁面屬性、載入某個類別或某項標籤，你通常會在</a:t>
            </a:r>
            <a:r>
              <a:rPr lang="en-US" altLang="zh-TW" sz="2300" b="1">
                <a:latin typeface="Consolas" panose="020B0609020204030204" pitchFamily="49" charset="0"/>
                <a:ea typeface="+mj-ea"/>
              </a:rPr>
              <a:t>JSP</a:t>
            </a:r>
            <a:r>
              <a:rPr lang="zh-TW" altLang="en-US" sz="2300" b="1">
                <a:latin typeface="Consolas" panose="020B0609020204030204" pitchFamily="49" charset="0"/>
                <a:ea typeface="+mj-ea"/>
              </a:rPr>
              <a:t>頁面的開頭看見它。</a:t>
            </a:r>
            <a:endParaRPr lang="en-US" altLang="zh-TW" sz="2300" b="1">
              <a:latin typeface="Consolas" panose="020B0609020204030204" pitchFamily="49" charset="0"/>
              <a:ea typeface="+mj-ea"/>
            </a:endParaRPr>
          </a:p>
          <a:p>
            <a:pPr algn="just">
              <a:spcBef>
                <a:spcPts val="1200"/>
              </a:spcBef>
            </a:pPr>
            <a:r>
              <a:rPr lang="zh-TW" altLang="en-US" sz="2300" b="1">
                <a:latin typeface="Consolas" panose="020B0609020204030204" pitchFamily="49" charset="0"/>
                <a:ea typeface="+mj-ea"/>
              </a:rPr>
              <a:t>不需要記下所有</a:t>
            </a:r>
            <a:r>
              <a:rPr lang="en-US" altLang="zh-TW" sz="2300" b="1">
                <a:latin typeface="Consolas" panose="020B0609020204030204" pitchFamily="49" charset="0"/>
                <a:ea typeface="+mj-ea"/>
              </a:rPr>
              <a:t>&lt;%@page&gt;</a:t>
            </a:r>
            <a:r>
              <a:rPr lang="zh-TW" altLang="en-US" sz="2300" b="1">
                <a:latin typeface="Consolas" panose="020B0609020204030204" pitchFamily="49" charset="0"/>
                <a:ea typeface="+mj-ea"/>
              </a:rPr>
              <a:t>的屬性，需要使用時再查詢即可。</a:t>
            </a:r>
            <a:endParaRPr lang="en-US" altLang="zh-TW" sz="2300" b="1">
              <a:latin typeface="Consolas" panose="020B0609020204030204" pitchFamily="49" charset="0"/>
              <a:ea typeface="+mj-ea"/>
            </a:endParaRPr>
          </a:p>
          <a:p>
            <a:pPr algn="just">
              <a:spcBef>
                <a:spcPts val="1200"/>
              </a:spcBef>
            </a:pPr>
            <a:endParaRPr lang="en-US" altLang="zh-TW" sz="2300" b="1">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DE0C7043-5B7F-4E55-B9C2-004C86B4F74C}"/>
              </a:ext>
            </a:extLst>
          </p:cNvPr>
          <p:cNvSpPr>
            <a:spLocks noGrp="1"/>
          </p:cNvSpPr>
          <p:nvPr>
            <p:ph type="sldNum" sz="quarter" idx="12"/>
          </p:nvPr>
        </p:nvSpPr>
        <p:spPr/>
        <p:txBody>
          <a:bodyPr/>
          <a:lstStyle/>
          <a:p>
            <a:fld id="{B521127C-0C56-461F-B517-0D483F216F7D}" type="slidenum">
              <a:rPr lang="zh-TW" altLang="en-US" smtClean="0"/>
              <a:t>89</a:t>
            </a:fld>
            <a:endParaRPr lang="zh-TW" altLang="en-US"/>
          </a:p>
        </p:txBody>
      </p:sp>
      <p:sp>
        <p:nvSpPr>
          <p:cNvPr id="9" name="矩形 8"/>
          <p:cNvSpPr/>
          <p:nvPr/>
        </p:nvSpPr>
        <p:spPr>
          <a:xfrm>
            <a:off x="8331200" y="100822"/>
            <a:ext cx="3860800" cy="867930"/>
          </a:xfrm>
          <a:prstGeom prst="rect">
            <a:avLst/>
          </a:prstGeom>
        </p:spPr>
        <p:txBody>
          <a:bodyPr wrap="square">
            <a:spAutoFit/>
          </a:bodyPr>
          <a:lstStyle/>
          <a:p>
            <a:pPr algn="ctr" defTabSz="914400">
              <a:lnSpc>
                <a:spcPct val="90000"/>
              </a:lnSpc>
              <a:spcBef>
                <a:spcPct val="0"/>
              </a:spcBef>
            </a:pPr>
            <a:r>
              <a:rPr lang="en-US" altLang="zh-TW" sz="2800" b="1">
                <a:latin typeface="+mj-lt"/>
                <a:ea typeface="+mj-ea"/>
                <a:cs typeface="+mj-cs"/>
              </a:rPr>
              <a:t>Directive Element</a:t>
            </a:r>
          </a:p>
          <a:p>
            <a:pPr algn="ctr" defTabSz="914400">
              <a:lnSpc>
                <a:spcPct val="90000"/>
              </a:lnSpc>
              <a:spcBef>
                <a:spcPct val="0"/>
              </a:spcBef>
            </a:pPr>
            <a:r>
              <a:rPr lang="en-US" altLang="zh-TW" sz="2800" b="1">
                <a:latin typeface="+mj-lt"/>
                <a:ea typeface="+mj-ea"/>
                <a:cs typeface="+mj-cs"/>
              </a:rPr>
              <a:t>(</a:t>
            </a:r>
            <a:r>
              <a:rPr lang="zh-TW" altLang="en-US" sz="2800" b="1">
                <a:latin typeface="+mj-lt"/>
                <a:ea typeface="+mj-ea"/>
                <a:cs typeface="+mj-cs"/>
              </a:rPr>
              <a:t>指令元素</a:t>
            </a:r>
            <a:r>
              <a:rPr lang="en-US" altLang="zh-TW" sz="2800" b="1">
                <a:latin typeface="+mj-lt"/>
                <a:ea typeface="+mj-ea"/>
                <a:cs typeface="+mj-cs"/>
              </a:rPr>
              <a:t>)</a:t>
            </a:r>
          </a:p>
        </p:txBody>
      </p:sp>
      <p:sp>
        <p:nvSpPr>
          <p:cNvPr id="7" name="內容版面配置區 2">
            <a:extLst>
              <a:ext uri="{FF2B5EF4-FFF2-40B4-BE49-F238E27FC236}">
                <a16:creationId xmlns:a16="http://schemas.microsoft.com/office/drawing/2014/main" id="{9FF66F90-399E-48C6-BD58-B25387DC674D}"/>
              </a:ext>
            </a:extLst>
          </p:cNvPr>
          <p:cNvSpPr txBox="1">
            <a:spLocks/>
          </p:cNvSpPr>
          <p:nvPr/>
        </p:nvSpPr>
        <p:spPr>
          <a:xfrm>
            <a:off x="0" y="294290"/>
            <a:ext cx="8331200" cy="6161056"/>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617220" lvl="2" indent="-342900">
              <a:buFont typeface="+mj-lt"/>
              <a:buAutoNum type="arabicPeriod"/>
            </a:pPr>
            <a:r>
              <a:rPr lang="en-US" altLang="zh-TW" sz="2400">
                <a:solidFill>
                  <a:srgbClr val="FF0000"/>
                </a:solidFill>
                <a:latin typeface="Consolas" panose="020B0609020204030204" pitchFamily="49" charset="0"/>
                <a:ea typeface="+mj-ea"/>
              </a:rPr>
              <a:t>&lt;%@page … %&gt;</a:t>
            </a:r>
          </a:p>
          <a:p>
            <a:pPr marL="891540" lvl="3" indent="-342900"/>
            <a:r>
              <a:rPr lang="zh-TW" altLang="en-US" sz="2400">
                <a:latin typeface="Consolas" panose="020B0609020204030204" pitchFamily="49" charset="0"/>
                <a:ea typeface="+mj-ea"/>
              </a:rPr>
              <a:t>如</a:t>
            </a:r>
            <a:r>
              <a:rPr lang="en-US" altLang="zh-TW" sz="2400">
                <a:latin typeface="Consolas" panose="020B0609020204030204" pitchFamily="49" charset="0"/>
                <a:ea typeface="+mj-ea"/>
              </a:rPr>
              <a:t>:&lt;%@pagecontentType="text/html;charset=UTF-8"pageEncoding="UTF-8" import="java.util.*" %&gt;</a:t>
            </a:r>
          </a:p>
          <a:p>
            <a:pPr marL="891540" lvl="3" indent="-342900"/>
            <a:r>
              <a:rPr lang="zh-TW" altLang="en-US" sz="2400">
                <a:latin typeface="Consolas" panose="020B0609020204030204" pitchFamily="49" charset="0"/>
                <a:ea typeface="+mj-ea"/>
              </a:rPr>
              <a:t>有</a:t>
            </a:r>
            <a:r>
              <a:rPr lang="en-US" altLang="zh-TW" sz="2400">
                <a:latin typeface="Consolas" panose="020B0609020204030204" pitchFamily="49" charset="0"/>
                <a:ea typeface="+mj-ea"/>
              </a:rPr>
              <a:t>10</a:t>
            </a:r>
            <a:r>
              <a:rPr lang="zh-TW" altLang="en-US" sz="2400">
                <a:latin typeface="Consolas" panose="020B0609020204030204" pitchFamily="49" charset="0"/>
                <a:ea typeface="+mj-ea"/>
              </a:rPr>
              <a:t>多種屬性</a:t>
            </a:r>
            <a:r>
              <a:rPr lang="en-US" altLang="zh-TW" sz="2400">
                <a:latin typeface="Consolas" panose="020B0609020204030204" pitchFamily="49" charset="0"/>
                <a:ea typeface="+mj-ea"/>
              </a:rPr>
              <a:t>(</a:t>
            </a:r>
            <a:r>
              <a:rPr lang="zh-TW" altLang="en-US" sz="2400">
                <a:latin typeface="Consolas" panose="020B0609020204030204" pitchFamily="49" charset="0"/>
                <a:ea typeface="+mj-ea"/>
                <a:hlinkClick r:id="rId2"/>
              </a:rPr>
              <a:t>其餘屬性</a:t>
            </a:r>
            <a:r>
              <a:rPr lang="en-US" altLang="zh-TW" sz="2400">
                <a:latin typeface="Consolas" panose="020B0609020204030204" pitchFamily="49" charset="0"/>
                <a:ea typeface="+mj-ea"/>
              </a:rPr>
              <a:t>)</a:t>
            </a:r>
          </a:p>
          <a:p>
            <a:pPr marL="891540" lvl="3" indent="-342900"/>
            <a:endParaRPr lang="en-US" altLang="zh-TW" sz="2400">
              <a:latin typeface="Consolas" panose="020B0609020204030204" pitchFamily="49" charset="0"/>
              <a:ea typeface="+mj-ea"/>
            </a:endParaRPr>
          </a:p>
          <a:p>
            <a:pPr marL="617220" lvl="2" indent="-342900">
              <a:buFont typeface="+mj-lt"/>
              <a:buAutoNum type="arabicPeriod"/>
            </a:pPr>
            <a:r>
              <a:rPr lang="en-US" altLang="zh-TW" sz="2400">
                <a:solidFill>
                  <a:srgbClr val="FF0000"/>
                </a:solidFill>
                <a:latin typeface="Consolas" panose="020B0609020204030204" pitchFamily="49" charset="0"/>
                <a:ea typeface="+mj-ea"/>
              </a:rPr>
              <a:t>&lt;%@include … %&gt;</a:t>
            </a:r>
          </a:p>
          <a:p>
            <a:pPr marL="891540" lvl="3" indent="-342900"/>
            <a:r>
              <a:rPr lang="zh-TW" altLang="en-US" sz="2400">
                <a:latin typeface="Consolas" panose="020B0609020204030204" pitchFamily="49" charset="0"/>
                <a:ea typeface="+mj-ea"/>
              </a:rPr>
              <a:t>如</a:t>
            </a:r>
            <a:r>
              <a:rPr lang="en-US" altLang="zh-TW" sz="2400">
                <a:latin typeface="Consolas" panose="020B0609020204030204" pitchFamily="49" charset="0"/>
                <a:ea typeface="+mj-ea"/>
              </a:rPr>
              <a:t>:&lt;%@</a:t>
            </a:r>
            <a:r>
              <a:rPr lang="zh-TW" altLang="en-US" sz="2400">
                <a:latin typeface="Consolas" panose="020B0609020204030204" pitchFamily="49" charset="0"/>
                <a:ea typeface="+mj-ea"/>
              </a:rPr>
              <a:t> </a:t>
            </a:r>
            <a:r>
              <a:rPr lang="en-US" altLang="zh-TW" sz="2400">
                <a:latin typeface="Consolas" panose="020B0609020204030204" pitchFamily="49" charset="0"/>
                <a:ea typeface="+mj-ea"/>
              </a:rPr>
              <a:t>include file="aaa/xxx.xx"&gt;</a:t>
            </a:r>
          </a:p>
          <a:p>
            <a:pPr marL="891540" lvl="3" indent="-342900"/>
            <a:r>
              <a:rPr lang="zh-TW" altLang="en-US" sz="2400">
                <a:latin typeface="Consolas" panose="020B0609020204030204" pitchFamily="49" charset="0"/>
                <a:ea typeface="+mj-ea"/>
              </a:rPr>
              <a:t>目錄</a:t>
            </a:r>
            <a:r>
              <a:rPr lang="en-US" altLang="zh-TW" sz="2400">
                <a:latin typeface="Consolas" panose="020B0609020204030204" pitchFamily="49" charset="0"/>
                <a:ea typeface="+mj-ea"/>
              </a:rPr>
              <a:t>aaa</a:t>
            </a:r>
            <a:r>
              <a:rPr lang="zh-TW" altLang="en-US" sz="2400">
                <a:latin typeface="Consolas" panose="020B0609020204030204" pitchFamily="49" charset="0"/>
                <a:ea typeface="+mj-ea"/>
              </a:rPr>
              <a:t>下的檔案</a:t>
            </a:r>
            <a:r>
              <a:rPr lang="en-US" altLang="zh-TW" sz="2400">
                <a:latin typeface="Consolas" panose="020B0609020204030204" pitchFamily="49" charset="0"/>
                <a:ea typeface="+mj-ea"/>
              </a:rPr>
              <a:t>xxx.xx</a:t>
            </a:r>
            <a:r>
              <a:rPr lang="zh-TW" altLang="en-US" sz="2400">
                <a:latin typeface="Consolas" panose="020B0609020204030204" pitchFamily="49" charset="0"/>
                <a:ea typeface="+mj-ea"/>
              </a:rPr>
              <a:t>，先包含至此</a:t>
            </a:r>
            <a:r>
              <a:rPr lang="en-US" altLang="zh-TW" sz="2400">
                <a:latin typeface="Consolas" panose="020B0609020204030204" pitchFamily="49" charset="0"/>
                <a:ea typeface="+mj-ea"/>
              </a:rPr>
              <a:t>JSP</a:t>
            </a:r>
            <a:r>
              <a:rPr lang="zh-TW" altLang="en-US" sz="2400">
                <a:latin typeface="Consolas" panose="020B0609020204030204" pitchFamily="49" charset="0"/>
                <a:ea typeface="+mj-ea"/>
              </a:rPr>
              <a:t>後，才被轉譯成</a:t>
            </a:r>
            <a:r>
              <a:rPr lang="en-US" altLang="zh-TW" sz="2400">
                <a:latin typeface="Consolas" panose="020B0609020204030204" pitchFamily="49" charset="0"/>
                <a:ea typeface="+mj-ea"/>
              </a:rPr>
              <a:t>.java</a:t>
            </a:r>
            <a:r>
              <a:rPr lang="zh-TW" altLang="en-US" sz="2400">
                <a:latin typeface="Consolas" panose="020B0609020204030204" pitchFamily="49" charset="0"/>
                <a:ea typeface="+mj-ea"/>
              </a:rPr>
              <a:t>檔</a:t>
            </a:r>
            <a:r>
              <a:rPr lang="en-US" altLang="zh-TW" sz="2400">
                <a:latin typeface="Consolas" panose="020B0609020204030204" pitchFamily="49" charset="0"/>
                <a:ea typeface="+mj-ea"/>
              </a:rPr>
              <a:t>(Servlet)</a:t>
            </a:r>
            <a:r>
              <a:rPr lang="zh-TW" altLang="en-US" sz="2400">
                <a:latin typeface="Consolas" panose="020B0609020204030204" pitchFamily="49" charset="0"/>
                <a:ea typeface="+mj-ea"/>
              </a:rPr>
              <a:t>，最後輸出成</a:t>
            </a:r>
            <a:r>
              <a:rPr lang="en-US" altLang="zh-TW" sz="2400">
                <a:latin typeface="Consolas" panose="020B0609020204030204" pitchFamily="49" charset="0"/>
                <a:ea typeface="+mj-ea"/>
              </a:rPr>
              <a:t>HTML</a:t>
            </a:r>
          </a:p>
          <a:p>
            <a:pPr marL="891540" lvl="3" indent="-342900"/>
            <a:endParaRPr lang="en-US" altLang="zh-TW" sz="2400">
              <a:latin typeface="Consolas" panose="020B0609020204030204" pitchFamily="49" charset="0"/>
              <a:ea typeface="+mj-ea"/>
            </a:endParaRPr>
          </a:p>
          <a:p>
            <a:pPr marL="617220" lvl="2" indent="-342900">
              <a:buFont typeface="+mj-lt"/>
              <a:buAutoNum type="arabicPeriod"/>
            </a:pPr>
            <a:r>
              <a:rPr lang="en-US" altLang="zh-TW" sz="2400">
                <a:solidFill>
                  <a:srgbClr val="FF0000"/>
                </a:solidFill>
                <a:latin typeface="Consolas" panose="020B0609020204030204" pitchFamily="49" charset="0"/>
                <a:ea typeface="+mj-ea"/>
              </a:rPr>
              <a:t>&lt;%@taglib … %&gt;</a:t>
            </a:r>
            <a:r>
              <a:rPr lang="zh-TW" altLang="en-US" sz="2400">
                <a:solidFill>
                  <a:srgbClr val="FF0000"/>
                </a:solidFill>
                <a:latin typeface="Consolas" panose="020B0609020204030204" pitchFamily="49" charset="0"/>
                <a:ea typeface="+mj-ea"/>
              </a:rPr>
              <a:t> </a:t>
            </a:r>
            <a:endParaRPr lang="en-US" altLang="zh-TW" sz="2400">
              <a:solidFill>
                <a:srgbClr val="FF0000"/>
              </a:solidFill>
              <a:latin typeface="Consolas" panose="020B0609020204030204" pitchFamily="49" charset="0"/>
              <a:ea typeface="+mj-ea"/>
            </a:endParaRPr>
          </a:p>
          <a:p>
            <a:pPr marL="891540" lvl="3" indent="-342900"/>
            <a:r>
              <a:rPr lang="zh-TW" altLang="en-US" sz="2400">
                <a:latin typeface="Consolas" panose="020B0609020204030204" pitchFamily="49" charset="0"/>
                <a:ea typeface="+mj-ea"/>
              </a:rPr>
              <a:t>主要用於宣告使用「標籤」，在</a:t>
            </a:r>
            <a:r>
              <a:rPr lang="en-US" altLang="zh-TW" sz="2400">
                <a:latin typeface="Consolas" panose="020B0609020204030204" pitchFamily="49" charset="0"/>
                <a:ea typeface="+mj-ea"/>
              </a:rPr>
              <a:t>JSTL</a:t>
            </a:r>
            <a:r>
              <a:rPr lang="zh-TW" altLang="en-US" sz="2400">
                <a:latin typeface="Consolas" panose="020B0609020204030204" pitchFamily="49" charset="0"/>
                <a:ea typeface="+mj-ea"/>
              </a:rPr>
              <a:t>章節會提到。</a:t>
            </a:r>
            <a:endParaRPr lang="en-US" altLang="zh-TW" sz="2400">
              <a:latin typeface="Consolas" panose="020B0609020204030204" pitchFamily="49" charset="0"/>
              <a:ea typeface="+mj-ea"/>
            </a:endParaRPr>
          </a:p>
        </p:txBody>
      </p:sp>
    </p:spTree>
    <p:extLst>
      <p:ext uri="{BB962C8B-B14F-4D97-AF65-F5344CB8AC3E}">
        <p14:creationId xmlns:p14="http://schemas.microsoft.com/office/powerpoint/2010/main" val="306337101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sz="half" idx="2"/>
          </p:nvPr>
        </p:nvSpPr>
        <p:spPr>
          <a:xfrm>
            <a:off x="8331200" y="1053548"/>
            <a:ext cx="3860800" cy="5804452"/>
          </a:xfrm>
        </p:spPr>
        <p:txBody>
          <a:bodyPr>
            <a:noAutofit/>
          </a:bodyPr>
          <a:lstStyle/>
          <a:p>
            <a:pPr algn="just">
              <a:spcBef>
                <a:spcPts val="1200"/>
              </a:spcBef>
            </a:pPr>
            <a:r>
              <a:rPr lang="zh-TW" altLang="en-US" sz="2400" b="1">
                <a:latin typeface="Consolas" panose="020B0609020204030204" pitchFamily="49" charset="0"/>
                <a:ea typeface="+mj-ea"/>
              </a:rPr>
              <a:t>此類元素以標籤格式撰寫</a:t>
            </a:r>
            <a:r>
              <a:rPr lang="en-US" altLang="zh-TW" sz="2400" b="1">
                <a:latin typeface="Consolas" panose="020B0609020204030204" pitchFamily="49" charset="0"/>
                <a:ea typeface="+mj-ea"/>
              </a:rPr>
              <a:t>(</a:t>
            </a:r>
            <a:r>
              <a:rPr lang="zh-TW" altLang="en-US" sz="2400" b="1">
                <a:latin typeface="Consolas" panose="020B0609020204030204" pitchFamily="49" charset="0"/>
                <a:ea typeface="+mj-ea"/>
              </a:rPr>
              <a:t>類</a:t>
            </a:r>
            <a:r>
              <a:rPr lang="en-US" altLang="zh-TW" sz="2400" b="1">
                <a:latin typeface="Consolas" panose="020B0609020204030204" pitchFamily="49" charset="0"/>
                <a:ea typeface="+mj-ea"/>
              </a:rPr>
              <a:t>HTML</a:t>
            </a:r>
            <a:r>
              <a:rPr lang="zh-TW" altLang="en-US" sz="2400" b="1">
                <a:latin typeface="Consolas" panose="020B0609020204030204" pitchFamily="49" charset="0"/>
                <a:ea typeface="+mj-ea"/>
              </a:rPr>
              <a:t>標籤</a:t>
            </a:r>
            <a:r>
              <a:rPr lang="en-US" altLang="zh-TW" sz="2400" b="1">
                <a:latin typeface="Consolas" panose="020B0609020204030204" pitchFamily="49" charset="0"/>
                <a:ea typeface="+mj-ea"/>
              </a:rPr>
              <a:t>)</a:t>
            </a:r>
            <a:r>
              <a:rPr lang="zh-TW" altLang="en-US" sz="2400" b="1">
                <a:latin typeface="Consolas" panose="020B0609020204030204" pitchFamily="49" charset="0"/>
                <a:ea typeface="+mj-ea"/>
              </a:rPr>
              <a:t>，根據語法不同會執行不同動作，但幾乎已被淘汰不使用。</a:t>
            </a:r>
            <a:endParaRPr lang="en-US" altLang="zh-TW" sz="2400" b="1">
              <a:latin typeface="Consolas" panose="020B0609020204030204" pitchFamily="49" charset="0"/>
              <a:ea typeface="+mj-ea"/>
            </a:endParaRPr>
          </a:p>
          <a:p>
            <a:pPr algn="just">
              <a:spcBef>
                <a:spcPts val="1200"/>
              </a:spcBef>
            </a:pPr>
            <a:r>
              <a:rPr lang="zh-TW" altLang="en-US" sz="2400" b="1">
                <a:latin typeface="Consolas" panose="020B0609020204030204" pitchFamily="49" charset="0"/>
                <a:ea typeface="+mj-ea"/>
              </a:rPr>
              <a:t>唯一可能會用上的標籤是</a:t>
            </a:r>
            <a:r>
              <a:rPr lang="en-US" altLang="zh-TW" sz="2400" b="1">
                <a:latin typeface="Consolas" panose="020B0609020204030204" pitchFamily="49" charset="0"/>
                <a:ea typeface="+mj-ea"/>
              </a:rPr>
              <a:t>&lt;jsp:includ&gt;</a:t>
            </a:r>
            <a:r>
              <a:rPr lang="zh-TW" altLang="en-US" sz="2400" b="1">
                <a:latin typeface="Consolas" panose="020B0609020204030204" pitchFamily="49" charset="0"/>
                <a:ea typeface="+mj-ea"/>
              </a:rPr>
              <a:t>，其他不是被取代就是被淘汰，知道有此類元素存在即可。</a:t>
            </a:r>
            <a:endParaRPr lang="en-US" altLang="zh-TW" sz="2400" b="1">
              <a:latin typeface="Consolas" panose="020B0609020204030204" pitchFamily="49" charset="0"/>
              <a:ea typeface="+mj-ea"/>
            </a:endParaRPr>
          </a:p>
          <a:p>
            <a:pPr algn="just">
              <a:spcBef>
                <a:spcPts val="1200"/>
              </a:spcBef>
            </a:pPr>
            <a:endParaRPr lang="en-US" altLang="zh-TW" sz="2400" b="1">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DE0C7043-5B7F-4E55-B9C2-004C86B4F74C}"/>
              </a:ext>
            </a:extLst>
          </p:cNvPr>
          <p:cNvSpPr>
            <a:spLocks noGrp="1"/>
          </p:cNvSpPr>
          <p:nvPr>
            <p:ph type="sldNum" sz="quarter" idx="12"/>
          </p:nvPr>
        </p:nvSpPr>
        <p:spPr/>
        <p:txBody>
          <a:bodyPr/>
          <a:lstStyle/>
          <a:p>
            <a:fld id="{B521127C-0C56-461F-B517-0D483F216F7D}" type="slidenum">
              <a:rPr lang="zh-TW" altLang="en-US" smtClean="0"/>
              <a:t>90</a:t>
            </a:fld>
            <a:endParaRPr lang="zh-TW" altLang="en-US"/>
          </a:p>
        </p:txBody>
      </p:sp>
      <p:sp>
        <p:nvSpPr>
          <p:cNvPr id="9" name="矩形 8"/>
          <p:cNvSpPr/>
          <p:nvPr/>
        </p:nvSpPr>
        <p:spPr>
          <a:xfrm>
            <a:off x="8331200" y="100822"/>
            <a:ext cx="3860800" cy="867930"/>
          </a:xfrm>
          <a:prstGeom prst="rect">
            <a:avLst/>
          </a:prstGeom>
        </p:spPr>
        <p:txBody>
          <a:bodyPr wrap="square">
            <a:spAutoFit/>
          </a:bodyPr>
          <a:lstStyle/>
          <a:p>
            <a:pPr algn="ctr" defTabSz="914400">
              <a:lnSpc>
                <a:spcPct val="90000"/>
              </a:lnSpc>
              <a:spcBef>
                <a:spcPct val="0"/>
              </a:spcBef>
            </a:pPr>
            <a:r>
              <a:rPr lang="en-US" altLang="zh-TW" sz="2800" b="1">
                <a:latin typeface="+mj-lt"/>
                <a:ea typeface="+mj-ea"/>
                <a:cs typeface="+mj-cs"/>
              </a:rPr>
              <a:t>Action Element</a:t>
            </a:r>
          </a:p>
          <a:p>
            <a:pPr algn="ctr" defTabSz="914400">
              <a:lnSpc>
                <a:spcPct val="90000"/>
              </a:lnSpc>
              <a:spcBef>
                <a:spcPct val="0"/>
              </a:spcBef>
            </a:pPr>
            <a:r>
              <a:rPr lang="en-US" altLang="zh-TW" sz="2800" b="1">
                <a:latin typeface="+mj-lt"/>
                <a:ea typeface="+mj-ea"/>
                <a:cs typeface="+mj-cs"/>
              </a:rPr>
              <a:t>(</a:t>
            </a:r>
            <a:r>
              <a:rPr lang="zh-TW" altLang="en-US" sz="2800" b="1">
                <a:latin typeface="+mj-lt"/>
                <a:ea typeface="+mj-ea"/>
                <a:cs typeface="+mj-cs"/>
              </a:rPr>
              <a:t>動作元素</a:t>
            </a:r>
            <a:r>
              <a:rPr lang="en-US" altLang="zh-TW" sz="2800" b="1">
                <a:latin typeface="+mj-lt"/>
                <a:ea typeface="+mj-ea"/>
                <a:cs typeface="+mj-cs"/>
              </a:rPr>
              <a:t>)</a:t>
            </a:r>
          </a:p>
        </p:txBody>
      </p:sp>
      <p:sp>
        <p:nvSpPr>
          <p:cNvPr id="6"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185057" y="100823"/>
            <a:ext cx="7750629" cy="6615664"/>
          </a:xfrm>
        </p:spPr>
        <p:txBody>
          <a:bodyPr>
            <a:noAutofit/>
          </a:bodyPr>
          <a:lstStyle/>
          <a:p>
            <a:pPr marL="0" lvl="3" indent="-457200" algn="just">
              <a:buClrTx/>
              <a:buFont typeface="+mj-lt"/>
              <a:buAutoNum type="arabicPeriod"/>
            </a:pPr>
            <a:r>
              <a:rPr lang="en-US" altLang="zh-TW" sz="2200">
                <a:latin typeface="Consolas" panose="020B0609020204030204" pitchFamily="49" charset="0"/>
                <a:ea typeface="+mj-ea"/>
              </a:rPr>
              <a:t>&lt;jsp:forward&gt;	</a:t>
            </a:r>
          </a:p>
          <a:p>
            <a:pPr marL="828000" lvl="5" indent="0" algn="just">
              <a:buClrTx/>
              <a:buNone/>
            </a:pPr>
            <a:r>
              <a:rPr lang="zh-TW" altLang="en-US" sz="2200">
                <a:latin typeface="Consolas" panose="020B0609020204030204" pitchFamily="49" charset="0"/>
                <a:ea typeface="+mj-ea"/>
              </a:rPr>
              <a:t>將頁面控制權轉發到指定對象，但正常情況下不應使用此標籤，你不該在一個</a:t>
            </a:r>
            <a:r>
              <a:rPr lang="en-US" altLang="zh-TW" sz="2200">
                <a:latin typeface="Consolas" panose="020B0609020204030204" pitchFamily="49" charset="0"/>
                <a:ea typeface="+mj-ea"/>
              </a:rPr>
              <a:t>JSP</a:t>
            </a:r>
            <a:r>
              <a:rPr lang="zh-TW" altLang="en-US" sz="2200">
                <a:latin typeface="Consolas" panose="020B0609020204030204" pitchFamily="49" charset="0"/>
                <a:ea typeface="+mj-ea"/>
              </a:rPr>
              <a:t>中把控制權轉移到另一個</a:t>
            </a:r>
            <a:r>
              <a:rPr lang="en-US" altLang="zh-TW" sz="2200">
                <a:latin typeface="Consolas" panose="020B0609020204030204" pitchFamily="49" charset="0"/>
                <a:ea typeface="+mj-ea"/>
              </a:rPr>
              <a:t>JSP</a:t>
            </a:r>
            <a:r>
              <a:rPr lang="zh-TW" altLang="en-US" sz="2200">
                <a:latin typeface="Consolas" panose="020B0609020204030204" pitchFamily="49" charset="0"/>
                <a:ea typeface="+mj-ea"/>
              </a:rPr>
              <a:t>中，會讓程式凌亂且難以維護。</a:t>
            </a:r>
            <a:endParaRPr lang="en-US" altLang="zh-TW" sz="2200">
              <a:latin typeface="Consolas" panose="020B0609020204030204" pitchFamily="49" charset="0"/>
              <a:ea typeface="+mj-ea"/>
            </a:endParaRPr>
          </a:p>
          <a:p>
            <a:pPr marL="0" lvl="3" indent="-457200" algn="just">
              <a:buClrTx/>
              <a:buFont typeface="+mj-lt"/>
              <a:buAutoNum type="arabicPeriod"/>
            </a:pPr>
            <a:r>
              <a:rPr lang="en-US" altLang="zh-TW" sz="2200">
                <a:solidFill>
                  <a:srgbClr val="FF0000"/>
                </a:solidFill>
                <a:latin typeface="Consolas" panose="020B0609020204030204" pitchFamily="49" charset="0"/>
                <a:ea typeface="+mj-ea"/>
              </a:rPr>
              <a:t>&lt;jsp:includ&gt;	</a:t>
            </a:r>
            <a:r>
              <a:rPr lang="zh-TW" altLang="en-US" sz="2200">
                <a:solidFill>
                  <a:srgbClr val="FF0000"/>
                </a:solidFill>
                <a:latin typeface="Consolas" panose="020B0609020204030204" pitchFamily="49" charset="0"/>
                <a:ea typeface="+mj-ea"/>
              </a:rPr>
              <a:t>將指定對象內容納入此頁</a:t>
            </a:r>
            <a:r>
              <a:rPr lang="en-US" altLang="zh-TW" sz="2200">
                <a:solidFill>
                  <a:srgbClr val="FF0000"/>
                </a:solidFill>
                <a:latin typeface="Consolas" panose="020B0609020204030204" pitchFamily="49" charset="0"/>
                <a:ea typeface="+mj-ea"/>
              </a:rPr>
              <a:t>JSP</a:t>
            </a:r>
            <a:r>
              <a:rPr lang="zh-TW" altLang="en-US" sz="2200">
                <a:solidFill>
                  <a:srgbClr val="FF0000"/>
                </a:solidFill>
                <a:latin typeface="Consolas" panose="020B0609020204030204" pitchFamily="49" charset="0"/>
                <a:ea typeface="+mj-ea"/>
              </a:rPr>
              <a:t>。</a:t>
            </a:r>
            <a:endParaRPr lang="en-US" altLang="zh-TW" sz="2200">
              <a:solidFill>
                <a:srgbClr val="FF0000"/>
              </a:solidFill>
              <a:latin typeface="Consolas" panose="020B0609020204030204" pitchFamily="49" charset="0"/>
              <a:ea typeface="+mj-ea"/>
            </a:endParaRPr>
          </a:p>
          <a:p>
            <a:pPr marL="0" lvl="3" indent="-457200" algn="just">
              <a:buClrTx/>
              <a:buFont typeface="+mj-lt"/>
              <a:buAutoNum type="arabicPeriod"/>
            </a:pPr>
            <a:r>
              <a:rPr lang="en-US" altLang="zh-TW" sz="2200">
                <a:latin typeface="Consolas" panose="020B0609020204030204" pitchFamily="49" charset="0"/>
                <a:ea typeface="+mj-ea"/>
              </a:rPr>
              <a:t>&lt;jsp:param&gt;	</a:t>
            </a:r>
            <a:r>
              <a:rPr lang="zh-TW" altLang="en-US" sz="2200">
                <a:latin typeface="Consolas" panose="020B0609020204030204" pitchFamily="49" charset="0"/>
                <a:ea typeface="+mj-ea"/>
              </a:rPr>
              <a:t>結合以上兩個標籤，傳遞參數使用。</a:t>
            </a:r>
            <a:endParaRPr lang="en-US" altLang="zh-TW" sz="2200">
              <a:latin typeface="Consolas" panose="020B0609020204030204" pitchFamily="49" charset="0"/>
              <a:ea typeface="+mj-ea"/>
            </a:endParaRPr>
          </a:p>
          <a:p>
            <a:pPr marL="0" lvl="3" indent="0" algn="just">
              <a:buClrTx/>
              <a:buNone/>
            </a:pPr>
            <a:r>
              <a:rPr lang="en-US" altLang="zh-TW" sz="2200">
                <a:latin typeface="Consolas" panose="020B0609020204030204" pitchFamily="49" charset="0"/>
                <a:ea typeface="+mj-ea"/>
              </a:rPr>
              <a:t>	</a:t>
            </a:r>
          </a:p>
          <a:p>
            <a:pPr marL="0" lvl="3" indent="-457200" algn="just">
              <a:buClrTx/>
              <a:buFont typeface="+mj-lt"/>
              <a:buAutoNum type="arabicPeriod" startAt="4"/>
            </a:pPr>
            <a:r>
              <a:rPr lang="en-US" altLang="zh-TW" sz="2200">
                <a:latin typeface="Consolas" panose="020B0609020204030204" pitchFamily="49" charset="0"/>
                <a:ea typeface="+mj-ea"/>
              </a:rPr>
              <a:t>&lt;jsp:usbBean&gt;	</a:t>
            </a:r>
          </a:p>
          <a:p>
            <a:pPr marL="736960" lvl="7" indent="0" algn="just">
              <a:buClrTx/>
              <a:buNone/>
            </a:pPr>
            <a:r>
              <a:rPr lang="zh-TW" altLang="en-US" sz="2200">
                <a:latin typeface="Consolas" panose="020B0609020204030204" pitchFamily="49" charset="0"/>
                <a:ea typeface="+mj-ea"/>
              </a:rPr>
              <a:t>若</a:t>
            </a:r>
            <a:r>
              <a:rPr lang="en-US" altLang="zh-TW" sz="2200">
                <a:latin typeface="Consolas" panose="020B0609020204030204" pitchFamily="49" charset="0"/>
                <a:ea typeface="+mj-ea"/>
              </a:rPr>
              <a:t>Bean</a:t>
            </a:r>
            <a:r>
              <a:rPr lang="zh-TW" altLang="en-US" sz="2200">
                <a:latin typeface="Consolas" panose="020B0609020204030204" pitchFamily="49" charset="0"/>
                <a:ea typeface="+mj-ea"/>
              </a:rPr>
              <a:t>存在，則使用；</a:t>
            </a:r>
            <a:endParaRPr lang="en-US" altLang="zh-TW" sz="2200">
              <a:latin typeface="Consolas" panose="020B0609020204030204" pitchFamily="49" charset="0"/>
              <a:ea typeface="+mj-ea"/>
            </a:endParaRPr>
          </a:p>
          <a:p>
            <a:pPr marL="736960" lvl="7" indent="0" algn="just">
              <a:buClrTx/>
              <a:buNone/>
            </a:pPr>
            <a:r>
              <a:rPr lang="zh-TW" altLang="en-US" sz="2200">
                <a:latin typeface="Consolas" panose="020B0609020204030204" pitchFamily="49" charset="0"/>
                <a:ea typeface="+mj-ea"/>
              </a:rPr>
              <a:t>若不存在則建立，</a:t>
            </a:r>
            <a:r>
              <a:rPr lang="zh-TW" altLang="en-US" sz="2200">
                <a:solidFill>
                  <a:srgbClr val="FF0000"/>
                </a:solidFill>
                <a:latin typeface="Consolas" panose="020B0609020204030204" pitchFamily="49" charset="0"/>
                <a:ea typeface="+mj-ea"/>
              </a:rPr>
              <a:t>已被</a:t>
            </a:r>
            <a:r>
              <a:rPr lang="en-US" altLang="zh-TW" sz="2200">
                <a:solidFill>
                  <a:srgbClr val="FF0000"/>
                </a:solidFill>
                <a:latin typeface="Consolas" panose="020B0609020204030204" pitchFamily="49" charset="0"/>
                <a:ea typeface="+mj-ea"/>
              </a:rPr>
              <a:t>EL</a:t>
            </a:r>
            <a:r>
              <a:rPr lang="zh-TW" altLang="en-US" sz="2200">
                <a:solidFill>
                  <a:srgbClr val="FF0000"/>
                </a:solidFill>
                <a:latin typeface="Consolas" panose="020B0609020204030204" pitchFamily="49" charset="0"/>
                <a:ea typeface="+mj-ea"/>
              </a:rPr>
              <a:t>表達式取代</a:t>
            </a:r>
            <a:r>
              <a:rPr lang="zh-TW" altLang="en-US" sz="2200">
                <a:latin typeface="Consolas" panose="020B0609020204030204" pitchFamily="49" charset="0"/>
                <a:ea typeface="+mj-ea"/>
              </a:rPr>
              <a:t>。</a:t>
            </a:r>
            <a:endParaRPr lang="en-US" altLang="zh-TW" sz="2200">
              <a:latin typeface="Consolas" panose="020B0609020204030204" pitchFamily="49" charset="0"/>
              <a:ea typeface="+mj-ea"/>
            </a:endParaRPr>
          </a:p>
          <a:p>
            <a:pPr marL="0" lvl="3" indent="-457200" algn="just">
              <a:buClrTx/>
              <a:buFont typeface="+mj-lt"/>
              <a:buAutoNum type="arabicPeriod" startAt="4"/>
            </a:pPr>
            <a:r>
              <a:rPr lang="en-US" altLang="zh-TW" sz="2200">
                <a:latin typeface="Consolas" panose="020B0609020204030204" pitchFamily="49" charset="0"/>
                <a:ea typeface="+mj-ea"/>
              </a:rPr>
              <a:t>&lt;jsp:setProerty&gt;	</a:t>
            </a:r>
            <a:r>
              <a:rPr lang="zh-TW" altLang="en-US" sz="2200">
                <a:latin typeface="Consolas" panose="020B0609020204030204" pitchFamily="49" charset="0"/>
                <a:ea typeface="+mj-ea"/>
              </a:rPr>
              <a:t>結合</a:t>
            </a:r>
            <a:r>
              <a:rPr lang="en-US" altLang="zh-TW" sz="2200">
                <a:latin typeface="Consolas" panose="020B0609020204030204" pitchFamily="49" charset="0"/>
                <a:ea typeface="+mj-ea"/>
              </a:rPr>
              <a:t>&lt;jsp:usbBean&gt;</a:t>
            </a:r>
            <a:r>
              <a:rPr lang="zh-TW" altLang="en-US" sz="2200">
                <a:latin typeface="Consolas" panose="020B0609020204030204" pitchFamily="49" charset="0"/>
                <a:ea typeface="+mj-ea"/>
              </a:rPr>
              <a:t>使用</a:t>
            </a:r>
            <a:endParaRPr lang="en-US" altLang="zh-TW" sz="2200">
              <a:latin typeface="Consolas" panose="020B0609020204030204" pitchFamily="49" charset="0"/>
              <a:ea typeface="+mj-ea"/>
            </a:endParaRPr>
          </a:p>
          <a:p>
            <a:pPr marL="0" lvl="3" indent="-457200" algn="just">
              <a:buClrTx/>
              <a:buFont typeface="+mj-lt"/>
              <a:buAutoNum type="arabicPeriod" startAt="4"/>
            </a:pPr>
            <a:r>
              <a:rPr lang="en-US" altLang="zh-TW" sz="2200">
                <a:latin typeface="Consolas" panose="020B0609020204030204" pitchFamily="49" charset="0"/>
                <a:ea typeface="+mj-ea"/>
              </a:rPr>
              <a:t>&lt;jsp:getProerty&gt;	</a:t>
            </a:r>
            <a:r>
              <a:rPr lang="zh-TW" altLang="en-US" sz="2200">
                <a:latin typeface="Consolas" panose="020B0609020204030204" pitchFamily="49" charset="0"/>
                <a:ea typeface="+mj-ea"/>
              </a:rPr>
              <a:t>結合</a:t>
            </a:r>
            <a:r>
              <a:rPr lang="en-US" altLang="zh-TW" sz="2200">
                <a:latin typeface="Consolas" panose="020B0609020204030204" pitchFamily="49" charset="0"/>
                <a:ea typeface="+mj-ea"/>
              </a:rPr>
              <a:t>&lt;jsp:usbBean&gt;</a:t>
            </a:r>
            <a:r>
              <a:rPr lang="zh-TW" altLang="en-US" sz="2200">
                <a:latin typeface="Consolas" panose="020B0609020204030204" pitchFamily="49" charset="0"/>
                <a:ea typeface="+mj-ea"/>
              </a:rPr>
              <a:t>使用</a:t>
            </a:r>
            <a:endParaRPr lang="en-US" altLang="zh-TW" sz="2200">
              <a:latin typeface="Consolas" panose="020B0609020204030204" pitchFamily="49" charset="0"/>
              <a:ea typeface="+mj-ea"/>
            </a:endParaRPr>
          </a:p>
          <a:p>
            <a:pPr marL="0" lvl="3" indent="0" algn="just">
              <a:buClrTx/>
              <a:buNone/>
            </a:pPr>
            <a:endParaRPr lang="en-US" altLang="zh-TW" sz="2200">
              <a:latin typeface="Consolas" panose="020B0609020204030204" pitchFamily="49" charset="0"/>
              <a:ea typeface="+mj-ea"/>
            </a:endParaRPr>
          </a:p>
          <a:p>
            <a:pPr marL="0" lvl="3" indent="-457200" algn="just">
              <a:buClrTx/>
              <a:buFont typeface="+mj-lt"/>
              <a:buAutoNum type="arabicPeriod" startAt="7"/>
            </a:pPr>
            <a:r>
              <a:rPr lang="en-US" altLang="zh-TW" sz="2200">
                <a:latin typeface="Consolas" panose="020B0609020204030204" pitchFamily="49" charset="0"/>
                <a:ea typeface="+mj-ea"/>
              </a:rPr>
              <a:t>&lt;jsp:plugin&gt;	</a:t>
            </a:r>
          </a:p>
          <a:p>
            <a:pPr marL="736960" lvl="7" indent="0" algn="just">
              <a:buClrTx/>
              <a:buNone/>
            </a:pPr>
            <a:r>
              <a:rPr lang="zh-TW" altLang="en-US" sz="2200">
                <a:latin typeface="Consolas" panose="020B0609020204030204" pitchFamily="49" charset="0"/>
                <a:ea typeface="+mj-ea"/>
              </a:rPr>
              <a:t>上古時代</a:t>
            </a:r>
            <a:r>
              <a:rPr lang="en-US" altLang="zh-TW" sz="2200">
                <a:latin typeface="Consolas" panose="020B0609020204030204" pitchFamily="49" charset="0"/>
                <a:ea typeface="+mj-ea"/>
              </a:rPr>
              <a:t>(1990)</a:t>
            </a:r>
            <a:r>
              <a:rPr lang="zh-TW" altLang="en-US" sz="2200">
                <a:latin typeface="Consolas" panose="020B0609020204030204" pitchFamily="49" charset="0"/>
                <a:ea typeface="+mj-ea"/>
              </a:rPr>
              <a:t>用於執行</a:t>
            </a:r>
            <a:r>
              <a:rPr lang="en-US" altLang="zh-TW" sz="2200">
                <a:latin typeface="Consolas" panose="020B0609020204030204" pitchFamily="49" charset="0"/>
                <a:ea typeface="+mj-ea"/>
                <a:hlinkClick r:id="rId2"/>
              </a:rPr>
              <a:t>Java Applet</a:t>
            </a:r>
            <a:r>
              <a:rPr lang="zh-TW" altLang="en-US" sz="2200">
                <a:latin typeface="Consolas" panose="020B0609020204030204" pitchFamily="49" charset="0"/>
                <a:ea typeface="+mj-ea"/>
              </a:rPr>
              <a:t>程式。</a:t>
            </a:r>
            <a:endParaRPr lang="en-US" altLang="zh-TW" sz="2200">
              <a:latin typeface="Consolas" panose="020B0609020204030204" pitchFamily="49" charset="0"/>
              <a:ea typeface="+mj-ea"/>
            </a:endParaRPr>
          </a:p>
          <a:p>
            <a:pPr marL="0" lvl="3" indent="-457200" algn="just">
              <a:buClrTx/>
              <a:buFont typeface="+mj-lt"/>
              <a:buAutoNum type="arabicPeriod" startAt="7"/>
            </a:pPr>
            <a:r>
              <a:rPr lang="en-US" altLang="zh-TW" sz="2200">
                <a:latin typeface="Consolas" panose="020B0609020204030204" pitchFamily="49" charset="0"/>
                <a:ea typeface="+mj-ea"/>
              </a:rPr>
              <a:t>&lt;jsp:fallback&gt;</a:t>
            </a:r>
          </a:p>
          <a:p>
            <a:pPr marL="736960" lvl="7" indent="0" algn="just">
              <a:lnSpc>
                <a:spcPct val="100000"/>
              </a:lnSpc>
              <a:buClrTx/>
              <a:buNone/>
            </a:pPr>
            <a:r>
              <a:rPr lang="zh-TW" altLang="en-US" sz="2200">
                <a:latin typeface="Consolas" panose="020B0609020204030204" pitchFamily="49" charset="0"/>
                <a:ea typeface="+mj-ea"/>
              </a:rPr>
              <a:t>當你的</a:t>
            </a:r>
            <a:r>
              <a:rPr lang="en-US" altLang="zh-TW" sz="2200">
                <a:latin typeface="Consolas" panose="020B0609020204030204" pitchFamily="49" charset="0"/>
                <a:ea typeface="+mj-ea"/>
              </a:rPr>
              <a:t>plugin</a:t>
            </a:r>
            <a:r>
              <a:rPr lang="zh-TW" altLang="en-US" sz="2200">
                <a:latin typeface="Consolas" panose="020B0609020204030204" pitchFamily="49" charset="0"/>
                <a:ea typeface="+mj-ea"/>
              </a:rPr>
              <a:t>或</a:t>
            </a:r>
            <a:r>
              <a:rPr lang="en-US" altLang="zh-TW" sz="2200">
                <a:latin typeface="Consolas" panose="020B0609020204030204" pitchFamily="49" charset="0"/>
                <a:ea typeface="+mj-ea"/>
              </a:rPr>
              <a:t>useBean</a:t>
            </a:r>
            <a:r>
              <a:rPr lang="zh-TW" altLang="en-US" sz="2200">
                <a:latin typeface="Consolas" panose="020B0609020204030204" pitchFamily="49" charset="0"/>
                <a:ea typeface="+mj-ea"/>
              </a:rPr>
              <a:t>載入失敗，可使用此標籤向客戶端顯示錯誤訊息。但你根本沒機會用那兩個標籤。</a:t>
            </a:r>
            <a:endParaRPr lang="en-US" altLang="zh-TW" sz="2200">
              <a:latin typeface="Consolas" panose="020B0609020204030204" pitchFamily="49" charset="0"/>
              <a:ea typeface="+mj-ea"/>
            </a:endParaRPr>
          </a:p>
          <a:p>
            <a:pPr marL="0" lvl="2" indent="-342900" algn="just">
              <a:buFont typeface="+mj-lt"/>
              <a:buAutoNum type="arabicPeriod"/>
            </a:pPr>
            <a:endParaRPr lang="en-US" altLang="zh-TW" sz="2200">
              <a:latin typeface="Consolas" panose="020B0609020204030204" pitchFamily="49" charset="0"/>
              <a:ea typeface="+mj-ea"/>
            </a:endParaRPr>
          </a:p>
          <a:p>
            <a:pPr marL="0" lvl="3" indent="-342900" algn="just">
              <a:buFont typeface="+mj-lt"/>
              <a:buAutoNum type="arabicPeriod"/>
            </a:pPr>
            <a:endParaRPr lang="en-US" altLang="zh-TW" sz="2200">
              <a:latin typeface="Consolas" panose="020B0609020204030204" pitchFamily="49" charset="0"/>
              <a:ea typeface="+mj-ea"/>
            </a:endParaRPr>
          </a:p>
        </p:txBody>
      </p:sp>
    </p:spTree>
    <p:extLst>
      <p:ext uri="{BB962C8B-B14F-4D97-AF65-F5344CB8AC3E}">
        <p14:creationId xmlns:p14="http://schemas.microsoft.com/office/powerpoint/2010/main" val="381448242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204968" y="927528"/>
            <a:ext cx="11746240" cy="6344863"/>
          </a:xfrm>
        </p:spPr>
        <p:txBody>
          <a:bodyPr>
            <a:normAutofit/>
          </a:bodyPr>
          <a:lstStyle/>
          <a:p>
            <a:pPr marL="617220" lvl="2" indent="-342900" algn="just"/>
            <a:r>
              <a:rPr lang="en-US" altLang="zh-TW" sz="2200">
                <a:latin typeface="Consolas" panose="020B0609020204030204" pitchFamily="49" charset="0"/>
                <a:ea typeface="+mj-ea"/>
              </a:rPr>
              <a:t>&lt;%@include … %&gt;</a:t>
            </a:r>
          </a:p>
          <a:p>
            <a:pPr marL="891540" lvl="3" indent="-342900" algn="just"/>
            <a:r>
              <a:rPr lang="zh-TW" altLang="en-US" sz="2200">
                <a:latin typeface="Consolas" panose="020B0609020204030204" pitchFamily="49" charset="0"/>
                <a:ea typeface="+mj-ea"/>
              </a:rPr>
              <a:t>指令元素</a:t>
            </a:r>
            <a:r>
              <a:rPr lang="en-US" altLang="zh-TW" sz="2200">
                <a:latin typeface="Consolas" panose="020B0609020204030204" pitchFamily="49" charset="0"/>
                <a:ea typeface="+mj-ea"/>
              </a:rPr>
              <a:t>(Directive Element)</a:t>
            </a:r>
          </a:p>
          <a:p>
            <a:pPr marL="891540" lvl="3" indent="-342900" algn="just"/>
            <a:r>
              <a:rPr lang="zh-TW" altLang="en-US" sz="2200">
                <a:latin typeface="Consolas" panose="020B0609020204030204" pitchFamily="49" charset="0"/>
                <a:ea typeface="+mj-ea"/>
              </a:rPr>
              <a:t>在編譯時間就會把目標檔案納入自身，效率稍微高一點點。</a:t>
            </a:r>
            <a:endParaRPr lang="en-US" altLang="zh-TW" sz="2200">
              <a:latin typeface="Consolas" panose="020B0609020204030204" pitchFamily="49" charset="0"/>
              <a:ea typeface="+mj-ea"/>
            </a:endParaRPr>
          </a:p>
          <a:p>
            <a:pPr marL="891540" lvl="3" indent="-342900" algn="just"/>
            <a:r>
              <a:rPr lang="zh-TW" altLang="en-US" sz="2200">
                <a:latin typeface="Consolas" panose="020B0609020204030204" pitchFamily="49" charset="0"/>
                <a:ea typeface="+mj-ea"/>
              </a:rPr>
              <a:t>在目標檔案的所有「元素」都會被納入編譯，意指目標檔案的「元素」會影響自身。</a:t>
            </a:r>
            <a:endParaRPr lang="en-US" altLang="zh-TW" sz="2200">
              <a:latin typeface="Consolas" panose="020B0609020204030204" pitchFamily="49" charset="0"/>
              <a:ea typeface="+mj-ea"/>
            </a:endParaRPr>
          </a:p>
          <a:p>
            <a:pPr marL="891540" lvl="3" indent="-342900" algn="just"/>
            <a:r>
              <a:rPr lang="en-US" altLang="zh-TW" sz="2200">
                <a:latin typeface="Consolas" panose="020B0609020204030204" pitchFamily="49" charset="0"/>
                <a:ea typeface="+mj-ea"/>
              </a:rPr>
              <a:t>【</a:t>
            </a:r>
            <a:r>
              <a:rPr lang="zh-TW" altLang="en-US" sz="2200">
                <a:latin typeface="Consolas" panose="020B0609020204030204" pitchFamily="49" charset="0"/>
                <a:ea typeface="+mj-ea"/>
              </a:rPr>
              <a:t>範例</a:t>
            </a:r>
            <a:r>
              <a:rPr lang="en-US" altLang="zh-TW" sz="2200">
                <a:latin typeface="Consolas" panose="020B0609020204030204" pitchFamily="49" charset="0"/>
                <a:ea typeface="+mj-ea"/>
              </a:rPr>
              <a:t>】&lt;%@include file="navigate.jsp"</a:t>
            </a:r>
            <a:r>
              <a:rPr lang="zh-TW" altLang="en-US" sz="2200">
                <a:latin typeface="Consolas" panose="020B0609020204030204" pitchFamily="49" charset="0"/>
                <a:ea typeface="+mj-ea"/>
              </a:rPr>
              <a:t> </a:t>
            </a:r>
            <a:r>
              <a:rPr lang="en-US" altLang="zh-TW" sz="2200">
                <a:latin typeface="Consolas" panose="020B0609020204030204" pitchFamily="49" charset="0"/>
                <a:ea typeface="+mj-ea"/>
              </a:rPr>
              <a:t>%&gt;</a:t>
            </a:r>
          </a:p>
          <a:p>
            <a:pPr marL="891540" lvl="3" indent="-342900" algn="just"/>
            <a:endParaRPr lang="en-US" altLang="zh-TW" sz="2200">
              <a:latin typeface="Consolas" panose="020B0609020204030204" pitchFamily="49" charset="0"/>
              <a:ea typeface="+mj-ea"/>
            </a:endParaRPr>
          </a:p>
          <a:p>
            <a:pPr marL="617220" lvl="2" indent="-342900" algn="just"/>
            <a:r>
              <a:rPr lang="en-US" altLang="zh-TW" sz="2200">
                <a:latin typeface="Consolas" panose="020B0609020204030204" pitchFamily="49" charset="0"/>
                <a:ea typeface="+mj-ea"/>
              </a:rPr>
              <a:t>&lt;jsp:includ&gt; </a:t>
            </a:r>
          </a:p>
          <a:p>
            <a:pPr marL="891540" lvl="3" indent="-342900" algn="just"/>
            <a:r>
              <a:rPr lang="zh-TW" altLang="en-US" sz="2200">
                <a:latin typeface="Consolas" panose="020B0609020204030204" pitchFamily="49" charset="0"/>
                <a:ea typeface="+mj-ea"/>
              </a:rPr>
              <a:t>動作元素</a:t>
            </a:r>
            <a:r>
              <a:rPr lang="en-US" altLang="zh-TW" sz="2200">
                <a:latin typeface="Consolas" panose="020B0609020204030204" pitchFamily="49" charset="0"/>
                <a:ea typeface="+mj-ea"/>
              </a:rPr>
              <a:t>(Action Element)</a:t>
            </a:r>
          </a:p>
          <a:p>
            <a:pPr marL="891540" lvl="3" indent="-342900" algn="just"/>
            <a:r>
              <a:rPr lang="zh-TW" altLang="en-US" sz="2200">
                <a:latin typeface="Consolas" panose="020B0609020204030204" pitchFamily="49" charset="0"/>
                <a:ea typeface="+mj-ea"/>
              </a:rPr>
              <a:t>在編譯時期不會把目標檔案納入自身，代客戶端請求抵達後才納入且編譯，較為彈性。</a:t>
            </a:r>
            <a:endParaRPr lang="en-US" altLang="zh-TW" sz="2200">
              <a:latin typeface="Consolas" panose="020B0609020204030204" pitchFamily="49" charset="0"/>
              <a:ea typeface="+mj-ea"/>
            </a:endParaRPr>
          </a:p>
          <a:p>
            <a:pPr marL="891540" lvl="3" indent="-342900" algn="just"/>
            <a:r>
              <a:rPr lang="en-US" altLang="zh-TW" sz="2200">
                <a:latin typeface="Consolas" panose="020B0609020204030204" pitchFamily="49" charset="0"/>
                <a:ea typeface="+mj-ea"/>
              </a:rPr>
              <a:t>【</a:t>
            </a:r>
            <a:r>
              <a:rPr lang="zh-TW" altLang="en-US" sz="2200">
                <a:latin typeface="Consolas" panose="020B0609020204030204" pitchFamily="49" charset="0"/>
                <a:ea typeface="+mj-ea"/>
              </a:rPr>
              <a:t>範例</a:t>
            </a:r>
            <a:r>
              <a:rPr lang="en-US" altLang="zh-TW" sz="2200">
                <a:latin typeface="Consolas" panose="020B0609020204030204" pitchFamily="49" charset="0"/>
                <a:ea typeface="+mj-ea"/>
              </a:rPr>
              <a:t>】</a:t>
            </a:r>
            <a:r>
              <a:rPr lang="zh-TW" altLang="en-US" sz="2200">
                <a:latin typeface="Consolas" panose="020B0609020204030204" pitchFamily="49" charset="0"/>
                <a:ea typeface="+mj-ea"/>
              </a:rPr>
              <a:t>把</a:t>
            </a:r>
            <a:r>
              <a:rPr lang="en-US" altLang="zh-TW" sz="2200">
                <a:latin typeface="Consolas" panose="020B0609020204030204" pitchFamily="49" charset="0"/>
                <a:ea typeface="+mj-ea"/>
              </a:rPr>
              <a:t>product.jsp</a:t>
            </a:r>
            <a:r>
              <a:rPr lang="zh-TW" altLang="en-US" sz="2200">
                <a:latin typeface="Consolas" panose="020B0609020204030204" pitchFamily="49" charset="0"/>
                <a:ea typeface="+mj-ea"/>
              </a:rPr>
              <a:t>的頁面納入自身，並給予屬性。</a:t>
            </a:r>
            <a:r>
              <a:rPr lang="en-US" altLang="zh-TW" sz="2200">
                <a:latin typeface="Consolas" panose="020B0609020204030204" pitchFamily="49" charset="0"/>
                <a:ea typeface="+mj-ea"/>
              </a:rPr>
              <a:t>(</a:t>
            </a:r>
            <a:r>
              <a:rPr lang="zh-TW" altLang="en-US" sz="2200">
                <a:latin typeface="Consolas" panose="020B0609020204030204" pitchFamily="49" charset="0"/>
                <a:ea typeface="+mj-ea"/>
              </a:rPr>
              <a:t>略有</a:t>
            </a:r>
            <a:r>
              <a:rPr lang="en-US" altLang="zh-TW" sz="2200">
                <a:latin typeface="Consolas" panose="020B0609020204030204" pitchFamily="49" charset="0"/>
                <a:ea typeface="+mj-ea"/>
              </a:rPr>
              <a:t>component</a:t>
            </a:r>
            <a:r>
              <a:rPr lang="zh-TW" altLang="en-US" sz="2200">
                <a:latin typeface="Consolas" panose="020B0609020204030204" pitchFamily="49" charset="0"/>
                <a:ea typeface="+mj-ea"/>
              </a:rPr>
              <a:t>的意味</a:t>
            </a:r>
            <a:r>
              <a:rPr lang="en-US" altLang="zh-TW" sz="2200">
                <a:latin typeface="Consolas" panose="020B0609020204030204" pitchFamily="49" charset="0"/>
                <a:ea typeface="+mj-ea"/>
              </a:rPr>
              <a:t>)</a:t>
            </a:r>
          </a:p>
          <a:p>
            <a:pPr marL="1142800" lvl="5" indent="0" algn="just">
              <a:buNone/>
            </a:pPr>
            <a:r>
              <a:rPr lang="en-US" altLang="zh-TW" sz="2200">
                <a:latin typeface="Consolas" panose="020B0609020204030204" pitchFamily="49" charset="0"/>
                <a:ea typeface="+mj-ea"/>
              </a:rPr>
              <a:t>&lt;jsp:include page="product.jsp"&gt;</a:t>
            </a:r>
          </a:p>
          <a:p>
            <a:pPr marL="1142800" lvl="5" indent="0" algn="just">
              <a:buNone/>
            </a:pPr>
            <a:r>
              <a:rPr lang="en-US" altLang="zh-TW" sz="2200">
                <a:latin typeface="Consolas" panose="020B0609020204030204" pitchFamily="49" charset="0"/>
                <a:ea typeface="+mj-ea"/>
              </a:rPr>
              <a:t>    &lt;jsp:param name="productName" </a:t>
            </a:r>
            <a:r>
              <a:rPr lang="zh-TW" altLang="en-US" sz="2200">
                <a:latin typeface="Consolas" panose="020B0609020204030204" pitchFamily="49" charset="0"/>
                <a:ea typeface="+mj-ea"/>
              </a:rPr>
              <a:t> </a:t>
            </a:r>
            <a:r>
              <a:rPr lang="en-US" altLang="zh-TW" sz="2200">
                <a:latin typeface="Consolas" panose="020B0609020204030204" pitchFamily="49" charset="0"/>
                <a:ea typeface="+mj-ea"/>
              </a:rPr>
              <a:t>value="</a:t>
            </a:r>
            <a:r>
              <a:rPr lang="zh-TW" altLang="en-US" sz="2200">
                <a:latin typeface="Consolas" panose="020B0609020204030204" pitchFamily="49" charset="0"/>
                <a:ea typeface="+mj-ea"/>
              </a:rPr>
              <a:t>豆花</a:t>
            </a:r>
            <a:r>
              <a:rPr lang="en-US" altLang="zh-TW" sz="2200">
                <a:latin typeface="Consolas" panose="020B0609020204030204" pitchFamily="49" charset="0"/>
                <a:ea typeface="+mj-ea"/>
              </a:rPr>
              <a:t>" /&gt;</a:t>
            </a:r>
          </a:p>
          <a:p>
            <a:pPr marL="1142800" lvl="5" indent="0" algn="just">
              <a:buNone/>
            </a:pPr>
            <a:r>
              <a:rPr lang="en-US" altLang="zh-TW" sz="2200">
                <a:latin typeface="Consolas" panose="020B0609020204030204" pitchFamily="49" charset="0"/>
                <a:ea typeface="+mj-ea"/>
              </a:rPr>
              <a:t>    &lt;jsp:param name="productPrice" value="30</a:t>
            </a:r>
            <a:r>
              <a:rPr lang="zh-TW" altLang="en-US" sz="2200">
                <a:latin typeface="Consolas" panose="020B0609020204030204" pitchFamily="49" charset="0"/>
                <a:ea typeface="+mj-ea"/>
              </a:rPr>
              <a:t>塊</a:t>
            </a:r>
            <a:r>
              <a:rPr lang="en-US" altLang="zh-TW" sz="2200">
                <a:latin typeface="Consolas" panose="020B0609020204030204" pitchFamily="49" charset="0"/>
                <a:ea typeface="+mj-ea"/>
              </a:rPr>
              <a:t>" /&gt;</a:t>
            </a:r>
          </a:p>
          <a:p>
            <a:pPr marL="1142800" lvl="5" indent="0" algn="just">
              <a:buNone/>
            </a:pPr>
            <a:r>
              <a:rPr lang="en-US" altLang="zh-TW" sz="2200">
                <a:latin typeface="Consolas" panose="020B0609020204030204" pitchFamily="49" charset="0"/>
                <a:ea typeface="+mj-ea"/>
              </a:rPr>
              <a:t>&lt;/jsp:include&gt;</a:t>
            </a:r>
          </a:p>
          <a:p>
            <a:pPr marL="1142800" lvl="5" indent="0" algn="just">
              <a:buNone/>
            </a:pPr>
            <a:endParaRPr lang="en-US" altLang="zh-TW" sz="2200">
              <a:latin typeface="Consolas" panose="020B0609020204030204" pitchFamily="49" charset="0"/>
              <a:ea typeface="+mj-ea"/>
            </a:endParaRPr>
          </a:p>
        </p:txBody>
      </p:sp>
      <p:sp>
        <p:nvSpPr>
          <p:cNvPr id="4" name="文字方塊 3">
            <a:extLst>
              <a:ext uri="{FF2B5EF4-FFF2-40B4-BE49-F238E27FC236}">
                <a16:creationId xmlns:a16="http://schemas.microsoft.com/office/drawing/2014/main" id="{6175E0E6-31C3-4A77-94FB-53CD484878F7}"/>
              </a:ext>
            </a:extLst>
          </p:cNvPr>
          <p:cNvSpPr txBox="1"/>
          <p:nvPr/>
        </p:nvSpPr>
        <p:spPr>
          <a:xfrm>
            <a:off x="204968" y="139080"/>
            <a:ext cx="7173294"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zh-TW" sz="3200">
                <a:solidFill>
                  <a:srgbClr val="FF0000"/>
                </a:solidFill>
                <a:latin typeface="Consolas" panose="020B0609020204030204" pitchFamily="49" charset="0"/>
                <a:ea typeface="+mj-ea"/>
              </a:rPr>
              <a:t>&lt;jsp:includ&gt;</a:t>
            </a:r>
            <a:r>
              <a:rPr lang="zh-TW" altLang="en-US" sz="3200">
                <a:solidFill>
                  <a:srgbClr val="FF0000"/>
                </a:solidFill>
                <a:latin typeface="Consolas" panose="020B0609020204030204" pitchFamily="49" charset="0"/>
                <a:ea typeface="+mj-ea"/>
              </a:rPr>
              <a:t> </a:t>
            </a:r>
            <a:r>
              <a:rPr lang="zh-TW" altLang="en-US" sz="3200">
                <a:latin typeface="Consolas" panose="020B0609020204030204" pitchFamily="49" charset="0"/>
                <a:ea typeface="+mj-ea"/>
              </a:rPr>
              <a:t>與</a:t>
            </a:r>
            <a:r>
              <a:rPr lang="en-US" altLang="zh-TW" sz="3200">
                <a:latin typeface="Consolas" panose="020B0609020204030204" pitchFamily="49" charset="0"/>
                <a:ea typeface="+mj-ea"/>
              </a:rPr>
              <a:t> &lt;%@include … %&gt;</a:t>
            </a:r>
            <a:endParaRPr lang="en-US" altLang="zh-TW" sz="3000">
              <a:latin typeface="Consolas" panose="020B0609020204030204" pitchFamily="49" charset="0"/>
              <a:ea typeface="+mj-ea"/>
            </a:endParaRPr>
          </a:p>
        </p:txBody>
      </p:sp>
      <p:sp>
        <p:nvSpPr>
          <p:cNvPr id="2" name="投影片編號版面配置區 1">
            <a:extLst>
              <a:ext uri="{FF2B5EF4-FFF2-40B4-BE49-F238E27FC236}">
                <a16:creationId xmlns:a16="http://schemas.microsoft.com/office/drawing/2014/main" id="{71CDF7A4-F56B-4EC1-80CC-D6A7DCA87A4B}"/>
              </a:ext>
            </a:extLst>
          </p:cNvPr>
          <p:cNvSpPr>
            <a:spLocks noGrp="1"/>
          </p:cNvSpPr>
          <p:nvPr>
            <p:ph type="sldNum" sz="quarter" idx="12"/>
          </p:nvPr>
        </p:nvSpPr>
        <p:spPr/>
        <p:txBody>
          <a:bodyPr/>
          <a:lstStyle/>
          <a:p>
            <a:fld id="{B521127C-0C56-461F-B517-0D483F216F7D}" type="slidenum">
              <a:rPr lang="zh-TW" altLang="en-US" smtClean="0"/>
              <a:t>91</a:t>
            </a:fld>
            <a:endParaRPr lang="zh-TW" altLang="en-US"/>
          </a:p>
        </p:txBody>
      </p:sp>
      <p:sp>
        <p:nvSpPr>
          <p:cNvPr id="5" name="文字方塊 4"/>
          <p:cNvSpPr txBox="1"/>
          <p:nvPr/>
        </p:nvSpPr>
        <p:spPr>
          <a:xfrm>
            <a:off x="9207062" y="4624553"/>
            <a:ext cx="748923" cy="430887"/>
          </a:xfrm>
          <a:prstGeom prst="rect">
            <a:avLst/>
          </a:prstGeom>
          <a:noFill/>
        </p:spPr>
        <p:txBody>
          <a:bodyPr wrap="none" rtlCol="0">
            <a:spAutoFit/>
          </a:bodyPr>
          <a:lstStyle/>
          <a:p>
            <a:r>
              <a:rPr lang="zh-TW" altLang="en-US" sz="2200">
                <a:latin typeface="+mj-ea"/>
                <a:ea typeface="+mj-ea"/>
              </a:rPr>
              <a:t>組件</a:t>
            </a:r>
          </a:p>
        </p:txBody>
      </p:sp>
      <p:sp>
        <p:nvSpPr>
          <p:cNvPr id="6" name="文字方塊 5"/>
          <p:cNvSpPr txBox="1"/>
          <p:nvPr/>
        </p:nvSpPr>
        <p:spPr>
          <a:xfrm>
            <a:off x="7593724" y="200634"/>
            <a:ext cx="4357484" cy="461665"/>
          </a:xfrm>
          <a:prstGeom prst="rect">
            <a:avLst/>
          </a:prstGeom>
          <a:noFill/>
        </p:spPr>
        <p:txBody>
          <a:bodyPr wrap="square" rtlCol="0">
            <a:spAutoFit/>
          </a:bodyPr>
          <a:lstStyle/>
          <a:p>
            <a:pPr algn="ctr"/>
            <a:r>
              <a:rPr lang="zh-TW" altLang="en-US" sz="2200">
                <a:latin typeface="+mj-ea"/>
                <a:ea typeface="+mj-ea"/>
              </a:rPr>
              <a:t>懶人包結論：用</a:t>
            </a:r>
            <a:r>
              <a:rPr lang="en-US" altLang="zh-TW" sz="2400">
                <a:solidFill>
                  <a:srgbClr val="FF0000"/>
                </a:solidFill>
                <a:latin typeface="Consolas" panose="020B0609020204030204" pitchFamily="49" charset="0"/>
              </a:rPr>
              <a:t>&lt;jsp:includ&gt;</a:t>
            </a:r>
            <a:r>
              <a:rPr lang="zh-TW" altLang="en-US" sz="2400">
                <a:solidFill>
                  <a:srgbClr val="FF0000"/>
                </a:solidFill>
                <a:latin typeface="Consolas" panose="020B0609020204030204" pitchFamily="49" charset="0"/>
              </a:rPr>
              <a:t> </a:t>
            </a:r>
            <a:endParaRPr lang="zh-TW" altLang="en-US" sz="2200">
              <a:latin typeface="+mj-ea"/>
              <a:ea typeface="+mj-ea"/>
            </a:endParaRPr>
          </a:p>
        </p:txBody>
      </p:sp>
    </p:spTree>
    <p:extLst>
      <p:ext uri="{BB962C8B-B14F-4D97-AF65-F5344CB8AC3E}">
        <p14:creationId xmlns:p14="http://schemas.microsoft.com/office/powerpoint/2010/main" val="134811636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204968" y="927528"/>
            <a:ext cx="11055507" cy="6344863"/>
          </a:xfrm>
        </p:spPr>
        <p:txBody>
          <a:bodyPr>
            <a:normAutofit/>
          </a:bodyPr>
          <a:lstStyle/>
          <a:p>
            <a:pPr marL="617220" lvl="2" indent="-342900" algn="just"/>
            <a:r>
              <a:rPr lang="en-US" altLang="zh-TW" sz="2400">
                <a:latin typeface="Consolas" panose="020B0609020204030204" pitchFamily="49" charset="0"/>
                <a:ea typeface="+mj-ea"/>
              </a:rPr>
              <a:t>JavaBeans</a:t>
            </a:r>
            <a:r>
              <a:rPr lang="zh-TW" altLang="en-US" sz="2400">
                <a:latin typeface="Consolas" panose="020B0609020204030204" pitchFamily="49" charset="0"/>
                <a:ea typeface="+mj-ea"/>
              </a:rPr>
              <a:t>是一個用來包裝資料、重複使用的軟體元件</a:t>
            </a:r>
            <a:r>
              <a:rPr lang="en-US" altLang="zh-TW" sz="2400">
                <a:latin typeface="Consolas" panose="020B0609020204030204" pitchFamily="49" charset="0"/>
                <a:ea typeface="+mj-ea"/>
              </a:rPr>
              <a:t>(</a:t>
            </a:r>
            <a:r>
              <a:rPr lang="zh-TW" altLang="en-US" sz="2400">
                <a:latin typeface="Consolas" panose="020B0609020204030204" pitchFamily="49" charset="0"/>
                <a:ea typeface="+mj-ea"/>
              </a:rPr>
              <a:t>資料載體</a:t>
            </a:r>
            <a:r>
              <a:rPr lang="en-US" altLang="zh-TW" sz="2400">
                <a:latin typeface="Consolas" panose="020B0609020204030204" pitchFamily="49" charset="0"/>
                <a:ea typeface="+mj-ea"/>
              </a:rPr>
              <a:t>)</a:t>
            </a:r>
          </a:p>
          <a:p>
            <a:pPr marL="617220" lvl="2" indent="-342900" algn="just"/>
            <a:r>
              <a:rPr lang="zh-TW" altLang="en-US" sz="2400">
                <a:latin typeface="Consolas" panose="020B0609020204030204" pitchFamily="49" charset="0"/>
                <a:ea typeface="+mj-ea"/>
              </a:rPr>
              <a:t>一個標準的</a:t>
            </a:r>
            <a:r>
              <a:rPr lang="en-US" altLang="zh-TW" sz="2400">
                <a:latin typeface="Consolas" panose="020B0609020204030204" pitchFamily="49" charset="0"/>
                <a:ea typeface="+mj-ea"/>
              </a:rPr>
              <a:t>JavaBean</a:t>
            </a:r>
            <a:r>
              <a:rPr lang="zh-TW" altLang="en-US" sz="2400">
                <a:latin typeface="Consolas" panose="020B0609020204030204" pitchFamily="49" charset="0"/>
                <a:ea typeface="+mj-ea"/>
              </a:rPr>
              <a:t>必須有以下</a:t>
            </a:r>
            <a:r>
              <a:rPr lang="en-US" altLang="zh-TW" sz="2400">
                <a:latin typeface="Consolas" panose="020B0609020204030204" pitchFamily="49" charset="0"/>
                <a:ea typeface="+mj-ea"/>
              </a:rPr>
              <a:t>3</a:t>
            </a:r>
            <a:r>
              <a:rPr lang="zh-TW" altLang="en-US" sz="2400">
                <a:latin typeface="Consolas" panose="020B0609020204030204" pitchFamily="49" charset="0"/>
                <a:ea typeface="+mj-ea"/>
              </a:rPr>
              <a:t>個特性</a:t>
            </a:r>
            <a:r>
              <a:rPr lang="en-US" altLang="zh-TW" sz="2400">
                <a:latin typeface="Consolas" panose="020B0609020204030204" pitchFamily="49" charset="0"/>
                <a:ea typeface="+mj-ea"/>
              </a:rPr>
              <a:t>:</a:t>
            </a:r>
          </a:p>
          <a:p>
            <a:pPr marL="891540" lvl="3" indent="-342900" algn="just"/>
            <a:r>
              <a:rPr lang="zh-TW" altLang="en-US" sz="2400">
                <a:latin typeface="Consolas" panose="020B0609020204030204" pitchFamily="49" charset="0"/>
                <a:ea typeface="+mj-ea"/>
              </a:rPr>
              <a:t>必須是一個公開的</a:t>
            </a:r>
            <a:r>
              <a:rPr lang="en-US" altLang="zh-TW" sz="2400">
                <a:latin typeface="Consolas" panose="020B0609020204030204" pitchFamily="49" charset="0"/>
                <a:ea typeface="+mj-ea"/>
              </a:rPr>
              <a:t>(public)</a:t>
            </a:r>
            <a:r>
              <a:rPr lang="zh-TW" altLang="en-US" sz="2400">
                <a:latin typeface="Consolas" panose="020B0609020204030204" pitchFamily="49" charset="0"/>
                <a:ea typeface="+mj-ea"/>
              </a:rPr>
              <a:t>類別，必須擁有一個不帶參數的建構子</a:t>
            </a:r>
            <a:endParaRPr lang="en-US" altLang="zh-TW" sz="2400">
              <a:latin typeface="Consolas" panose="020B0609020204030204" pitchFamily="49" charset="0"/>
              <a:ea typeface="+mj-ea"/>
            </a:endParaRPr>
          </a:p>
          <a:p>
            <a:pPr marL="891540" lvl="3" indent="-342900" algn="just"/>
            <a:r>
              <a:rPr lang="zh-TW" altLang="en-US" sz="2400">
                <a:latin typeface="Consolas" panose="020B0609020204030204" pitchFamily="49" charset="0"/>
                <a:ea typeface="+mj-ea"/>
              </a:rPr>
              <a:t>其屬性不可直接被存取，必須透過</a:t>
            </a:r>
            <a:r>
              <a:rPr lang="en-US" altLang="zh-TW" sz="2400">
                <a:latin typeface="Consolas" panose="020B0609020204030204" pitchFamily="49" charset="0"/>
                <a:ea typeface="+mj-ea"/>
              </a:rPr>
              <a:t>get</a:t>
            </a:r>
            <a:r>
              <a:rPr lang="zh-TW" altLang="en-US" sz="2400">
                <a:latin typeface="Consolas" panose="020B0609020204030204" pitchFamily="49" charset="0"/>
                <a:ea typeface="+mj-ea"/>
              </a:rPr>
              <a:t>、</a:t>
            </a:r>
            <a:r>
              <a:rPr lang="en-US" altLang="zh-TW" sz="2400">
                <a:latin typeface="Consolas" panose="020B0609020204030204" pitchFamily="49" charset="0"/>
                <a:ea typeface="+mj-ea"/>
              </a:rPr>
              <a:t>set</a:t>
            </a:r>
            <a:r>
              <a:rPr lang="zh-TW" altLang="en-US" sz="2400">
                <a:latin typeface="Consolas" panose="020B0609020204030204" pitchFamily="49" charset="0"/>
                <a:ea typeface="+mj-ea"/>
              </a:rPr>
              <a:t>方法來取用與設定</a:t>
            </a:r>
            <a:endParaRPr lang="en-US" altLang="zh-TW" sz="2400">
              <a:latin typeface="Consolas" panose="020B0609020204030204" pitchFamily="49" charset="0"/>
              <a:ea typeface="+mj-ea"/>
            </a:endParaRPr>
          </a:p>
          <a:p>
            <a:pPr marL="891540" lvl="3" indent="-342900" algn="just"/>
            <a:r>
              <a:rPr lang="zh-TW" altLang="en-US" sz="2400">
                <a:latin typeface="Consolas" panose="020B0609020204030204" pitchFamily="49" charset="0"/>
                <a:ea typeface="+mj-ea"/>
              </a:rPr>
              <a:t>必須是一個可序列化</a:t>
            </a:r>
            <a:r>
              <a:rPr lang="en-US" altLang="zh-TW" sz="2400">
                <a:latin typeface="Consolas" panose="020B0609020204030204" pitchFamily="49" charset="0"/>
                <a:ea typeface="+mj-ea"/>
              </a:rPr>
              <a:t>(Serializable)</a:t>
            </a:r>
            <a:r>
              <a:rPr lang="zh-TW" altLang="en-US" sz="2400">
                <a:latin typeface="Consolas" panose="020B0609020204030204" pitchFamily="49" charset="0"/>
                <a:ea typeface="+mj-ea"/>
              </a:rPr>
              <a:t>的類別，必須</a:t>
            </a:r>
            <a:r>
              <a:rPr lang="en-US" altLang="zh-TW" sz="2400">
                <a:latin typeface="Consolas" panose="020B0609020204030204" pitchFamily="49" charset="0"/>
                <a:ea typeface="+mj-ea"/>
              </a:rPr>
              <a:t>implements </a:t>
            </a:r>
            <a:r>
              <a:rPr lang="en-US" altLang="zh-TW" sz="2400" err="1">
                <a:latin typeface="Consolas" panose="020B0609020204030204" pitchFamily="49" charset="0"/>
                <a:ea typeface="+mj-ea"/>
              </a:rPr>
              <a:t>java.io.Serializable</a:t>
            </a:r>
            <a:endParaRPr lang="en-US" altLang="zh-TW" sz="2400">
              <a:latin typeface="Consolas" panose="020B0609020204030204" pitchFamily="49" charset="0"/>
              <a:ea typeface="+mj-ea"/>
            </a:endParaRPr>
          </a:p>
          <a:p>
            <a:pPr marL="617220" lvl="2" indent="-342900" algn="just"/>
            <a:r>
              <a:rPr lang="en-US" altLang="zh-TW" sz="2400">
                <a:latin typeface="Consolas" panose="020B0609020204030204" pitchFamily="49" charset="0"/>
                <a:ea typeface="+mj-ea"/>
              </a:rPr>
              <a:t>JSP</a:t>
            </a:r>
            <a:r>
              <a:rPr lang="zh-TW" altLang="en-US" sz="2400">
                <a:latin typeface="Consolas" panose="020B0609020204030204" pitchFamily="49" charset="0"/>
                <a:ea typeface="+mj-ea"/>
              </a:rPr>
              <a:t>使用</a:t>
            </a:r>
            <a:r>
              <a:rPr lang="en-US" altLang="zh-TW" sz="2400">
                <a:latin typeface="Consolas" panose="020B0609020204030204" pitchFamily="49" charset="0"/>
                <a:ea typeface="+mj-ea"/>
              </a:rPr>
              <a:t>&lt;jsp:useBean&gt;</a:t>
            </a:r>
            <a:r>
              <a:rPr lang="zh-TW" altLang="en-US" sz="2400">
                <a:latin typeface="Consolas" panose="020B0609020204030204" pitchFamily="49" charset="0"/>
                <a:ea typeface="+mj-ea"/>
              </a:rPr>
              <a:t>時，可將</a:t>
            </a:r>
            <a:r>
              <a:rPr lang="en-US" altLang="zh-TW" sz="2400">
                <a:latin typeface="Consolas" panose="020B0609020204030204" pitchFamily="49" charset="0"/>
                <a:ea typeface="+mj-ea"/>
              </a:rPr>
              <a:t>JavaBean</a:t>
            </a:r>
            <a:r>
              <a:rPr lang="zh-TW" altLang="en-US" sz="2400">
                <a:latin typeface="Consolas" panose="020B0609020204030204" pitchFamily="49" charset="0"/>
                <a:ea typeface="+mj-ea"/>
              </a:rPr>
              <a:t>直接嵌入</a:t>
            </a:r>
            <a:r>
              <a:rPr lang="en-US" altLang="zh-TW" sz="2400">
                <a:latin typeface="Consolas" panose="020B0609020204030204" pitchFamily="49" charset="0"/>
                <a:ea typeface="+mj-ea"/>
              </a:rPr>
              <a:t>JSP</a:t>
            </a:r>
            <a:r>
              <a:rPr lang="zh-TW" altLang="en-US" sz="2400">
                <a:latin typeface="Consolas" panose="020B0609020204030204" pitchFamily="49" charset="0"/>
                <a:ea typeface="+mj-ea"/>
              </a:rPr>
              <a:t>網頁中</a:t>
            </a:r>
            <a:endParaRPr lang="en-US" altLang="zh-TW" sz="2400">
              <a:latin typeface="Consolas" panose="020B0609020204030204" pitchFamily="49" charset="0"/>
              <a:ea typeface="+mj-ea"/>
            </a:endParaRPr>
          </a:p>
          <a:p>
            <a:pPr marL="617220" lvl="2" indent="-342900" algn="just"/>
            <a:endParaRPr lang="en-US" altLang="zh-TW" sz="2400">
              <a:latin typeface="Consolas" panose="020B0609020204030204" pitchFamily="49" charset="0"/>
              <a:ea typeface="+mj-ea"/>
            </a:endParaRPr>
          </a:p>
        </p:txBody>
      </p:sp>
      <p:sp>
        <p:nvSpPr>
          <p:cNvPr id="4" name="文字方塊 3">
            <a:extLst>
              <a:ext uri="{FF2B5EF4-FFF2-40B4-BE49-F238E27FC236}">
                <a16:creationId xmlns:a16="http://schemas.microsoft.com/office/drawing/2014/main" id="{6175E0E6-31C3-4A77-94FB-53CD484878F7}"/>
              </a:ext>
            </a:extLst>
          </p:cNvPr>
          <p:cNvSpPr txBox="1"/>
          <p:nvPr/>
        </p:nvSpPr>
        <p:spPr>
          <a:xfrm>
            <a:off x="204969" y="107548"/>
            <a:ext cx="2003975"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indent="0">
              <a:buClrTx/>
              <a:buNone/>
            </a:pPr>
            <a:r>
              <a:rPr lang="en-US" altLang="zh-TW" sz="3200">
                <a:latin typeface="Consolas" panose="020B0609020204030204" pitchFamily="49" charset="0"/>
                <a:ea typeface="+mj-ea"/>
              </a:rPr>
              <a:t>JavaBean</a:t>
            </a:r>
            <a:endParaRPr lang="en-US" altLang="zh-TW" sz="3000">
              <a:latin typeface="Consolas" panose="020B0609020204030204" pitchFamily="49" charset="0"/>
              <a:ea typeface="+mj-ea"/>
            </a:endParaRPr>
          </a:p>
        </p:txBody>
      </p:sp>
      <p:sp>
        <p:nvSpPr>
          <p:cNvPr id="2" name="投影片編號版面配置區 1">
            <a:extLst>
              <a:ext uri="{FF2B5EF4-FFF2-40B4-BE49-F238E27FC236}">
                <a16:creationId xmlns:a16="http://schemas.microsoft.com/office/drawing/2014/main" id="{71CDF7A4-F56B-4EC1-80CC-D6A7DCA87A4B}"/>
              </a:ext>
            </a:extLst>
          </p:cNvPr>
          <p:cNvSpPr>
            <a:spLocks noGrp="1"/>
          </p:cNvSpPr>
          <p:nvPr>
            <p:ph type="sldNum" sz="quarter" idx="12"/>
          </p:nvPr>
        </p:nvSpPr>
        <p:spPr/>
        <p:txBody>
          <a:bodyPr/>
          <a:lstStyle/>
          <a:p>
            <a:fld id="{B521127C-0C56-461F-B517-0D483F216F7D}" type="slidenum">
              <a:rPr lang="zh-TW" altLang="en-US" smtClean="0"/>
              <a:t>92</a:t>
            </a:fld>
            <a:endParaRPr lang="zh-TW" altLang="en-US"/>
          </a:p>
        </p:txBody>
      </p:sp>
    </p:spTree>
    <p:extLst>
      <p:ext uri="{BB962C8B-B14F-4D97-AF65-F5344CB8AC3E}">
        <p14:creationId xmlns:p14="http://schemas.microsoft.com/office/powerpoint/2010/main" val="238012248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204968" y="927528"/>
            <a:ext cx="11569216" cy="6344863"/>
          </a:xfrm>
        </p:spPr>
        <p:txBody>
          <a:bodyPr>
            <a:normAutofit/>
          </a:bodyPr>
          <a:lstStyle/>
          <a:p>
            <a:pPr marL="617220" lvl="2" indent="-342900" algn="just"/>
            <a:r>
              <a:rPr lang="en-US" altLang="zh-TW" sz="2200" err="1">
                <a:latin typeface="Consolas" panose="020B0609020204030204" pitchFamily="49" charset="0"/>
                <a:ea typeface="+mj-ea"/>
              </a:rPr>
              <a:t>useBean</a:t>
            </a:r>
            <a:r>
              <a:rPr lang="zh-TW" altLang="en-US" sz="2200">
                <a:latin typeface="Consolas" panose="020B0609020204030204" pitchFamily="49" charset="0"/>
                <a:ea typeface="+mj-ea"/>
              </a:rPr>
              <a:t>標籤語法</a:t>
            </a:r>
          </a:p>
          <a:p>
            <a:pPr marL="548640" lvl="3" indent="0" algn="just">
              <a:buNone/>
            </a:pPr>
            <a:r>
              <a:rPr lang="en-US" altLang="zh-TW" sz="2200">
                <a:latin typeface="Consolas" panose="020B0609020204030204" pitchFamily="49" charset="0"/>
                <a:ea typeface="+mj-ea"/>
              </a:rPr>
              <a:t>&lt;jsp:useBean id="</a:t>
            </a:r>
            <a:r>
              <a:rPr lang="en-US" altLang="zh-TW" sz="2200" err="1">
                <a:latin typeface="Consolas" panose="020B0609020204030204" pitchFamily="49" charset="0"/>
                <a:ea typeface="+mj-ea"/>
              </a:rPr>
              <a:t>beanName</a:t>
            </a:r>
            <a:r>
              <a:rPr lang="en-US" altLang="zh-TW" sz="2200">
                <a:latin typeface="Consolas" panose="020B0609020204030204" pitchFamily="49" charset="0"/>
                <a:ea typeface="+mj-ea"/>
              </a:rPr>
              <a:t>"</a:t>
            </a:r>
          </a:p>
          <a:p>
            <a:pPr marL="822960" lvl="4" indent="0" algn="just">
              <a:buNone/>
            </a:pPr>
            <a:r>
              <a:rPr lang="en-US" altLang="zh-TW" sz="2200">
                <a:latin typeface="Consolas" panose="020B0609020204030204" pitchFamily="49" charset="0"/>
                <a:ea typeface="+mj-ea"/>
              </a:rPr>
              <a:t>class="</a:t>
            </a:r>
            <a:r>
              <a:rPr lang="en-US" altLang="zh-TW" sz="2200" err="1">
                <a:latin typeface="Consolas" panose="020B0609020204030204" pitchFamily="49" charset="0"/>
                <a:ea typeface="+mj-ea"/>
              </a:rPr>
              <a:t>packageName.classname</a:t>
            </a:r>
            <a:r>
              <a:rPr lang="en-US" altLang="zh-TW" sz="2200">
                <a:latin typeface="Consolas" panose="020B0609020204030204" pitchFamily="49" charset="0"/>
                <a:ea typeface="+mj-ea"/>
              </a:rPr>
              <a:t>"</a:t>
            </a:r>
          </a:p>
          <a:p>
            <a:pPr marL="822960" lvl="4" indent="0" algn="just">
              <a:buNone/>
            </a:pPr>
            <a:r>
              <a:rPr lang="en-US" altLang="zh-TW" sz="2200">
                <a:latin typeface="Consolas" panose="020B0609020204030204" pitchFamily="49" charset="0"/>
                <a:ea typeface="+mj-ea"/>
              </a:rPr>
              <a:t>scope="</a:t>
            </a:r>
            <a:r>
              <a:rPr lang="en-US" altLang="zh-TW" sz="2200" err="1">
                <a:latin typeface="Consolas" panose="020B0609020204030204" pitchFamily="49" charset="0"/>
                <a:ea typeface="+mj-ea"/>
              </a:rPr>
              <a:t>page|request|session|application</a:t>
            </a:r>
            <a:r>
              <a:rPr lang="en-US" altLang="zh-TW" sz="2200">
                <a:latin typeface="Consolas" panose="020B0609020204030204" pitchFamily="49" charset="0"/>
                <a:ea typeface="+mj-ea"/>
              </a:rPr>
              <a:t>" /&gt;</a:t>
            </a:r>
          </a:p>
          <a:p>
            <a:pPr marL="617220" lvl="2" indent="-342900" algn="just"/>
            <a:endParaRPr lang="en-US" altLang="zh-TW" sz="2200">
              <a:latin typeface="Consolas" panose="020B0609020204030204" pitchFamily="49" charset="0"/>
              <a:ea typeface="+mj-ea"/>
            </a:endParaRPr>
          </a:p>
          <a:p>
            <a:pPr marL="617220" lvl="2" indent="-342900" algn="just"/>
            <a:r>
              <a:rPr lang="en-US" altLang="zh-TW" sz="2200" err="1">
                <a:latin typeface="Consolas" panose="020B0609020204030204" pitchFamily="49" charset="0"/>
                <a:ea typeface="+mj-ea"/>
              </a:rPr>
              <a:t>useBean</a:t>
            </a:r>
            <a:r>
              <a:rPr lang="zh-TW" altLang="en-US" sz="2200">
                <a:latin typeface="Consolas" panose="020B0609020204030204" pitchFamily="49" charset="0"/>
                <a:ea typeface="+mj-ea"/>
              </a:rPr>
              <a:t>標籤的語法簡介</a:t>
            </a:r>
          </a:p>
          <a:p>
            <a:pPr marL="617220" lvl="2" indent="-342900" algn="just"/>
            <a:r>
              <a:rPr lang="zh-TW" altLang="en-US" sz="2200">
                <a:latin typeface="Consolas" panose="020B0609020204030204" pitchFamily="49" charset="0"/>
                <a:ea typeface="+mj-ea"/>
              </a:rPr>
              <a:t>在指定的範圍內尋找以</a:t>
            </a:r>
            <a:r>
              <a:rPr lang="en-US" altLang="zh-TW" sz="2200">
                <a:latin typeface="Consolas" panose="020B0609020204030204" pitchFamily="49" charset="0"/>
                <a:ea typeface="+mj-ea"/>
              </a:rPr>
              <a:t>id</a:t>
            </a:r>
            <a:r>
              <a:rPr lang="zh-TW" altLang="en-US" sz="2200">
                <a:latin typeface="Consolas" panose="020B0609020204030204" pitchFamily="49" charset="0"/>
                <a:ea typeface="+mj-ea"/>
              </a:rPr>
              <a:t>名稱為識別名稱，型別為</a:t>
            </a:r>
            <a:r>
              <a:rPr lang="en-US" altLang="zh-TW" sz="2200" err="1">
                <a:latin typeface="Consolas" panose="020B0609020204030204" pitchFamily="49" charset="0"/>
                <a:ea typeface="+mj-ea"/>
              </a:rPr>
              <a:t>packageName.classname</a:t>
            </a:r>
            <a:r>
              <a:rPr lang="zh-TW" altLang="en-US" sz="2200">
                <a:latin typeface="Consolas" panose="020B0609020204030204" pitchFamily="49" charset="0"/>
                <a:ea typeface="+mj-ea"/>
              </a:rPr>
              <a:t>的屬性物件實體，並將此物件實體存入變數</a:t>
            </a:r>
            <a:r>
              <a:rPr lang="en-US" altLang="zh-TW" sz="2200" err="1">
                <a:latin typeface="Consolas" panose="020B0609020204030204" pitchFamily="49" charset="0"/>
                <a:ea typeface="+mj-ea"/>
              </a:rPr>
              <a:t>BeanName</a:t>
            </a:r>
            <a:r>
              <a:rPr lang="zh-TW" altLang="en-US" sz="2200">
                <a:latin typeface="Consolas" panose="020B0609020204030204" pitchFamily="49" charset="0"/>
                <a:ea typeface="+mj-ea"/>
              </a:rPr>
              <a:t>內。如果不存在，會建立新的</a:t>
            </a:r>
            <a:r>
              <a:rPr lang="en-US" altLang="zh-TW" sz="2200" err="1">
                <a:latin typeface="Consolas" panose="020B0609020204030204" pitchFamily="49" charset="0"/>
                <a:ea typeface="+mj-ea"/>
              </a:rPr>
              <a:t>javaBean</a:t>
            </a:r>
            <a:r>
              <a:rPr lang="zh-TW" altLang="en-US" sz="2200">
                <a:latin typeface="Consolas" panose="020B0609020204030204" pitchFamily="49" charset="0"/>
                <a:ea typeface="+mj-ea"/>
              </a:rPr>
              <a:t>物件，並以</a:t>
            </a:r>
            <a:r>
              <a:rPr lang="en-US" altLang="zh-TW" sz="2200">
                <a:latin typeface="Consolas" panose="020B0609020204030204" pitchFamily="49" charset="0"/>
                <a:ea typeface="+mj-ea"/>
              </a:rPr>
              <a:t>id</a:t>
            </a:r>
            <a:r>
              <a:rPr lang="zh-TW" altLang="en-US" sz="2200">
                <a:latin typeface="Consolas" panose="020B0609020204030204" pitchFamily="49" charset="0"/>
                <a:ea typeface="+mj-ea"/>
              </a:rPr>
              <a:t>名稱為識別名稱，放置於指定的</a:t>
            </a:r>
            <a:r>
              <a:rPr lang="en-US" altLang="zh-TW" sz="2200">
                <a:latin typeface="Consolas" panose="020B0609020204030204" pitchFamily="49" charset="0"/>
                <a:ea typeface="+mj-ea"/>
              </a:rPr>
              <a:t>scope</a:t>
            </a:r>
            <a:r>
              <a:rPr lang="zh-TW" altLang="en-US" sz="2200">
                <a:latin typeface="Consolas" panose="020B0609020204030204" pitchFamily="49" charset="0"/>
                <a:ea typeface="+mj-ea"/>
              </a:rPr>
              <a:t>範圍內提供存取。</a:t>
            </a:r>
          </a:p>
          <a:p>
            <a:pPr marL="891540" lvl="3" indent="-342900" algn="just"/>
            <a:r>
              <a:rPr lang="en-US" altLang="zh-TW" sz="2200">
                <a:latin typeface="Consolas" panose="020B0609020204030204" pitchFamily="49" charset="0"/>
                <a:ea typeface="+mj-ea"/>
              </a:rPr>
              <a:t>id:javaBean</a:t>
            </a:r>
            <a:r>
              <a:rPr lang="zh-TW" altLang="en-US" sz="2200">
                <a:latin typeface="Consolas" panose="020B0609020204030204" pitchFamily="49" charset="0"/>
                <a:ea typeface="+mj-ea"/>
              </a:rPr>
              <a:t>的識別名稱</a:t>
            </a:r>
          </a:p>
          <a:p>
            <a:pPr marL="891540" lvl="3" indent="-342900" algn="just"/>
            <a:r>
              <a:rPr lang="en-US" altLang="zh-TW" sz="2200">
                <a:latin typeface="Consolas" panose="020B0609020204030204" pitchFamily="49" charset="0"/>
                <a:ea typeface="+mj-ea"/>
              </a:rPr>
              <a:t>class:javaBean fully-qualify </a:t>
            </a:r>
            <a:r>
              <a:rPr lang="en-US" altLang="zh-TW" sz="2200" err="1">
                <a:latin typeface="Consolas" panose="020B0609020204030204" pitchFamily="49" charset="0"/>
                <a:ea typeface="+mj-ea"/>
              </a:rPr>
              <a:t>classname</a:t>
            </a:r>
            <a:r>
              <a:rPr lang="en-US" altLang="zh-TW" sz="2200">
                <a:latin typeface="Consolas" panose="020B0609020204030204" pitchFamily="49" charset="0"/>
                <a:ea typeface="+mj-ea"/>
              </a:rPr>
              <a:t>(</a:t>
            </a:r>
            <a:r>
              <a:rPr lang="zh-TW" altLang="en-US" sz="2200">
                <a:latin typeface="Consolas" panose="020B0609020204030204" pitchFamily="49" charset="0"/>
                <a:ea typeface="+mj-ea"/>
              </a:rPr>
              <a:t>完整類別名稱包含套件及類別名稱</a:t>
            </a:r>
            <a:r>
              <a:rPr lang="en-US" altLang="zh-TW" sz="2200">
                <a:latin typeface="Consolas" panose="020B0609020204030204" pitchFamily="49" charset="0"/>
                <a:ea typeface="+mj-ea"/>
              </a:rPr>
              <a:t>)</a:t>
            </a:r>
          </a:p>
          <a:p>
            <a:pPr marL="891540" lvl="3" indent="-342900" algn="just"/>
            <a:r>
              <a:rPr lang="en-US" altLang="zh-TW" sz="2200">
                <a:latin typeface="Consolas" panose="020B0609020204030204" pitchFamily="49" charset="0"/>
                <a:ea typeface="+mj-ea"/>
              </a:rPr>
              <a:t>scope</a:t>
            </a:r>
            <a:r>
              <a:rPr lang="zh-TW" altLang="en-US" sz="2200">
                <a:latin typeface="Consolas" panose="020B0609020204030204" pitchFamily="49" charset="0"/>
                <a:ea typeface="+mj-ea"/>
              </a:rPr>
              <a:t>範圍</a:t>
            </a:r>
            <a:r>
              <a:rPr lang="en-US" altLang="zh-TW" sz="2200">
                <a:latin typeface="Consolas" panose="020B0609020204030204" pitchFamily="49" charset="0"/>
                <a:ea typeface="+mj-ea"/>
              </a:rPr>
              <a:t>:</a:t>
            </a:r>
            <a:r>
              <a:rPr lang="zh-TW" altLang="en-US" sz="2200">
                <a:latin typeface="Consolas" panose="020B0609020204030204" pitchFamily="49" charset="0"/>
                <a:ea typeface="+mj-ea"/>
              </a:rPr>
              <a:t>指定</a:t>
            </a:r>
            <a:r>
              <a:rPr lang="en-US" altLang="zh-TW" sz="2200" err="1">
                <a:latin typeface="Consolas" panose="020B0609020204030204" pitchFamily="49" charset="0"/>
                <a:ea typeface="+mj-ea"/>
              </a:rPr>
              <a:t>javaBean</a:t>
            </a:r>
            <a:r>
              <a:rPr lang="zh-TW" altLang="en-US" sz="2200">
                <a:latin typeface="Consolas" panose="020B0609020204030204" pitchFamily="49" charset="0"/>
                <a:ea typeface="+mj-ea"/>
              </a:rPr>
              <a:t>物件的存取範圍，共有四個範圍</a:t>
            </a:r>
            <a:r>
              <a:rPr lang="en-US" altLang="zh-TW" sz="2200">
                <a:latin typeface="Consolas" panose="020B0609020204030204" pitchFamily="49" charset="0"/>
                <a:ea typeface="+mj-ea"/>
              </a:rPr>
              <a:t>(page</a:t>
            </a:r>
            <a:r>
              <a:rPr lang="zh-TW" altLang="en-US" sz="2200">
                <a:latin typeface="Consolas" panose="020B0609020204030204" pitchFamily="49" charset="0"/>
                <a:ea typeface="+mj-ea"/>
              </a:rPr>
              <a:t>、</a:t>
            </a:r>
            <a:r>
              <a:rPr lang="en-US" altLang="zh-TW" sz="2200">
                <a:latin typeface="Consolas" panose="020B0609020204030204" pitchFamily="49" charset="0"/>
                <a:ea typeface="+mj-ea"/>
              </a:rPr>
              <a:t>request</a:t>
            </a:r>
            <a:r>
              <a:rPr lang="zh-TW" altLang="en-US" sz="2200">
                <a:latin typeface="Consolas" panose="020B0609020204030204" pitchFamily="49" charset="0"/>
                <a:ea typeface="+mj-ea"/>
              </a:rPr>
              <a:t>、</a:t>
            </a:r>
            <a:r>
              <a:rPr lang="en-US" altLang="zh-TW" sz="2200">
                <a:latin typeface="Consolas" panose="020B0609020204030204" pitchFamily="49" charset="0"/>
                <a:ea typeface="+mj-ea"/>
              </a:rPr>
              <a:t>session</a:t>
            </a:r>
            <a:r>
              <a:rPr lang="zh-TW" altLang="en-US" sz="2200">
                <a:latin typeface="Consolas" panose="020B0609020204030204" pitchFamily="49" charset="0"/>
                <a:ea typeface="+mj-ea"/>
              </a:rPr>
              <a:t>及</a:t>
            </a:r>
            <a:r>
              <a:rPr lang="en-US" altLang="zh-TW" sz="2200">
                <a:latin typeface="Consolas" panose="020B0609020204030204" pitchFamily="49" charset="0"/>
                <a:ea typeface="+mj-ea"/>
              </a:rPr>
              <a:t>application)</a:t>
            </a:r>
            <a:r>
              <a:rPr lang="zh-TW" altLang="en-US" sz="2200">
                <a:latin typeface="Consolas" panose="020B0609020204030204" pitchFamily="49" charset="0"/>
                <a:ea typeface="+mj-ea"/>
              </a:rPr>
              <a:t>，預設為</a:t>
            </a:r>
            <a:r>
              <a:rPr lang="en-US" altLang="zh-TW" sz="2200">
                <a:latin typeface="Consolas" panose="020B0609020204030204" pitchFamily="49" charset="0"/>
                <a:ea typeface="+mj-ea"/>
              </a:rPr>
              <a:t>page</a:t>
            </a:r>
            <a:r>
              <a:rPr lang="zh-TW" altLang="en-US" sz="2200">
                <a:latin typeface="Consolas" panose="020B0609020204030204" pitchFamily="49" charset="0"/>
                <a:ea typeface="+mj-ea"/>
              </a:rPr>
              <a:t>存取範圍</a:t>
            </a:r>
          </a:p>
        </p:txBody>
      </p:sp>
      <p:sp>
        <p:nvSpPr>
          <p:cNvPr id="4" name="文字方塊 3">
            <a:extLst>
              <a:ext uri="{FF2B5EF4-FFF2-40B4-BE49-F238E27FC236}">
                <a16:creationId xmlns:a16="http://schemas.microsoft.com/office/drawing/2014/main" id="{6175E0E6-31C3-4A77-94FB-53CD484878F7}"/>
              </a:ext>
            </a:extLst>
          </p:cNvPr>
          <p:cNvSpPr txBox="1"/>
          <p:nvPr/>
        </p:nvSpPr>
        <p:spPr>
          <a:xfrm>
            <a:off x="204969" y="107548"/>
            <a:ext cx="3123858"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indent="0">
              <a:buClrTx/>
              <a:buNone/>
            </a:pPr>
            <a:r>
              <a:rPr lang="en-US" altLang="zh-TW" sz="3200">
                <a:latin typeface="Consolas" panose="020B0609020204030204" pitchFamily="49" charset="0"/>
                <a:ea typeface="+mj-ea"/>
              </a:rPr>
              <a:t>&lt;jsp:useBean&gt;</a:t>
            </a:r>
            <a:endParaRPr lang="en-US" altLang="zh-TW" sz="3000">
              <a:latin typeface="Consolas" panose="020B0609020204030204" pitchFamily="49" charset="0"/>
              <a:ea typeface="+mj-ea"/>
            </a:endParaRPr>
          </a:p>
        </p:txBody>
      </p:sp>
      <p:sp>
        <p:nvSpPr>
          <p:cNvPr id="2" name="投影片編號版面配置區 1">
            <a:extLst>
              <a:ext uri="{FF2B5EF4-FFF2-40B4-BE49-F238E27FC236}">
                <a16:creationId xmlns:a16="http://schemas.microsoft.com/office/drawing/2014/main" id="{1E28264F-F287-4420-A020-601051D1DCA6}"/>
              </a:ext>
            </a:extLst>
          </p:cNvPr>
          <p:cNvSpPr>
            <a:spLocks noGrp="1"/>
          </p:cNvSpPr>
          <p:nvPr>
            <p:ph type="sldNum" sz="quarter" idx="12"/>
          </p:nvPr>
        </p:nvSpPr>
        <p:spPr/>
        <p:txBody>
          <a:bodyPr/>
          <a:lstStyle/>
          <a:p>
            <a:fld id="{B521127C-0C56-461F-B517-0D483F216F7D}" type="slidenum">
              <a:rPr lang="zh-TW" altLang="en-US" smtClean="0"/>
              <a:t>93</a:t>
            </a:fld>
            <a:endParaRPr lang="zh-TW" altLang="en-US"/>
          </a:p>
        </p:txBody>
      </p:sp>
      <p:sp>
        <p:nvSpPr>
          <p:cNvPr id="5" name="文字方塊 4"/>
          <p:cNvSpPr txBox="1"/>
          <p:nvPr/>
        </p:nvSpPr>
        <p:spPr>
          <a:xfrm>
            <a:off x="3328827" y="184491"/>
            <a:ext cx="1366080" cy="430887"/>
          </a:xfrm>
          <a:prstGeom prst="rect">
            <a:avLst/>
          </a:prstGeom>
          <a:noFill/>
        </p:spPr>
        <p:txBody>
          <a:bodyPr wrap="none" rtlCol="0">
            <a:spAutoFit/>
          </a:bodyPr>
          <a:lstStyle/>
          <a:p>
            <a:r>
              <a:rPr lang="en-US" altLang="zh-TW" sz="2200" b="1">
                <a:solidFill>
                  <a:srgbClr val="FF0000"/>
                </a:solidFill>
                <a:latin typeface="+mj-ea"/>
                <a:ea typeface="+mj-ea"/>
              </a:rPr>
              <a:t>(</a:t>
            </a:r>
            <a:r>
              <a:rPr lang="zh-TW" altLang="en-US" sz="2200" b="1">
                <a:solidFill>
                  <a:srgbClr val="FF0000"/>
                </a:solidFill>
                <a:latin typeface="+mj-ea"/>
                <a:ea typeface="+mj-ea"/>
              </a:rPr>
              <a:t>過時了</a:t>
            </a:r>
            <a:r>
              <a:rPr lang="en-US" altLang="zh-TW" sz="2200" b="1">
                <a:solidFill>
                  <a:srgbClr val="FF0000"/>
                </a:solidFill>
                <a:latin typeface="+mj-ea"/>
                <a:ea typeface="+mj-ea"/>
              </a:rPr>
              <a:t>!)</a:t>
            </a:r>
            <a:endParaRPr lang="zh-TW" altLang="en-US" sz="2200" b="1">
              <a:solidFill>
                <a:srgbClr val="FF0000"/>
              </a:solidFill>
              <a:latin typeface="+mj-ea"/>
              <a:ea typeface="+mj-ea"/>
            </a:endParaRPr>
          </a:p>
        </p:txBody>
      </p:sp>
    </p:spTree>
    <p:extLst>
      <p:ext uri="{BB962C8B-B14F-4D97-AF65-F5344CB8AC3E}">
        <p14:creationId xmlns:p14="http://schemas.microsoft.com/office/powerpoint/2010/main" val="193736907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204968" y="927528"/>
            <a:ext cx="11192041" cy="6344863"/>
          </a:xfrm>
        </p:spPr>
        <p:txBody>
          <a:bodyPr>
            <a:normAutofit/>
          </a:bodyPr>
          <a:lstStyle/>
          <a:p>
            <a:pPr marL="617220" lvl="2" indent="-342900" algn="just"/>
            <a:r>
              <a:rPr lang="en-US" altLang="zh-TW" sz="2200" err="1">
                <a:latin typeface="Consolas" panose="020B0609020204030204" pitchFamily="49" charset="0"/>
                <a:ea typeface="+mj-ea"/>
              </a:rPr>
              <a:t>setProperty</a:t>
            </a:r>
            <a:r>
              <a:rPr lang="zh-TW" altLang="en-US" sz="2200">
                <a:latin typeface="Consolas" panose="020B0609020204030204" pitchFamily="49" charset="0"/>
                <a:ea typeface="+mj-ea"/>
              </a:rPr>
              <a:t>標籤語法</a:t>
            </a:r>
          </a:p>
          <a:p>
            <a:pPr marL="548640" lvl="3" indent="0" algn="just">
              <a:buNone/>
            </a:pPr>
            <a:r>
              <a:rPr lang="en-US" altLang="zh-TW" sz="2200">
                <a:latin typeface="Consolas" panose="020B0609020204030204" pitchFamily="49" charset="0"/>
                <a:ea typeface="+mj-ea"/>
              </a:rPr>
              <a:t>&lt;jsp:setProperty name="</a:t>
            </a:r>
            <a:r>
              <a:rPr lang="en-US" altLang="zh-TW" sz="2200" err="1">
                <a:latin typeface="Consolas" panose="020B0609020204030204" pitchFamily="49" charset="0"/>
                <a:ea typeface="+mj-ea"/>
              </a:rPr>
              <a:t>beanName</a:t>
            </a:r>
            <a:r>
              <a:rPr lang="en-US" altLang="zh-TW" sz="2200">
                <a:latin typeface="Consolas" panose="020B0609020204030204" pitchFamily="49" charset="0"/>
                <a:ea typeface="+mj-ea"/>
              </a:rPr>
              <a:t>"</a:t>
            </a:r>
          </a:p>
          <a:p>
            <a:pPr marL="822960" lvl="4" indent="0" algn="just">
              <a:buNone/>
            </a:pPr>
            <a:r>
              <a:rPr lang="en-US" altLang="zh-TW" sz="2200">
                <a:latin typeface="Consolas" panose="020B0609020204030204" pitchFamily="49" charset="0"/>
                <a:ea typeface="+mj-ea"/>
              </a:rPr>
              <a:t>property="</a:t>
            </a:r>
            <a:r>
              <a:rPr lang="en-US" altLang="zh-TW" sz="2200" err="1">
                <a:latin typeface="Consolas" panose="020B0609020204030204" pitchFamily="49" charset="0"/>
                <a:ea typeface="+mj-ea"/>
              </a:rPr>
              <a:t>propertyname</a:t>
            </a:r>
            <a:r>
              <a:rPr lang="en-US" altLang="zh-TW" sz="2200">
                <a:latin typeface="Consolas" panose="020B0609020204030204" pitchFamily="49" charset="0"/>
                <a:ea typeface="+mj-ea"/>
              </a:rPr>
              <a:t>"</a:t>
            </a:r>
          </a:p>
          <a:p>
            <a:pPr marL="822960" lvl="4" indent="0" algn="just">
              <a:buNone/>
            </a:pPr>
            <a:r>
              <a:rPr lang="en-US" altLang="zh-TW" sz="2200">
                <a:latin typeface="Consolas" panose="020B0609020204030204" pitchFamily="49" charset="0"/>
                <a:ea typeface="+mj-ea"/>
              </a:rPr>
              <a:t>value="</a:t>
            </a:r>
            <a:r>
              <a:rPr lang="en-US" altLang="zh-TW" sz="2200" err="1">
                <a:latin typeface="Consolas" panose="020B0609020204030204" pitchFamily="49" charset="0"/>
                <a:ea typeface="+mj-ea"/>
              </a:rPr>
              <a:t>propertyValue</a:t>
            </a:r>
            <a:r>
              <a:rPr lang="en-US" altLang="zh-TW" sz="2200">
                <a:latin typeface="Consolas" panose="020B0609020204030204" pitchFamily="49" charset="0"/>
                <a:ea typeface="+mj-ea"/>
              </a:rPr>
              <a:t>" /&gt;</a:t>
            </a:r>
          </a:p>
          <a:p>
            <a:pPr marL="617220" lvl="2" indent="-342900" algn="just"/>
            <a:r>
              <a:rPr lang="en-US" altLang="zh-TW" sz="2200">
                <a:latin typeface="Consolas" panose="020B0609020204030204" pitchFamily="49" charset="0"/>
                <a:ea typeface="+mj-ea"/>
              </a:rPr>
              <a:t>setProperty</a:t>
            </a:r>
            <a:r>
              <a:rPr lang="zh-TW" altLang="en-US" sz="2200">
                <a:latin typeface="Consolas" panose="020B0609020204030204" pitchFamily="49" charset="0"/>
                <a:ea typeface="+mj-ea"/>
              </a:rPr>
              <a:t>標籤的語法說明</a:t>
            </a:r>
          </a:p>
          <a:p>
            <a:pPr marL="617220" lvl="2" indent="-342900" algn="just"/>
            <a:r>
              <a:rPr lang="zh-TW" altLang="en-US" sz="2200">
                <a:latin typeface="Consolas" panose="020B0609020204030204" pitchFamily="49" charset="0"/>
                <a:ea typeface="+mj-ea"/>
              </a:rPr>
              <a:t>表示設定</a:t>
            </a:r>
            <a:r>
              <a:rPr lang="en-US" altLang="zh-TW" sz="2200">
                <a:latin typeface="Consolas" panose="020B0609020204030204" pitchFamily="49" charset="0"/>
                <a:ea typeface="+mj-ea"/>
              </a:rPr>
              <a:t>bean</a:t>
            </a:r>
            <a:r>
              <a:rPr lang="zh-TW" altLang="en-US" sz="2200">
                <a:latin typeface="Consolas" panose="020B0609020204030204" pitchFamily="49" charset="0"/>
                <a:ea typeface="+mj-ea"/>
              </a:rPr>
              <a:t>物件的某個</a:t>
            </a:r>
            <a:r>
              <a:rPr lang="en-US" altLang="zh-TW" sz="2200">
                <a:latin typeface="Consolas" panose="020B0609020204030204" pitchFamily="49" charset="0"/>
                <a:ea typeface="+mj-ea"/>
              </a:rPr>
              <a:t>property(</a:t>
            </a:r>
            <a:r>
              <a:rPr lang="zh-TW" altLang="en-US" sz="2200">
                <a:latin typeface="Consolas" panose="020B0609020204030204" pitchFamily="49" charset="0"/>
                <a:ea typeface="+mj-ea"/>
              </a:rPr>
              <a:t>特性</a:t>
            </a:r>
            <a:r>
              <a:rPr lang="en-US" altLang="zh-TW" sz="2200">
                <a:latin typeface="Consolas" panose="020B0609020204030204" pitchFamily="49" charset="0"/>
                <a:ea typeface="+mj-ea"/>
              </a:rPr>
              <a:t>)</a:t>
            </a:r>
            <a:r>
              <a:rPr lang="zh-TW" altLang="en-US" sz="2200">
                <a:latin typeface="Consolas" panose="020B0609020204030204" pitchFamily="49" charset="0"/>
                <a:ea typeface="+mj-ea"/>
              </a:rPr>
              <a:t>的內含值</a:t>
            </a:r>
          </a:p>
          <a:p>
            <a:pPr marL="891540" lvl="3" indent="-342900" algn="just"/>
            <a:r>
              <a:rPr lang="en-US" altLang="zh-TW" sz="2200">
                <a:latin typeface="Consolas" panose="020B0609020204030204" pitchFamily="49" charset="0"/>
                <a:ea typeface="+mj-ea"/>
              </a:rPr>
              <a:t>name: </a:t>
            </a:r>
            <a:r>
              <a:rPr lang="zh-TW" altLang="en-US" sz="2200">
                <a:latin typeface="Consolas" panose="020B0609020204030204" pitchFamily="49" charset="0"/>
                <a:ea typeface="+mj-ea"/>
              </a:rPr>
              <a:t>指定</a:t>
            </a:r>
            <a:r>
              <a:rPr lang="en-US" altLang="zh-TW" sz="2200">
                <a:latin typeface="Consolas" panose="020B0609020204030204" pitchFamily="49" charset="0"/>
                <a:ea typeface="+mj-ea"/>
              </a:rPr>
              <a:t>bean</a:t>
            </a:r>
            <a:r>
              <a:rPr lang="zh-TW" altLang="en-US" sz="2200">
                <a:latin typeface="Consolas" panose="020B0609020204030204" pitchFamily="49" charset="0"/>
                <a:ea typeface="+mj-ea"/>
              </a:rPr>
              <a:t>物件的名稱，此名稱對應到</a:t>
            </a:r>
            <a:r>
              <a:rPr lang="en-US" altLang="zh-TW" sz="2200" err="1">
                <a:latin typeface="Consolas" panose="020B0609020204030204" pitchFamily="49" charset="0"/>
                <a:ea typeface="+mj-ea"/>
              </a:rPr>
              <a:t>useBean</a:t>
            </a:r>
            <a:r>
              <a:rPr lang="zh-TW" altLang="en-US" sz="2200">
                <a:latin typeface="Consolas" panose="020B0609020204030204" pitchFamily="49" charset="0"/>
                <a:ea typeface="+mj-ea"/>
              </a:rPr>
              <a:t>中的</a:t>
            </a:r>
            <a:r>
              <a:rPr lang="en-US" altLang="zh-TW" sz="2200">
                <a:latin typeface="Consolas" panose="020B0609020204030204" pitchFamily="49" charset="0"/>
                <a:ea typeface="+mj-ea"/>
              </a:rPr>
              <a:t>id</a:t>
            </a:r>
            <a:r>
              <a:rPr lang="zh-TW" altLang="en-US" sz="2200">
                <a:latin typeface="Consolas" panose="020B0609020204030204" pitchFamily="49" charset="0"/>
                <a:ea typeface="+mj-ea"/>
              </a:rPr>
              <a:t>值</a:t>
            </a:r>
          </a:p>
          <a:p>
            <a:pPr marL="891540" lvl="3" indent="-342900" algn="just"/>
            <a:r>
              <a:rPr lang="en-US" altLang="zh-TW" sz="2200">
                <a:latin typeface="Consolas" panose="020B0609020204030204" pitchFamily="49" charset="0"/>
                <a:ea typeface="+mj-ea"/>
              </a:rPr>
              <a:t>property: </a:t>
            </a:r>
            <a:r>
              <a:rPr lang="zh-TW" altLang="en-US" sz="2200">
                <a:latin typeface="Consolas" panose="020B0609020204030204" pitchFamily="49" charset="0"/>
                <a:ea typeface="+mj-ea"/>
              </a:rPr>
              <a:t>設定</a:t>
            </a:r>
            <a:r>
              <a:rPr lang="en-US" altLang="zh-TW" sz="2200">
                <a:latin typeface="Consolas" panose="020B0609020204030204" pitchFamily="49" charset="0"/>
                <a:ea typeface="+mj-ea"/>
              </a:rPr>
              <a:t>bean</a:t>
            </a:r>
            <a:r>
              <a:rPr lang="zh-TW" altLang="en-US" sz="2200">
                <a:latin typeface="Consolas" panose="020B0609020204030204" pitchFamily="49" charset="0"/>
                <a:ea typeface="+mj-ea"/>
              </a:rPr>
              <a:t>物件的</a:t>
            </a:r>
            <a:r>
              <a:rPr lang="en-US" altLang="zh-TW" sz="2200">
                <a:latin typeface="Consolas" panose="020B0609020204030204" pitchFamily="49" charset="0"/>
                <a:ea typeface="+mj-ea"/>
              </a:rPr>
              <a:t>property(</a:t>
            </a:r>
            <a:r>
              <a:rPr lang="zh-TW" altLang="en-US" sz="2200">
                <a:latin typeface="Consolas" panose="020B0609020204030204" pitchFamily="49" charset="0"/>
                <a:ea typeface="+mj-ea"/>
              </a:rPr>
              <a:t>特性</a:t>
            </a:r>
            <a:r>
              <a:rPr lang="en-US" altLang="zh-TW" sz="2200">
                <a:latin typeface="Consolas" panose="020B0609020204030204" pitchFamily="49" charset="0"/>
                <a:ea typeface="+mj-ea"/>
              </a:rPr>
              <a:t>)</a:t>
            </a:r>
            <a:r>
              <a:rPr lang="zh-TW" altLang="en-US" sz="2200">
                <a:latin typeface="Consolas" panose="020B0609020204030204" pitchFamily="49" charset="0"/>
                <a:ea typeface="+mj-ea"/>
              </a:rPr>
              <a:t>名稱</a:t>
            </a:r>
          </a:p>
          <a:p>
            <a:pPr marL="891540" lvl="3" indent="-342900" algn="just"/>
            <a:r>
              <a:rPr lang="en-US" altLang="zh-TW" sz="2200">
                <a:latin typeface="Consolas" panose="020B0609020204030204" pitchFamily="49" charset="0"/>
                <a:ea typeface="+mj-ea"/>
              </a:rPr>
              <a:t>value: </a:t>
            </a:r>
            <a:r>
              <a:rPr lang="zh-TW" altLang="en-US" sz="2200">
                <a:latin typeface="Consolas" panose="020B0609020204030204" pitchFamily="49" charset="0"/>
                <a:ea typeface="+mj-ea"/>
              </a:rPr>
              <a:t>設定</a:t>
            </a:r>
            <a:r>
              <a:rPr lang="en-US" altLang="zh-TW" sz="2200">
                <a:latin typeface="Consolas" panose="020B0609020204030204" pitchFamily="49" charset="0"/>
                <a:ea typeface="+mj-ea"/>
              </a:rPr>
              <a:t>property(</a:t>
            </a:r>
            <a:r>
              <a:rPr lang="zh-TW" altLang="en-US" sz="2200">
                <a:latin typeface="Consolas" panose="020B0609020204030204" pitchFamily="49" charset="0"/>
                <a:ea typeface="+mj-ea"/>
              </a:rPr>
              <a:t>特性</a:t>
            </a:r>
            <a:r>
              <a:rPr lang="en-US" altLang="zh-TW" sz="2200">
                <a:latin typeface="Consolas" panose="020B0609020204030204" pitchFamily="49" charset="0"/>
                <a:ea typeface="+mj-ea"/>
              </a:rPr>
              <a:t>)</a:t>
            </a:r>
            <a:r>
              <a:rPr lang="zh-TW" altLang="en-US" sz="2200">
                <a:latin typeface="Consolas" panose="020B0609020204030204" pitchFamily="49" charset="0"/>
                <a:ea typeface="+mj-ea"/>
              </a:rPr>
              <a:t>的值</a:t>
            </a:r>
            <a:r>
              <a:rPr lang="en-US" altLang="zh-TW" sz="2200">
                <a:latin typeface="Consolas" panose="020B0609020204030204" pitchFamily="49" charset="0"/>
                <a:ea typeface="+mj-ea"/>
              </a:rPr>
              <a:t>(</a:t>
            </a:r>
            <a:r>
              <a:rPr lang="zh-TW" altLang="en-US" sz="2200">
                <a:latin typeface="Consolas" panose="020B0609020204030204" pitchFamily="49" charset="0"/>
                <a:ea typeface="+mj-ea"/>
              </a:rPr>
              <a:t>直接給值</a:t>
            </a:r>
            <a:r>
              <a:rPr lang="en-US" altLang="zh-TW" sz="2200">
                <a:latin typeface="Consolas" panose="020B0609020204030204" pitchFamily="49" charset="0"/>
                <a:ea typeface="+mj-ea"/>
              </a:rPr>
              <a:t>)</a:t>
            </a:r>
          </a:p>
          <a:p>
            <a:pPr marL="891540" lvl="3" indent="-342900" algn="just"/>
            <a:r>
              <a:rPr lang="en-US" altLang="zh-TW" sz="2200">
                <a:latin typeface="Consolas" panose="020B0609020204030204" pitchFamily="49" charset="0"/>
                <a:ea typeface="+mj-ea"/>
              </a:rPr>
              <a:t>param: </a:t>
            </a:r>
            <a:r>
              <a:rPr lang="zh-TW" altLang="en-US" sz="2200">
                <a:latin typeface="Consolas" panose="020B0609020204030204" pitchFamily="49" charset="0"/>
                <a:ea typeface="+mj-ea"/>
              </a:rPr>
              <a:t>表單控制項名稱</a:t>
            </a:r>
            <a:r>
              <a:rPr lang="en-US" altLang="zh-TW" sz="2200">
                <a:latin typeface="Consolas" panose="020B0609020204030204" pitchFamily="49" charset="0"/>
                <a:ea typeface="+mj-ea"/>
              </a:rPr>
              <a:t>(</a:t>
            </a:r>
            <a:r>
              <a:rPr lang="zh-TW" altLang="en-US" sz="2200">
                <a:latin typeface="Consolas" panose="020B0609020204030204" pitchFamily="49" charset="0"/>
                <a:ea typeface="+mj-ea"/>
              </a:rPr>
              <a:t>從網頁表單中取得欄位值</a:t>
            </a:r>
            <a:r>
              <a:rPr lang="en-US" altLang="zh-TW" sz="2200">
                <a:latin typeface="Consolas" panose="020B0609020204030204" pitchFamily="49" charset="0"/>
                <a:ea typeface="+mj-ea"/>
              </a:rPr>
              <a:t>)</a:t>
            </a:r>
          </a:p>
          <a:p>
            <a:pPr marL="617220" lvl="2" indent="-342900" algn="just"/>
            <a:endParaRPr lang="zh-TW" altLang="en-US" sz="2200">
              <a:latin typeface="Consolas" panose="020B0609020204030204" pitchFamily="49" charset="0"/>
              <a:ea typeface="+mj-ea"/>
            </a:endParaRPr>
          </a:p>
        </p:txBody>
      </p:sp>
      <p:sp>
        <p:nvSpPr>
          <p:cNvPr id="4" name="文字方塊 3">
            <a:extLst>
              <a:ext uri="{FF2B5EF4-FFF2-40B4-BE49-F238E27FC236}">
                <a16:creationId xmlns:a16="http://schemas.microsoft.com/office/drawing/2014/main" id="{6175E0E6-31C3-4A77-94FB-53CD484878F7}"/>
              </a:ext>
            </a:extLst>
          </p:cNvPr>
          <p:cNvSpPr txBox="1"/>
          <p:nvPr/>
        </p:nvSpPr>
        <p:spPr>
          <a:xfrm>
            <a:off x="204968" y="107548"/>
            <a:ext cx="4069082"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indent="0">
              <a:buClrTx/>
              <a:buNone/>
            </a:pPr>
            <a:r>
              <a:rPr lang="en-US" altLang="zh-TW" sz="3200">
                <a:latin typeface="Consolas" panose="020B0609020204030204" pitchFamily="49" charset="0"/>
                <a:ea typeface="+mj-ea"/>
              </a:rPr>
              <a:t>&lt;jsp:setProperty&gt;</a:t>
            </a:r>
            <a:endParaRPr lang="en-US" altLang="zh-TW" sz="3000">
              <a:latin typeface="Consolas" panose="020B0609020204030204" pitchFamily="49" charset="0"/>
              <a:ea typeface="+mj-ea"/>
            </a:endParaRPr>
          </a:p>
        </p:txBody>
      </p:sp>
      <p:sp>
        <p:nvSpPr>
          <p:cNvPr id="2" name="投影片編號版面配置區 1">
            <a:extLst>
              <a:ext uri="{FF2B5EF4-FFF2-40B4-BE49-F238E27FC236}">
                <a16:creationId xmlns:a16="http://schemas.microsoft.com/office/drawing/2014/main" id="{65AAF991-601D-44B5-9720-879DE227CBE3}"/>
              </a:ext>
            </a:extLst>
          </p:cNvPr>
          <p:cNvSpPr>
            <a:spLocks noGrp="1"/>
          </p:cNvSpPr>
          <p:nvPr>
            <p:ph type="sldNum" sz="quarter" idx="12"/>
          </p:nvPr>
        </p:nvSpPr>
        <p:spPr/>
        <p:txBody>
          <a:bodyPr/>
          <a:lstStyle/>
          <a:p>
            <a:fld id="{B521127C-0C56-461F-B517-0D483F216F7D}" type="slidenum">
              <a:rPr lang="zh-TW" altLang="en-US" smtClean="0"/>
              <a:t>94</a:t>
            </a:fld>
            <a:endParaRPr lang="zh-TW" altLang="en-US"/>
          </a:p>
        </p:txBody>
      </p:sp>
      <p:sp>
        <p:nvSpPr>
          <p:cNvPr id="5" name="文字方塊 4"/>
          <p:cNvSpPr txBox="1"/>
          <p:nvPr/>
        </p:nvSpPr>
        <p:spPr>
          <a:xfrm>
            <a:off x="4274050" y="184491"/>
            <a:ext cx="1366080" cy="430887"/>
          </a:xfrm>
          <a:prstGeom prst="rect">
            <a:avLst/>
          </a:prstGeom>
          <a:noFill/>
        </p:spPr>
        <p:txBody>
          <a:bodyPr wrap="none" rtlCol="0">
            <a:spAutoFit/>
          </a:bodyPr>
          <a:lstStyle/>
          <a:p>
            <a:r>
              <a:rPr lang="en-US" altLang="zh-TW" sz="2200" b="1">
                <a:solidFill>
                  <a:srgbClr val="FF0000"/>
                </a:solidFill>
                <a:latin typeface="+mj-ea"/>
                <a:ea typeface="+mj-ea"/>
              </a:rPr>
              <a:t>(</a:t>
            </a:r>
            <a:r>
              <a:rPr lang="zh-TW" altLang="en-US" sz="2200" b="1">
                <a:solidFill>
                  <a:srgbClr val="FF0000"/>
                </a:solidFill>
                <a:latin typeface="+mj-ea"/>
                <a:ea typeface="+mj-ea"/>
              </a:rPr>
              <a:t>過時了</a:t>
            </a:r>
            <a:r>
              <a:rPr lang="en-US" altLang="zh-TW" sz="2200" b="1">
                <a:solidFill>
                  <a:srgbClr val="FF0000"/>
                </a:solidFill>
                <a:latin typeface="+mj-ea"/>
                <a:ea typeface="+mj-ea"/>
              </a:rPr>
              <a:t>!)</a:t>
            </a:r>
            <a:endParaRPr lang="zh-TW" altLang="en-US" sz="2200" b="1">
              <a:solidFill>
                <a:srgbClr val="FF0000"/>
              </a:solidFill>
              <a:latin typeface="+mj-ea"/>
              <a:ea typeface="+mj-ea"/>
            </a:endParaRPr>
          </a:p>
        </p:txBody>
      </p:sp>
    </p:spTree>
    <p:extLst>
      <p:ext uri="{BB962C8B-B14F-4D97-AF65-F5344CB8AC3E}">
        <p14:creationId xmlns:p14="http://schemas.microsoft.com/office/powerpoint/2010/main" val="304271663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204969" y="927529"/>
            <a:ext cx="11785926" cy="4727038"/>
          </a:xfrm>
        </p:spPr>
        <p:txBody>
          <a:bodyPr>
            <a:normAutofit/>
          </a:bodyPr>
          <a:lstStyle/>
          <a:p>
            <a:pPr marL="342900" lvl="1" indent="-342900" algn="just"/>
            <a:r>
              <a:rPr lang="en-US" altLang="zh-TW" sz="2000">
                <a:latin typeface="Consolas" panose="020B0609020204030204" pitchFamily="49" charset="0"/>
                <a:ea typeface="+mj-ea"/>
              </a:rPr>
              <a:t>JSP</a:t>
            </a:r>
            <a:r>
              <a:rPr lang="zh-TW" altLang="en-US" sz="2000">
                <a:latin typeface="Consolas" panose="020B0609020204030204" pitchFamily="49" charset="0"/>
                <a:ea typeface="+mj-ea"/>
              </a:rPr>
              <a:t>有</a:t>
            </a:r>
            <a:r>
              <a:rPr lang="en-US" altLang="zh-TW" sz="2000">
                <a:latin typeface="Consolas" panose="020B0609020204030204" pitchFamily="49" charset="0"/>
                <a:ea typeface="+mj-ea"/>
              </a:rPr>
              <a:t>9</a:t>
            </a:r>
            <a:r>
              <a:rPr lang="zh-TW" altLang="en-US" sz="2000">
                <a:latin typeface="Consolas" panose="020B0609020204030204" pitchFamily="49" charset="0"/>
                <a:ea typeface="+mj-ea"/>
              </a:rPr>
              <a:t>個隱含物件</a:t>
            </a:r>
            <a:r>
              <a:rPr lang="en-US" altLang="zh-TW" sz="2000">
                <a:latin typeface="Consolas" panose="020B0609020204030204" pitchFamily="49" charset="0"/>
                <a:ea typeface="+mj-ea"/>
              </a:rPr>
              <a:t>(Implicit Object)</a:t>
            </a:r>
            <a:r>
              <a:rPr lang="zh-TW" altLang="en-US">
                <a:latin typeface="Consolas" panose="020B0609020204030204" pitchFamily="49" charset="0"/>
                <a:ea typeface="+mj-ea"/>
              </a:rPr>
              <a:t>，不用宣告即可直接使用</a:t>
            </a:r>
            <a:endParaRPr lang="en-US" altLang="zh-TW">
              <a:latin typeface="Consolas" panose="020B0609020204030204" pitchFamily="49" charset="0"/>
              <a:ea typeface="+mj-ea"/>
            </a:endParaRPr>
          </a:p>
          <a:p>
            <a:pPr marL="342900" lvl="1" indent="-342900" algn="just"/>
            <a:endParaRPr lang="en-US" altLang="zh-TW">
              <a:latin typeface="Consolas" panose="020B0609020204030204" pitchFamily="49" charset="0"/>
              <a:ea typeface="+mj-ea"/>
            </a:endParaRPr>
          </a:p>
          <a:p>
            <a:pPr marL="342900" lvl="1" indent="-342900" algn="just"/>
            <a:endParaRPr lang="en-US" altLang="zh-TW">
              <a:latin typeface="Consolas" panose="020B0609020204030204" pitchFamily="49" charset="0"/>
              <a:ea typeface="+mj-ea"/>
            </a:endParaRPr>
          </a:p>
          <a:p>
            <a:pPr marL="342900" lvl="1" indent="-342900" algn="just"/>
            <a:endParaRPr lang="en-US" altLang="zh-TW">
              <a:latin typeface="Consolas" panose="020B0609020204030204" pitchFamily="49" charset="0"/>
              <a:ea typeface="+mj-ea"/>
            </a:endParaRPr>
          </a:p>
          <a:p>
            <a:pPr marL="342900" lvl="1" indent="-342900" algn="just"/>
            <a:endParaRPr lang="en-US" altLang="zh-TW">
              <a:latin typeface="Consolas" panose="020B0609020204030204" pitchFamily="49" charset="0"/>
              <a:ea typeface="+mj-ea"/>
            </a:endParaRPr>
          </a:p>
          <a:p>
            <a:pPr marL="342900" lvl="1" indent="-342900" algn="just"/>
            <a:endParaRPr lang="en-US" altLang="zh-TW">
              <a:latin typeface="Consolas" panose="020B0609020204030204" pitchFamily="49" charset="0"/>
              <a:ea typeface="+mj-ea"/>
            </a:endParaRPr>
          </a:p>
          <a:p>
            <a:pPr marL="342900" lvl="1" indent="-342900" algn="just"/>
            <a:endParaRPr lang="en-US" altLang="zh-TW">
              <a:latin typeface="Consolas" panose="020B0609020204030204" pitchFamily="49" charset="0"/>
              <a:ea typeface="+mj-ea"/>
            </a:endParaRPr>
          </a:p>
          <a:p>
            <a:pPr marL="342900" lvl="1" indent="-342900" algn="just"/>
            <a:endParaRPr lang="en-US" altLang="zh-TW">
              <a:latin typeface="Consolas" panose="020B0609020204030204" pitchFamily="49" charset="0"/>
              <a:ea typeface="+mj-ea"/>
            </a:endParaRPr>
          </a:p>
          <a:p>
            <a:pPr marL="342900" lvl="1" indent="-342900" algn="just"/>
            <a:endParaRPr lang="en-US" altLang="zh-TW">
              <a:latin typeface="Consolas" panose="020B0609020204030204" pitchFamily="49" charset="0"/>
              <a:ea typeface="+mj-ea"/>
            </a:endParaRPr>
          </a:p>
          <a:p>
            <a:pPr marL="342900" lvl="1" indent="-342900" algn="just"/>
            <a:endParaRPr lang="en-US" altLang="zh-TW">
              <a:latin typeface="Consolas" panose="020B0609020204030204" pitchFamily="49" charset="0"/>
              <a:ea typeface="+mj-ea"/>
            </a:endParaRPr>
          </a:p>
          <a:p>
            <a:pPr marL="342900" lvl="1" indent="-342900" algn="just"/>
            <a:endParaRPr lang="en-US" altLang="zh-TW">
              <a:latin typeface="Consolas" panose="020B0609020204030204" pitchFamily="49" charset="0"/>
              <a:ea typeface="+mj-ea"/>
            </a:endParaRPr>
          </a:p>
          <a:p>
            <a:pPr marL="342900" lvl="1" indent="-342900" algn="just"/>
            <a:endParaRPr lang="en-US" altLang="zh-TW">
              <a:latin typeface="Consolas" panose="020B0609020204030204" pitchFamily="49" charset="0"/>
              <a:ea typeface="+mj-ea"/>
            </a:endParaRPr>
          </a:p>
          <a:p>
            <a:pPr marL="342900" lvl="1" indent="-342900" algn="just"/>
            <a:r>
              <a:rPr lang="zh-TW" altLang="en-US">
                <a:latin typeface="Consolas" panose="020B0609020204030204" pitchFamily="49" charset="0"/>
                <a:ea typeface="+mj-ea"/>
              </a:rPr>
              <a:t>有屬性的隱含物件</a:t>
            </a:r>
            <a:r>
              <a:rPr lang="en-US" altLang="zh-TW">
                <a:latin typeface="Consolas" panose="020B0609020204030204" pitchFamily="49" charset="0"/>
                <a:ea typeface="+mj-ea"/>
              </a:rPr>
              <a:t>:pageContext</a:t>
            </a:r>
            <a:r>
              <a:rPr lang="zh-TW" altLang="en-US">
                <a:latin typeface="Consolas" panose="020B0609020204030204" pitchFamily="49" charset="0"/>
                <a:ea typeface="+mj-ea"/>
              </a:rPr>
              <a:t>、</a:t>
            </a:r>
            <a:r>
              <a:rPr lang="en-US" altLang="zh-TW">
                <a:latin typeface="Consolas" panose="020B0609020204030204" pitchFamily="49" charset="0"/>
                <a:ea typeface="+mj-ea"/>
              </a:rPr>
              <a:t>reqeust</a:t>
            </a:r>
            <a:r>
              <a:rPr lang="zh-TW" altLang="en-US">
                <a:latin typeface="Consolas" panose="020B0609020204030204" pitchFamily="49" charset="0"/>
                <a:ea typeface="+mj-ea"/>
              </a:rPr>
              <a:t>、</a:t>
            </a:r>
            <a:r>
              <a:rPr lang="en-US" altLang="zh-TW">
                <a:latin typeface="Consolas" panose="020B0609020204030204" pitchFamily="49" charset="0"/>
                <a:ea typeface="+mj-ea"/>
              </a:rPr>
              <a:t>session</a:t>
            </a:r>
            <a:r>
              <a:rPr lang="zh-TW" altLang="en-US">
                <a:latin typeface="Consolas" panose="020B0609020204030204" pitchFamily="49" charset="0"/>
                <a:ea typeface="+mj-ea"/>
              </a:rPr>
              <a:t>、</a:t>
            </a:r>
            <a:r>
              <a:rPr lang="en-US" altLang="zh-TW">
                <a:latin typeface="Consolas" panose="020B0609020204030204" pitchFamily="49" charset="0"/>
                <a:ea typeface="+mj-ea"/>
              </a:rPr>
              <a:t>application(</a:t>
            </a:r>
            <a:r>
              <a:rPr lang="zh-TW" altLang="en-US">
                <a:latin typeface="Consolas" panose="020B0609020204030204" pitchFamily="49" charset="0"/>
                <a:ea typeface="+mj-ea"/>
              </a:rPr>
              <a:t>存取範圍小→大</a:t>
            </a:r>
            <a:r>
              <a:rPr lang="en-US" altLang="zh-TW">
                <a:latin typeface="Consolas" panose="020B0609020204030204" pitchFamily="49" charset="0"/>
                <a:ea typeface="+mj-ea"/>
              </a:rPr>
              <a:t>)</a:t>
            </a:r>
          </a:p>
          <a:p>
            <a:pPr marL="342900" lvl="1" indent="-342900" algn="just"/>
            <a:endParaRPr lang="en-US" altLang="zh-TW" sz="2000">
              <a:latin typeface="Consolas" panose="020B0609020204030204" pitchFamily="49" charset="0"/>
              <a:ea typeface="+mj-ea"/>
            </a:endParaRPr>
          </a:p>
        </p:txBody>
      </p:sp>
      <p:sp>
        <p:nvSpPr>
          <p:cNvPr id="4" name="文字方塊 3">
            <a:extLst>
              <a:ext uri="{FF2B5EF4-FFF2-40B4-BE49-F238E27FC236}">
                <a16:creationId xmlns:a16="http://schemas.microsoft.com/office/drawing/2014/main" id="{6175E0E6-31C3-4A77-94FB-53CD484878F7}"/>
              </a:ext>
            </a:extLst>
          </p:cNvPr>
          <p:cNvSpPr txBox="1"/>
          <p:nvPr/>
        </p:nvSpPr>
        <p:spPr>
          <a:xfrm>
            <a:off x="204968" y="107548"/>
            <a:ext cx="2349695" cy="55399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indent="0">
              <a:buClrTx/>
              <a:buNone/>
            </a:pPr>
            <a:r>
              <a:rPr lang="en-US" altLang="zh-TW" sz="3000">
                <a:latin typeface="Consolas" panose="020B0609020204030204" pitchFamily="49" charset="0"/>
                <a:ea typeface="+mj-ea"/>
              </a:rPr>
              <a:t>JSP</a:t>
            </a:r>
            <a:r>
              <a:rPr lang="zh-TW" altLang="en-US" sz="3000">
                <a:latin typeface="Consolas" panose="020B0609020204030204" pitchFamily="49" charset="0"/>
                <a:ea typeface="+mj-ea"/>
              </a:rPr>
              <a:t>隱含物件</a:t>
            </a:r>
            <a:endParaRPr lang="en-US" altLang="zh-TW" sz="3000">
              <a:latin typeface="Consolas" panose="020B0609020204030204" pitchFamily="49" charset="0"/>
              <a:ea typeface="+mj-ea"/>
            </a:endParaRPr>
          </a:p>
        </p:txBody>
      </p:sp>
      <p:graphicFrame>
        <p:nvGraphicFramePr>
          <p:cNvPr id="5" name="表格 5">
            <a:extLst>
              <a:ext uri="{FF2B5EF4-FFF2-40B4-BE49-F238E27FC236}">
                <a16:creationId xmlns:a16="http://schemas.microsoft.com/office/drawing/2014/main" id="{024F845D-3719-48A4-ADD1-6EF711BE1DA2}"/>
              </a:ext>
            </a:extLst>
          </p:cNvPr>
          <p:cNvGraphicFramePr>
            <a:graphicFrameLocks noGrp="1"/>
          </p:cNvGraphicFramePr>
          <p:nvPr>
            <p:extLst>
              <p:ext uri="{D42A27DB-BD31-4B8C-83A1-F6EECF244321}">
                <p14:modId xmlns:p14="http://schemas.microsoft.com/office/powerpoint/2010/main" val="3768027346"/>
              </p:ext>
            </p:extLst>
          </p:nvPr>
        </p:nvGraphicFramePr>
        <p:xfrm>
          <a:off x="1277169" y="1341835"/>
          <a:ext cx="6593526" cy="3352800"/>
        </p:xfrm>
        <a:graphic>
          <a:graphicData uri="http://schemas.openxmlformats.org/drawingml/2006/table">
            <a:tbl>
              <a:tblPr firstRow="1" bandRow="1">
                <a:tableStyleId>{5C22544A-7EE6-4342-B048-85BDC9FD1C3A}</a:tableStyleId>
              </a:tblPr>
              <a:tblGrid>
                <a:gridCol w="2197842">
                  <a:extLst>
                    <a:ext uri="{9D8B030D-6E8A-4147-A177-3AD203B41FA5}">
                      <a16:colId xmlns:a16="http://schemas.microsoft.com/office/drawing/2014/main" val="2671935340"/>
                    </a:ext>
                  </a:extLst>
                </a:gridCol>
                <a:gridCol w="2197842">
                  <a:extLst>
                    <a:ext uri="{9D8B030D-6E8A-4147-A177-3AD203B41FA5}">
                      <a16:colId xmlns:a16="http://schemas.microsoft.com/office/drawing/2014/main" val="2872282232"/>
                    </a:ext>
                  </a:extLst>
                </a:gridCol>
                <a:gridCol w="2197842">
                  <a:extLst>
                    <a:ext uri="{9D8B030D-6E8A-4147-A177-3AD203B41FA5}">
                      <a16:colId xmlns:a16="http://schemas.microsoft.com/office/drawing/2014/main" val="34628095"/>
                    </a:ext>
                  </a:extLst>
                </a:gridCol>
              </a:tblGrid>
              <a:tr h="306522">
                <a:tc>
                  <a:txBody>
                    <a:bodyPr/>
                    <a:lstStyle/>
                    <a:p>
                      <a:pPr algn="ctr"/>
                      <a:r>
                        <a:rPr lang="en-US" altLang="zh-TW" sz="1600"/>
                        <a:t>Implicit Object</a:t>
                      </a:r>
                      <a:endParaRPr lang="zh-TW" altLang="en-US" sz="1600"/>
                    </a:p>
                  </a:txBody>
                  <a:tcPr/>
                </a:tc>
                <a:tc>
                  <a:txBody>
                    <a:bodyPr/>
                    <a:lstStyle/>
                    <a:p>
                      <a:pPr algn="ctr"/>
                      <a:r>
                        <a:rPr lang="en-US" altLang="zh-TW" sz="1600"/>
                        <a:t>Type</a:t>
                      </a:r>
                      <a:endParaRPr lang="zh-TW" altLang="en-US" sz="1600"/>
                    </a:p>
                  </a:txBody>
                  <a:tcPr/>
                </a:tc>
                <a:tc>
                  <a:txBody>
                    <a:bodyPr/>
                    <a:lstStyle/>
                    <a:p>
                      <a:pPr algn="ctr"/>
                      <a:r>
                        <a:rPr lang="en-US" altLang="zh-TW" sz="1600"/>
                        <a:t>Scope</a:t>
                      </a:r>
                      <a:endParaRPr lang="zh-TW" altLang="en-US" sz="1600"/>
                    </a:p>
                  </a:txBody>
                  <a:tcPr/>
                </a:tc>
                <a:extLst>
                  <a:ext uri="{0D108BD9-81ED-4DB2-BD59-A6C34878D82A}">
                    <a16:rowId xmlns:a16="http://schemas.microsoft.com/office/drawing/2014/main" val="3080450751"/>
                  </a:ext>
                </a:extLst>
              </a:tr>
              <a:tr h="306522">
                <a:tc>
                  <a:txBody>
                    <a:bodyPr/>
                    <a:lstStyle/>
                    <a:p>
                      <a:pPr algn="ctr"/>
                      <a:r>
                        <a:rPr lang="en-US" altLang="zh-TW" sz="1600"/>
                        <a:t>request</a:t>
                      </a:r>
                    </a:p>
                  </a:txBody>
                  <a:tcPr/>
                </a:tc>
                <a:tc>
                  <a:txBody>
                    <a:bodyPr/>
                    <a:lstStyle/>
                    <a:p>
                      <a:pPr algn="ctr"/>
                      <a:r>
                        <a:rPr lang="en-US" altLang="zh-TW" sz="1600"/>
                        <a:t>HttpServletRequest </a:t>
                      </a:r>
                      <a:endParaRPr lang="zh-TW" altLang="en-US" sz="1600"/>
                    </a:p>
                  </a:txBody>
                  <a:tcPr/>
                </a:tc>
                <a:tc>
                  <a:txBody>
                    <a:bodyPr/>
                    <a:lstStyle/>
                    <a:p>
                      <a:pPr algn="ctr"/>
                      <a:r>
                        <a:rPr lang="en-US" altLang="zh-TW" sz="1600"/>
                        <a:t>request</a:t>
                      </a:r>
                      <a:endParaRPr lang="zh-TW" altLang="en-US" sz="1600"/>
                    </a:p>
                  </a:txBody>
                  <a:tcPr/>
                </a:tc>
                <a:extLst>
                  <a:ext uri="{0D108BD9-81ED-4DB2-BD59-A6C34878D82A}">
                    <a16:rowId xmlns:a16="http://schemas.microsoft.com/office/drawing/2014/main" val="3255470053"/>
                  </a:ext>
                </a:extLst>
              </a:tr>
              <a:tr h="306522">
                <a:tc>
                  <a:txBody>
                    <a:bodyPr/>
                    <a:lstStyle/>
                    <a:p>
                      <a:pPr algn="ctr"/>
                      <a:r>
                        <a:rPr lang="en-US" altLang="zh-TW" sz="1600"/>
                        <a:t>response</a:t>
                      </a:r>
                      <a:endParaRPr lang="zh-TW" altLang="en-US" sz="1600"/>
                    </a:p>
                  </a:txBody>
                  <a:tcPr/>
                </a:tc>
                <a:tc>
                  <a:txBody>
                    <a:bodyPr/>
                    <a:lstStyle/>
                    <a:p>
                      <a:pPr algn="ctr"/>
                      <a:r>
                        <a:rPr lang="en-US" altLang="zh-TW" sz="1600"/>
                        <a:t>HttpServletResponse </a:t>
                      </a:r>
                      <a:endParaRPr lang="zh-TW" altLang="en-US" sz="1600"/>
                    </a:p>
                  </a:txBody>
                  <a:tcPr/>
                </a:tc>
                <a:tc>
                  <a:txBody>
                    <a:bodyPr/>
                    <a:lstStyle/>
                    <a:p>
                      <a:pPr algn="ctr"/>
                      <a:r>
                        <a:rPr lang="en-US" altLang="zh-TW" sz="1600"/>
                        <a:t>Page</a:t>
                      </a:r>
                      <a:endParaRPr lang="zh-TW" altLang="en-US" sz="1600"/>
                    </a:p>
                  </a:txBody>
                  <a:tcPr/>
                </a:tc>
                <a:extLst>
                  <a:ext uri="{0D108BD9-81ED-4DB2-BD59-A6C34878D82A}">
                    <a16:rowId xmlns:a16="http://schemas.microsoft.com/office/drawing/2014/main" val="2210194672"/>
                  </a:ext>
                </a:extLst>
              </a:tr>
              <a:tr h="306522">
                <a:tc>
                  <a:txBody>
                    <a:bodyPr/>
                    <a:lstStyle/>
                    <a:p>
                      <a:pPr algn="ctr"/>
                      <a:r>
                        <a:rPr lang="en-US" altLang="zh-TW" sz="1600"/>
                        <a:t>pageContext</a:t>
                      </a:r>
                      <a:endParaRPr lang="zh-TW" altLang="en-US" sz="1600"/>
                    </a:p>
                  </a:txBody>
                  <a:tcPr/>
                </a:tc>
                <a:tc>
                  <a:txBody>
                    <a:bodyPr/>
                    <a:lstStyle/>
                    <a:p>
                      <a:pPr algn="ctr"/>
                      <a:r>
                        <a:rPr lang="en-US" altLang="zh-TW" sz="1600"/>
                        <a:t>PageContext</a:t>
                      </a:r>
                    </a:p>
                  </a:txBody>
                  <a:tcPr/>
                </a:tc>
                <a:tc>
                  <a:txBody>
                    <a:bodyPr/>
                    <a:lstStyle/>
                    <a:p>
                      <a:pPr algn="ctr"/>
                      <a:r>
                        <a:rPr lang="en-US" altLang="zh-TW" sz="1600"/>
                        <a:t>Page</a:t>
                      </a:r>
                      <a:endParaRPr lang="zh-TW" altLang="en-US" sz="1600"/>
                    </a:p>
                  </a:txBody>
                  <a:tcPr/>
                </a:tc>
                <a:extLst>
                  <a:ext uri="{0D108BD9-81ED-4DB2-BD59-A6C34878D82A}">
                    <a16:rowId xmlns:a16="http://schemas.microsoft.com/office/drawing/2014/main" val="2983960057"/>
                  </a:ext>
                </a:extLst>
              </a:tr>
              <a:tr h="306522">
                <a:tc>
                  <a:txBody>
                    <a:bodyPr/>
                    <a:lstStyle/>
                    <a:p>
                      <a:pPr algn="ctr"/>
                      <a:r>
                        <a:rPr lang="en-US" altLang="zh-TW" sz="1600"/>
                        <a:t>session</a:t>
                      </a:r>
                      <a:endParaRPr lang="zh-TW" altLang="en-US" sz="1600"/>
                    </a:p>
                  </a:txBody>
                  <a:tcPr/>
                </a:tc>
                <a:tc>
                  <a:txBody>
                    <a:bodyPr/>
                    <a:lstStyle/>
                    <a:p>
                      <a:pPr algn="ctr"/>
                      <a:r>
                        <a:rPr lang="en-US" altLang="zh-TW" sz="1600"/>
                        <a:t>HttpSession </a:t>
                      </a:r>
                      <a:endParaRPr lang="zh-TW" altLang="en-US" sz="1600"/>
                    </a:p>
                  </a:txBody>
                  <a:tcPr/>
                </a:tc>
                <a:tc>
                  <a:txBody>
                    <a:bodyPr/>
                    <a:lstStyle/>
                    <a:p>
                      <a:pPr algn="ctr"/>
                      <a:r>
                        <a:rPr lang="en-US" altLang="zh-TW" sz="1600"/>
                        <a:t>Session</a:t>
                      </a:r>
                      <a:endParaRPr lang="zh-TW" altLang="en-US" sz="1600"/>
                    </a:p>
                  </a:txBody>
                  <a:tcPr/>
                </a:tc>
                <a:extLst>
                  <a:ext uri="{0D108BD9-81ED-4DB2-BD59-A6C34878D82A}">
                    <a16:rowId xmlns:a16="http://schemas.microsoft.com/office/drawing/2014/main" val="1991340054"/>
                  </a:ext>
                </a:extLst>
              </a:tr>
              <a:tr h="306522">
                <a:tc>
                  <a:txBody>
                    <a:bodyPr/>
                    <a:lstStyle/>
                    <a:p>
                      <a:pPr algn="ctr"/>
                      <a:r>
                        <a:rPr lang="en-US" altLang="zh-TW" sz="1600"/>
                        <a:t>application</a:t>
                      </a:r>
                      <a:endParaRPr lang="zh-TW" altLang="en-US" sz="1600"/>
                    </a:p>
                  </a:txBody>
                  <a:tcPr/>
                </a:tc>
                <a:tc>
                  <a:txBody>
                    <a:bodyPr/>
                    <a:lstStyle/>
                    <a:p>
                      <a:pPr algn="ctr"/>
                      <a:r>
                        <a:rPr lang="en-US" altLang="zh-TW" sz="1600"/>
                        <a:t>ServletContext </a:t>
                      </a:r>
                      <a:endParaRPr lang="zh-TW" altLang="en-US" sz="1600"/>
                    </a:p>
                  </a:txBody>
                  <a:tcPr/>
                </a:tc>
                <a:tc>
                  <a:txBody>
                    <a:bodyPr/>
                    <a:lstStyle/>
                    <a:p>
                      <a:pPr algn="ctr"/>
                      <a:r>
                        <a:rPr lang="en-US" altLang="zh-TW" sz="1600"/>
                        <a:t>Application</a:t>
                      </a:r>
                      <a:endParaRPr lang="zh-TW" altLang="en-US" sz="1600"/>
                    </a:p>
                  </a:txBody>
                  <a:tcPr/>
                </a:tc>
                <a:extLst>
                  <a:ext uri="{0D108BD9-81ED-4DB2-BD59-A6C34878D82A}">
                    <a16:rowId xmlns:a16="http://schemas.microsoft.com/office/drawing/2014/main" val="2145647889"/>
                  </a:ext>
                </a:extLst>
              </a:tr>
              <a:tr h="306522">
                <a:tc>
                  <a:txBody>
                    <a:bodyPr/>
                    <a:lstStyle/>
                    <a:p>
                      <a:pPr algn="ctr"/>
                      <a:r>
                        <a:rPr lang="en-US" altLang="zh-TW" sz="1600"/>
                        <a:t>out</a:t>
                      </a:r>
                      <a:endParaRPr lang="zh-TW" altLang="en-US" sz="1600"/>
                    </a:p>
                  </a:txBody>
                  <a:tcPr/>
                </a:tc>
                <a:tc>
                  <a:txBody>
                    <a:bodyPr/>
                    <a:lstStyle/>
                    <a:p>
                      <a:pPr algn="ctr"/>
                      <a:r>
                        <a:rPr lang="en-US" altLang="zh-TW" sz="1600"/>
                        <a:t>PrintWriter </a:t>
                      </a:r>
                      <a:endParaRPr lang="zh-TW" altLang="en-US" sz="16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a:ln>
                            <a:noFill/>
                          </a:ln>
                          <a:solidFill>
                            <a:prstClr val="black"/>
                          </a:solidFill>
                          <a:effectLst/>
                          <a:uLnTx/>
                          <a:uFillTx/>
                          <a:latin typeface="Rockwell" panose="02060603020205020403"/>
                          <a:ea typeface="標楷體" panose="03000509000000000000" pitchFamily="65" charset="-120"/>
                          <a:cs typeface="+mn-cs"/>
                        </a:rPr>
                        <a:t>Page</a:t>
                      </a:r>
                      <a:endParaRPr kumimoji="0" lang="zh-TW" altLang="en-US" sz="1600" b="0" i="0" u="none" strike="noStrike" kern="1200" cap="none" spc="0" normalizeH="0" baseline="0" noProof="0">
                        <a:ln>
                          <a:noFill/>
                        </a:ln>
                        <a:solidFill>
                          <a:prstClr val="black"/>
                        </a:solidFill>
                        <a:effectLst/>
                        <a:uLnTx/>
                        <a:uFillTx/>
                        <a:latin typeface="Rockwell" panose="02060603020205020403"/>
                        <a:ea typeface="標楷體" panose="03000509000000000000" pitchFamily="65" charset="-120"/>
                        <a:cs typeface="+mn-cs"/>
                      </a:endParaRPr>
                    </a:p>
                  </a:txBody>
                  <a:tcPr/>
                </a:tc>
                <a:extLst>
                  <a:ext uri="{0D108BD9-81ED-4DB2-BD59-A6C34878D82A}">
                    <a16:rowId xmlns:a16="http://schemas.microsoft.com/office/drawing/2014/main" val="2251750310"/>
                  </a:ext>
                </a:extLst>
              </a:tr>
              <a:tr h="30652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a:t>config</a:t>
                      </a:r>
                      <a:endParaRPr lang="zh-TW" altLang="en-US" sz="1600"/>
                    </a:p>
                  </a:txBody>
                  <a:tcPr/>
                </a:tc>
                <a:tc>
                  <a:txBody>
                    <a:bodyPr/>
                    <a:lstStyle/>
                    <a:p>
                      <a:pPr algn="ctr"/>
                      <a:r>
                        <a:rPr lang="en-US" altLang="zh-TW" sz="1600"/>
                        <a:t>ServletConfig</a:t>
                      </a:r>
                      <a:endParaRPr lang="zh-TW" altLang="en-US" sz="16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a:ln>
                            <a:noFill/>
                          </a:ln>
                          <a:solidFill>
                            <a:prstClr val="black"/>
                          </a:solidFill>
                          <a:effectLst/>
                          <a:uLnTx/>
                          <a:uFillTx/>
                          <a:latin typeface="Rockwell" panose="02060603020205020403"/>
                          <a:ea typeface="標楷體" panose="03000509000000000000" pitchFamily="65" charset="-120"/>
                          <a:cs typeface="+mn-cs"/>
                        </a:rPr>
                        <a:t>Page</a:t>
                      </a:r>
                      <a:endParaRPr kumimoji="0" lang="zh-TW" altLang="en-US" sz="1600" b="0" i="0" u="none" strike="noStrike" kern="1200" cap="none" spc="0" normalizeH="0" baseline="0" noProof="0">
                        <a:ln>
                          <a:noFill/>
                        </a:ln>
                        <a:solidFill>
                          <a:prstClr val="black"/>
                        </a:solidFill>
                        <a:effectLst/>
                        <a:uLnTx/>
                        <a:uFillTx/>
                        <a:latin typeface="Rockwell" panose="02060603020205020403"/>
                        <a:ea typeface="標楷體" panose="03000509000000000000" pitchFamily="65" charset="-120"/>
                        <a:cs typeface="+mn-cs"/>
                      </a:endParaRPr>
                    </a:p>
                  </a:txBody>
                  <a:tcPr/>
                </a:tc>
                <a:extLst>
                  <a:ext uri="{0D108BD9-81ED-4DB2-BD59-A6C34878D82A}">
                    <a16:rowId xmlns:a16="http://schemas.microsoft.com/office/drawing/2014/main" val="1070485083"/>
                  </a:ext>
                </a:extLst>
              </a:tr>
              <a:tr h="306522">
                <a:tc>
                  <a:txBody>
                    <a:bodyPr/>
                    <a:lstStyle/>
                    <a:p>
                      <a:pPr algn="ctr"/>
                      <a:r>
                        <a:rPr lang="en-US" altLang="zh-TW" sz="1600"/>
                        <a:t>page</a:t>
                      </a:r>
                      <a:endParaRPr lang="zh-TW" altLang="en-US" sz="1600"/>
                    </a:p>
                  </a:txBody>
                  <a:tcPr/>
                </a:tc>
                <a:tc>
                  <a:txBody>
                    <a:bodyPr/>
                    <a:lstStyle/>
                    <a:p>
                      <a:pPr algn="ctr"/>
                      <a:r>
                        <a:rPr lang="en-US" altLang="zh-TW" sz="1600"/>
                        <a:t>Object</a:t>
                      </a:r>
                      <a:endParaRPr lang="zh-TW" altLang="en-US" sz="16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a:ln>
                            <a:noFill/>
                          </a:ln>
                          <a:solidFill>
                            <a:prstClr val="black"/>
                          </a:solidFill>
                          <a:effectLst/>
                          <a:uLnTx/>
                          <a:uFillTx/>
                          <a:latin typeface="Rockwell" panose="02060603020205020403"/>
                          <a:ea typeface="標楷體" panose="03000509000000000000" pitchFamily="65" charset="-120"/>
                          <a:cs typeface="+mn-cs"/>
                        </a:rPr>
                        <a:t>Page</a:t>
                      </a:r>
                      <a:endParaRPr kumimoji="0" lang="zh-TW" altLang="en-US" sz="1600" b="0" i="0" u="none" strike="noStrike" kern="1200" cap="none" spc="0" normalizeH="0" baseline="0" noProof="0">
                        <a:ln>
                          <a:noFill/>
                        </a:ln>
                        <a:solidFill>
                          <a:prstClr val="black"/>
                        </a:solidFill>
                        <a:effectLst/>
                        <a:uLnTx/>
                        <a:uFillTx/>
                        <a:latin typeface="Rockwell" panose="02060603020205020403"/>
                        <a:ea typeface="標楷體" panose="03000509000000000000" pitchFamily="65" charset="-120"/>
                        <a:cs typeface="+mn-cs"/>
                      </a:endParaRPr>
                    </a:p>
                  </a:txBody>
                  <a:tcPr/>
                </a:tc>
                <a:extLst>
                  <a:ext uri="{0D108BD9-81ED-4DB2-BD59-A6C34878D82A}">
                    <a16:rowId xmlns:a16="http://schemas.microsoft.com/office/drawing/2014/main" val="1354159294"/>
                  </a:ext>
                </a:extLst>
              </a:tr>
              <a:tr h="301786">
                <a:tc>
                  <a:txBody>
                    <a:bodyPr/>
                    <a:lstStyle/>
                    <a:p>
                      <a:pPr algn="ctr"/>
                      <a:r>
                        <a:rPr lang="en-US" altLang="zh-TW" sz="1600"/>
                        <a:t>exception</a:t>
                      </a:r>
                      <a:endParaRPr lang="zh-TW" altLang="en-US" sz="1600"/>
                    </a:p>
                  </a:txBody>
                  <a:tcPr/>
                </a:tc>
                <a:tc>
                  <a:txBody>
                    <a:bodyPr/>
                    <a:lstStyle/>
                    <a:p>
                      <a:pPr algn="ctr"/>
                      <a:r>
                        <a:rPr lang="en-US" altLang="zh-TW" sz="1600"/>
                        <a:t>Throwable</a:t>
                      </a:r>
                      <a:endParaRPr lang="zh-TW" altLang="en-US" sz="16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a:ln>
                            <a:noFill/>
                          </a:ln>
                          <a:solidFill>
                            <a:prstClr val="black"/>
                          </a:solidFill>
                          <a:effectLst/>
                          <a:uLnTx/>
                          <a:uFillTx/>
                          <a:latin typeface="Rockwell" panose="02060603020205020403"/>
                          <a:ea typeface="標楷體" panose="03000509000000000000" pitchFamily="65" charset="-120"/>
                          <a:cs typeface="+mn-cs"/>
                        </a:rPr>
                        <a:t>Page</a:t>
                      </a:r>
                      <a:endParaRPr kumimoji="0" lang="zh-TW" altLang="en-US" sz="1600" b="0" i="0" u="none" strike="noStrike" kern="1200" cap="none" spc="0" normalizeH="0" baseline="0" noProof="0">
                        <a:ln>
                          <a:noFill/>
                        </a:ln>
                        <a:solidFill>
                          <a:prstClr val="black"/>
                        </a:solidFill>
                        <a:effectLst/>
                        <a:uLnTx/>
                        <a:uFillTx/>
                        <a:latin typeface="Rockwell" panose="02060603020205020403"/>
                        <a:ea typeface="標楷體" panose="03000509000000000000" pitchFamily="65" charset="-120"/>
                        <a:cs typeface="+mn-cs"/>
                      </a:endParaRPr>
                    </a:p>
                  </a:txBody>
                  <a:tcPr/>
                </a:tc>
                <a:extLst>
                  <a:ext uri="{0D108BD9-81ED-4DB2-BD59-A6C34878D82A}">
                    <a16:rowId xmlns:a16="http://schemas.microsoft.com/office/drawing/2014/main" val="3563021000"/>
                  </a:ext>
                </a:extLst>
              </a:tr>
            </a:tbl>
          </a:graphicData>
        </a:graphic>
      </p:graphicFrame>
      <p:sp>
        <p:nvSpPr>
          <p:cNvPr id="2" name="投影片編號版面配置區 1">
            <a:extLst>
              <a:ext uri="{FF2B5EF4-FFF2-40B4-BE49-F238E27FC236}">
                <a16:creationId xmlns:a16="http://schemas.microsoft.com/office/drawing/2014/main" id="{1A7EB91F-E5C2-44B2-8870-B6549149342E}"/>
              </a:ext>
            </a:extLst>
          </p:cNvPr>
          <p:cNvSpPr>
            <a:spLocks noGrp="1"/>
          </p:cNvSpPr>
          <p:nvPr>
            <p:ph type="sldNum" sz="quarter" idx="12"/>
          </p:nvPr>
        </p:nvSpPr>
        <p:spPr/>
        <p:txBody>
          <a:bodyPr/>
          <a:lstStyle/>
          <a:p>
            <a:fld id="{B521127C-0C56-461F-B517-0D483F216F7D}" type="slidenum">
              <a:rPr lang="zh-TW" altLang="en-US" smtClean="0"/>
              <a:t>95</a:t>
            </a:fld>
            <a:endParaRPr lang="zh-TW" altLang="en-US"/>
          </a:p>
        </p:txBody>
      </p:sp>
    </p:spTree>
    <p:extLst>
      <p:ext uri="{BB962C8B-B14F-4D97-AF65-F5344CB8AC3E}">
        <p14:creationId xmlns:p14="http://schemas.microsoft.com/office/powerpoint/2010/main" val="27101951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A3D0CE2-91FF-49B3-A5D8-181E900D7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58AEBD96-C315-4F53-9D9E-0E20E993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78916AAA-66F6-4DFA-88ED-7E27CF6B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6" name="Group 15">
            <a:extLst>
              <a:ext uri="{FF2B5EF4-FFF2-40B4-BE49-F238E27FC236}">
                <a16:creationId xmlns:a16="http://schemas.microsoft.com/office/drawing/2014/main" id="{A137D43F-BAD6-47F1-AA65-AEEA38A2FF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17" name="Oval 16">
              <a:extLst>
                <a:ext uri="{FF2B5EF4-FFF2-40B4-BE49-F238E27FC236}">
                  <a16:creationId xmlns:a16="http://schemas.microsoft.com/office/drawing/2014/main" id="{D512C9B2-6B22-4211-A940-FCD7C2CD0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8" name="Oval 17">
              <a:extLst>
                <a:ext uri="{FF2B5EF4-FFF2-40B4-BE49-F238E27FC236}">
                  <a16:creationId xmlns:a16="http://schemas.microsoft.com/office/drawing/2014/main" id="{85F7DB84-CDE7-46F8-90DD-9D048A7D5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sp>
      </p:grpSp>
      <p:sp useBgFill="1">
        <p:nvSpPr>
          <p:cNvPr id="20" name="Rectangle 19">
            <a:extLst>
              <a:ext uri="{FF2B5EF4-FFF2-40B4-BE49-F238E27FC236}">
                <a16:creationId xmlns:a16="http://schemas.microsoft.com/office/drawing/2014/main" id="{C3D25154-9EF7-4C33-9AAC-7B3BE089FE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文字方塊 3">
            <a:extLst>
              <a:ext uri="{FF2B5EF4-FFF2-40B4-BE49-F238E27FC236}">
                <a16:creationId xmlns:a16="http://schemas.microsoft.com/office/drawing/2014/main" id="{4C0C7DFB-F839-4192-B53B-1812E6CE4CEC}"/>
              </a:ext>
            </a:extLst>
          </p:cNvPr>
          <p:cNvSpPr txBox="1"/>
          <p:nvPr/>
        </p:nvSpPr>
        <p:spPr>
          <a:xfrm>
            <a:off x="1051560" y="643468"/>
            <a:ext cx="9966960" cy="359243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zh-TW" altLang="en-US" sz="9600" b="1" cap="all">
                <a:latin typeface="+mj-lt"/>
                <a:ea typeface="+mj-ea"/>
                <a:cs typeface="+mj-cs"/>
              </a:rPr>
              <a:t>第二節</a:t>
            </a:r>
          </a:p>
          <a:p>
            <a:pPr defTabSz="914400">
              <a:lnSpc>
                <a:spcPct val="80000"/>
              </a:lnSpc>
              <a:spcBef>
                <a:spcPct val="0"/>
              </a:spcBef>
              <a:spcAft>
                <a:spcPts val="600"/>
              </a:spcAft>
            </a:pPr>
            <a:r>
              <a:rPr lang="en-US" altLang="zh-TW" sz="9600" b="1" cap="all">
                <a:latin typeface="+mj-lt"/>
                <a:ea typeface="+mj-ea"/>
                <a:cs typeface="+mj-cs"/>
              </a:rPr>
              <a:t>EL</a:t>
            </a:r>
            <a:r>
              <a:rPr lang="zh-TW" altLang="en-US" sz="9600" b="1" cap="all">
                <a:latin typeface="+mj-lt"/>
                <a:ea typeface="+mj-ea"/>
                <a:cs typeface="+mj-cs"/>
              </a:rPr>
              <a:t>表達式語言</a:t>
            </a:r>
            <a:endParaRPr lang="en-US" altLang="zh-TW" sz="9600" b="1" cap="all">
              <a:latin typeface="+mj-lt"/>
              <a:ea typeface="+mj-ea"/>
              <a:cs typeface="+mj-cs"/>
            </a:endParaRPr>
          </a:p>
        </p:txBody>
      </p:sp>
      <p:sp>
        <p:nvSpPr>
          <p:cNvPr id="22" name="Rectangle 21">
            <a:extLst>
              <a:ext uri="{FF2B5EF4-FFF2-40B4-BE49-F238E27FC236}">
                <a16:creationId xmlns:a16="http://schemas.microsoft.com/office/drawing/2014/main" id="{1604E8C0-C927-4C06-A96A-BF3323BA7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95831"/>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9DCECFD5-4C30-4892-9FF0-540E17955A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111496"/>
            <a:ext cx="1080904" cy="1080902"/>
            <a:chOff x="10245590" y="5111496"/>
            <a:chExt cx="1080904" cy="1080902"/>
          </a:xfrm>
        </p:grpSpPr>
        <p:sp>
          <p:nvSpPr>
            <p:cNvPr id="25" name="Oval 24">
              <a:extLst>
                <a:ext uri="{FF2B5EF4-FFF2-40B4-BE49-F238E27FC236}">
                  <a16:creationId xmlns:a16="http://schemas.microsoft.com/office/drawing/2014/main" id="{95C67F70-EAFE-425C-8422-591620A96D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5590" y="5111496"/>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26" name="Oval 25">
              <a:extLst>
                <a:ext uri="{FF2B5EF4-FFF2-40B4-BE49-F238E27FC236}">
                  <a16:creationId xmlns:a16="http://schemas.microsoft.com/office/drawing/2014/main" id="{D47FA16B-C217-4D91-84EA-5B0846BDDA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53681" y="5219586"/>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5" name="投影片編號版面配置區 4">
            <a:extLst>
              <a:ext uri="{FF2B5EF4-FFF2-40B4-BE49-F238E27FC236}">
                <a16:creationId xmlns:a16="http://schemas.microsoft.com/office/drawing/2014/main" id="{5D23B375-A6D2-4583-8FE9-BFCCCFBD241B}"/>
              </a:ext>
            </a:extLst>
          </p:cNvPr>
          <p:cNvSpPr>
            <a:spLocks noGrp="1"/>
          </p:cNvSpPr>
          <p:nvPr>
            <p:ph type="sldNum" sz="quarter" idx="12"/>
          </p:nvPr>
        </p:nvSpPr>
        <p:spPr>
          <a:xfrm>
            <a:off x="10189108" y="5342324"/>
            <a:ext cx="1193868" cy="640080"/>
          </a:xfrm>
        </p:spPr>
        <p:txBody>
          <a:bodyPr vert="horz" lIns="91440" tIns="45720" rIns="91440" bIns="45720" rtlCol="0" anchor="ctr">
            <a:normAutofit/>
          </a:bodyPr>
          <a:lstStyle/>
          <a:p>
            <a:pPr>
              <a:spcAft>
                <a:spcPts val="600"/>
              </a:spcAft>
            </a:pPr>
            <a:fld id="{B521127C-0C56-461F-B517-0D483F216F7D}" type="slidenum">
              <a:rPr lang="en-US" altLang="zh-TW" sz="2800" b="1" kern="1200">
                <a:solidFill>
                  <a:srgbClr val="FFFFFF"/>
                </a:solidFill>
                <a:latin typeface="+mj-lt"/>
                <a:ea typeface="+mn-ea"/>
                <a:cs typeface="+mn-cs"/>
              </a:rPr>
              <a:pPr>
                <a:spcAft>
                  <a:spcPts val="600"/>
                </a:spcAft>
              </a:pPr>
              <a:t>96</a:t>
            </a:fld>
            <a:endParaRPr lang="en-US" altLang="zh-TW" sz="2800" b="1" kern="1200">
              <a:solidFill>
                <a:srgbClr val="FFFFFF"/>
              </a:solidFill>
              <a:latin typeface="+mj-lt"/>
              <a:ea typeface="+mn-ea"/>
              <a:cs typeface="+mn-cs"/>
            </a:endParaRPr>
          </a:p>
        </p:txBody>
      </p:sp>
    </p:spTree>
    <p:extLst>
      <p:ext uri="{BB962C8B-B14F-4D97-AF65-F5344CB8AC3E}">
        <p14:creationId xmlns:p14="http://schemas.microsoft.com/office/powerpoint/2010/main" val="221813545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sz="half" idx="2"/>
          </p:nvPr>
        </p:nvSpPr>
        <p:spPr>
          <a:xfrm>
            <a:off x="8331200" y="1053548"/>
            <a:ext cx="3860800" cy="5804452"/>
          </a:xfrm>
        </p:spPr>
        <p:txBody>
          <a:bodyPr>
            <a:noAutofit/>
          </a:bodyPr>
          <a:lstStyle/>
          <a:p>
            <a:pPr algn="just">
              <a:spcBef>
                <a:spcPts val="1200"/>
              </a:spcBef>
            </a:pPr>
            <a:r>
              <a:rPr lang="en-US" altLang="zh-TW" sz="2100" b="1">
                <a:latin typeface="Consolas" panose="020B0609020204030204" pitchFamily="49" charset="0"/>
                <a:ea typeface="+mj-ea"/>
              </a:rPr>
              <a:t>EL</a:t>
            </a:r>
            <a:r>
              <a:rPr lang="zh-TW" altLang="en-US" sz="2100" b="1">
                <a:latin typeface="Consolas" panose="020B0609020204030204" pitchFamily="49" charset="0"/>
                <a:ea typeface="+mj-ea"/>
              </a:rPr>
              <a:t>表達式在</a:t>
            </a:r>
            <a:r>
              <a:rPr lang="en-US" altLang="zh-TW" sz="2100" b="1">
                <a:latin typeface="Consolas" panose="020B0609020204030204" pitchFamily="49" charset="0"/>
                <a:ea typeface="+mj-ea"/>
              </a:rPr>
              <a:t>JSP2.0</a:t>
            </a:r>
            <a:r>
              <a:rPr lang="zh-TW" altLang="en-US" sz="2100" b="1">
                <a:latin typeface="Consolas" panose="020B0609020204030204" pitchFamily="49" charset="0"/>
                <a:ea typeface="+mj-ea"/>
              </a:rPr>
              <a:t>、</a:t>
            </a:r>
            <a:r>
              <a:rPr lang="en-US" altLang="zh-TW" sz="2100" b="1">
                <a:latin typeface="Consolas" panose="020B0609020204030204" pitchFamily="49" charset="0"/>
                <a:ea typeface="+mj-ea"/>
              </a:rPr>
              <a:t>Tomcat5 </a:t>
            </a:r>
            <a:r>
              <a:rPr lang="zh-TW" altLang="en-US" sz="2100" b="1">
                <a:latin typeface="Consolas" panose="020B0609020204030204" pitchFamily="49" charset="0"/>
                <a:ea typeface="+mj-ea"/>
              </a:rPr>
              <a:t>以上皆有支援。其被設計用於取代</a:t>
            </a:r>
            <a:r>
              <a:rPr lang="en-US" altLang="zh-TW" sz="2100" b="1">
                <a:latin typeface="Consolas" panose="020B0609020204030204" pitchFamily="49" charset="0"/>
                <a:ea typeface="+mj-ea"/>
              </a:rPr>
              <a:t>Scripting, Directive, Action</a:t>
            </a:r>
            <a:r>
              <a:rPr lang="zh-TW" altLang="en-US" sz="2100" b="1">
                <a:latin typeface="Consolas" panose="020B0609020204030204" pitchFamily="49" charset="0"/>
                <a:ea typeface="+mj-ea"/>
              </a:rPr>
              <a:t>等元素。</a:t>
            </a:r>
            <a:endParaRPr lang="en-US" altLang="zh-TW" sz="2100" b="1">
              <a:latin typeface="Consolas" panose="020B0609020204030204" pitchFamily="49" charset="0"/>
              <a:ea typeface="+mj-ea"/>
            </a:endParaRPr>
          </a:p>
          <a:p>
            <a:pPr algn="just">
              <a:spcBef>
                <a:spcPts val="1200"/>
              </a:spcBef>
            </a:pPr>
            <a:r>
              <a:rPr lang="zh-TW" altLang="en-US" sz="2100" b="1">
                <a:latin typeface="Consolas" panose="020B0609020204030204" pitchFamily="49" charset="0"/>
                <a:ea typeface="+mj-ea"/>
              </a:rPr>
              <a:t>在</a:t>
            </a:r>
            <a:r>
              <a:rPr lang="en-US" altLang="zh-TW" sz="2100" b="1">
                <a:latin typeface="Consolas" panose="020B0609020204030204" pitchFamily="49" charset="0"/>
                <a:ea typeface="+mj-ea"/>
              </a:rPr>
              <a:t>JSP</a:t>
            </a:r>
            <a:r>
              <a:rPr lang="zh-TW" altLang="en-US" sz="2100" b="1">
                <a:latin typeface="Consolas" panose="020B0609020204030204" pitchFamily="49" charset="0"/>
                <a:ea typeface="+mj-ea"/>
              </a:rPr>
              <a:t>頁面中使用</a:t>
            </a:r>
            <a:r>
              <a:rPr lang="en-US" altLang="zh-TW" sz="2100" b="1">
                <a:latin typeface="Consolas" panose="020B0609020204030204" pitchFamily="49" charset="0"/>
                <a:ea typeface="+mj-ea"/>
              </a:rPr>
              <a:t>EL</a:t>
            </a:r>
            <a:r>
              <a:rPr lang="zh-TW" altLang="en-US" sz="2100" b="1">
                <a:latin typeface="Consolas" panose="020B0609020204030204" pitchFamily="49" charset="0"/>
                <a:ea typeface="+mj-ea"/>
              </a:rPr>
              <a:t>表達式，可簡潔的取出物件屬性；傳統的</a:t>
            </a:r>
            <a:r>
              <a:rPr lang="en-US" altLang="zh-TW" sz="2100" b="1">
                <a:latin typeface="Consolas" panose="020B0609020204030204" pitchFamily="49" charset="0"/>
                <a:ea typeface="+mj-ea"/>
              </a:rPr>
              <a:t>MVC</a:t>
            </a:r>
            <a:r>
              <a:rPr lang="zh-TW" altLang="en-US" sz="2100" b="1">
                <a:latin typeface="Consolas" panose="020B0609020204030204" pitchFamily="49" charset="0"/>
                <a:ea typeface="+mj-ea"/>
              </a:rPr>
              <a:t>架構中會大量使用</a:t>
            </a:r>
            <a:r>
              <a:rPr lang="en-US" altLang="zh-TW" sz="2100" b="1">
                <a:latin typeface="Consolas" panose="020B0609020204030204" pitchFamily="49" charset="0"/>
                <a:ea typeface="+mj-ea"/>
              </a:rPr>
              <a:t>EL</a:t>
            </a:r>
            <a:r>
              <a:rPr lang="zh-TW" altLang="en-US" sz="2100" b="1">
                <a:latin typeface="Consolas" panose="020B0609020204030204" pitchFamily="49" charset="0"/>
                <a:ea typeface="+mj-ea"/>
              </a:rPr>
              <a:t>表達式。</a:t>
            </a:r>
            <a:endParaRPr lang="en-US" altLang="zh-TW" sz="2100" b="1">
              <a:latin typeface="Consolas" panose="020B0609020204030204" pitchFamily="49" charset="0"/>
              <a:ea typeface="+mj-ea"/>
            </a:endParaRPr>
          </a:p>
          <a:p>
            <a:pPr>
              <a:spcBef>
                <a:spcPts val="1200"/>
              </a:spcBef>
            </a:pPr>
            <a:r>
              <a:rPr lang="en-US" altLang="zh-TW" sz="2100" b="1">
                <a:latin typeface="Consolas" panose="020B0609020204030204" pitchFamily="49" charset="0"/>
                <a:ea typeface="+mj-ea"/>
              </a:rPr>
              <a:t>EL</a:t>
            </a:r>
            <a:r>
              <a:rPr lang="zh-TW" altLang="en-US" sz="2100" b="1">
                <a:latin typeface="Consolas" panose="020B0609020204030204" pitchFamily="49" charset="0"/>
                <a:ea typeface="+mj-ea"/>
              </a:rPr>
              <a:t>表達式與下一節會提到的</a:t>
            </a:r>
            <a:r>
              <a:rPr lang="en-US" altLang="zh-TW" sz="2100" b="1">
                <a:latin typeface="Consolas" panose="020B0609020204030204" pitchFamily="49" charset="0"/>
                <a:ea typeface="+mj-ea"/>
              </a:rPr>
              <a:t>JSTL(JSP</a:t>
            </a:r>
            <a:r>
              <a:rPr lang="zh-TW" altLang="en-US" sz="2100" b="1">
                <a:latin typeface="Consolas" panose="020B0609020204030204" pitchFamily="49" charset="0"/>
                <a:ea typeface="+mj-ea"/>
              </a:rPr>
              <a:t>標準標籤庫</a:t>
            </a:r>
            <a:r>
              <a:rPr lang="en-US" altLang="zh-TW" sz="2100" b="1">
                <a:latin typeface="Consolas" panose="020B0609020204030204" pitchFamily="49" charset="0"/>
                <a:ea typeface="+mj-ea"/>
              </a:rPr>
              <a:t>)</a:t>
            </a:r>
            <a:r>
              <a:rPr lang="zh-TW" altLang="en-US" sz="2100" b="1">
                <a:latin typeface="Consolas" panose="020B0609020204030204" pitchFamily="49" charset="0"/>
                <a:ea typeface="+mj-ea"/>
              </a:rPr>
              <a:t>有緊密的關聯。</a:t>
            </a:r>
            <a:endParaRPr lang="en-US" altLang="zh-TW" sz="2100" b="1">
              <a:latin typeface="Consolas" panose="020B0609020204030204" pitchFamily="49" charset="0"/>
              <a:ea typeface="+mj-ea"/>
            </a:endParaRPr>
          </a:p>
          <a:p>
            <a:pPr>
              <a:spcBef>
                <a:spcPts val="1200"/>
              </a:spcBef>
            </a:pPr>
            <a:r>
              <a:rPr lang="en-US" altLang="zh-TW" sz="2100" b="1">
                <a:latin typeface="Consolas" panose="020B0609020204030204" pitchFamily="49" charset="0"/>
                <a:ea typeface="+mj-ea"/>
              </a:rPr>
              <a:t>EL</a:t>
            </a:r>
            <a:r>
              <a:rPr lang="zh-TW" altLang="en-US" sz="2100" b="1">
                <a:latin typeface="Consolas" panose="020B0609020204030204" pitchFamily="49" charset="0"/>
                <a:ea typeface="+mj-ea"/>
              </a:rPr>
              <a:t>表達式僅能取出單一物件的屬性，若想取出</a:t>
            </a:r>
            <a:r>
              <a:rPr lang="en-US" altLang="zh-TW" sz="2100" b="1">
                <a:latin typeface="Consolas" panose="020B0609020204030204" pitchFamily="49" charset="0"/>
                <a:ea typeface="+mj-ea"/>
              </a:rPr>
              <a:t>List</a:t>
            </a:r>
            <a:r>
              <a:rPr lang="zh-TW" altLang="en-US" sz="2100" b="1">
                <a:latin typeface="Consolas" panose="020B0609020204030204" pitchFamily="49" charset="0"/>
                <a:ea typeface="+mj-ea"/>
              </a:rPr>
              <a:t>或</a:t>
            </a:r>
            <a:r>
              <a:rPr lang="en-US" altLang="zh-TW" sz="2100" b="1">
                <a:latin typeface="Consolas" panose="020B0609020204030204" pitchFamily="49" charset="0"/>
                <a:ea typeface="+mj-ea"/>
              </a:rPr>
              <a:t>Set</a:t>
            </a:r>
            <a:r>
              <a:rPr lang="zh-TW" altLang="en-US" sz="2100" b="1">
                <a:latin typeface="Consolas" panose="020B0609020204030204" pitchFamily="49" charset="0"/>
                <a:ea typeface="+mj-ea"/>
              </a:rPr>
              <a:t>集合的所有物件屬性，則需使用</a:t>
            </a:r>
            <a:r>
              <a:rPr lang="en-US" altLang="zh-TW" sz="2100" b="1">
                <a:latin typeface="Consolas" panose="020B0609020204030204" pitchFamily="49" charset="0"/>
                <a:ea typeface="+mj-ea"/>
              </a:rPr>
              <a:t>JSTL(JSP</a:t>
            </a:r>
            <a:r>
              <a:rPr lang="zh-TW" altLang="en-US" sz="2100" b="1">
                <a:latin typeface="Consolas" panose="020B0609020204030204" pitchFamily="49" charset="0"/>
                <a:ea typeface="+mj-ea"/>
              </a:rPr>
              <a:t>標準標籤庫</a:t>
            </a:r>
            <a:r>
              <a:rPr lang="en-US" altLang="zh-TW" sz="2100" b="1">
                <a:latin typeface="Consolas" panose="020B0609020204030204" pitchFamily="49" charset="0"/>
                <a:ea typeface="+mj-ea"/>
              </a:rPr>
              <a:t>)</a:t>
            </a:r>
            <a:r>
              <a:rPr lang="zh-TW" altLang="en-US" sz="2100" b="1">
                <a:latin typeface="Consolas" panose="020B0609020204030204" pitchFamily="49" charset="0"/>
                <a:ea typeface="+mj-ea"/>
              </a:rPr>
              <a:t>。</a:t>
            </a:r>
            <a:endParaRPr lang="en-US" altLang="zh-TW" sz="2100" b="1">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DE0C7043-5B7F-4E55-B9C2-004C86B4F74C}"/>
              </a:ext>
            </a:extLst>
          </p:cNvPr>
          <p:cNvSpPr>
            <a:spLocks noGrp="1"/>
          </p:cNvSpPr>
          <p:nvPr>
            <p:ph type="sldNum" sz="quarter" idx="12"/>
          </p:nvPr>
        </p:nvSpPr>
        <p:spPr/>
        <p:txBody>
          <a:bodyPr/>
          <a:lstStyle/>
          <a:p>
            <a:fld id="{B521127C-0C56-461F-B517-0D483F216F7D}" type="slidenum">
              <a:rPr lang="zh-TW" altLang="en-US" smtClean="0"/>
              <a:t>97</a:t>
            </a:fld>
            <a:endParaRPr lang="zh-TW" altLang="en-US"/>
          </a:p>
        </p:txBody>
      </p:sp>
      <p:sp>
        <p:nvSpPr>
          <p:cNvPr id="9" name="矩形 8"/>
          <p:cNvSpPr/>
          <p:nvPr/>
        </p:nvSpPr>
        <p:spPr>
          <a:xfrm>
            <a:off x="8331200" y="100822"/>
            <a:ext cx="3860800" cy="867930"/>
          </a:xfrm>
          <a:prstGeom prst="rect">
            <a:avLst/>
          </a:prstGeom>
        </p:spPr>
        <p:txBody>
          <a:bodyPr wrap="square">
            <a:spAutoFit/>
          </a:bodyPr>
          <a:lstStyle/>
          <a:p>
            <a:pPr algn="ctr" defTabSz="914400">
              <a:lnSpc>
                <a:spcPct val="90000"/>
              </a:lnSpc>
              <a:spcBef>
                <a:spcPct val="0"/>
              </a:spcBef>
            </a:pPr>
            <a:r>
              <a:rPr lang="en-US" altLang="zh-TW" sz="2800" b="1">
                <a:latin typeface="+mj-lt"/>
                <a:ea typeface="+mj-ea"/>
                <a:cs typeface="+mj-cs"/>
              </a:rPr>
              <a:t>EL</a:t>
            </a:r>
            <a:r>
              <a:rPr lang="zh-TW" altLang="en-US" sz="2800" b="1">
                <a:latin typeface="+mj-lt"/>
                <a:ea typeface="+mj-ea"/>
                <a:cs typeface="+mj-cs"/>
              </a:rPr>
              <a:t>表達式語言</a:t>
            </a:r>
            <a:r>
              <a:rPr lang="en-US" altLang="zh-TW" sz="2800" b="1">
                <a:latin typeface="+mj-lt"/>
                <a:ea typeface="+mj-ea"/>
                <a:cs typeface="+mj-cs"/>
              </a:rPr>
              <a:t>(Expression Language)</a:t>
            </a:r>
          </a:p>
        </p:txBody>
      </p:sp>
      <p:sp>
        <p:nvSpPr>
          <p:cNvPr id="6"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105103" y="100823"/>
            <a:ext cx="8226097" cy="6615664"/>
          </a:xfrm>
        </p:spPr>
        <p:txBody>
          <a:bodyPr>
            <a:noAutofit/>
          </a:bodyPr>
          <a:lstStyle/>
          <a:p>
            <a:pPr marL="457200" lvl="3" indent="-457200" algn="just">
              <a:spcAft>
                <a:spcPts val="600"/>
              </a:spcAft>
              <a:buClrTx/>
              <a:buFont typeface="+mj-lt"/>
              <a:buAutoNum type="arabicPeriod"/>
            </a:pPr>
            <a:r>
              <a:rPr lang="zh-TW" altLang="en-US" sz="2200">
                <a:latin typeface="Consolas" panose="020B0609020204030204" pitchFamily="49" charset="0"/>
                <a:ea typeface="+mj-ea"/>
              </a:rPr>
              <a:t>語法</a:t>
            </a:r>
            <a:r>
              <a:rPr lang="en-US" altLang="zh-TW" sz="2200">
                <a:latin typeface="Consolas" panose="020B0609020204030204" pitchFamily="49" charset="0"/>
                <a:ea typeface="+mj-ea"/>
              </a:rPr>
              <a:t>:${expression}</a:t>
            </a:r>
          </a:p>
          <a:p>
            <a:pPr marL="457200" lvl="3" indent="-457200" algn="just">
              <a:buClrTx/>
              <a:buFont typeface="+mj-lt"/>
              <a:buAutoNum type="arabicPeriod"/>
            </a:pPr>
            <a:r>
              <a:rPr lang="zh-TW" altLang="en-US" sz="2200">
                <a:latin typeface="Consolas" panose="020B0609020204030204" pitchFamily="49" charset="0"/>
                <a:ea typeface="+mj-ea"/>
              </a:rPr>
              <a:t>若要讓</a:t>
            </a:r>
            <a:r>
              <a:rPr lang="en-US" altLang="zh-TW" sz="2200">
                <a:latin typeface="Consolas" panose="020B0609020204030204" pitchFamily="49" charset="0"/>
                <a:ea typeface="+mj-ea"/>
              </a:rPr>
              <a:t>JSP</a:t>
            </a:r>
            <a:r>
              <a:rPr lang="zh-TW" altLang="en-US" sz="2200">
                <a:latin typeface="Consolas" panose="020B0609020204030204" pitchFamily="49" charset="0"/>
                <a:ea typeface="+mj-ea"/>
              </a:rPr>
              <a:t>頁面忽略</a:t>
            </a:r>
            <a:r>
              <a:rPr lang="en-US" altLang="zh-TW" sz="2200">
                <a:latin typeface="Consolas" panose="020B0609020204030204" pitchFamily="49" charset="0"/>
                <a:ea typeface="+mj-ea"/>
              </a:rPr>
              <a:t>EL</a:t>
            </a:r>
            <a:r>
              <a:rPr lang="zh-TW" altLang="en-US" sz="2200">
                <a:latin typeface="Consolas" panose="020B0609020204030204" pitchFamily="49" charset="0"/>
                <a:ea typeface="+mj-ea"/>
              </a:rPr>
              <a:t>表達式的運算，則可使用以下方法</a:t>
            </a:r>
            <a:endParaRPr lang="en-US" altLang="zh-TW" sz="2200">
              <a:latin typeface="Consolas" panose="020B0609020204030204" pitchFamily="49" charset="0"/>
              <a:ea typeface="+mj-ea"/>
            </a:endParaRPr>
          </a:p>
          <a:p>
            <a:pPr marL="937060" lvl="5" indent="-342900" algn="just">
              <a:buClrTx/>
            </a:pPr>
            <a:r>
              <a:rPr lang="en-US" altLang="zh-TW" sz="2200">
                <a:latin typeface="Consolas" panose="020B0609020204030204" pitchFamily="49" charset="0"/>
                <a:ea typeface="+mj-ea"/>
              </a:rPr>
              <a:t>&lt;%@ page isELIgnored="true" %&gt;</a:t>
            </a:r>
            <a:r>
              <a:rPr lang="zh-TW" altLang="en-US" sz="2200">
                <a:latin typeface="Consolas" panose="020B0609020204030204" pitchFamily="49" charset="0"/>
                <a:ea typeface="+mj-ea"/>
              </a:rPr>
              <a:t> → 整個頁面都忽視</a:t>
            </a:r>
            <a:endParaRPr lang="en-US" altLang="zh-TW" sz="2200">
              <a:latin typeface="Consolas" panose="020B0609020204030204" pitchFamily="49" charset="0"/>
              <a:ea typeface="+mj-ea"/>
            </a:endParaRPr>
          </a:p>
          <a:p>
            <a:pPr marL="937060" lvl="5" indent="-342900" algn="just">
              <a:spcAft>
                <a:spcPts val="600"/>
              </a:spcAft>
              <a:buClrTx/>
            </a:pPr>
            <a:r>
              <a:rPr lang="en-US" altLang="zh-TW" sz="2200">
                <a:latin typeface="Consolas" panose="020B0609020204030204" pitchFamily="49" charset="0"/>
                <a:ea typeface="+mj-ea"/>
              </a:rPr>
              <a:t>\${expression}</a:t>
            </a:r>
            <a:r>
              <a:rPr lang="zh-TW" altLang="en-US" sz="2200">
                <a:latin typeface="Consolas" panose="020B0609020204030204" pitchFamily="49" charset="0"/>
                <a:ea typeface="+mj-ea"/>
              </a:rPr>
              <a:t> → 忽視單筆</a:t>
            </a:r>
            <a:r>
              <a:rPr lang="en-US" altLang="zh-TW" sz="2200">
                <a:latin typeface="Consolas" panose="020B0609020204030204" pitchFamily="49" charset="0"/>
                <a:ea typeface="+mj-ea"/>
              </a:rPr>
              <a:t>EL</a:t>
            </a:r>
          </a:p>
          <a:p>
            <a:pPr marL="457200" lvl="3" indent="-457200" algn="just">
              <a:buClrTx/>
              <a:buFont typeface="+mj-lt"/>
              <a:buAutoNum type="arabicPeriod"/>
            </a:pPr>
            <a:r>
              <a:rPr lang="en-US" altLang="zh-TW" sz="2200">
                <a:latin typeface="Consolas" panose="020B0609020204030204" pitchFamily="49" charset="0"/>
                <a:ea typeface="+mj-ea"/>
              </a:rPr>
              <a:t>EL</a:t>
            </a:r>
            <a:r>
              <a:rPr lang="zh-TW" altLang="en-US" sz="2200">
                <a:latin typeface="Consolas" panose="020B0609020204030204" pitchFamily="49" charset="0"/>
                <a:ea typeface="+mj-ea"/>
              </a:rPr>
              <a:t>的保留字</a:t>
            </a:r>
            <a:endParaRPr lang="en-US" altLang="zh-TW" sz="2200">
              <a:latin typeface="Consolas" panose="020B0609020204030204" pitchFamily="49" charset="0"/>
              <a:ea typeface="+mj-ea"/>
            </a:endParaRPr>
          </a:p>
          <a:p>
            <a:pPr marL="457200" lvl="3" indent="-457200" algn="just">
              <a:buClrTx/>
              <a:buFont typeface="+mj-lt"/>
              <a:buAutoNum type="arabicPeriod"/>
            </a:pPr>
            <a:endParaRPr lang="en-US" altLang="zh-TW" sz="2200">
              <a:latin typeface="Consolas" panose="020B0609020204030204" pitchFamily="49" charset="0"/>
              <a:ea typeface="+mj-ea"/>
            </a:endParaRPr>
          </a:p>
          <a:p>
            <a:pPr marL="457200" lvl="3" indent="-457200" algn="just">
              <a:buClrTx/>
              <a:buFont typeface="+mj-lt"/>
              <a:buAutoNum type="arabicPeriod"/>
            </a:pPr>
            <a:endParaRPr lang="en-US" altLang="zh-TW" sz="2200">
              <a:latin typeface="Consolas" panose="020B0609020204030204" pitchFamily="49" charset="0"/>
              <a:ea typeface="+mj-ea"/>
            </a:endParaRPr>
          </a:p>
          <a:p>
            <a:pPr marL="457200" lvl="3" indent="-457200" algn="just">
              <a:buClrTx/>
              <a:buFont typeface="+mj-lt"/>
              <a:buAutoNum type="arabicPeriod"/>
            </a:pPr>
            <a:endParaRPr lang="en-US" altLang="zh-TW" sz="2200">
              <a:latin typeface="Consolas" panose="020B0609020204030204" pitchFamily="49" charset="0"/>
              <a:ea typeface="+mj-ea"/>
            </a:endParaRPr>
          </a:p>
          <a:p>
            <a:pPr marL="457200" lvl="3" indent="-457200" algn="just">
              <a:buClrTx/>
              <a:buFont typeface="+mj-lt"/>
              <a:buAutoNum type="arabicPeriod"/>
            </a:pPr>
            <a:endParaRPr lang="en-US" altLang="zh-TW" sz="2200">
              <a:latin typeface="Consolas" panose="020B0609020204030204" pitchFamily="49" charset="0"/>
              <a:ea typeface="+mj-ea"/>
            </a:endParaRPr>
          </a:p>
          <a:p>
            <a:pPr marL="457200" lvl="3" indent="-457200" algn="just">
              <a:buClrTx/>
              <a:buFont typeface="+mj-lt"/>
              <a:buAutoNum type="arabicPeriod"/>
            </a:pPr>
            <a:endParaRPr lang="en-US" altLang="zh-TW" sz="1100">
              <a:latin typeface="Consolas" panose="020B0609020204030204" pitchFamily="49" charset="0"/>
              <a:ea typeface="+mj-ea"/>
            </a:endParaRPr>
          </a:p>
          <a:p>
            <a:pPr marL="457200" lvl="3" indent="-457200" algn="just">
              <a:buClrTx/>
              <a:buFont typeface="+mj-lt"/>
              <a:buAutoNum type="arabicPeriod"/>
            </a:pPr>
            <a:r>
              <a:rPr lang="en-US" altLang="zh-TW" sz="2200">
                <a:latin typeface="Consolas" panose="020B0609020204030204" pitchFamily="49" charset="0"/>
                <a:ea typeface="+mj-ea"/>
              </a:rPr>
              <a:t>EL</a:t>
            </a:r>
            <a:r>
              <a:rPr lang="zh-TW" altLang="en-US" sz="2200">
                <a:latin typeface="Consolas" panose="020B0609020204030204" pitchFamily="49" charset="0"/>
                <a:ea typeface="+mj-ea"/>
              </a:rPr>
              <a:t>的運算子</a:t>
            </a:r>
          </a:p>
          <a:p>
            <a:pPr marL="457200" lvl="3" indent="-457200" algn="just">
              <a:buClrTx/>
              <a:buFont typeface="+mj-lt"/>
              <a:buAutoNum type="arabicPeriod"/>
            </a:pPr>
            <a:endParaRPr lang="zh-TW" altLang="en-US" sz="2200">
              <a:latin typeface="Consolas" panose="020B0609020204030204" pitchFamily="49" charset="0"/>
              <a:ea typeface="+mj-ea"/>
            </a:endParaRPr>
          </a:p>
        </p:txBody>
      </p:sp>
      <p:graphicFrame>
        <p:nvGraphicFramePr>
          <p:cNvPr id="7" name="表格 5">
            <a:extLst>
              <a:ext uri="{FF2B5EF4-FFF2-40B4-BE49-F238E27FC236}">
                <a16:creationId xmlns:a16="http://schemas.microsoft.com/office/drawing/2014/main" id="{D952593B-A464-41CF-A147-1E41A049AFD6}"/>
              </a:ext>
            </a:extLst>
          </p:cNvPr>
          <p:cNvGraphicFramePr>
            <a:graphicFrameLocks noGrp="1"/>
          </p:cNvGraphicFramePr>
          <p:nvPr>
            <p:extLst>
              <p:ext uri="{D42A27DB-BD31-4B8C-83A1-F6EECF244321}">
                <p14:modId xmlns:p14="http://schemas.microsoft.com/office/powerpoint/2010/main" val="2736153377"/>
              </p:ext>
            </p:extLst>
          </p:nvPr>
        </p:nvGraphicFramePr>
        <p:xfrm>
          <a:off x="1274001" y="2153177"/>
          <a:ext cx="5888300" cy="1483359"/>
        </p:xfrm>
        <a:graphic>
          <a:graphicData uri="http://schemas.openxmlformats.org/drawingml/2006/table">
            <a:tbl>
              <a:tblPr firstRow="1" bandRow="1">
                <a:tableStyleId>{5C22544A-7EE6-4342-B048-85BDC9FD1C3A}</a:tableStyleId>
              </a:tblPr>
              <a:tblGrid>
                <a:gridCol w="1472075">
                  <a:extLst>
                    <a:ext uri="{9D8B030D-6E8A-4147-A177-3AD203B41FA5}">
                      <a16:colId xmlns:a16="http://schemas.microsoft.com/office/drawing/2014/main" val="4029701077"/>
                    </a:ext>
                  </a:extLst>
                </a:gridCol>
                <a:gridCol w="1472075">
                  <a:extLst>
                    <a:ext uri="{9D8B030D-6E8A-4147-A177-3AD203B41FA5}">
                      <a16:colId xmlns:a16="http://schemas.microsoft.com/office/drawing/2014/main" val="3816805642"/>
                    </a:ext>
                  </a:extLst>
                </a:gridCol>
                <a:gridCol w="1472075">
                  <a:extLst>
                    <a:ext uri="{9D8B030D-6E8A-4147-A177-3AD203B41FA5}">
                      <a16:colId xmlns:a16="http://schemas.microsoft.com/office/drawing/2014/main" val="2874736553"/>
                    </a:ext>
                  </a:extLst>
                </a:gridCol>
                <a:gridCol w="1472075">
                  <a:extLst>
                    <a:ext uri="{9D8B030D-6E8A-4147-A177-3AD203B41FA5}">
                      <a16:colId xmlns:a16="http://schemas.microsoft.com/office/drawing/2014/main" val="471359077"/>
                    </a:ext>
                  </a:extLst>
                </a:gridCol>
              </a:tblGrid>
              <a:tr h="367017">
                <a:tc>
                  <a:txBody>
                    <a:bodyPr/>
                    <a:lstStyle/>
                    <a:p>
                      <a:pPr marL="0" algn="ctr" defTabSz="914400" rtl="0" eaLnBrk="1" latinLnBrk="0" hangingPunct="1"/>
                      <a:r>
                        <a:rPr lang="en-US" altLang="zh-TW" sz="1800" b="0" kern="1200">
                          <a:solidFill>
                            <a:schemeClr val="dk1"/>
                          </a:solidFill>
                          <a:latin typeface="Consolas" panose="020B0609020204030204" pitchFamily="49" charset="0"/>
                          <a:ea typeface="+mn-ea"/>
                          <a:cs typeface="+mn-cs"/>
                        </a:rPr>
                        <a:t>true</a:t>
                      </a:r>
                      <a:endParaRPr lang="zh-TW" altLang="en-US" sz="1800" b="0" kern="1200">
                        <a:solidFill>
                          <a:schemeClr val="dk1"/>
                        </a:solidFill>
                        <a:latin typeface="Consolas" panose="020B0609020204030204" pitchFamily="49"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E9E7"/>
                    </a:solidFill>
                  </a:tcPr>
                </a:tc>
                <a:tc>
                  <a:txBody>
                    <a:bodyPr/>
                    <a:lstStyle/>
                    <a:p>
                      <a:pPr marL="0" algn="ctr" defTabSz="914400" rtl="0" eaLnBrk="1" latinLnBrk="0" hangingPunct="1"/>
                      <a:r>
                        <a:rPr lang="en-US" altLang="zh-TW" sz="1800" b="0" kern="1200">
                          <a:solidFill>
                            <a:schemeClr val="dk1"/>
                          </a:solidFill>
                          <a:latin typeface="Consolas" panose="020B0609020204030204" pitchFamily="49" charset="0"/>
                          <a:ea typeface="+mn-ea"/>
                          <a:cs typeface="+mn-cs"/>
                        </a:rPr>
                        <a:t>false</a:t>
                      </a:r>
                      <a:endParaRPr lang="zh-TW" altLang="en-US" sz="1800" b="0" kern="1200">
                        <a:solidFill>
                          <a:schemeClr val="dk1"/>
                        </a:solidFill>
                        <a:latin typeface="Consolas" panose="020B0609020204030204" pitchFamily="49"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E9E7"/>
                    </a:solidFill>
                  </a:tcPr>
                </a:tc>
                <a:tc>
                  <a:txBody>
                    <a:bodyPr/>
                    <a:lstStyle/>
                    <a:p>
                      <a:pPr marL="0" algn="ctr" defTabSz="914400" rtl="0" eaLnBrk="1" latinLnBrk="0" hangingPunct="1"/>
                      <a:r>
                        <a:rPr lang="en-US" altLang="zh-TW" sz="1800" b="0" kern="1200">
                          <a:solidFill>
                            <a:schemeClr val="dk1"/>
                          </a:solidFill>
                          <a:latin typeface="Consolas" panose="020B0609020204030204" pitchFamily="49" charset="0"/>
                          <a:ea typeface="+mn-ea"/>
                          <a:cs typeface="+mn-cs"/>
                        </a:rPr>
                        <a:t>and</a:t>
                      </a:r>
                      <a:endParaRPr lang="zh-TW" altLang="en-US" sz="1800" b="0" kern="1200">
                        <a:solidFill>
                          <a:schemeClr val="dk1"/>
                        </a:solidFill>
                        <a:latin typeface="Consolas" panose="020B0609020204030204" pitchFamily="49"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E9E7"/>
                    </a:solidFill>
                  </a:tcPr>
                </a:tc>
                <a:tc>
                  <a:txBody>
                    <a:bodyPr/>
                    <a:lstStyle/>
                    <a:p>
                      <a:pPr marL="0" algn="ctr" defTabSz="914400" rtl="0" eaLnBrk="1" latinLnBrk="0" hangingPunct="1"/>
                      <a:r>
                        <a:rPr lang="en-US" altLang="zh-TW" sz="1800" b="0" kern="1200">
                          <a:solidFill>
                            <a:schemeClr val="dk1"/>
                          </a:solidFill>
                          <a:latin typeface="Consolas" panose="020B0609020204030204" pitchFamily="49" charset="0"/>
                          <a:ea typeface="+mn-ea"/>
                          <a:cs typeface="+mn-cs"/>
                        </a:rPr>
                        <a:t>or</a:t>
                      </a:r>
                      <a:endParaRPr lang="zh-TW" altLang="en-US" sz="1800" b="0" kern="1200">
                        <a:solidFill>
                          <a:schemeClr val="dk1"/>
                        </a:solidFill>
                        <a:latin typeface="Consolas" panose="020B0609020204030204" pitchFamily="49"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E9E7"/>
                    </a:solidFill>
                  </a:tcPr>
                </a:tc>
                <a:extLst>
                  <a:ext uri="{0D108BD9-81ED-4DB2-BD59-A6C34878D82A}">
                    <a16:rowId xmlns:a16="http://schemas.microsoft.com/office/drawing/2014/main" val="2139382243"/>
                  </a:ext>
                </a:extLst>
              </a:tr>
              <a:tr h="372114">
                <a:tc>
                  <a:txBody>
                    <a:bodyPr/>
                    <a:lstStyle/>
                    <a:p>
                      <a:pPr algn="ctr"/>
                      <a:r>
                        <a:rPr lang="en-US" altLang="zh-TW" b="0">
                          <a:latin typeface="Consolas" panose="020B0609020204030204" pitchFamily="49" charset="0"/>
                        </a:rPr>
                        <a:t>not</a:t>
                      </a:r>
                      <a:endParaRPr lang="zh-TW" altLang="en-US" b="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b="0">
                          <a:latin typeface="Consolas" panose="020B0609020204030204" pitchFamily="49" charset="0"/>
                        </a:rPr>
                        <a:t>eq</a:t>
                      </a:r>
                      <a:endParaRPr lang="zh-TW" altLang="en-US" b="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b="0" err="1">
                          <a:latin typeface="Consolas" panose="020B0609020204030204" pitchFamily="49" charset="0"/>
                        </a:rPr>
                        <a:t>gt</a:t>
                      </a:r>
                      <a:endParaRPr lang="zh-TW" altLang="en-US" b="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b="0" err="1">
                          <a:latin typeface="Consolas" panose="020B0609020204030204" pitchFamily="49" charset="0"/>
                        </a:rPr>
                        <a:t>lt</a:t>
                      </a:r>
                      <a:endParaRPr lang="zh-TW" altLang="en-US" b="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76440080"/>
                  </a:ext>
                </a:extLst>
              </a:tr>
              <a:tr h="372114">
                <a:tc>
                  <a:txBody>
                    <a:bodyPr/>
                    <a:lstStyle/>
                    <a:p>
                      <a:pPr algn="ctr"/>
                      <a:r>
                        <a:rPr lang="en-US" altLang="zh-TW" b="0" err="1">
                          <a:latin typeface="Consolas" panose="020B0609020204030204" pitchFamily="49" charset="0"/>
                        </a:rPr>
                        <a:t>ge</a:t>
                      </a:r>
                      <a:endParaRPr lang="zh-TW" altLang="en-US" b="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b="0">
                          <a:latin typeface="Consolas" panose="020B0609020204030204" pitchFamily="49" charset="0"/>
                        </a:rPr>
                        <a:t>ne</a:t>
                      </a:r>
                      <a:endParaRPr lang="zh-TW" altLang="en-US" b="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b="0">
                          <a:latin typeface="Consolas" panose="020B0609020204030204" pitchFamily="49" charset="0"/>
                        </a:rPr>
                        <a:t>le</a:t>
                      </a:r>
                      <a:endParaRPr lang="zh-TW" altLang="en-US" b="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b="0">
                          <a:latin typeface="Consolas" panose="020B0609020204030204" pitchFamily="49" charset="0"/>
                        </a:rPr>
                        <a:t>mod</a:t>
                      </a:r>
                      <a:endParaRPr lang="zh-TW" altLang="en-US" b="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71405124"/>
                  </a:ext>
                </a:extLst>
              </a:tr>
              <a:tr h="372114">
                <a:tc>
                  <a:txBody>
                    <a:bodyPr/>
                    <a:lstStyle/>
                    <a:p>
                      <a:pPr algn="ctr"/>
                      <a:r>
                        <a:rPr lang="en-US" altLang="zh-TW" b="0">
                          <a:latin typeface="Consolas" panose="020B0609020204030204" pitchFamily="49" charset="0"/>
                        </a:rPr>
                        <a:t>div</a:t>
                      </a:r>
                      <a:endParaRPr lang="zh-TW" altLang="en-US" b="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b="0">
                          <a:latin typeface="Consolas" panose="020B0609020204030204" pitchFamily="49" charset="0"/>
                        </a:rPr>
                        <a:t>null</a:t>
                      </a:r>
                      <a:endParaRPr lang="zh-TW" altLang="en-US" b="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b="0">
                          <a:latin typeface="Consolas" panose="020B0609020204030204" pitchFamily="49" charset="0"/>
                        </a:rPr>
                        <a:t>empty</a:t>
                      </a:r>
                      <a:endParaRPr lang="zh-TW" altLang="en-US" b="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b="0" err="1">
                          <a:latin typeface="Consolas" panose="020B0609020204030204" pitchFamily="49" charset="0"/>
                        </a:rPr>
                        <a:t>instanceof</a:t>
                      </a:r>
                      <a:endParaRPr lang="zh-TW" altLang="en-US" b="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01757979"/>
                  </a:ext>
                </a:extLst>
              </a:tr>
            </a:tbl>
          </a:graphicData>
        </a:graphic>
      </p:graphicFrame>
      <p:graphicFrame>
        <p:nvGraphicFramePr>
          <p:cNvPr id="8" name="表格 6">
            <a:extLst>
              <a:ext uri="{FF2B5EF4-FFF2-40B4-BE49-F238E27FC236}">
                <a16:creationId xmlns:a16="http://schemas.microsoft.com/office/drawing/2014/main" id="{790ECE1A-3A96-428A-B3E1-1CF9947D2F5C}"/>
              </a:ext>
            </a:extLst>
          </p:cNvPr>
          <p:cNvGraphicFramePr>
            <a:graphicFrameLocks noGrp="1"/>
          </p:cNvGraphicFramePr>
          <p:nvPr>
            <p:extLst>
              <p:ext uri="{D42A27DB-BD31-4B8C-83A1-F6EECF244321}">
                <p14:modId xmlns:p14="http://schemas.microsoft.com/office/powerpoint/2010/main" val="1125759897"/>
              </p:ext>
            </p:extLst>
          </p:nvPr>
        </p:nvGraphicFramePr>
        <p:xfrm>
          <a:off x="262758" y="4197369"/>
          <a:ext cx="7827650" cy="2550648"/>
        </p:xfrm>
        <a:graphic>
          <a:graphicData uri="http://schemas.openxmlformats.org/drawingml/2006/table">
            <a:tbl>
              <a:tblPr firstRow="1" bandRow="1">
                <a:tableStyleId>{5C22544A-7EE6-4342-B048-85BDC9FD1C3A}</a:tableStyleId>
              </a:tblPr>
              <a:tblGrid>
                <a:gridCol w="1560482">
                  <a:extLst>
                    <a:ext uri="{9D8B030D-6E8A-4147-A177-3AD203B41FA5}">
                      <a16:colId xmlns:a16="http://schemas.microsoft.com/office/drawing/2014/main" val="2320692837"/>
                    </a:ext>
                  </a:extLst>
                </a:gridCol>
                <a:gridCol w="3064834">
                  <a:extLst>
                    <a:ext uri="{9D8B030D-6E8A-4147-A177-3AD203B41FA5}">
                      <a16:colId xmlns:a16="http://schemas.microsoft.com/office/drawing/2014/main" val="928841648"/>
                    </a:ext>
                  </a:extLst>
                </a:gridCol>
                <a:gridCol w="3202334">
                  <a:extLst>
                    <a:ext uri="{9D8B030D-6E8A-4147-A177-3AD203B41FA5}">
                      <a16:colId xmlns:a16="http://schemas.microsoft.com/office/drawing/2014/main" val="298015941"/>
                    </a:ext>
                  </a:extLst>
                </a:gridCol>
              </a:tblGrid>
              <a:tr h="332672">
                <a:tc>
                  <a:txBody>
                    <a:bodyPr/>
                    <a:lstStyle/>
                    <a:p>
                      <a:pPr algn="ctr"/>
                      <a:r>
                        <a:rPr lang="zh-TW" altLang="en-US" sz="1700">
                          <a:latin typeface="Consolas" panose="020B0609020204030204" pitchFamily="49" charset="0"/>
                          <a:ea typeface="+mj-ea"/>
                        </a:rPr>
                        <a:t>類型</a:t>
                      </a:r>
                    </a:p>
                  </a:txBody>
                  <a:tcPr anchor="ctr"/>
                </a:tc>
                <a:tc>
                  <a:txBody>
                    <a:bodyPr/>
                    <a:lstStyle/>
                    <a:p>
                      <a:pPr algn="ctr"/>
                      <a:r>
                        <a:rPr lang="zh-TW" altLang="en-US" sz="1700">
                          <a:latin typeface="Consolas" panose="020B0609020204030204" pitchFamily="49" charset="0"/>
                          <a:ea typeface="+mj-ea"/>
                        </a:rPr>
                        <a:t>運算子</a:t>
                      </a:r>
                    </a:p>
                  </a:txBody>
                  <a:tcPr anchor="ctr"/>
                </a:tc>
                <a:tc>
                  <a:txBody>
                    <a:bodyPr/>
                    <a:lstStyle/>
                    <a:p>
                      <a:pPr algn="ctr"/>
                      <a:r>
                        <a:rPr lang="zh-TW" altLang="en-US" sz="1700">
                          <a:latin typeface="Consolas" panose="020B0609020204030204" pitchFamily="49" charset="0"/>
                          <a:ea typeface="+mj-ea"/>
                        </a:rPr>
                        <a:t>範例</a:t>
                      </a:r>
                    </a:p>
                  </a:txBody>
                  <a:tcPr anchor="ctr"/>
                </a:tc>
                <a:extLst>
                  <a:ext uri="{0D108BD9-81ED-4DB2-BD59-A6C34878D82A}">
                    <a16:rowId xmlns:a16="http://schemas.microsoft.com/office/drawing/2014/main" val="1710918057"/>
                  </a:ext>
                </a:extLst>
              </a:tr>
              <a:tr h="332672">
                <a:tc>
                  <a:txBody>
                    <a:bodyPr/>
                    <a:lstStyle/>
                    <a:p>
                      <a:pPr algn="ctr"/>
                      <a:r>
                        <a:rPr lang="zh-TW" altLang="en-US" sz="1700">
                          <a:latin typeface="Consolas" panose="020B0609020204030204" pitchFamily="49" charset="0"/>
                          <a:ea typeface="+mj-ea"/>
                        </a:rPr>
                        <a:t>算術運算子</a:t>
                      </a:r>
                    </a:p>
                  </a:txBody>
                  <a:tcPr anchor="ctr"/>
                </a:tc>
                <a:tc>
                  <a:txBody>
                    <a:bodyPr/>
                    <a:lstStyle/>
                    <a:p>
                      <a:pPr algn="ctr"/>
                      <a:r>
                        <a:rPr lang="en-US" altLang="zh-TW" sz="1700">
                          <a:latin typeface="Consolas" panose="020B0609020204030204" pitchFamily="49" charset="0"/>
                          <a:ea typeface="+mj-ea"/>
                        </a:rPr>
                        <a:t>+ - * /(div) %(mod)</a:t>
                      </a:r>
                      <a:endParaRPr lang="zh-TW" altLang="en-US" sz="1700">
                        <a:latin typeface="Consolas" panose="020B0609020204030204" pitchFamily="49" charset="0"/>
                        <a:ea typeface="+mj-ea"/>
                      </a:endParaRPr>
                    </a:p>
                  </a:txBody>
                  <a:tcPr anchor="ctr"/>
                </a:tc>
                <a:tc>
                  <a:txBody>
                    <a:bodyPr/>
                    <a:lstStyle/>
                    <a:p>
                      <a:pPr algn="ctr"/>
                      <a:r>
                        <a:rPr lang="en-US" altLang="zh-TW" sz="1700">
                          <a:latin typeface="Consolas" panose="020B0609020204030204" pitchFamily="49" charset="0"/>
                          <a:ea typeface="+mj-ea"/>
                        </a:rPr>
                        <a:t>${10/3} ${6 mod 2}</a:t>
                      </a:r>
                      <a:endParaRPr lang="zh-TW" altLang="en-US" sz="1700">
                        <a:latin typeface="Consolas" panose="020B0609020204030204" pitchFamily="49" charset="0"/>
                        <a:ea typeface="+mj-ea"/>
                      </a:endParaRPr>
                    </a:p>
                  </a:txBody>
                  <a:tcPr anchor="ctr"/>
                </a:tc>
                <a:extLst>
                  <a:ext uri="{0D108BD9-81ED-4DB2-BD59-A6C34878D82A}">
                    <a16:rowId xmlns:a16="http://schemas.microsoft.com/office/drawing/2014/main" val="1049485205"/>
                  </a:ext>
                </a:extLst>
              </a:tr>
              <a:tr h="332672">
                <a:tc>
                  <a:txBody>
                    <a:bodyPr/>
                    <a:lstStyle/>
                    <a:p>
                      <a:pPr algn="ctr"/>
                      <a:r>
                        <a:rPr lang="zh-TW" altLang="en-US" sz="1700">
                          <a:latin typeface="Consolas" panose="020B0609020204030204" pitchFamily="49" charset="0"/>
                          <a:ea typeface="+mj-ea"/>
                        </a:rPr>
                        <a:t>關係運算子</a:t>
                      </a:r>
                    </a:p>
                  </a:txBody>
                  <a:tcPr anchor="ctr"/>
                </a:tc>
                <a:tc>
                  <a:txBody>
                    <a:bodyPr/>
                    <a:lstStyle/>
                    <a:p>
                      <a:pPr algn="ctr"/>
                      <a:r>
                        <a:rPr lang="fr-FR" altLang="zh-TW" sz="1700">
                          <a:latin typeface="Consolas" panose="020B0609020204030204" pitchFamily="49" charset="0"/>
                          <a:ea typeface="+mj-ea"/>
                        </a:rPr>
                        <a:t>==(eq) !=(ne) &gt;(gt) </a:t>
                      </a:r>
                    </a:p>
                    <a:p>
                      <a:pPr algn="ctr"/>
                      <a:r>
                        <a:rPr lang="fr-FR" altLang="zh-TW" sz="1700">
                          <a:latin typeface="Consolas" panose="020B0609020204030204" pitchFamily="49" charset="0"/>
                          <a:ea typeface="+mj-ea"/>
                        </a:rPr>
                        <a:t>=(ge) &lt;=(le)</a:t>
                      </a:r>
                      <a:endParaRPr lang="zh-TW" altLang="en-US" sz="1700">
                        <a:latin typeface="Consolas" panose="020B0609020204030204" pitchFamily="49" charset="0"/>
                        <a:ea typeface="+mj-ea"/>
                      </a:endParaRPr>
                    </a:p>
                  </a:txBody>
                  <a:tcPr anchor="ctr"/>
                </a:tc>
                <a:tc>
                  <a:txBody>
                    <a:bodyPr/>
                    <a:lstStyle/>
                    <a:p>
                      <a:pPr algn="ctr"/>
                      <a:r>
                        <a:rPr lang="sv-SE" altLang="zh-TW" sz="1700">
                          <a:latin typeface="Consolas" panose="020B0609020204030204" pitchFamily="49" charset="0"/>
                          <a:ea typeface="+mj-ea"/>
                        </a:rPr>
                        <a:t>${(6*2)&gt;=15} </a:t>
                      </a:r>
                    </a:p>
                    <a:p>
                      <a:pPr algn="ctr"/>
                      <a:r>
                        <a:rPr lang="sv-SE" altLang="zh-TW" sz="1700">
                          <a:latin typeface="Consolas" panose="020B0609020204030204" pitchFamily="49" charset="0"/>
                          <a:ea typeface="+mj-ea"/>
                        </a:rPr>
                        <a:t>${(6*2) ge 15} </a:t>
                      </a:r>
                      <a:endParaRPr lang="zh-TW" altLang="en-US" sz="1700">
                        <a:latin typeface="Consolas" panose="020B0609020204030204" pitchFamily="49" charset="0"/>
                        <a:ea typeface="+mj-ea"/>
                      </a:endParaRPr>
                    </a:p>
                  </a:txBody>
                  <a:tcPr anchor="ctr"/>
                </a:tc>
                <a:extLst>
                  <a:ext uri="{0D108BD9-81ED-4DB2-BD59-A6C34878D82A}">
                    <a16:rowId xmlns:a16="http://schemas.microsoft.com/office/drawing/2014/main" val="2379638280"/>
                  </a:ext>
                </a:extLst>
              </a:tr>
              <a:tr h="332672">
                <a:tc>
                  <a:txBody>
                    <a:bodyPr/>
                    <a:lstStyle/>
                    <a:p>
                      <a:pPr algn="ctr"/>
                      <a:r>
                        <a:rPr lang="zh-TW" altLang="en-US" sz="1700">
                          <a:latin typeface="Consolas" panose="020B0609020204030204" pitchFamily="49" charset="0"/>
                          <a:ea typeface="+mj-ea"/>
                        </a:rPr>
                        <a:t>邏輯運算子</a:t>
                      </a:r>
                    </a:p>
                  </a:txBody>
                  <a:tcPr anchor="ctr"/>
                </a:tc>
                <a:tc>
                  <a:txBody>
                    <a:bodyPr/>
                    <a:lstStyle/>
                    <a:p>
                      <a:pPr algn="ctr"/>
                      <a:r>
                        <a:rPr lang="en-US" altLang="zh-TW" sz="1700">
                          <a:latin typeface="Consolas" panose="020B0609020204030204" pitchFamily="49" charset="0"/>
                          <a:ea typeface="+mj-ea"/>
                        </a:rPr>
                        <a:t>&amp;&amp;(and) ||(or)  !(not)</a:t>
                      </a:r>
                      <a:endParaRPr lang="zh-TW" altLang="en-US" sz="1700">
                        <a:latin typeface="Consolas" panose="020B0609020204030204" pitchFamily="49" charset="0"/>
                        <a:ea typeface="+mj-ea"/>
                      </a:endParaRPr>
                    </a:p>
                  </a:txBody>
                  <a:tcPr anchor="ctr"/>
                </a:tc>
                <a:tc>
                  <a:txBody>
                    <a:bodyPr/>
                    <a:lstStyle/>
                    <a:p>
                      <a:pPr algn="ctr"/>
                      <a:r>
                        <a:rPr lang="en-US" altLang="zh-TW" sz="1700">
                          <a:latin typeface="Consolas" panose="020B0609020204030204" pitchFamily="49" charset="0"/>
                          <a:ea typeface="+mj-ea"/>
                        </a:rPr>
                        <a:t>${name!="</a:t>
                      </a:r>
                      <a:r>
                        <a:rPr lang="en-US" altLang="zh-TW" sz="1700" err="1">
                          <a:latin typeface="Consolas" panose="020B0609020204030204" pitchFamily="49" charset="0"/>
                          <a:ea typeface="+mj-ea"/>
                        </a:rPr>
                        <a:t>mary</a:t>
                      </a:r>
                      <a:r>
                        <a:rPr lang="en-US" altLang="zh-TW" sz="1700">
                          <a:latin typeface="Consolas" panose="020B0609020204030204" pitchFamily="49" charset="0"/>
                          <a:ea typeface="+mj-ea"/>
                        </a:rPr>
                        <a:t>"} </a:t>
                      </a:r>
                      <a:endParaRPr lang="zh-TW" altLang="en-US" sz="1700">
                        <a:latin typeface="Consolas" panose="020B0609020204030204" pitchFamily="49" charset="0"/>
                        <a:ea typeface="+mj-ea"/>
                      </a:endParaRPr>
                    </a:p>
                  </a:txBody>
                  <a:tcPr anchor="ctr"/>
                </a:tc>
                <a:extLst>
                  <a:ext uri="{0D108BD9-81ED-4DB2-BD59-A6C34878D82A}">
                    <a16:rowId xmlns:a16="http://schemas.microsoft.com/office/drawing/2014/main" val="4006668991"/>
                  </a:ext>
                </a:extLst>
              </a:tr>
              <a:tr h="332672">
                <a:tc>
                  <a:txBody>
                    <a:bodyPr/>
                    <a:lstStyle/>
                    <a:p>
                      <a:pPr algn="ctr"/>
                      <a:r>
                        <a:rPr lang="en-US" altLang="zh-TW" sz="1700">
                          <a:latin typeface="Consolas" panose="020B0609020204030204" pitchFamily="49" charset="0"/>
                          <a:ea typeface="+mj-ea"/>
                        </a:rPr>
                        <a:t>empty</a:t>
                      </a:r>
                      <a:r>
                        <a:rPr lang="zh-TW" altLang="en-US" sz="1700">
                          <a:latin typeface="Consolas" panose="020B0609020204030204" pitchFamily="49" charset="0"/>
                          <a:ea typeface="+mj-ea"/>
                        </a:rPr>
                        <a:t>運算子</a:t>
                      </a:r>
                    </a:p>
                  </a:txBody>
                  <a:tcPr anchor="ctr"/>
                </a:tc>
                <a:tc>
                  <a:txBody>
                    <a:bodyPr/>
                    <a:lstStyle/>
                    <a:p>
                      <a:pPr algn="ctr"/>
                      <a:r>
                        <a:rPr lang="en-US" altLang="zh-TW" sz="1700">
                          <a:latin typeface="Consolas" panose="020B0609020204030204" pitchFamily="49" charset="0"/>
                          <a:ea typeface="+mj-ea"/>
                        </a:rPr>
                        <a:t>empty</a:t>
                      </a:r>
                      <a:r>
                        <a:rPr lang="zh-TW" altLang="en-US" sz="1700">
                          <a:latin typeface="Consolas" panose="020B0609020204030204" pitchFamily="49" charset="0"/>
                          <a:ea typeface="+mj-ea"/>
                        </a:rPr>
                        <a:t>判斷值是否為空 </a:t>
                      </a:r>
                    </a:p>
                  </a:txBody>
                  <a:tcPr anchor="ctr"/>
                </a:tc>
                <a:tc>
                  <a:txBody>
                    <a:bodyPr/>
                    <a:lstStyle/>
                    <a:p>
                      <a:pPr algn="ctr"/>
                      <a:r>
                        <a:rPr lang="en-US" altLang="zh-TW" sz="1700">
                          <a:latin typeface="Consolas" panose="020B0609020204030204" pitchFamily="49" charset="0"/>
                          <a:ea typeface="+mj-ea"/>
                        </a:rPr>
                        <a:t>${empty name}</a:t>
                      </a:r>
                      <a:endParaRPr lang="zh-TW" altLang="en-US" sz="1700">
                        <a:latin typeface="Consolas" panose="020B0609020204030204" pitchFamily="49" charset="0"/>
                        <a:ea typeface="+mj-ea"/>
                      </a:endParaRPr>
                    </a:p>
                  </a:txBody>
                  <a:tcPr anchor="ctr"/>
                </a:tc>
                <a:extLst>
                  <a:ext uri="{0D108BD9-81ED-4DB2-BD59-A6C34878D82A}">
                    <a16:rowId xmlns:a16="http://schemas.microsoft.com/office/drawing/2014/main" val="1486674576"/>
                  </a:ext>
                </a:extLst>
              </a:tr>
              <a:tr h="538968">
                <a:tc>
                  <a:txBody>
                    <a:bodyPr/>
                    <a:lstStyle/>
                    <a:p>
                      <a:pPr algn="ctr"/>
                      <a:r>
                        <a:rPr lang="zh-TW" altLang="en-US" sz="1700">
                          <a:latin typeface="Consolas" panose="020B0609020204030204" pitchFamily="49" charset="0"/>
                          <a:ea typeface="+mj-ea"/>
                        </a:rPr>
                        <a:t>條件運算子</a:t>
                      </a:r>
                    </a:p>
                  </a:txBody>
                  <a:tcPr anchor="ctr"/>
                </a:tc>
                <a:tc>
                  <a:txBody>
                    <a:bodyPr/>
                    <a:lstStyle/>
                    <a:p>
                      <a:pPr algn="ctr"/>
                      <a:r>
                        <a:rPr lang="en-US" altLang="zh-TW" sz="1700">
                          <a:latin typeface="Consolas" panose="020B0609020204030204" pitchFamily="49" charset="0"/>
                          <a:ea typeface="+mj-ea"/>
                        </a:rPr>
                        <a:t>A?B:C</a:t>
                      </a:r>
                      <a:endParaRPr lang="zh-TW" altLang="en-US" sz="1700">
                        <a:latin typeface="Consolas" panose="020B0609020204030204" pitchFamily="49" charset="0"/>
                        <a:ea typeface="+mj-ea"/>
                      </a:endParaRPr>
                    </a:p>
                  </a:txBody>
                  <a:tcPr anchor="ctr"/>
                </a:tc>
                <a:tc>
                  <a:txBody>
                    <a:bodyPr/>
                    <a:lstStyle/>
                    <a:p>
                      <a:pPr algn="ctr"/>
                      <a:r>
                        <a:rPr lang="en-US" altLang="zh-TW" sz="1700">
                          <a:latin typeface="Consolas" panose="020B0609020204030204" pitchFamily="49" charset="0"/>
                          <a:ea typeface="+mj-ea"/>
                        </a:rPr>
                        <a:t>${price&gt;=1000?"</a:t>
                      </a:r>
                      <a:r>
                        <a:rPr lang="zh-TW" altLang="en-US" sz="1700">
                          <a:latin typeface="Consolas" panose="020B0609020204030204" pitchFamily="49" charset="0"/>
                          <a:ea typeface="+mj-ea"/>
                        </a:rPr>
                        <a:t>便宜</a:t>
                      </a:r>
                      <a:r>
                        <a:rPr lang="en-US" altLang="zh-TW" sz="1700">
                          <a:latin typeface="Consolas" panose="020B0609020204030204" pitchFamily="49" charset="0"/>
                          <a:ea typeface="+mj-ea"/>
                        </a:rPr>
                        <a:t>":"</a:t>
                      </a:r>
                      <a:r>
                        <a:rPr lang="zh-TW" altLang="en-US" sz="1700">
                          <a:latin typeface="Consolas" panose="020B0609020204030204" pitchFamily="49" charset="0"/>
                          <a:ea typeface="+mj-ea"/>
                        </a:rPr>
                        <a:t>貴</a:t>
                      </a:r>
                      <a:r>
                        <a:rPr lang="en-US" altLang="zh-TW" sz="1700">
                          <a:latin typeface="Consolas" panose="020B0609020204030204" pitchFamily="49" charset="0"/>
                          <a:ea typeface="+mj-ea"/>
                        </a:rPr>
                        <a:t>"}</a:t>
                      </a:r>
                      <a:endParaRPr lang="zh-TW" altLang="en-US" sz="1700">
                        <a:latin typeface="Consolas" panose="020B0609020204030204" pitchFamily="49" charset="0"/>
                        <a:ea typeface="+mj-ea"/>
                      </a:endParaRPr>
                    </a:p>
                  </a:txBody>
                  <a:tcPr anchor="ctr"/>
                </a:tc>
                <a:extLst>
                  <a:ext uri="{0D108BD9-81ED-4DB2-BD59-A6C34878D82A}">
                    <a16:rowId xmlns:a16="http://schemas.microsoft.com/office/drawing/2014/main" val="3782131754"/>
                  </a:ext>
                </a:extLst>
              </a:tr>
            </a:tbl>
          </a:graphicData>
        </a:graphic>
      </p:graphicFrame>
    </p:spTree>
    <p:extLst>
      <p:ext uri="{BB962C8B-B14F-4D97-AF65-F5344CB8AC3E}">
        <p14:creationId xmlns:p14="http://schemas.microsoft.com/office/powerpoint/2010/main" val="244579402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451945" y="944688"/>
            <a:ext cx="7273159" cy="2576277"/>
          </a:xfrm>
        </p:spPr>
        <p:txBody>
          <a:bodyPr>
            <a:normAutofit lnSpcReduction="10000"/>
          </a:bodyPr>
          <a:lstStyle/>
          <a:p>
            <a:pPr marL="0" lvl="1" indent="0" algn="just">
              <a:buNone/>
            </a:pPr>
            <a:r>
              <a:rPr lang="zh-TW" altLang="en-US" sz="2000">
                <a:latin typeface="Consolas" panose="020B0609020204030204" pitchFamily="49" charset="0"/>
                <a:ea typeface="+mj-ea"/>
              </a:rPr>
              <a:t>語法</a:t>
            </a:r>
            <a:r>
              <a:rPr lang="en-US" altLang="zh-TW" sz="2000">
                <a:latin typeface="Consolas" panose="020B0609020204030204" pitchFamily="49" charset="0"/>
                <a:ea typeface="+mj-ea"/>
              </a:rPr>
              <a:t>:${</a:t>
            </a:r>
            <a:r>
              <a:rPr lang="zh-TW" altLang="en-US" sz="2000">
                <a:latin typeface="Consolas" panose="020B0609020204030204" pitchFamily="49" charset="0"/>
                <a:ea typeface="+mj-ea"/>
              </a:rPr>
              <a:t>識別名稱</a:t>
            </a:r>
            <a:r>
              <a:rPr lang="en-US" altLang="zh-TW" sz="2000">
                <a:latin typeface="Consolas" panose="020B0609020204030204" pitchFamily="49" charset="0"/>
                <a:ea typeface="+mj-ea"/>
              </a:rPr>
              <a:t>}</a:t>
            </a:r>
          </a:p>
          <a:p>
            <a:pPr marL="342900" lvl="1" indent="-342900" algn="just"/>
            <a:r>
              <a:rPr lang="en-US" altLang="zh-TW" sz="2000">
                <a:latin typeface="Consolas" panose="020B0609020204030204" pitchFamily="49" charset="0"/>
                <a:ea typeface="+mj-ea"/>
              </a:rPr>
              <a:t>【</a:t>
            </a:r>
            <a:r>
              <a:rPr lang="zh-TW" altLang="en-US" sz="2000">
                <a:latin typeface="Consolas" panose="020B0609020204030204" pitchFamily="49" charset="0"/>
                <a:ea typeface="+mj-ea"/>
              </a:rPr>
              <a:t>範例</a:t>
            </a:r>
            <a:r>
              <a:rPr lang="en-US" altLang="zh-TW" sz="2000">
                <a:latin typeface="Consolas" panose="020B0609020204030204" pitchFamily="49" charset="0"/>
                <a:ea typeface="+mj-ea"/>
              </a:rPr>
              <a:t>】</a:t>
            </a:r>
          </a:p>
          <a:p>
            <a:pPr marL="400050" lvl="2" indent="0" algn="just">
              <a:buNone/>
            </a:pPr>
            <a:r>
              <a:rPr lang="en-US" altLang="zh-TW" sz="2000">
                <a:latin typeface="Consolas" panose="020B0609020204030204" pitchFamily="49" charset="0"/>
                <a:ea typeface="+mj-ea"/>
              </a:rPr>
              <a:t>&lt;%</a:t>
            </a:r>
          </a:p>
          <a:p>
            <a:pPr marL="857250" lvl="3" indent="0" algn="just">
              <a:buNone/>
            </a:pPr>
            <a:r>
              <a:rPr lang="en-US" altLang="zh-TW" sz="2000">
                <a:latin typeface="Consolas" panose="020B0609020204030204" pitchFamily="49" charset="0"/>
                <a:ea typeface="+mj-ea"/>
              </a:rPr>
              <a:t>String title="This is a JSP Page";</a:t>
            </a:r>
          </a:p>
          <a:p>
            <a:pPr marL="857250" lvl="3" indent="0" algn="just">
              <a:buNone/>
            </a:pPr>
            <a:r>
              <a:rPr lang="en-US" altLang="zh-TW" sz="2000" err="1">
                <a:latin typeface="Consolas" panose="020B0609020204030204" pitchFamily="49" charset="0"/>
                <a:ea typeface="+mj-ea"/>
              </a:rPr>
              <a:t>request.setAttribute</a:t>
            </a:r>
            <a:r>
              <a:rPr lang="en-US" altLang="zh-TW" sz="2000">
                <a:latin typeface="Consolas" panose="020B0609020204030204" pitchFamily="49" charset="0"/>
                <a:ea typeface="+mj-ea"/>
              </a:rPr>
              <a:t>("</a:t>
            </a:r>
            <a:r>
              <a:rPr lang="en-US" altLang="zh-TW" sz="2000" err="1">
                <a:latin typeface="Consolas" panose="020B0609020204030204" pitchFamily="49" charset="0"/>
                <a:ea typeface="+mj-ea"/>
              </a:rPr>
              <a:t>contentTitle</a:t>
            </a:r>
            <a:r>
              <a:rPr lang="en-US" altLang="zh-TW" sz="2000">
                <a:latin typeface="Consolas" panose="020B0609020204030204" pitchFamily="49" charset="0"/>
                <a:ea typeface="+mj-ea"/>
              </a:rPr>
              <a:t>",title);</a:t>
            </a:r>
          </a:p>
          <a:p>
            <a:pPr marL="400050" lvl="2" indent="0" algn="just">
              <a:buNone/>
            </a:pPr>
            <a:r>
              <a:rPr lang="en-US" altLang="zh-TW" sz="2000">
                <a:latin typeface="Consolas" panose="020B0609020204030204" pitchFamily="49" charset="0"/>
                <a:ea typeface="+mj-ea"/>
              </a:rPr>
              <a:t>%&gt;</a:t>
            </a:r>
          </a:p>
          <a:p>
            <a:pPr marL="342900" lvl="1" indent="-342900" algn="just"/>
            <a:r>
              <a:rPr lang="zh-TW" altLang="en-US" sz="2000">
                <a:latin typeface="Consolas" panose="020B0609020204030204" pitchFamily="49" charset="0"/>
                <a:ea typeface="+mj-ea"/>
              </a:rPr>
              <a:t>使用</a:t>
            </a:r>
            <a:r>
              <a:rPr lang="en-US" altLang="zh-TW" sz="2000">
                <a:latin typeface="Consolas" panose="020B0609020204030204" pitchFamily="49" charset="0"/>
                <a:ea typeface="+mj-ea"/>
              </a:rPr>
              <a:t>EL</a:t>
            </a:r>
            <a:r>
              <a:rPr lang="zh-TW" altLang="en-US" sz="2000">
                <a:latin typeface="Consolas" panose="020B0609020204030204" pitchFamily="49" charset="0"/>
                <a:ea typeface="+mj-ea"/>
              </a:rPr>
              <a:t>取得方式</a:t>
            </a:r>
            <a:endParaRPr lang="en-US" altLang="zh-TW" sz="2000">
              <a:latin typeface="Consolas" panose="020B0609020204030204" pitchFamily="49" charset="0"/>
              <a:ea typeface="+mj-ea"/>
            </a:endParaRPr>
          </a:p>
          <a:p>
            <a:pPr marL="400050" lvl="2" indent="0" algn="just">
              <a:buNone/>
            </a:pPr>
            <a:r>
              <a:rPr lang="en-US" altLang="zh-TW" sz="2000">
                <a:latin typeface="Consolas" panose="020B0609020204030204" pitchFamily="49" charset="0"/>
                <a:ea typeface="+mj-ea"/>
              </a:rPr>
              <a:t>Page Title:${</a:t>
            </a:r>
            <a:r>
              <a:rPr lang="en-US" altLang="zh-TW" sz="2000" err="1">
                <a:latin typeface="Consolas" panose="020B0609020204030204" pitchFamily="49" charset="0"/>
                <a:ea typeface="+mj-ea"/>
              </a:rPr>
              <a:t>contentTitle</a:t>
            </a:r>
            <a:r>
              <a:rPr lang="en-US" altLang="zh-TW" sz="2000">
                <a:latin typeface="Consolas" panose="020B0609020204030204" pitchFamily="49" charset="0"/>
                <a:ea typeface="+mj-ea"/>
              </a:rPr>
              <a:t>}</a:t>
            </a:r>
          </a:p>
        </p:txBody>
      </p:sp>
      <p:sp>
        <p:nvSpPr>
          <p:cNvPr id="7" name="文字方塊 6">
            <a:extLst>
              <a:ext uri="{FF2B5EF4-FFF2-40B4-BE49-F238E27FC236}">
                <a16:creationId xmlns:a16="http://schemas.microsoft.com/office/drawing/2014/main" id="{6A6F09EC-1299-4AA7-AE34-83B4E6451D46}"/>
              </a:ext>
            </a:extLst>
          </p:cNvPr>
          <p:cNvSpPr txBox="1"/>
          <p:nvPr/>
        </p:nvSpPr>
        <p:spPr>
          <a:xfrm>
            <a:off x="204968" y="117822"/>
            <a:ext cx="3126811"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indent="0" algn="ctr">
              <a:buClrTx/>
              <a:buNone/>
            </a:pPr>
            <a:r>
              <a:rPr lang="zh-TW" altLang="en-US" sz="3200">
                <a:latin typeface="Consolas" panose="020B0609020204030204" pitchFamily="49" charset="0"/>
                <a:ea typeface="+mj-ea"/>
              </a:rPr>
              <a:t>使用</a:t>
            </a:r>
            <a:r>
              <a:rPr lang="en-US" altLang="zh-TW" sz="3200">
                <a:latin typeface="Consolas" panose="020B0609020204030204" pitchFamily="49" charset="0"/>
                <a:ea typeface="+mj-ea"/>
              </a:rPr>
              <a:t>EL</a:t>
            </a:r>
            <a:r>
              <a:rPr lang="zh-TW" altLang="en-US" sz="3200">
                <a:latin typeface="Consolas" panose="020B0609020204030204" pitchFamily="49" charset="0"/>
                <a:ea typeface="+mj-ea"/>
              </a:rPr>
              <a:t>讀取字串</a:t>
            </a:r>
            <a:endParaRPr lang="en-US" altLang="zh-TW" sz="3000">
              <a:latin typeface="Consolas" panose="020B0609020204030204" pitchFamily="49" charset="0"/>
              <a:ea typeface="+mj-ea"/>
            </a:endParaRPr>
          </a:p>
        </p:txBody>
      </p:sp>
      <p:sp>
        <p:nvSpPr>
          <p:cNvPr id="2" name="投影片編號版面配置區 1">
            <a:extLst>
              <a:ext uri="{FF2B5EF4-FFF2-40B4-BE49-F238E27FC236}">
                <a16:creationId xmlns:a16="http://schemas.microsoft.com/office/drawing/2014/main" id="{A8FEC1FD-CD28-4621-A924-B141499E3A35}"/>
              </a:ext>
            </a:extLst>
          </p:cNvPr>
          <p:cNvSpPr>
            <a:spLocks noGrp="1"/>
          </p:cNvSpPr>
          <p:nvPr>
            <p:ph type="sldNum" sz="quarter" idx="12"/>
          </p:nvPr>
        </p:nvSpPr>
        <p:spPr/>
        <p:txBody>
          <a:bodyPr/>
          <a:lstStyle/>
          <a:p>
            <a:fld id="{B521127C-0C56-461F-B517-0D483F216F7D}" type="slidenum">
              <a:rPr lang="zh-TW" altLang="en-US" smtClean="0"/>
              <a:t>98</a:t>
            </a:fld>
            <a:endParaRPr lang="zh-TW" altLang="en-US"/>
          </a:p>
        </p:txBody>
      </p:sp>
    </p:spTree>
    <p:extLst>
      <p:ext uri="{BB962C8B-B14F-4D97-AF65-F5344CB8AC3E}">
        <p14:creationId xmlns:p14="http://schemas.microsoft.com/office/powerpoint/2010/main" val="4771447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204969" y="865470"/>
            <a:ext cx="8983327" cy="5992530"/>
          </a:xfrm>
        </p:spPr>
        <p:txBody>
          <a:bodyPr>
            <a:normAutofit lnSpcReduction="10000"/>
          </a:bodyPr>
          <a:lstStyle/>
          <a:p>
            <a:pPr marL="342900" lvl="1" indent="-342900" algn="just">
              <a:buSzPct val="90000"/>
            </a:pPr>
            <a:r>
              <a:rPr lang="en-US" altLang="zh-TW" sz="2000">
                <a:latin typeface="Consolas" panose="020B0609020204030204" pitchFamily="49" charset="0"/>
                <a:ea typeface="+mj-ea"/>
              </a:rPr>
              <a:t>Map</a:t>
            </a:r>
            <a:r>
              <a:rPr lang="zh-TW" altLang="en-US" sz="2000">
                <a:latin typeface="Consolas" panose="020B0609020204030204" pitchFamily="49" charset="0"/>
                <a:ea typeface="+mj-ea"/>
              </a:rPr>
              <a:t>物件</a:t>
            </a:r>
            <a:r>
              <a:rPr lang="en-US" altLang="zh-TW" sz="2000">
                <a:latin typeface="Consolas" panose="020B0609020204030204" pitchFamily="49" charset="0"/>
                <a:ea typeface="+mj-ea"/>
              </a:rPr>
              <a:t>:${</a:t>
            </a:r>
            <a:r>
              <a:rPr lang="zh-TW" altLang="en-US" sz="2000">
                <a:latin typeface="Consolas" panose="020B0609020204030204" pitchFamily="49" charset="0"/>
                <a:ea typeface="+mj-ea"/>
              </a:rPr>
              <a:t>識別名稱</a:t>
            </a:r>
            <a:r>
              <a:rPr lang="en-US" altLang="zh-TW" sz="2000">
                <a:latin typeface="Consolas" panose="020B0609020204030204" pitchFamily="49" charset="0"/>
                <a:ea typeface="+mj-ea"/>
              </a:rPr>
              <a:t>.key}</a:t>
            </a:r>
          </a:p>
          <a:p>
            <a:pPr marL="742950" lvl="2" indent="-342900" algn="just">
              <a:buSzPct val="40000"/>
              <a:buFont typeface="Wingdings" panose="05000000000000000000" pitchFamily="2" charset="2"/>
              <a:buChar char="l"/>
            </a:pPr>
            <a:r>
              <a:rPr lang="en-US" altLang="zh-TW" sz="2000">
                <a:latin typeface="Consolas" panose="020B0609020204030204" pitchFamily="49" charset="0"/>
                <a:ea typeface="+mj-ea"/>
              </a:rPr>
              <a:t>【</a:t>
            </a:r>
            <a:r>
              <a:rPr lang="zh-TW" altLang="en-US" sz="2000">
                <a:latin typeface="Consolas" panose="020B0609020204030204" pitchFamily="49" charset="0"/>
                <a:ea typeface="+mj-ea"/>
              </a:rPr>
              <a:t>範例</a:t>
            </a:r>
            <a:r>
              <a:rPr lang="en-US" altLang="zh-TW" sz="2000">
                <a:latin typeface="Consolas" panose="020B0609020204030204" pitchFamily="49" charset="0"/>
                <a:ea typeface="+mj-ea"/>
              </a:rPr>
              <a:t>】</a:t>
            </a:r>
          </a:p>
          <a:p>
            <a:pPr marL="857250" lvl="3" indent="0" algn="just">
              <a:buSzPct val="40000"/>
              <a:buNone/>
            </a:pPr>
            <a:r>
              <a:rPr lang="en-US" altLang="zh-TW" sz="2000">
                <a:latin typeface="Consolas" panose="020B0609020204030204" pitchFamily="49" charset="0"/>
                <a:ea typeface="+mj-ea"/>
              </a:rPr>
              <a:t>&lt;%</a:t>
            </a:r>
            <a:r>
              <a:rPr lang="zh-TW" altLang="en-US" sz="2000">
                <a:latin typeface="Consolas" panose="020B0609020204030204" pitchFamily="49" charset="0"/>
                <a:ea typeface="+mj-ea"/>
              </a:rPr>
              <a:t> </a:t>
            </a:r>
            <a:r>
              <a:rPr lang="en-US" altLang="zh-TW" sz="2000">
                <a:latin typeface="Consolas" panose="020B0609020204030204" pitchFamily="49" charset="0"/>
                <a:ea typeface="+mj-ea"/>
              </a:rPr>
              <a:t>Map </a:t>
            </a:r>
            <a:r>
              <a:rPr lang="en-US" altLang="zh-TW" sz="2000" err="1">
                <a:latin typeface="Consolas" panose="020B0609020204030204" pitchFamily="49" charset="0"/>
                <a:ea typeface="+mj-ea"/>
              </a:rPr>
              <a:t>map</a:t>
            </a:r>
            <a:r>
              <a:rPr lang="en-US" altLang="zh-TW" sz="2000">
                <a:latin typeface="Consolas" panose="020B0609020204030204" pitchFamily="49" charset="0"/>
                <a:ea typeface="+mj-ea"/>
              </a:rPr>
              <a:t> = new HashMap();</a:t>
            </a:r>
          </a:p>
          <a:p>
            <a:pPr marL="1314450" lvl="4" indent="0" algn="just">
              <a:buSzPct val="40000"/>
              <a:buNone/>
            </a:pPr>
            <a:r>
              <a:rPr lang="en-US" altLang="zh-TW" sz="2000" err="1">
                <a:latin typeface="Consolas" panose="020B0609020204030204" pitchFamily="49" charset="0"/>
                <a:ea typeface="+mj-ea"/>
              </a:rPr>
              <a:t>map.put</a:t>
            </a:r>
            <a:r>
              <a:rPr lang="en-US" altLang="zh-TW" sz="2000">
                <a:latin typeface="Consolas" panose="020B0609020204030204" pitchFamily="49" charset="0"/>
                <a:ea typeface="+mj-ea"/>
              </a:rPr>
              <a:t>("username", "Allen");</a:t>
            </a:r>
          </a:p>
          <a:p>
            <a:pPr marL="1314450" lvl="4" indent="0" algn="just">
              <a:buSzPct val="40000"/>
              <a:buNone/>
            </a:pPr>
            <a:r>
              <a:rPr lang="en-US" altLang="zh-TW" sz="2000" err="1">
                <a:latin typeface="Consolas" panose="020B0609020204030204" pitchFamily="49" charset="0"/>
                <a:ea typeface="+mj-ea"/>
              </a:rPr>
              <a:t>map.put</a:t>
            </a:r>
            <a:r>
              <a:rPr lang="en-US" altLang="zh-TW" sz="2000">
                <a:latin typeface="Consolas" panose="020B0609020204030204" pitchFamily="49" charset="0"/>
                <a:ea typeface="+mj-ea"/>
              </a:rPr>
              <a:t>("password", "1234");</a:t>
            </a:r>
          </a:p>
          <a:p>
            <a:pPr marL="1314450" lvl="4" indent="0" algn="just">
              <a:buSzPct val="40000"/>
              <a:buNone/>
            </a:pPr>
            <a:r>
              <a:rPr lang="en-US" altLang="zh-TW" sz="2000" err="1">
                <a:latin typeface="Consolas" panose="020B0609020204030204" pitchFamily="49" charset="0"/>
                <a:ea typeface="+mj-ea"/>
              </a:rPr>
              <a:t>request.setAttribute</a:t>
            </a:r>
            <a:r>
              <a:rPr lang="en-US" altLang="zh-TW" sz="2000">
                <a:latin typeface="Consolas" panose="020B0609020204030204" pitchFamily="49" charset="0"/>
                <a:ea typeface="+mj-ea"/>
              </a:rPr>
              <a:t>("login", map);%&gt;</a:t>
            </a:r>
          </a:p>
          <a:p>
            <a:pPr marL="742950" lvl="2" indent="-342900" algn="just">
              <a:lnSpc>
                <a:spcPct val="100000"/>
              </a:lnSpc>
              <a:buSzPct val="40000"/>
              <a:buFont typeface="Wingdings" panose="05000000000000000000" pitchFamily="2" charset="2"/>
              <a:buChar char="l"/>
            </a:pPr>
            <a:r>
              <a:rPr lang="zh-TW" altLang="en-US" sz="2000">
                <a:latin typeface="Consolas" panose="020B0609020204030204" pitchFamily="49" charset="0"/>
                <a:ea typeface="+mj-ea"/>
              </a:rPr>
              <a:t>使用</a:t>
            </a:r>
            <a:r>
              <a:rPr lang="en-US" altLang="zh-TW" sz="2000">
                <a:latin typeface="Consolas" panose="020B0609020204030204" pitchFamily="49" charset="0"/>
                <a:ea typeface="+mj-ea"/>
              </a:rPr>
              <a:t>EL</a:t>
            </a:r>
            <a:r>
              <a:rPr lang="zh-TW" altLang="en-US" sz="2000">
                <a:latin typeface="Consolas" panose="020B0609020204030204" pitchFamily="49" charset="0"/>
                <a:ea typeface="+mj-ea"/>
              </a:rPr>
              <a:t>取得方式</a:t>
            </a:r>
            <a:endParaRPr lang="en-US" altLang="zh-TW" sz="2000">
              <a:latin typeface="Consolas" panose="020B0609020204030204" pitchFamily="49" charset="0"/>
              <a:ea typeface="+mj-ea"/>
            </a:endParaRPr>
          </a:p>
          <a:p>
            <a:pPr marL="857250" lvl="3" indent="0" algn="just">
              <a:buNone/>
            </a:pPr>
            <a:r>
              <a:rPr lang="zh-TW" altLang="en-US" sz="2000">
                <a:latin typeface="Consolas" panose="020B0609020204030204" pitchFamily="49" charset="0"/>
                <a:ea typeface="+mj-ea"/>
              </a:rPr>
              <a:t>帳號</a:t>
            </a:r>
            <a:r>
              <a:rPr lang="en-US" altLang="zh-TW" sz="2000">
                <a:latin typeface="Consolas" panose="020B0609020204030204" pitchFamily="49" charset="0"/>
                <a:ea typeface="+mj-ea"/>
              </a:rPr>
              <a:t>:${</a:t>
            </a:r>
            <a:r>
              <a:rPr lang="en-US" altLang="zh-TW" sz="2000" err="1">
                <a:latin typeface="Consolas" panose="020B0609020204030204" pitchFamily="49" charset="0"/>
                <a:ea typeface="+mj-ea"/>
              </a:rPr>
              <a:t>login.username</a:t>
            </a:r>
            <a:r>
              <a:rPr lang="en-US" altLang="zh-TW" sz="2000">
                <a:latin typeface="Consolas" panose="020B0609020204030204" pitchFamily="49" charset="0"/>
                <a:ea typeface="+mj-ea"/>
              </a:rPr>
              <a:t>}&lt;</a:t>
            </a:r>
            <a:r>
              <a:rPr lang="en-US" altLang="zh-TW" sz="2000" err="1">
                <a:latin typeface="Consolas" panose="020B0609020204030204" pitchFamily="49" charset="0"/>
                <a:ea typeface="+mj-ea"/>
              </a:rPr>
              <a:t>br</a:t>
            </a:r>
            <a:r>
              <a:rPr lang="en-US" altLang="zh-TW" sz="2000">
                <a:latin typeface="Consolas" panose="020B0609020204030204" pitchFamily="49" charset="0"/>
                <a:ea typeface="+mj-ea"/>
              </a:rPr>
              <a:t>&gt;</a:t>
            </a:r>
          </a:p>
          <a:p>
            <a:pPr marL="857250" lvl="3" indent="0" algn="just">
              <a:buNone/>
            </a:pPr>
            <a:r>
              <a:rPr lang="zh-TW" altLang="en-US" sz="2000">
                <a:latin typeface="Consolas" panose="020B0609020204030204" pitchFamily="49" charset="0"/>
                <a:ea typeface="+mj-ea"/>
              </a:rPr>
              <a:t>密碼</a:t>
            </a:r>
            <a:r>
              <a:rPr lang="en-US" altLang="zh-TW" sz="2000">
                <a:latin typeface="Consolas" panose="020B0609020204030204" pitchFamily="49" charset="0"/>
                <a:ea typeface="+mj-ea"/>
              </a:rPr>
              <a:t>:${</a:t>
            </a:r>
            <a:r>
              <a:rPr lang="en-US" altLang="zh-TW" sz="2000" err="1">
                <a:latin typeface="Consolas" panose="020B0609020204030204" pitchFamily="49" charset="0"/>
                <a:ea typeface="+mj-ea"/>
              </a:rPr>
              <a:t>login.password</a:t>
            </a:r>
            <a:r>
              <a:rPr lang="en-US" altLang="zh-TW" sz="2000">
                <a:latin typeface="Consolas" panose="020B0609020204030204" pitchFamily="49" charset="0"/>
                <a:ea typeface="+mj-ea"/>
              </a:rPr>
              <a:t>}&lt;</a:t>
            </a:r>
            <a:r>
              <a:rPr lang="en-US" altLang="zh-TW" sz="2000" err="1">
                <a:latin typeface="Consolas" panose="020B0609020204030204" pitchFamily="49" charset="0"/>
                <a:ea typeface="+mj-ea"/>
              </a:rPr>
              <a:t>br</a:t>
            </a:r>
            <a:r>
              <a:rPr lang="en-US" altLang="zh-TW" sz="2000">
                <a:latin typeface="Consolas" panose="020B0609020204030204" pitchFamily="49" charset="0"/>
                <a:ea typeface="+mj-ea"/>
              </a:rPr>
              <a:t>&gt;</a:t>
            </a:r>
          </a:p>
          <a:p>
            <a:pPr marL="342900" lvl="1" indent="-342900" algn="just">
              <a:lnSpc>
                <a:spcPct val="100000"/>
              </a:lnSpc>
              <a:buSzPct val="90000"/>
            </a:pPr>
            <a:r>
              <a:rPr lang="zh-TW" altLang="en-US" sz="2000">
                <a:latin typeface="Consolas" panose="020B0609020204030204" pitchFamily="49" charset="0"/>
                <a:ea typeface="+mj-ea"/>
              </a:rPr>
              <a:t>陣列物件</a:t>
            </a:r>
            <a:r>
              <a:rPr lang="en-US" altLang="zh-TW" sz="2000">
                <a:latin typeface="Consolas" panose="020B0609020204030204" pitchFamily="49" charset="0"/>
                <a:ea typeface="+mj-ea"/>
              </a:rPr>
              <a:t>:${</a:t>
            </a:r>
            <a:r>
              <a:rPr lang="zh-TW" altLang="en-US" sz="2000">
                <a:latin typeface="Consolas" panose="020B0609020204030204" pitchFamily="49" charset="0"/>
                <a:ea typeface="+mj-ea"/>
              </a:rPr>
              <a:t>識別名稱</a:t>
            </a:r>
            <a:r>
              <a:rPr lang="en-US" altLang="zh-TW" sz="2000">
                <a:latin typeface="Consolas" panose="020B0609020204030204" pitchFamily="49" charset="0"/>
                <a:ea typeface="+mj-ea"/>
              </a:rPr>
              <a:t>[</a:t>
            </a:r>
            <a:r>
              <a:rPr lang="zh-TW" altLang="en-US" sz="2000">
                <a:latin typeface="Consolas" panose="020B0609020204030204" pitchFamily="49" charset="0"/>
                <a:ea typeface="+mj-ea"/>
              </a:rPr>
              <a:t>序號</a:t>
            </a:r>
            <a:r>
              <a:rPr lang="en-US" altLang="zh-TW" sz="2000">
                <a:latin typeface="Consolas" panose="020B0609020204030204" pitchFamily="49" charset="0"/>
                <a:ea typeface="+mj-ea"/>
              </a:rPr>
              <a:t>]}</a:t>
            </a:r>
          </a:p>
          <a:p>
            <a:pPr marL="742950" lvl="2" indent="-342900" algn="just">
              <a:lnSpc>
                <a:spcPct val="100000"/>
              </a:lnSpc>
              <a:buSzPct val="40000"/>
              <a:buFont typeface="Wingdings" panose="05000000000000000000" pitchFamily="2" charset="2"/>
              <a:buChar char="l"/>
            </a:pPr>
            <a:r>
              <a:rPr lang="en-US" altLang="zh-TW" sz="2000">
                <a:latin typeface="Consolas" panose="020B0609020204030204" pitchFamily="49" charset="0"/>
                <a:ea typeface="+mj-ea"/>
              </a:rPr>
              <a:t>【</a:t>
            </a:r>
            <a:r>
              <a:rPr lang="zh-TW" altLang="en-US" sz="2000">
                <a:latin typeface="Consolas" panose="020B0609020204030204" pitchFamily="49" charset="0"/>
                <a:ea typeface="+mj-ea"/>
              </a:rPr>
              <a:t>範例</a:t>
            </a:r>
            <a:r>
              <a:rPr lang="en-US" altLang="zh-TW" sz="2000">
                <a:latin typeface="Consolas" panose="020B0609020204030204" pitchFamily="49" charset="0"/>
                <a:ea typeface="+mj-ea"/>
              </a:rPr>
              <a:t>】</a:t>
            </a:r>
          </a:p>
          <a:p>
            <a:pPr marL="857250" lvl="3" indent="0" algn="just">
              <a:buNone/>
            </a:pPr>
            <a:r>
              <a:rPr lang="en-US" altLang="zh-TW" sz="2000">
                <a:latin typeface="Consolas" panose="020B0609020204030204" pitchFamily="49" charset="0"/>
                <a:ea typeface="+mj-ea"/>
              </a:rPr>
              <a:t>&lt;%</a:t>
            </a:r>
            <a:r>
              <a:rPr lang="zh-TW" altLang="en-US" sz="2000">
                <a:latin typeface="Consolas" panose="020B0609020204030204" pitchFamily="49" charset="0"/>
                <a:ea typeface="+mj-ea"/>
              </a:rPr>
              <a:t> </a:t>
            </a:r>
            <a:endParaRPr lang="en-US" altLang="zh-TW" sz="2000">
              <a:latin typeface="Consolas" panose="020B0609020204030204" pitchFamily="49" charset="0"/>
              <a:ea typeface="+mj-ea"/>
            </a:endParaRPr>
          </a:p>
          <a:p>
            <a:pPr marL="1131570" lvl="4" indent="0" algn="just">
              <a:buNone/>
            </a:pPr>
            <a:r>
              <a:rPr lang="en-US" altLang="zh-TW" sz="2000">
                <a:latin typeface="Consolas" panose="020B0609020204030204" pitchFamily="49" charset="0"/>
                <a:ea typeface="+mj-ea"/>
              </a:rPr>
              <a:t>String[] fruit={"</a:t>
            </a:r>
            <a:r>
              <a:rPr lang="en-US" altLang="zh-TW" sz="2000" err="1">
                <a:latin typeface="Consolas" panose="020B0609020204030204" pitchFamily="49" charset="0"/>
                <a:ea typeface="+mj-ea"/>
              </a:rPr>
              <a:t>banana","pineapple","longan</a:t>
            </a:r>
            <a:r>
              <a:rPr lang="en-US" altLang="zh-TW" sz="2000">
                <a:latin typeface="Consolas" panose="020B0609020204030204" pitchFamily="49" charset="0"/>
                <a:ea typeface="+mj-ea"/>
              </a:rPr>
              <a:t>"};</a:t>
            </a:r>
          </a:p>
          <a:p>
            <a:pPr marL="1131570" lvl="4" indent="0" algn="just">
              <a:buNone/>
            </a:pPr>
            <a:r>
              <a:rPr lang="en-US" altLang="zh-TW" sz="2000" err="1">
                <a:latin typeface="Consolas" panose="020B0609020204030204" pitchFamily="49" charset="0"/>
                <a:ea typeface="+mj-ea"/>
              </a:rPr>
              <a:t>request.setAttribute</a:t>
            </a:r>
            <a:r>
              <a:rPr lang="en-US" altLang="zh-TW" sz="2000">
                <a:latin typeface="Consolas" panose="020B0609020204030204" pitchFamily="49" charset="0"/>
                <a:ea typeface="+mj-ea"/>
              </a:rPr>
              <a:t>("</a:t>
            </a:r>
            <a:r>
              <a:rPr lang="en-US" altLang="zh-TW" sz="2000" err="1">
                <a:latin typeface="Consolas" panose="020B0609020204030204" pitchFamily="49" charset="0"/>
                <a:ea typeface="+mj-ea"/>
              </a:rPr>
              <a:t>taiwanFruit</a:t>
            </a:r>
            <a:r>
              <a:rPr lang="en-US" altLang="zh-TW" sz="2000">
                <a:latin typeface="Consolas" panose="020B0609020204030204" pitchFamily="49" charset="0"/>
                <a:ea typeface="+mj-ea"/>
              </a:rPr>
              <a:t>", fruit);</a:t>
            </a:r>
          </a:p>
          <a:p>
            <a:pPr marL="857250" lvl="3" indent="0" algn="just">
              <a:buNone/>
            </a:pPr>
            <a:r>
              <a:rPr lang="en-US" altLang="zh-TW" sz="2000">
                <a:latin typeface="Consolas" panose="020B0609020204030204" pitchFamily="49" charset="0"/>
                <a:ea typeface="+mj-ea"/>
              </a:rPr>
              <a:t>%&gt;</a:t>
            </a:r>
          </a:p>
          <a:p>
            <a:pPr marL="742950" lvl="2" indent="-342900" algn="just">
              <a:lnSpc>
                <a:spcPct val="100000"/>
              </a:lnSpc>
              <a:buSzPct val="40000"/>
              <a:buFont typeface="Wingdings" panose="05000000000000000000" pitchFamily="2" charset="2"/>
              <a:buChar char="l"/>
            </a:pPr>
            <a:r>
              <a:rPr lang="zh-TW" altLang="en-US" sz="2000">
                <a:latin typeface="Consolas" panose="020B0609020204030204" pitchFamily="49" charset="0"/>
                <a:ea typeface="+mj-ea"/>
              </a:rPr>
              <a:t>使用</a:t>
            </a:r>
            <a:r>
              <a:rPr lang="en-US" altLang="zh-TW" sz="2000">
                <a:latin typeface="Consolas" panose="020B0609020204030204" pitchFamily="49" charset="0"/>
                <a:ea typeface="+mj-ea"/>
              </a:rPr>
              <a:t>EL</a:t>
            </a:r>
            <a:r>
              <a:rPr lang="zh-TW" altLang="en-US" sz="2000">
                <a:latin typeface="Consolas" panose="020B0609020204030204" pitchFamily="49" charset="0"/>
                <a:ea typeface="+mj-ea"/>
              </a:rPr>
              <a:t>取得方式</a:t>
            </a:r>
            <a:endParaRPr lang="en-US" altLang="zh-TW" sz="2000">
              <a:latin typeface="Consolas" panose="020B0609020204030204" pitchFamily="49" charset="0"/>
              <a:ea typeface="+mj-ea"/>
            </a:endParaRPr>
          </a:p>
          <a:p>
            <a:pPr marL="857250" lvl="3" indent="0" algn="just">
              <a:buNone/>
            </a:pPr>
            <a:r>
              <a:rPr lang="zh-TW" altLang="en-US" sz="2000">
                <a:latin typeface="Consolas" panose="020B0609020204030204" pitchFamily="49" charset="0"/>
                <a:ea typeface="+mj-ea"/>
              </a:rPr>
              <a:t>台灣水果</a:t>
            </a:r>
            <a:r>
              <a:rPr lang="en-US" altLang="zh-TW" sz="2000">
                <a:latin typeface="Consolas" panose="020B0609020204030204" pitchFamily="49" charset="0"/>
                <a:ea typeface="+mj-ea"/>
              </a:rPr>
              <a:t>: ${</a:t>
            </a:r>
            <a:r>
              <a:rPr lang="en-US" altLang="zh-TW" sz="2000" err="1">
                <a:latin typeface="Consolas" panose="020B0609020204030204" pitchFamily="49" charset="0"/>
                <a:ea typeface="+mj-ea"/>
              </a:rPr>
              <a:t>taiwanFruit</a:t>
            </a:r>
            <a:r>
              <a:rPr lang="en-US" altLang="zh-TW" sz="2000">
                <a:latin typeface="Consolas" panose="020B0609020204030204" pitchFamily="49" charset="0"/>
                <a:ea typeface="+mj-ea"/>
              </a:rPr>
              <a:t>[0]}&lt;</a:t>
            </a:r>
            <a:r>
              <a:rPr lang="en-US" altLang="zh-TW" sz="2000" err="1">
                <a:latin typeface="Consolas" panose="020B0609020204030204" pitchFamily="49" charset="0"/>
                <a:ea typeface="+mj-ea"/>
              </a:rPr>
              <a:t>br</a:t>
            </a:r>
            <a:r>
              <a:rPr lang="en-US" altLang="zh-TW" sz="2000">
                <a:latin typeface="Consolas" panose="020B0609020204030204" pitchFamily="49" charset="0"/>
                <a:ea typeface="+mj-ea"/>
              </a:rPr>
              <a:t>&gt;</a:t>
            </a:r>
          </a:p>
          <a:p>
            <a:pPr marL="857250" lvl="3" indent="0" algn="just">
              <a:buNone/>
            </a:pPr>
            <a:r>
              <a:rPr lang="zh-TW" altLang="en-US" sz="2000">
                <a:latin typeface="Consolas" panose="020B0609020204030204" pitchFamily="49" charset="0"/>
                <a:ea typeface="+mj-ea"/>
              </a:rPr>
              <a:t>台灣水果</a:t>
            </a:r>
            <a:r>
              <a:rPr lang="en-US" altLang="zh-TW" sz="2000">
                <a:latin typeface="Consolas" panose="020B0609020204030204" pitchFamily="49" charset="0"/>
                <a:ea typeface="+mj-ea"/>
              </a:rPr>
              <a:t>: ${</a:t>
            </a:r>
            <a:r>
              <a:rPr lang="en-US" altLang="zh-TW" sz="2000" err="1">
                <a:latin typeface="Consolas" panose="020B0609020204030204" pitchFamily="49" charset="0"/>
                <a:ea typeface="+mj-ea"/>
              </a:rPr>
              <a:t>taiwanFruit</a:t>
            </a:r>
            <a:r>
              <a:rPr lang="en-US" altLang="zh-TW" sz="2000">
                <a:latin typeface="Consolas" panose="020B0609020204030204" pitchFamily="49" charset="0"/>
                <a:ea typeface="+mj-ea"/>
              </a:rPr>
              <a:t>[1]}&lt;</a:t>
            </a:r>
            <a:r>
              <a:rPr lang="en-US" altLang="zh-TW" sz="2000" err="1">
                <a:latin typeface="Consolas" panose="020B0609020204030204" pitchFamily="49" charset="0"/>
                <a:ea typeface="+mj-ea"/>
              </a:rPr>
              <a:t>br</a:t>
            </a:r>
            <a:r>
              <a:rPr lang="en-US" altLang="zh-TW" sz="2000">
                <a:latin typeface="Consolas" panose="020B0609020204030204" pitchFamily="49" charset="0"/>
                <a:ea typeface="+mj-ea"/>
              </a:rPr>
              <a:t>&gt;</a:t>
            </a:r>
          </a:p>
        </p:txBody>
      </p:sp>
      <p:sp>
        <p:nvSpPr>
          <p:cNvPr id="4" name="文字方塊 3">
            <a:extLst>
              <a:ext uri="{FF2B5EF4-FFF2-40B4-BE49-F238E27FC236}">
                <a16:creationId xmlns:a16="http://schemas.microsoft.com/office/drawing/2014/main" id="{5587B358-6D7B-4218-85F0-DEFF074AE368}"/>
              </a:ext>
            </a:extLst>
          </p:cNvPr>
          <p:cNvSpPr txBox="1"/>
          <p:nvPr/>
        </p:nvSpPr>
        <p:spPr>
          <a:xfrm>
            <a:off x="204968" y="117822"/>
            <a:ext cx="4619279"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indent="0" algn="ctr">
              <a:buClrTx/>
              <a:buNone/>
            </a:pPr>
            <a:r>
              <a:rPr lang="zh-TW" altLang="en-US" sz="3200">
                <a:latin typeface="Consolas" panose="020B0609020204030204" pitchFamily="49" charset="0"/>
                <a:ea typeface="+mj-ea"/>
              </a:rPr>
              <a:t>讀取</a:t>
            </a:r>
            <a:r>
              <a:rPr lang="en-US" altLang="zh-TW" sz="3200">
                <a:latin typeface="Consolas" panose="020B0609020204030204" pitchFamily="49" charset="0"/>
                <a:ea typeface="+mj-ea"/>
              </a:rPr>
              <a:t>Map</a:t>
            </a:r>
            <a:r>
              <a:rPr lang="zh-TW" altLang="en-US" sz="3200">
                <a:latin typeface="Consolas" panose="020B0609020204030204" pitchFamily="49" charset="0"/>
                <a:ea typeface="+mj-ea"/>
              </a:rPr>
              <a:t>物件與陣列物件</a:t>
            </a:r>
            <a:endParaRPr lang="en-US" altLang="zh-TW" sz="3000">
              <a:latin typeface="Consolas" panose="020B0609020204030204" pitchFamily="49" charset="0"/>
              <a:ea typeface="+mj-ea"/>
            </a:endParaRPr>
          </a:p>
        </p:txBody>
      </p:sp>
      <p:sp>
        <p:nvSpPr>
          <p:cNvPr id="2" name="投影片編號版面配置區 1">
            <a:extLst>
              <a:ext uri="{FF2B5EF4-FFF2-40B4-BE49-F238E27FC236}">
                <a16:creationId xmlns:a16="http://schemas.microsoft.com/office/drawing/2014/main" id="{AFEFFFBA-1F72-45A8-B76A-05BB1400AF65}"/>
              </a:ext>
            </a:extLst>
          </p:cNvPr>
          <p:cNvSpPr>
            <a:spLocks noGrp="1"/>
          </p:cNvSpPr>
          <p:nvPr>
            <p:ph type="sldNum" sz="quarter" idx="12"/>
          </p:nvPr>
        </p:nvSpPr>
        <p:spPr/>
        <p:txBody>
          <a:bodyPr/>
          <a:lstStyle/>
          <a:p>
            <a:fld id="{B521127C-0C56-461F-B517-0D483F216F7D}" type="slidenum">
              <a:rPr lang="zh-TW" altLang="en-US" smtClean="0"/>
              <a:t>99</a:t>
            </a:fld>
            <a:endParaRPr lang="zh-TW" altLang="en-US"/>
          </a:p>
        </p:txBody>
      </p:sp>
    </p:spTree>
    <p:extLst>
      <p:ext uri="{BB962C8B-B14F-4D97-AF65-F5344CB8AC3E}">
        <p14:creationId xmlns:p14="http://schemas.microsoft.com/office/powerpoint/2010/main" val="226933218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374357" y="1079339"/>
            <a:ext cx="9953297" cy="4228386"/>
          </a:xfrm>
        </p:spPr>
        <p:txBody>
          <a:bodyPr>
            <a:normAutofit/>
          </a:bodyPr>
          <a:lstStyle/>
          <a:p>
            <a:pPr marL="342900" lvl="1" indent="-342900" algn="just"/>
            <a:r>
              <a:rPr lang="en-US" altLang="zh-TW" sz="2000">
                <a:latin typeface="Consolas" panose="020B0609020204030204" pitchFamily="49" charset="0"/>
                <a:ea typeface="+mj-ea"/>
              </a:rPr>
              <a:t>【</a:t>
            </a:r>
            <a:r>
              <a:rPr lang="zh-TW" altLang="en-US" sz="2000">
                <a:latin typeface="Consolas" panose="020B0609020204030204" pitchFamily="49" charset="0"/>
                <a:ea typeface="+mj-ea"/>
              </a:rPr>
              <a:t>範例</a:t>
            </a:r>
            <a:r>
              <a:rPr lang="en-US" altLang="zh-TW" sz="2000">
                <a:latin typeface="Consolas" panose="020B0609020204030204" pitchFamily="49" charset="0"/>
                <a:ea typeface="+mj-ea"/>
              </a:rPr>
              <a:t>】</a:t>
            </a:r>
          </a:p>
          <a:p>
            <a:pPr marL="674370" lvl="3" indent="0" algn="just">
              <a:buNone/>
            </a:pPr>
            <a:r>
              <a:rPr lang="en-US" altLang="zh-TW" sz="2000">
                <a:latin typeface="Consolas" panose="020B0609020204030204" pitchFamily="49" charset="0"/>
                <a:ea typeface="+mj-ea"/>
              </a:rPr>
              <a:t>&lt;%</a:t>
            </a:r>
          </a:p>
          <a:p>
            <a:pPr marL="948690" lvl="4" indent="0" algn="just">
              <a:buNone/>
            </a:pPr>
            <a:r>
              <a:rPr lang="en-US" altLang="zh-TW" sz="2000">
                <a:latin typeface="Consolas" panose="020B0609020204030204" pitchFamily="49" charset="0"/>
                <a:ea typeface="+mj-ea"/>
              </a:rPr>
              <a:t>Users u = new </a:t>
            </a:r>
            <a:r>
              <a:rPr lang="en-US" altLang="zh-TW" sz="2000">
                <a:latin typeface="Consolas" panose="020B0609020204030204" pitchFamily="49" charset="0"/>
              </a:rPr>
              <a:t>Users</a:t>
            </a:r>
            <a:r>
              <a:rPr lang="en-US" altLang="zh-TW" sz="2000">
                <a:latin typeface="Consolas" panose="020B0609020204030204" pitchFamily="49" charset="0"/>
                <a:ea typeface="+mj-ea"/>
              </a:rPr>
              <a:t>();</a:t>
            </a:r>
          </a:p>
          <a:p>
            <a:pPr marL="948690" lvl="4" indent="0" algn="just">
              <a:buNone/>
            </a:pPr>
            <a:r>
              <a:rPr lang="en-US" altLang="zh-TW" sz="2000">
                <a:latin typeface="Consolas" panose="020B0609020204030204" pitchFamily="49" charset="0"/>
                <a:ea typeface="+mj-ea"/>
              </a:rPr>
              <a:t>u.setName("Allen");</a:t>
            </a:r>
          </a:p>
          <a:p>
            <a:pPr marL="948690" lvl="4" indent="0" algn="just">
              <a:buNone/>
            </a:pPr>
            <a:r>
              <a:rPr lang="en-US" altLang="zh-TW" sz="2000">
                <a:latin typeface="Consolas" panose="020B0609020204030204" pitchFamily="49" charset="0"/>
                <a:ea typeface="+mj-ea"/>
              </a:rPr>
              <a:t>u.setAge(18);</a:t>
            </a:r>
          </a:p>
          <a:p>
            <a:pPr marL="948690" lvl="4" indent="0" algn="just">
              <a:buNone/>
            </a:pPr>
            <a:r>
              <a:rPr lang="en-US" altLang="zh-TW" sz="2000">
                <a:latin typeface="Consolas" panose="020B0609020204030204" pitchFamily="49" charset="0"/>
                <a:ea typeface="+mj-ea"/>
              </a:rPr>
              <a:t>request.setAttribute("myUserBean", u);</a:t>
            </a:r>
          </a:p>
          <a:p>
            <a:pPr marL="674370" lvl="3" indent="0" algn="just">
              <a:buNone/>
            </a:pPr>
            <a:r>
              <a:rPr lang="en-US" altLang="zh-TW" sz="2000">
                <a:latin typeface="Consolas" panose="020B0609020204030204" pitchFamily="49" charset="0"/>
                <a:ea typeface="+mj-ea"/>
              </a:rPr>
              <a:t>%&gt;</a:t>
            </a:r>
          </a:p>
          <a:p>
            <a:pPr marL="400050" lvl="2" indent="0" algn="just">
              <a:buNone/>
            </a:pPr>
            <a:endParaRPr lang="en-US" altLang="zh-TW" sz="2000">
              <a:latin typeface="Consolas" panose="020B0609020204030204" pitchFamily="49" charset="0"/>
              <a:ea typeface="+mj-ea"/>
            </a:endParaRPr>
          </a:p>
          <a:p>
            <a:pPr marL="400050" lvl="2" indent="0" algn="just">
              <a:buNone/>
            </a:pPr>
            <a:r>
              <a:rPr lang="zh-TW" altLang="en-US" sz="2000">
                <a:latin typeface="Consolas" panose="020B0609020204030204" pitchFamily="49" charset="0"/>
                <a:ea typeface="+mj-ea"/>
              </a:rPr>
              <a:t>使用</a:t>
            </a:r>
            <a:r>
              <a:rPr lang="en-US" altLang="zh-TW" sz="2000">
                <a:latin typeface="Consolas" panose="020B0609020204030204" pitchFamily="49" charset="0"/>
                <a:ea typeface="+mj-ea"/>
              </a:rPr>
              <a:t>EL</a:t>
            </a:r>
            <a:r>
              <a:rPr lang="zh-TW" altLang="en-US" sz="2000">
                <a:latin typeface="Consolas" panose="020B0609020204030204" pitchFamily="49" charset="0"/>
                <a:ea typeface="+mj-ea"/>
              </a:rPr>
              <a:t>取得方式</a:t>
            </a:r>
            <a:r>
              <a:rPr lang="en-US" altLang="zh-TW" sz="2000">
                <a:latin typeface="Consolas" panose="020B0609020204030204" pitchFamily="49" charset="0"/>
                <a:ea typeface="+mj-ea"/>
              </a:rPr>
              <a:t>:</a:t>
            </a:r>
          </a:p>
          <a:p>
            <a:pPr marL="400050" lvl="2" indent="0" algn="just">
              <a:buNone/>
            </a:pPr>
            <a:r>
              <a:rPr lang="en-US" altLang="zh-TW" sz="2000">
                <a:latin typeface="Consolas" panose="020B0609020204030204" pitchFamily="49" charset="0"/>
                <a:ea typeface="+mj-ea"/>
              </a:rPr>
              <a:t>	${ </a:t>
            </a:r>
            <a:r>
              <a:rPr lang="en-US" altLang="zh-TW" sz="2000">
                <a:latin typeface="Consolas" panose="020B0609020204030204" pitchFamily="49" charset="0"/>
              </a:rPr>
              <a:t>myUserBean</a:t>
            </a:r>
            <a:r>
              <a:rPr lang="en-US" altLang="zh-TW" sz="2000">
                <a:latin typeface="Consolas" panose="020B0609020204030204" pitchFamily="49" charset="0"/>
                <a:ea typeface="+mj-ea"/>
              </a:rPr>
              <a:t>.getName() }</a:t>
            </a:r>
          </a:p>
          <a:p>
            <a:pPr marL="400050" lvl="2" indent="0" algn="just">
              <a:buNone/>
            </a:pPr>
            <a:r>
              <a:rPr lang="en-US" altLang="zh-TW" sz="2000">
                <a:latin typeface="Consolas" panose="020B0609020204030204" pitchFamily="49" charset="0"/>
                <a:ea typeface="+mj-ea"/>
              </a:rPr>
              <a:t>	${ </a:t>
            </a:r>
            <a:r>
              <a:rPr lang="en-US" altLang="zh-TW" sz="2000">
                <a:latin typeface="Consolas" panose="020B0609020204030204" pitchFamily="49" charset="0"/>
              </a:rPr>
              <a:t>myUserBean</a:t>
            </a:r>
            <a:r>
              <a:rPr lang="en-US" altLang="zh-TW" sz="2000">
                <a:latin typeface="Consolas" panose="020B0609020204030204" pitchFamily="49" charset="0"/>
                <a:ea typeface="+mj-ea"/>
              </a:rPr>
              <a:t>.age }</a:t>
            </a:r>
          </a:p>
        </p:txBody>
      </p:sp>
      <p:sp>
        <p:nvSpPr>
          <p:cNvPr id="8" name="文字方塊 7">
            <a:extLst>
              <a:ext uri="{FF2B5EF4-FFF2-40B4-BE49-F238E27FC236}">
                <a16:creationId xmlns:a16="http://schemas.microsoft.com/office/drawing/2014/main" id="{F8C248A1-2D71-4062-B120-350ECD17772F}"/>
              </a:ext>
            </a:extLst>
          </p:cNvPr>
          <p:cNvSpPr txBox="1"/>
          <p:nvPr/>
        </p:nvSpPr>
        <p:spPr>
          <a:xfrm>
            <a:off x="204968" y="117822"/>
            <a:ext cx="3704879"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indent="0" algn="ctr">
              <a:buClrTx/>
              <a:buNone/>
            </a:pPr>
            <a:r>
              <a:rPr lang="zh-TW" altLang="en-US" sz="3200">
                <a:latin typeface="Consolas" panose="020B0609020204030204" pitchFamily="49" charset="0"/>
                <a:ea typeface="+mj-ea"/>
              </a:rPr>
              <a:t>讀取</a:t>
            </a:r>
            <a:r>
              <a:rPr lang="en-US" altLang="zh-TW" sz="3200">
                <a:latin typeface="Consolas" panose="020B0609020204030204" pitchFamily="49" charset="0"/>
                <a:ea typeface="+mj-ea"/>
              </a:rPr>
              <a:t>JavaBean</a:t>
            </a:r>
            <a:r>
              <a:rPr lang="zh-TW" altLang="en-US" sz="3200">
                <a:latin typeface="Consolas" panose="020B0609020204030204" pitchFamily="49" charset="0"/>
                <a:ea typeface="+mj-ea"/>
              </a:rPr>
              <a:t>物件</a:t>
            </a:r>
            <a:endParaRPr lang="en-US" altLang="zh-TW" sz="3000">
              <a:latin typeface="Consolas" panose="020B0609020204030204" pitchFamily="49" charset="0"/>
              <a:ea typeface="+mj-ea"/>
            </a:endParaRPr>
          </a:p>
        </p:txBody>
      </p:sp>
      <p:sp>
        <p:nvSpPr>
          <p:cNvPr id="2" name="投影片編號版面配置區 1">
            <a:extLst>
              <a:ext uri="{FF2B5EF4-FFF2-40B4-BE49-F238E27FC236}">
                <a16:creationId xmlns:a16="http://schemas.microsoft.com/office/drawing/2014/main" id="{DC6BD4FB-B7A2-4942-AA28-1E0240C26C66}"/>
              </a:ext>
            </a:extLst>
          </p:cNvPr>
          <p:cNvSpPr>
            <a:spLocks noGrp="1"/>
          </p:cNvSpPr>
          <p:nvPr>
            <p:ph type="sldNum" sz="quarter" idx="12"/>
          </p:nvPr>
        </p:nvSpPr>
        <p:spPr/>
        <p:txBody>
          <a:bodyPr/>
          <a:lstStyle/>
          <a:p>
            <a:fld id="{B521127C-0C56-461F-B517-0D483F216F7D}" type="slidenum">
              <a:rPr lang="zh-TW" altLang="en-US" smtClean="0"/>
              <a:t>100</a:t>
            </a:fld>
            <a:endParaRPr lang="zh-TW" altLang="en-US"/>
          </a:p>
        </p:txBody>
      </p:sp>
    </p:spTree>
    <p:extLst>
      <p:ext uri="{BB962C8B-B14F-4D97-AF65-F5344CB8AC3E}">
        <p14:creationId xmlns:p14="http://schemas.microsoft.com/office/powerpoint/2010/main" val="258622320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578069" y="980847"/>
            <a:ext cx="11130455" cy="5657061"/>
          </a:xfrm>
        </p:spPr>
        <p:txBody>
          <a:bodyPr>
            <a:noAutofit/>
          </a:bodyPr>
          <a:lstStyle/>
          <a:p>
            <a:pPr lvl="1" indent="-457200" algn="just"/>
            <a:r>
              <a:rPr lang="en-US" altLang="zh-TW" sz="2000">
                <a:latin typeface="Consolas" panose="020B0609020204030204" pitchFamily="49" charset="0"/>
                <a:ea typeface="+mj-ea"/>
              </a:rPr>
              <a:t>【Scope</a:t>
            </a:r>
            <a:r>
              <a:rPr lang="zh-TW" altLang="en-US" sz="2000">
                <a:latin typeface="Consolas" panose="020B0609020204030204" pitchFamily="49" charset="0"/>
                <a:ea typeface="+mj-ea"/>
              </a:rPr>
              <a:t>物件</a:t>
            </a:r>
            <a:r>
              <a:rPr lang="en-US" altLang="zh-TW" sz="2000">
                <a:latin typeface="Consolas" panose="020B0609020204030204" pitchFamily="49" charset="0"/>
                <a:ea typeface="+mj-ea"/>
              </a:rPr>
              <a:t>】</a:t>
            </a:r>
          </a:p>
          <a:p>
            <a:pPr lvl="2" indent="-457200" algn="just"/>
            <a:r>
              <a:rPr lang="en-US" altLang="zh-TW" sz="2000">
                <a:solidFill>
                  <a:srgbClr val="FF0000"/>
                </a:solidFill>
                <a:latin typeface="Consolas" panose="020B0609020204030204" pitchFamily="49" charset="0"/>
                <a:ea typeface="+mj-ea"/>
              </a:rPr>
              <a:t>pageContext:</a:t>
            </a:r>
            <a:r>
              <a:rPr lang="zh-TW" altLang="en-US" sz="2000">
                <a:solidFill>
                  <a:srgbClr val="FF0000"/>
                </a:solidFill>
                <a:latin typeface="Consolas" panose="020B0609020204030204" pitchFamily="49" charset="0"/>
                <a:ea typeface="+mj-ea"/>
              </a:rPr>
              <a:t>相對於</a:t>
            </a:r>
            <a:r>
              <a:rPr lang="en-US" altLang="zh-TW" sz="2000">
                <a:solidFill>
                  <a:srgbClr val="FF0000"/>
                </a:solidFill>
                <a:latin typeface="Consolas" panose="020B0609020204030204" pitchFamily="49" charset="0"/>
                <a:ea typeface="+mj-ea"/>
              </a:rPr>
              <a:t>JSP</a:t>
            </a:r>
            <a:r>
              <a:rPr lang="zh-TW" altLang="en-US" sz="2000">
                <a:solidFill>
                  <a:srgbClr val="FF0000"/>
                </a:solidFill>
                <a:latin typeface="Consolas" panose="020B0609020204030204" pitchFamily="49" charset="0"/>
                <a:ea typeface="+mj-ea"/>
              </a:rPr>
              <a:t>的隱含物件</a:t>
            </a:r>
            <a:r>
              <a:rPr lang="en-US" altLang="zh-TW" sz="2000">
                <a:solidFill>
                  <a:srgbClr val="FF0000"/>
                </a:solidFill>
                <a:latin typeface="Consolas" panose="020B0609020204030204" pitchFamily="49" charset="0"/>
                <a:ea typeface="+mj-ea"/>
              </a:rPr>
              <a:t>pageContext</a:t>
            </a:r>
          </a:p>
          <a:p>
            <a:pPr lvl="2" indent="-457200" algn="just"/>
            <a:r>
              <a:rPr lang="en-US" altLang="zh-TW" sz="2000">
                <a:latin typeface="Consolas" panose="020B0609020204030204" pitchFamily="49" charset="0"/>
                <a:ea typeface="+mj-ea"/>
              </a:rPr>
              <a:t>pageScope:</a:t>
            </a:r>
            <a:r>
              <a:rPr lang="zh-TW" altLang="en-US" sz="2000">
                <a:latin typeface="Consolas" panose="020B0609020204030204" pitchFamily="49" charset="0"/>
                <a:ea typeface="+mj-ea"/>
              </a:rPr>
              <a:t>取得</a:t>
            </a:r>
            <a:r>
              <a:rPr lang="en-US" altLang="zh-TW" sz="2000">
                <a:latin typeface="Consolas" panose="020B0609020204030204" pitchFamily="49" charset="0"/>
                <a:ea typeface="+mj-ea"/>
              </a:rPr>
              <a:t>page</a:t>
            </a:r>
            <a:r>
              <a:rPr lang="zh-TW" altLang="en-US" sz="2000">
                <a:latin typeface="Consolas" panose="020B0609020204030204" pitchFamily="49" charset="0"/>
                <a:ea typeface="+mj-ea"/>
              </a:rPr>
              <a:t>範圍的某屬性名稱所對應的值</a:t>
            </a:r>
          </a:p>
          <a:p>
            <a:pPr lvl="2" indent="-457200" algn="just"/>
            <a:r>
              <a:rPr lang="en-US" altLang="zh-TW" sz="2000">
                <a:latin typeface="Consolas" panose="020B0609020204030204" pitchFamily="49" charset="0"/>
                <a:ea typeface="+mj-ea"/>
              </a:rPr>
              <a:t>requestScope:</a:t>
            </a:r>
            <a:r>
              <a:rPr lang="zh-TW" altLang="en-US" sz="2000">
                <a:latin typeface="Consolas" panose="020B0609020204030204" pitchFamily="49" charset="0"/>
                <a:ea typeface="+mj-ea"/>
              </a:rPr>
              <a:t>取得</a:t>
            </a:r>
            <a:r>
              <a:rPr lang="en-US" altLang="zh-TW" sz="2000">
                <a:latin typeface="Consolas" panose="020B0609020204030204" pitchFamily="49" charset="0"/>
                <a:ea typeface="+mj-ea"/>
              </a:rPr>
              <a:t>request</a:t>
            </a:r>
            <a:r>
              <a:rPr lang="zh-TW" altLang="en-US" sz="2000">
                <a:latin typeface="Consolas" panose="020B0609020204030204" pitchFamily="49" charset="0"/>
                <a:ea typeface="+mj-ea"/>
              </a:rPr>
              <a:t>範圍的某屬性名稱所對應的值</a:t>
            </a:r>
          </a:p>
          <a:p>
            <a:pPr lvl="2" indent="-457200" algn="just"/>
            <a:r>
              <a:rPr lang="en-US" altLang="zh-TW" sz="2000">
                <a:latin typeface="Consolas" panose="020B0609020204030204" pitchFamily="49" charset="0"/>
                <a:ea typeface="+mj-ea"/>
              </a:rPr>
              <a:t>sessionScope:</a:t>
            </a:r>
            <a:r>
              <a:rPr lang="zh-TW" altLang="en-US" sz="2000">
                <a:latin typeface="Consolas" panose="020B0609020204030204" pitchFamily="49" charset="0"/>
                <a:ea typeface="+mj-ea"/>
              </a:rPr>
              <a:t>取得</a:t>
            </a:r>
            <a:r>
              <a:rPr lang="en-US" altLang="zh-TW" sz="2000">
                <a:latin typeface="Consolas" panose="020B0609020204030204" pitchFamily="49" charset="0"/>
                <a:ea typeface="+mj-ea"/>
              </a:rPr>
              <a:t>session</a:t>
            </a:r>
            <a:r>
              <a:rPr lang="zh-TW" altLang="en-US" sz="2000">
                <a:latin typeface="Consolas" panose="020B0609020204030204" pitchFamily="49" charset="0"/>
                <a:ea typeface="+mj-ea"/>
              </a:rPr>
              <a:t>範圍的某屬性名稱所對應的值</a:t>
            </a:r>
          </a:p>
          <a:p>
            <a:pPr lvl="2" indent="-457200" algn="just"/>
            <a:r>
              <a:rPr lang="en-US" altLang="zh-TW" sz="2000">
                <a:latin typeface="Consolas" panose="020B0609020204030204" pitchFamily="49" charset="0"/>
                <a:ea typeface="+mj-ea"/>
              </a:rPr>
              <a:t>applicationScope:</a:t>
            </a:r>
            <a:r>
              <a:rPr lang="zh-TW" altLang="en-US" sz="2000">
                <a:latin typeface="Consolas" panose="020B0609020204030204" pitchFamily="49" charset="0"/>
                <a:ea typeface="+mj-ea"/>
              </a:rPr>
              <a:t>取得</a:t>
            </a:r>
            <a:r>
              <a:rPr lang="en-US" altLang="zh-TW" sz="2000">
                <a:latin typeface="Consolas" panose="020B0609020204030204" pitchFamily="49" charset="0"/>
                <a:ea typeface="+mj-ea"/>
              </a:rPr>
              <a:t>application</a:t>
            </a:r>
            <a:r>
              <a:rPr lang="zh-TW" altLang="en-US" sz="2000">
                <a:latin typeface="Consolas" panose="020B0609020204030204" pitchFamily="49" charset="0"/>
                <a:ea typeface="+mj-ea"/>
              </a:rPr>
              <a:t>範圍的某屬性名稱所對應的值</a:t>
            </a:r>
            <a:endParaRPr lang="en-US" altLang="zh-TW" sz="2000">
              <a:latin typeface="Consolas" panose="020B0609020204030204" pitchFamily="49" charset="0"/>
              <a:ea typeface="+mj-ea"/>
            </a:endParaRPr>
          </a:p>
          <a:p>
            <a:pPr lvl="1" indent="-457200" algn="just">
              <a:buFont typeface="+mj-lt"/>
              <a:buAutoNum type="arabicPeriod"/>
            </a:pPr>
            <a:endParaRPr lang="en-US" altLang="zh-TW" sz="2000">
              <a:latin typeface="Consolas" panose="020B0609020204030204" pitchFamily="49" charset="0"/>
              <a:ea typeface="+mj-ea"/>
            </a:endParaRPr>
          </a:p>
          <a:p>
            <a:pPr marL="342900" lvl="1" indent="-342900" algn="just"/>
            <a:r>
              <a:rPr lang="en-US" altLang="zh-TW" sz="2000">
                <a:latin typeface="Consolas" panose="020B0609020204030204" pitchFamily="49" charset="0"/>
                <a:ea typeface="+mj-ea"/>
              </a:rPr>
              <a:t>【param</a:t>
            </a:r>
            <a:r>
              <a:rPr lang="zh-TW" altLang="en-US" sz="2000">
                <a:latin typeface="Consolas" panose="020B0609020204030204" pitchFamily="49" charset="0"/>
                <a:ea typeface="+mj-ea"/>
              </a:rPr>
              <a:t>物件</a:t>
            </a:r>
            <a:r>
              <a:rPr lang="en-US" altLang="zh-TW" sz="2000">
                <a:latin typeface="Consolas" panose="020B0609020204030204" pitchFamily="49" charset="0"/>
                <a:ea typeface="+mj-ea"/>
              </a:rPr>
              <a:t>】</a:t>
            </a:r>
            <a:r>
              <a:rPr lang="zh-TW" altLang="en-US" sz="2000">
                <a:latin typeface="Consolas" panose="020B0609020204030204" pitchFamily="49" charset="0"/>
                <a:ea typeface="+mj-ea"/>
              </a:rPr>
              <a:t>相當於使用</a:t>
            </a:r>
            <a:r>
              <a:rPr lang="en-US" altLang="zh-TW" sz="2000">
                <a:latin typeface="Consolas" panose="020B0609020204030204" pitchFamily="49" charset="0"/>
                <a:ea typeface="+mj-ea"/>
              </a:rPr>
              <a:t>request.getParameter("</a:t>
            </a:r>
            <a:r>
              <a:rPr lang="zh-TW" altLang="en-US" sz="2000">
                <a:latin typeface="Consolas" panose="020B0609020204030204" pitchFamily="49" charset="0"/>
                <a:ea typeface="+mj-ea"/>
              </a:rPr>
              <a:t>參數名稱</a:t>
            </a:r>
            <a:r>
              <a:rPr lang="en-US" altLang="zh-TW" sz="2000">
                <a:latin typeface="Consolas" panose="020B0609020204030204" pitchFamily="49" charset="0"/>
                <a:ea typeface="+mj-ea"/>
              </a:rPr>
              <a:t>");</a:t>
            </a:r>
          </a:p>
          <a:p>
            <a:pPr marL="617220" lvl="2" indent="-342900" algn="just"/>
            <a:r>
              <a:rPr lang="zh-TW" altLang="en-US" sz="2000">
                <a:latin typeface="Consolas" panose="020B0609020204030204" pitchFamily="49" charset="0"/>
                <a:ea typeface="+mj-ea"/>
              </a:rPr>
              <a:t>例</a:t>
            </a:r>
            <a:r>
              <a:rPr lang="en-US" altLang="zh-TW" sz="2000">
                <a:latin typeface="Consolas" panose="020B0609020204030204" pitchFamily="49" charset="0"/>
                <a:ea typeface="+mj-ea"/>
              </a:rPr>
              <a:t>:${param.</a:t>
            </a:r>
            <a:r>
              <a:rPr lang="zh-TW" altLang="en-US" sz="2000">
                <a:latin typeface="Consolas" panose="020B0609020204030204" pitchFamily="49" charset="0"/>
                <a:ea typeface="+mj-ea"/>
              </a:rPr>
              <a:t>參數名稱</a:t>
            </a:r>
            <a:r>
              <a:rPr lang="en-US" altLang="zh-TW" sz="2000">
                <a:latin typeface="Consolas" panose="020B0609020204030204" pitchFamily="49" charset="0"/>
                <a:ea typeface="+mj-ea"/>
              </a:rPr>
              <a:t>}</a:t>
            </a:r>
          </a:p>
          <a:p>
            <a:pPr marL="617220" lvl="2" indent="-342900" algn="just"/>
            <a:endParaRPr lang="en-US" altLang="zh-TW" sz="2000">
              <a:latin typeface="Consolas" panose="020B0609020204030204" pitchFamily="49" charset="0"/>
              <a:ea typeface="+mj-ea"/>
            </a:endParaRPr>
          </a:p>
          <a:p>
            <a:pPr marL="342900" lvl="1" indent="-342900" algn="just"/>
            <a:r>
              <a:rPr lang="en-US" altLang="zh-TW" sz="2000">
                <a:latin typeface="Consolas" panose="020B0609020204030204" pitchFamily="49" charset="0"/>
                <a:ea typeface="+mj-ea"/>
              </a:rPr>
              <a:t>【cookie</a:t>
            </a:r>
            <a:r>
              <a:rPr lang="zh-TW" altLang="en-US" sz="2000">
                <a:latin typeface="Consolas" panose="020B0609020204030204" pitchFamily="49" charset="0"/>
                <a:ea typeface="+mj-ea"/>
              </a:rPr>
              <a:t>物件</a:t>
            </a:r>
            <a:r>
              <a:rPr lang="en-US" altLang="zh-TW" sz="2000">
                <a:latin typeface="Consolas" panose="020B0609020204030204" pitchFamily="49" charset="0"/>
                <a:ea typeface="+mj-ea"/>
              </a:rPr>
              <a:t>】</a:t>
            </a:r>
            <a:endParaRPr lang="zh-TW" altLang="en-US" sz="2000">
              <a:latin typeface="Consolas" panose="020B0609020204030204" pitchFamily="49" charset="0"/>
              <a:ea typeface="+mj-ea"/>
            </a:endParaRPr>
          </a:p>
          <a:p>
            <a:pPr marL="617220" lvl="2" indent="-342900" algn="just"/>
            <a:r>
              <a:rPr lang="zh-TW" altLang="en-US" sz="2000">
                <a:latin typeface="Consolas" panose="020B0609020204030204" pitchFamily="49" charset="0"/>
                <a:ea typeface="+mj-ea"/>
              </a:rPr>
              <a:t>例</a:t>
            </a:r>
            <a:r>
              <a:rPr lang="en-US" altLang="zh-TW" sz="2000">
                <a:latin typeface="Consolas" panose="020B0609020204030204" pitchFamily="49" charset="0"/>
                <a:ea typeface="+mj-ea"/>
              </a:rPr>
              <a:t>: ${cookie.name.value} </a:t>
            </a:r>
            <a:r>
              <a:rPr lang="zh-TW" altLang="en-US" sz="2000">
                <a:latin typeface="Consolas" panose="020B0609020204030204" pitchFamily="49" charset="0"/>
                <a:ea typeface="+mj-ea"/>
              </a:rPr>
              <a:t>取得儲存於</a:t>
            </a:r>
            <a:r>
              <a:rPr lang="en-US" altLang="zh-TW" sz="2000">
                <a:latin typeface="Consolas" panose="020B0609020204030204" pitchFamily="49" charset="0"/>
                <a:ea typeface="+mj-ea"/>
              </a:rPr>
              <a:t>cookie</a:t>
            </a:r>
            <a:r>
              <a:rPr lang="zh-TW" altLang="en-US" sz="2000">
                <a:latin typeface="Consolas" panose="020B0609020204030204" pitchFamily="49" charset="0"/>
                <a:ea typeface="+mj-ea"/>
              </a:rPr>
              <a:t>內</a:t>
            </a:r>
            <a:r>
              <a:rPr lang="en-US" altLang="zh-TW" sz="2000">
                <a:latin typeface="Consolas" panose="020B0609020204030204" pitchFamily="49" charset="0"/>
                <a:ea typeface="+mj-ea"/>
              </a:rPr>
              <a:t>name</a:t>
            </a:r>
            <a:r>
              <a:rPr lang="zh-TW" altLang="en-US" sz="2000">
                <a:latin typeface="Consolas" panose="020B0609020204030204" pitchFamily="49" charset="0"/>
                <a:ea typeface="+mj-ea"/>
              </a:rPr>
              <a:t>的變數值</a:t>
            </a:r>
            <a:endParaRPr lang="en-US" altLang="zh-TW" sz="2000">
              <a:latin typeface="Consolas" panose="020B0609020204030204" pitchFamily="49" charset="0"/>
              <a:ea typeface="+mj-ea"/>
            </a:endParaRPr>
          </a:p>
          <a:p>
            <a:pPr marL="617220" lvl="2" indent="-342900" algn="just"/>
            <a:endParaRPr lang="en-US" altLang="zh-TW" sz="2000">
              <a:latin typeface="Consolas" panose="020B0609020204030204" pitchFamily="49" charset="0"/>
              <a:ea typeface="+mj-ea"/>
            </a:endParaRPr>
          </a:p>
          <a:p>
            <a:pPr marL="0" lvl="1" indent="0" algn="just">
              <a:buNone/>
            </a:pPr>
            <a:r>
              <a:rPr lang="en-US" altLang="zh-TW" sz="2000">
                <a:latin typeface="Consolas" panose="020B0609020204030204" pitchFamily="49" charset="0"/>
                <a:ea typeface="+mj-ea"/>
              </a:rPr>
              <a:t>【</a:t>
            </a:r>
            <a:r>
              <a:rPr lang="zh-TW" altLang="en-US" sz="2000">
                <a:latin typeface="Consolas" panose="020B0609020204030204" pitchFamily="49" charset="0"/>
                <a:ea typeface="+mj-ea"/>
              </a:rPr>
              <a:t>備註</a:t>
            </a:r>
            <a:r>
              <a:rPr lang="en-US" altLang="zh-TW" sz="2000">
                <a:latin typeface="Consolas" panose="020B0609020204030204" pitchFamily="49" charset="0"/>
                <a:ea typeface="+mj-ea"/>
              </a:rPr>
              <a:t>】</a:t>
            </a:r>
          </a:p>
          <a:p>
            <a:pPr marL="0" lvl="1" indent="0" algn="just">
              <a:buNone/>
            </a:pPr>
            <a:r>
              <a:rPr lang="en-US" altLang="zh-TW" sz="2000">
                <a:latin typeface="Consolas" panose="020B0609020204030204" pitchFamily="49" charset="0"/>
                <a:ea typeface="+mj-ea"/>
              </a:rPr>
              <a:t>EL</a:t>
            </a:r>
            <a:r>
              <a:rPr lang="zh-TW" altLang="en-US" sz="2000">
                <a:latin typeface="Consolas" panose="020B0609020204030204" pitchFamily="49" charset="0"/>
                <a:ea typeface="+mj-ea"/>
              </a:rPr>
              <a:t>也可以直接存取</a:t>
            </a:r>
            <a:r>
              <a:rPr lang="en-US" altLang="zh-TW" sz="2000">
                <a:latin typeface="Consolas" panose="020B0609020204030204" pitchFamily="49" charset="0"/>
                <a:ea typeface="+mj-ea"/>
              </a:rPr>
              <a:t>JSP</a:t>
            </a:r>
            <a:r>
              <a:rPr lang="zh-TW" altLang="en-US" sz="2000">
                <a:latin typeface="Consolas" panose="020B0609020204030204" pitchFamily="49" charset="0"/>
                <a:ea typeface="+mj-ea"/>
              </a:rPr>
              <a:t>的所有隱含物件，其中可使用 </a:t>
            </a:r>
            <a:r>
              <a:rPr lang="en-US" altLang="zh-TW" sz="2000">
                <a:latin typeface="Consolas" panose="020B0609020204030204" pitchFamily="49" charset="0"/>
                <a:ea typeface="+mj-ea"/>
              </a:rPr>
              <a:t>${pageContext.request.contextPath}</a:t>
            </a:r>
          </a:p>
          <a:p>
            <a:pPr marL="0" lvl="1" indent="0" algn="just">
              <a:buNone/>
            </a:pPr>
            <a:r>
              <a:rPr lang="zh-TW" altLang="en-US" sz="2000">
                <a:latin typeface="Consolas" panose="020B0609020204030204" pitchFamily="49" charset="0"/>
                <a:ea typeface="+mj-ea"/>
              </a:rPr>
              <a:t>取得執行的專案名，以利於絕對路徑的撰寫。</a:t>
            </a:r>
            <a:endParaRPr lang="en-US" altLang="zh-TW" sz="2000">
              <a:latin typeface="Consolas" panose="020B0609020204030204" pitchFamily="49" charset="0"/>
              <a:ea typeface="+mj-ea"/>
            </a:endParaRPr>
          </a:p>
        </p:txBody>
      </p:sp>
      <p:sp>
        <p:nvSpPr>
          <p:cNvPr id="8" name="文字方塊 7">
            <a:extLst>
              <a:ext uri="{FF2B5EF4-FFF2-40B4-BE49-F238E27FC236}">
                <a16:creationId xmlns:a16="http://schemas.microsoft.com/office/drawing/2014/main" id="{CF3E7FE1-BDDF-4224-97E4-1FA716DA0CF0}"/>
              </a:ext>
            </a:extLst>
          </p:cNvPr>
          <p:cNvSpPr txBox="1"/>
          <p:nvPr/>
        </p:nvSpPr>
        <p:spPr>
          <a:xfrm>
            <a:off x="204969" y="117822"/>
            <a:ext cx="8182286"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TW" altLang="en-US" sz="3200">
                <a:latin typeface="Consolas" panose="020B0609020204030204" pitchFamily="49" charset="0"/>
                <a:ea typeface="+mj-ea"/>
              </a:rPr>
              <a:t>讀取</a:t>
            </a:r>
            <a:r>
              <a:rPr lang="en-US" altLang="zh-TW" sz="3200">
                <a:latin typeface="Consolas" panose="020B0609020204030204" pitchFamily="49" charset="0"/>
                <a:ea typeface="+mj-ea"/>
              </a:rPr>
              <a:t>Scope</a:t>
            </a:r>
            <a:r>
              <a:rPr lang="zh-TW" altLang="en-US" sz="3200">
                <a:latin typeface="Consolas" panose="020B0609020204030204" pitchFamily="49" charset="0"/>
                <a:ea typeface="+mj-ea"/>
              </a:rPr>
              <a:t>物件、</a:t>
            </a:r>
            <a:r>
              <a:rPr lang="en-US" altLang="zh-TW" sz="3200">
                <a:latin typeface="Consolas" panose="020B0609020204030204" pitchFamily="49" charset="0"/>
                <a:ea typeface="+mj-ea"/>
              </a:rPr>
              <a:t> param</a:t>
            </a:r>
            <a:r>
              <a:rPr lang="zh-TW" altLang="en-US" sz="3200">
                <a:latin typeface="Consolas" panose="020B0609020204030204" pitchFamily="49" charset="0"/>
                <a:ea typeface="+mj-ea"/>
              </a:rPr>
              <a:t>物件、</a:t>
            </a:r>
            <a:r>
              <a:rPr lang="en-US" altLang="zh-TW" sz="3200">
                <a:latin typeface="Consolas" panose="020B0609020204030204" pitchFamily="49" charset="0"/>
                <a:ea typeface="+mj-ea"/>
              </a:rPr>
              <a:t>cookie</a:t>
            </a:r>
            <a:r>
              <a:rPr lang="zh-TW" altLang="en-US" sz="3200">
                <a:latin typeface="Consolas" panose="020B0609020204030204" pitchFamily="49" charset="0"/>
                <a:ea typeface="+mj-ea"/>
              </a:rPr>
              <a:t>物件</a:t>
            </a:r>
          </a:p>
        </p:txBody>
      </p:sp>
      <p:sp>
        <p:nvSpPr>
          <p:cNvPr id="2" name="投影片編號版面配置區 1">
            <a:extLst>
              <a:ext uri="{FF2B5EF4-FFF2-40B4-BE49-F238E27FC236}">
                <a16:creationId xmlns:a16="http://schemas.microsoft.com/office/drawing/2014/main" id="{A294E463-74E4-4061-BF81-7EC841B76695}"/>
              </a:ext>
            </a:extLst>
          </p:cNvPr>
          <p:cNvSpPr>
            <a:spLocks noGrp="1"/>
          </p:cNvSpPr>
          <p:nvPr>
            <p:ph type="sldNum" sz="quarter" idx="12"/>
          </p:nvPr>
        </p:nvSpPr>
        <p:spPr/>
        <p:txBody>
          <a:bodyPr/>
          <a:lstStyle/>
          <a:p>
            <a:fld id="{B521127C-0C56-461F-B517-0D483F216F7D}" type="slidenum">
              <a:rPr lang="zh-TW" altLang="en-US" smtClean="0"/>
              <a:t>101</a:t>
            </a:fld>
            <a:endParaRPr lang="zh-TW" altLang="en-US"/>
          </a:p>
        </p:txBody>
      </p:sp>
    </p:spTree>
    <p:extLst>
      <p:ext uri="{BB962C8B-B14F-4D97-AF65-F5344CB8AC3E}">
        <p14:creationId xmlns:p14="http://schemas.microsoft.com/office/powerpoint/2010/main" val="294762998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9">
            <a:extLst>
              <a:ext uri="{FF2B5EF4-FFF2-40B4-BE49-F238E27FC236}">
                <a16:creationId xmlns:a16="http://schemas.microsoft.com/office/drawing/2014/main" id="{9A3D0CE2-91FF-49B3-A5D8-181E900D7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11">
            <a:extLst>
              <a:ext uri="{FF2B5EF4-FFF2-40B4-BE49-F238E27FC236}">
                <a16:creationId xmlns:a16="http://schemas.microsoft.com/office/drawing/2014/main" id="{58AEBD96-C315-4F53-9D9E-0E20E993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13">
            <a:extLst>
              <a:ext uri="{FF2B5EF4-FFF2-40B4-BE49-F238E27FC236}">
                <a16:creationId xmlns:a16="http://schemas.microsoft.com/office/drawing/2014/main" id="{78916AAA-66F6-4DFA-88ED-7E27CF6B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1" name="Group 15">
            <a:extLst>
              <a:ext uri="{FF2B5EF4-FFF2-40B4-BE49-F238E27FC236}">
                <a16:creationId xmlns:a16="http://schemas.microsoft.com/office/drawing/2014/main" id="{A137D43F-BAD6-47F1-AA65-AEEA38A2FF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17" name="Oval 16">
              <a:extLst>
                <a:ext uri="{FF2B5EF4-FFF2-40B4-BE49-F238E27FC236}">
                  <a16:creationId xmlns:a16="http://schemas.microsoft.com/office/drawing/2014/main" id="{D512C9B2-6B22-4211-A940-FCD7C2CD0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8" name="Oval 17">
              <a:extLst>
                <a:ext uri="{FF2B5EF4-FFF2-40B4-BE49-F238E27FC236}">
                  <a16:creationId xmlns:a16="http://schemas.microsoft.com/office/drawing/2014/main" id="{85F7DB84-CDE7-46F8-90DD-9D048A7D5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sp>
      </p:grpSp>
      <p:sp useBgFill="1">
        <p:nvSpPr>
          <p:cNvPr id="13" name="Rectangle 19">
            <a:extLst>
              <a:ext uri="{FF2B5EF4-FFF2-40B4-BE49-F238E27FC236}">
                <a16:creationId xmlns:a16="http://schemas.microsoft.com/office/drawing/2014/main" id="{C3D25154-9EF7-4C33-9AAC-7B3BE089FE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文字方塊 3">
            <a:extLst>
              <a:ext uri="{FF2B5EF4-FFF2-40B4-BE49-F238E27FC236}">
                <a16:creationId xmlns:a16="http://schemas.microsoft.com/office/drawing/2014/main" id="{4C0C7DFB-F839-4192-B53B-1812E6CE4CEC}"/>
              </a:ext>
            </a:extLst>
          </p:cNvPr>
          <p:cNvSpPr txBox="1"/>
          <p:nvPr/>
        </p:nvSpPr>
        <p:spPr>
          <a:xfrm>
            <a:off x="1051560" y="643468"/>
            <a:ext cx="10455496" cy="359243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zh-TW" altLang="en-US" sz="8900" b="1" cap="all">
                <a:latin typeface="+mj-lt"/>
                <a:ea typeface="+mj-ea"/>
                <a:cs typeface="+mj-cs"/>
              </a:rPr>
              <a:t>第三節</a:t>
            </a:r>
          </a:p>
          <a:p>
            <a:pPr defTabSz="914400">
              <a:lnSpc>
                <a:spcPct val="80000"/>
              </a:lnSpc>
              <a:spcBef>
                <a:spcPct val="0"/>
              </a:spcBef>
              <a:spcAft>
                <a:spcPts val="600"/>
              </a:spcAft>
            </a:pPr>
            <a:r>
              <a:rPr lang="en-US" altLang="zh-TW" sz="8900" b="1" cap="all">
                <a:latin typeface="+mj-lt"/>
                <a:ea typeface="+mj-ea"/>
                <a:cs typeface="+mj-cs"/>
              </a:rPr>
              <a:t>JSTL</a:t>
            </a:r>
            <a:r>
              <a:rPr lang="zh-TW" altLang="en-US" sz="8900" b="1" cap="all">
                <a:latin typeface="+mj-lt"/>
                <a:ea typeface="+mj-ea"/>
                <a:cs typeface="+mj-cs"/>
              </a:rPr>
              <a:t>標準標籤函式庫</a:t>
            </a:r>
            <a:endParaRPr lang="en-US" altLang="zh-TW" sz="8900" b="1" cap="all">
              <a:latin typeface="+mj-lt"/>
              <a:ea typeface="+mj-ea"/>
              <a:cs typeface="+mj-cs"/>
            </a:endParaRPr>
          </a:p>
        </p:txBody>
      </p:sp>
      <p:sp>
        <p:nvSpPr>
          <p:cNvPr id="15" name="Rectangle 21">
            <a:extLst>
              <a:ext uri="{FF2B5EF4-FFF2-40B4-BE49-F238E27FC236}">
                <a16:creationId xmlns:a16="http://schemas.microsoft.com/office/drawing/2014/main" id="{1604E8C0-C927-4C06-A96A-BF3323BA7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95831"/>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23">
            <a:extLst>
              <a:ext uri="{FF2B5EF4-FFF2-40B4-BE49-F238E27FC236}">
                <a16:creationId xmlns:a16="http://schemas.microsoft.com/office/drawing/2014/main" id="{9DCECFD5-4C30-4892-9FF0-540E17955A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111496"/>
            <a:ext cx="1080904" cy="1080902"/>
            <a:chOff x="10245590" y="5111496"/>
            <a:chExt cx="1080904" cy="1080902"/>
          </a:xfrm>
        </p:grpSpPr>
        <p:sp>
          <p:nvSpPr>
            <p:cNvPr id="25" name="Oval 24">
              <a:extLst>
                <a:ext uri="{FF2B5EF4-FFF2-40B4-BE49-F238E27FC236}">
                  <a16:creationId xmlns:a16="http://schemas.microsoft.com/office/drawing/2014/main" id="{95C67F70-EAFE-425C-8422-591620A96D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5590" y="5111496"/>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26" name="Oval 25">
              <a:extLst>
                <a:ext uri="{FF2B5EF4-FFF2-40B4-BE49-F238E27FC236}">
                  <a16:creationId xmlns:a16="http://schemas.microsoft.com/office/drawing/2014/main" id="{D47FA16B-C217-4D91-84EA-5B0846BDDA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53681" y="5219586"/>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5" name="投影片編號版面配置區 4">
            <a:extLst>
              <a:ext uri="{FF2B5EF4-FFF2-40B4-BE49-F238E27FC236}">
                <a16:creationId xmlns:a16="http://schemas.microsoft.com/office/drawing/2014/main" id="{5D23B375-A6D2-4583-8FE9-BFCCCFBD241B}"/>
              </a:ext>
            </a:extLst>
          </p:cNvPr>
          <p:cNvSpPr>
            <a:spLocks noGrp="1"/>
          </p:cNvSpPr>
          <p:nvPr>
            <p:ph type="sldNum" sz="quarter" idx="12"/>
          </p:nvPr>
        </p:nvSpPr>
        <p:spPr>
          <a:xfrm>
            <a:off x="10189108" y="5342324"/>
            <a:ext cx="1193868" cy="640080"/>
          </a:xfrm>
        </p:spPr>
        <p:txBody>
          <a:bodyPr vert="horz" lIns="91440" tIns="45720" rIns="91440" bIns="45720" rtlCol="0" anchor="ctr">
            <a:normAutofit/>
          </a:bodyPr>
          <a:lstStyle/>
          <a:p>
            <a:pPr>
              <a:spcAft>
                <a:spcPts val="600"/>
              </a:spcAft>
            </a:pPr>
            <a:fld id="{B521127C-0C56-461F-B517-0D483F216F7D}" type="slidenum">
              <a:rPr lang="en-US" altLang="zh-TW" sz="2800" b="1" kern="1200">
                <a:solidFill>
                  <a:srgbClr val="FFFFFF"/>
                </a:solidFill>
                <a:latin typeface="+mj-lt"/>
                <a:ea typeface="+mn-ea"/>
                <a:cs typeface="+mn-cs"/>
              </a:rPr>
              <a:pPr>
                <a:spcAft>
                  <a:spcPts val="600"/>
                </a:spcAft>
              </a:pPr>
              <a:t>102</a:t>
            </a:fld>
            <a:endParaRPr lang="en-US" altLang="zh-TW" sz="2800" b="1" kern="1200">
              <a:solidFill>
                <a:srgbClr val="FFFFFF"/>
              </a:solidFill>
              <a:latin typeface="+mj-lt"/>
              <a:ea typeface="+mn-ea"/>
              <a:cs typeface="+mn-cs"/>
            </a:endParaRPr>
          </a:p>
        </p:txBody>
      </p:sp>
    </p:spTree>
    <p:extLst>
      <p:ext uri="{BB962C8B-B14F-4D97-AF65-F5344CB8AC3E}">
        <p14:creationId xmlns:p14="http://schemas.microsoft.com/office/powerpoint/2010/main" val="336942353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sz="half" idx="2"/>
          </p:nvPr>
        </p:nvSpPr>
        <p:spPr>
          <a:xfrm>
            <a:off x="8331200" y="1053548"/>
            <a:ext cx="3860800" cy="5804452"/>
          </a:xfrm>
        </p:spPr>
        <p:txBody>
          <a:bodyPr>
            <a:noAutofit/>
          </a:bodyPr>
          <a:lstStyle/>
          <a:p>
            <a:pPr algn="just">
              <a:spcBef>
                <a:spcPts val="1200"/>
              </a:spcBef>
            </a:pPr>
            <a:r>
              <a:rPr lang="en-US" altLang="zh-TW" sz="2100" b="1">
                <a:latin typeface="Consolas" panose="020B0609020204030204" pitchFamily="49" charset="0"/>
                <a:ea typeface="+mj-ea"/>
              </a:rPr>
              <a:t>JSP</a:t>
            </a:r>
            <a:r>
              <a:rPr lang="zh-TW" altLang="en-US" sz="2100" b="1">
                <a:latin typeface="Consolas" panose="020B0609020204030204" pitchFamily="49" charset="0"/>
                <a:ea typeface="+mj-ea"/>
              </a:rPr>
              <a:t>標準標籤函式庫，以</a:t>
            </a:r>
            <a:r>
              <a:rPr lang="en-US" altLang="zh-TW" sz="2100" b="1">
                <a:latin typeface="Consolas" panose="020B0609020204030204" pitchFamily="49" charset="0"/>
                <a:ea typeface="+mj-ea"/>
              </a:rPr>
              <a:t>HTML</a:t>
            </a:r>
            <a:r>
              <a:rPr lang="zh-TW" altLang="en-US" sz="2100" b="1">
                <a:latin typeface="Consolas" panose="020B0609020204030204" pitchFamily="49" charset="0"/>
                <a:ea typeface="+mj-ea"/>
              </a:rPr>
              <a:t>標籤的形式封裝了常用的</a:t>
            </a:r>
            <a:r>
              <a:rPr lang="en-US" altLang="zh-TW" sz="2100" b="1">
                <a:latin typeface="Consolas" panose="020B0609020204030204" pitchFamily="49" charset="0"/>
                <a:ea typeface="+mj-ea"/>
              </a:rPr>
              <a:t>Java</a:t>
            </a:r>
            <a:r>
              <a:rPr lang="zh-TW" altLang="en-US" sz="2100" b="1">
                <a:latin typeface="Consolas" panose="020B0609020204030204" pitchFamily="49" charset="0"/>
                <a:ea typeface="+mj-ea"/>
              </a:rPr>
              <a:t>功能，比如</a:t>
            </a:r>
            <a:r>
              <a:rPr lang="en-US" altLang="zh-TW" sz="2100" b="1">
                <a:latin typeface="Consolas" panose="020B0609020204030204" pitchFamily="49" charset="0"/>
                <a:ea typeface="+mj-ea"/>
              </a:rPr>
              <a:t>for</a:t>
            </a:r>
            <a:r>
              <a:rPr lang="zh-TW" altLang="en-US" sz="2100" b="1">
                <a:latin typeface="Consolas" panose="020B0609020204030204" pitchFamily="49" charset="0"/>
                <a:ea typeface="+mj-ea"/>
              </a:rPr>
              <a:t>迴圈、</a:t>
            </a:r>
            <a:r>
              <a:rPr lang="en-US" altLang="zh-TW" sz="2100" b="1">
                <a:latin typeface="Consolas" panose="020B0609020204030204" pitchFamily="49" charset="0"/>
                <a:ea typeface="+mj-ea"/>
              </a:rPr>
              <a:t>if</a:t>
            </a:r>
            <a:r>
              <a:rPr lang="zh-TW" altLang="en-US" sz="2100" b="1">
                <a:latin typeface="Consolas" panose="020B0609020204030204" pitchFamily="49" charset="0"/>
                <a:ea typeface="+mj-ea"/>
              </a:rPr>
              <a:t>條件式、</a:t>
            </a:r>
            <a:r>
              <a:rPr lang="en-US" altLang="zh-TW" sz="2100" b="1">
                <a:latin typeface="Consolas" panose="020B0609020204030204" pitchFamily="49" charset="0"/>
                <a:ea typeface="+mj-ea"/>
              </a:rPr>
              <a:t>try catch</a:t>
            </a:r>
            <a:r>
              <a:rPr lang="zh-TW" altLang="en-US" sz="2100" b="1">
                <a:latin typeface="Consolas" panose="020B0609020204030204" pitchFamily="49" charset="0"/>
                <a:ea typeface="+mj-ea"/>
              </a:rPr>
              <a:t>偵錯等等。讓不懂</a:t>
            </a:r>
            <a:r>
              <a:rPr lang="en-US" altLang="zh-TW" sz="2100" b="1">
                <a:latin typeface="Consolas" panose="020B0609020204030204" pitchFamily="49" charset="0"/>
                <a:ea typeface="+mj-ea"/>
              </a:rPr>
              <a:t>JAVA</a:t>
            </a:r>
            <a:r>
              <a:rPr lang="zh-TW" altLang="en-US" sz="2100" b="1">
                <a:latin typeface="Consolas" panose="020B0609020204030204" pitchFamily="49" charset="0"/>
                <a:ea typeface="+mj-ea"/>
              </a:rPr>
              <a:t>的前端工程師也可以撰寫</a:t>
            </a:r>
            <a:r>
              <a:rPr lang="en-US" altLang="zh-TW" sz="2100" b="1">
                <a:latin typeface="Consolas" panose="020B0609020204030204" pitchFamily="49" charset="0"/>
                <a:ea typeface="+mj-ea"/>
              </a:rPr>
              <a:t>JSP</a:t>
            </a:r>
            <a:r>
              <a:rPr lang="zh-TW" altLang="en-US" sz="2100" b="1">
                <a:latin typeface="Consolas" panose="020B0609020204030204" pitchFamily="49" charset="0"/>
                <a:ea typeface="+mj-ea"/>
              </a:rPr>
              <a:t>頁面</a:t>
            </a:r>
            <a:r>
              <a:rPr lang="en-US" altLang="zh-TW" sz="2100" b="1">
                <a:latin typeface="Consolas" panose="020B0609020204030204" pitchFamily="49" charset="0"/>
                <a:ea typeface="+mj-ea"/>
              </a:rPr>
              <a:t>(</a:t>
            </a:r>
            <a:r>
              <a:rPr lang="zh-TW" altLang="en-US" sz="2100" b="1">
                <a:latin typeface="Consolas" panose="020B0609020204030204" pitchFamily="49" charset="0"/>
                <a:ea typeface="+mj-ea"/>
              </a:rPr>
              <a:t>在以前</a:t>
            </a:r>
            <a:r>
              <a:rPr lang="en-US" altLang="zh-TW" sz="2100" b="1">
                <a:latin typeface="Consolas" panose="020B0609020204030204" pitchFamily="49" charset="0"/>
                <a:ea typeface="+mj-ea"/>
              </a:rPr>
              <a:t>)</a:t>
            </a:r>
            <a:r>
              <a:rPr lang="zh-TW" altLang="en-US" sz="2100" b="1">
                <a:latin typeface="Consolas" panose="020B0609020204030204" pitchFamily="49" charset="0"/>
                <a:ea typeface="+mj-ea"/>
              </a:rPr>
              <a:t>。</a:t>
            </a:r>
            <a:endParaRPr lang="en-US" altLang="zh-TW" sz="2100" b="1">
              <a:latin typeface="Consolas" panose="020B0609020204030204" pitchFamily="49" charset="0"/>
              <a:ea typeface="+mj-ea"/>
            </a:endParaRPr>
          </a:p>
          <a:p>
            <a:pPr algn="just">
              <a:spcBef>
                <a:spcPts val="1200"/>
              </a:spcBef>
            </a:pPr>
            <a:r>
              <a:rPr lang="en-US" altLang="zh-TW" sz="2100" b="1">
                <a:latin typeface="Consolas" panose="020B0609020204030204" pitchFamily="49" charset="0"/>
                <a:ea typeface="+mj-ea"/>
              </a:rPr>
              <a:t>JSTL</a:t>
            </a:r>
            <a:r>
              <a:rPr lang="zh-TW" altLang="en-US" sz="2100" b="1">
                <a:latin typeface="Consolas" panose="020B0609020204030204" pitchFamily="49" charset="0"/>
                <a:ea typeface="+mj-ea"/>
              </a:rPr>
              <a:t>主要分五大類標籤，分別負責不同的功能，此次課程中只會使用到</a:t>
            </a:r>
            <a:r>
              <a:rPr lang="zh-TW" altLang="en-US" sz="2100" b="1">
                <a:solidFill>
                  <a:srgbClr val="FF0000"/>
                </a:solidFill>
                <a:latin typeface="Consolas" panose="020B0609020204030204" pitchFamily="49" charset="0"/>
                <a:ea typeface="+mj-ea"/>
              </a:rPr>
              <a:t>核心功能標籤庫</a:t>
            </a:r>
            <a:r>
              <a:rPr lang="en-US" altLang="zh-TW" sz="2100" b="1">
                <a:solidFill>
                  <a:srgbClr val="FF0000"/>
                </a:solidFill>
                <a:latin typeface="Consolas" panose="020B0609020204030204" pitchFamily="49" charset="0"/>
                <a:ea typeface="+mj-ea"/>
              </a:rPr>
              <a:t>(Core tag library)</a:t>
            </a:r>
            <a:r>
              <a:rPr lang="zh-TW" altLang="en-US" sz="2100" b="1">
                <a:latin typeface="Consolas" panose="020B0609020204030204" pitchFamily="49" charset="0"/>
                <a:ea typeface="+mj-ea"/>
              </a:rPr>
              <a:t>，若對於其他標籤感興趣，可自行查詢用法。</a:t>
            </a:r>
            <a:endParaRPr lang="en-US" altLang="zh-TW" sz="2100" b="1">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DE0C7043-5B7F-4E55-B9C2-004C86B4F74C}"/>
              </a:ext>
            </a:extLst>
          </p:cNvPr>
          <p:cNvSpPr>
            <a:spLocks noGrp="1"/>
          </p:cNvSpPr>
          <p:nvPr>
            <p:ph type="sldNum" sz="quarter" idx="12"/>
          </p:nvPr>
        </p:nvSpPr>
        <p:spPr/>
        <p:txBody>
          <a:bodyPr/>
          <a:lstStyle/>
          <a:p>
            <a:fld id="{B521127C-0C56-461F-B517-0D483F216F7D}" type="slidenum">
              <a:rPr lang="zh-TW" altLang="en-US" smtClean="0"/>
              <a:t>103</a:t>
            </a:fld>
            <a:endParaRPr lang="zh-TW" altLang="en-US"/>
          </a:p>
        </p:txBody>
      </p:sp>
      <p:sp>
        <p:nvSpPr>
          <p:cNvPr id="9" name="矩形 8"/>
          <p:cNvSpPr/>
          <p:nvPr/>
        </p:nvSpPr>
        <p:spPr>
          <a:xfrm>
            <a:off x="8331200" y="100822"/>
            <a:ext cx="3860800" cy="923330"/>
          </a:xfrm>
          <a:prstGeom prst="rect">
            <a:avLst/>
          </a:prstGeom>
        </p:spPr>
        <p:txBody>
          <a:bodyPr wrap="square">
            <a:spAutoFit/>
          </a:bodyPr>
          <a:lstStyle/>
          <a:p>
            <a:pPr algn="ctr" defTabSz="914400">
              <a:lnSpc>
                <a:spcPct val="90000"/>
              </a:lnSpc>
              <a:spcBef>
                <a:spcPct val="0"/>
              </a:spcBef>
            </a:pPr>
            <a:r>
              <a:rPr lang="en-US" altLang="zh-TW" sz="3000" b="1">
                <a:latin typeface="+mj-lt"/>
                <a:ea typeface="+mj-ea"/>
                <a:cs typeface="+mj-cs"/>
              </a:rPr>
              <a:t>JSTL(</a:t>
            </a:r>
            <a:r>
              <a:rPr lang="sv-SE" altLang="zh-TW" sz="3000" b="1">
                <a:latin typeface="+mj-lt"/>
                <a:ea typeface="+mj-ea"/>
                <a:cs typeface="+mj-cs"/>
              </a:rPr>
              <a:t>JavaServer Pages Standard Tag Library</a:t>
            </a:r>
            <a:r>
              <a:rPr lang="en-US" altLang="zh-TW" sz="3000" b="1">
                <a:latin typeface="+mj-lt"/>
                <a:ea typeface="+mj-ea"/>
                <a:cs typeface="+mj-cs"/>
              </a:rPr>
              <a:t>)</a:t>
            </a:r>
          </a:p>
        </p:txBody>
      </p:sp>
      <p:sp>
        <p:nvSpPr>
          <p:cNvPr id="10"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0" y="0"/>
            <a:ext cx="8090408" cy="6858000"/>
          </a:xfrm>
        </p:spPr>
        <p:txBody>
          <a:bodyPr>
            <a:noAutofit/>
          </a:bodyPr>
          <a:lstStyle/>
          <a:p>
            <a:pPr marL="0" lvl="1" indent="0" algn="just">
              <a:spcBef>
                <a:spcPts val="200"/>
              </a:spcBef>
              <a:buNone/>
            </a:pPr>
            <a:r>
              <a:rPr lang="en-US" altLang="zh-TW" sz="1700">
                <a:latin typeface="Consolas" panose="020B0609020204030204" pitchFamily="49" charset="0"/>
                <a:ea typeface="+mj-ea"/>
              </a:rPr>
              <a:t>【JSTL</a:t>
            </a:r>
            <a:r>
              <a:rPr lang="zh-TW" altLang="en-US" sz="1700">
                <a:latin typeface="Consolas" panose="020B0609020204030204" pitchFamily="49" charset="0"/>
                <a:ea typeface="+mj-ea"/>
              </a:rPr>
              <a:t>所提供的標籤函式庫主要分為五大類</a:t>
            </a:r>
            <a:r>
              <a:rPr lang="en-US" altLang="zh-TW" sz="1700">
                <a:latin typeface="Consolas" panose="020B0609020204030204" pitchFamily="49" charset="0"/>
                <a:ea typeface="+mj-ea"/>
              </a:rPr>
              <a:t>】</a:t>
            </a:r>
          </a:p>
          <a:p>
            <a:pPr lvl="2" indent="-457200" algn="just">
              <a:spcBef>
                <a:spcPts val="200"/>
              </a:spcBef>
              <a:buFont typeface="+mj-lt"/>
              <a:buAutoNum type="arabicPeriod"/>
            </a:pPr>
            <a:r>
              <a:rPr lang="zh-TW" altLang="en-US" sz="1700" b="1">
                <a:solidFill>
                  <a:srgbClr val="FF0000"/>
                </a:solidFill>
                <a:latin typeface="Consolas" panose="020B0609020204030204" pitchFamily="49" charset="0"/>
                <a:ea typeface="+mj-ea"/>
              </a:rPr>
              <a:t>核心功能標籤庫</a:t>
            </a:r>
            <a:r>
              <a:rPr lang="en-US" altLang="zh-TW" sz="1700" b="1">
                <a:solidFill>
                  <a:srgbClr val="FF0000"/>
                </a:solidFill>
                <a:latin typeface="Consolas" panose="020B0609020204030204" pitchFamily="49" charset="0"/>
                <a:ea typeface="+mj-ea"/>
              </a:rPr>
              <a:t>(Core tag library)</a:t>
            </a:r>
          </a:p>
          <a:p>
            <a:pPr marL="548640" lvl="3" indent="0" algn="just">
              <a:spcBef>
                <a:spcPts val="200"/>
              </a:spcBef>
              <a:buNone/>
            </a:pPr>
            <a:r>
              <a:rPr lang="zh-TW" altLang="en-US" sz="1700">
                <a:latin typeface="Consolas" panose="020B0609020204030204" pitchFamily="49" charset="0"/>
                <a:ea typeface="+mj-ea"/>
              </a:rPr>
              <a:t>提供條件判斷、屬性存取、</a:t>
            </a:r>
            <a:r>
              <a:rPr lang="en-US" altLang="zh-TW" sz="1700">
                <a:latin typeface="Consolas" panose="020B0609020204030204" pitchFamily="49" charset="0"/>
                <a:ea typeface="+mj-ea"/>
              </a:rPr>
              <a:t>URL </a:t>
            </a:r>
            <a:r>
              <a:rPr lang="zh-TW" altLang="en-US" sz="1700">
                <a:latin typeface="Consolas" panose="020B0609020204030204" pitchFamily="49" charset="0"/>
                <a:ea typeface="+mj-ea"/>
              </a:rPr>
              <a:t>處理及錯誤處理等標籤。</a:t>
            </a:r>
            <a:endParaRPr lang="en-US" altLang="zh-TW" sz="1700">
              <a:latin typeface="Consolas" panose="020B0609020204030204" pitchFamily="49" charset="0"/>
              <a:ea typeface="+mj-ea"/>
            </a:endParaRPr>
          </a:p>
          <a:p>
            <a:pPr lvl="2" indent="-457200" algn="just">
              <a:spcBef>
                <a:spcPts val="200"/>
              </a:spcBef>
              <a:buFont typeface="+mj-lt"/>
              <a:buAutoNum type="arabicPeriod"/>
            </a:pPr>
            <a:r>
              <a:rPr lang="en-US" altLang="zh-TW" sz="1700" b="1">
                <a:latin typeface="Consolas" panose="020B0609020204030204" pitchFamily="49" charset="0"/>
                <a:ea typeface="+mj-ea"/>
              </a:rPr>
              <a:t>I18N</a:t>
            </a:r>
            <a:r>
              <a:rPr lang="zh-TW" altLang="en-US" sz="1700" b="1">
                <a:latin typeface="Consolas" panose="020B0609020204030204" pitchFamily="49" charset="0"/>
                <a:ea typeface="+mj-ea"/>
              </a:rPr>
              <a:t>格式標籤庫</a:t>
            </a:r>
            <a:r>
              <a:rPr lang="en-US" altLang="zh-TW" sz="1700" b="1">
                <a:latin typeface="Consolas" panose="020B0609020204030204" pitchFamily="49" charset="0"/>
                <a:ea typeface="+mj-ea"/>
              </a:rPr>
              <a:t>(I18N-capable formatting tag library)</a:t>
            </a:r>
          </a:p>
          <a:p>
            <a:pPr marL="548640" lvl="3" indent="0" algn="just">
              <a:spcBef>
                <a:spcPts val="200"/>
              </a:spcBef>
              <a:buNone/>
            </a:pPr>
            <a:r>
              <a:rPr lang="zh-TW" altLang="en-US" sz="1700">
                <a:latin typeface="Consolas" panose="020B0609020204030204" pitchFamily="49" charset="0"/>
                <a:ea typeface="+mj-ea"/>
              </a:rPr>
              <a:t>提供數字、日期等的格式化功能，以及區域（</a:t>
            </a:r>
            <a:r>
              <a:rPr lang="en-US" altLang="zh-TW" sz="1700">
                <a:latin typeface="Consolas" panose="020B0609020204030204" pitchFamily="49" charset="0"/>
                <a:ea typeface="+mj-ea"/>
              </a:rPr>
              <a:t>Locale</a:t>
            </a:r>
            <a:r>
              <a:rPr lang="zh-TW" altLang="en-US" sz="1700">
                <a:latin typeface="Consolas" panose="020B0609020204030204" pitchFamily="49" charset="0"/>
                <a:ea typeface="+mj-ea"/>
              </a:rPr>
              <a:t>）、訊息、編碼處理等國際化功能的標籤。</a:t>
            </a:r>
            <a:endParaRPr lang="en-US" altLang="zh-TW" sz="1700">
              <a:latin typeface="Consolas" panose="020B0609020204030204" pitchFamily="49" charset="0"/>
              <a:ea typeface="+mj-ea"/>
            </a:endParaRPr>
          </a:p>
          <a:p>
            <a:pPr lvl="2" indent="-457200" algn="just">
              <a:spcBef>
                <a:spcPts val="200"/>
              </a:spcBef>
              <a:buFont typeface="+mj-lt"/>
              <a:buAutoNum type="arabicPeriod"/>
            </a:pPr>
            <a:r>
              <a:rPr lang="en-US" altLang="zh-TW" sz="1700" b="1">
                <a:latin typeface="Consolas" panose="020B0609020204030204" pitchFamily="49" charset="0"/>
                <a:ea typeface="+mj-ea"/>
              </a:rPr>
              <a:t>SQL</a:t>
            </a:r>
            <a:r>
              <a:rPr lang="zh-TW" altLang="en-US" sz="1700" b="1">
                <a:latin typeface="Consolas" panose="020B0609020204030204" pitchFamily="49" charset="0"/>
                <a:ea typeface="+mj-ea"/>
              </a:rPr>
              <a:t>標籤庫</a:t>
            </a:r>
            <a:r>
              <a:rPr lang="en-US" altLang="zh-TW" sz="1700" b="1">
                <a:latin typeface="Consolas" panose="020B0609020204030204" pitchFamily="49" charset="0"/>
                <a:ea typeface="+mj-ea"/>
              </a:rPr>
              <a:t>(SQL tag library):</a:t>
            </a:r>
          </a:p>
          <a:p>
            <a:pPr marL="548640" lvl="3" indent="0" algn="just">
              <a:spcBef>
                <a:spcPts val="200"/>
              </a:spcBef>
              <a:buNone/>
            </a:pPr>
            <a:r>
              <a:rPr lang="zh-TW" altLang="en-US" sz="1700">
                <a:latin typeface="Consolas" panose="020B0609020204030204" pitchFamily="49" charset="0"/>
                <a:ea typeface="+mj-ea"/>
              </a:rPr>
              <a:t>提供基本的資料庫查詢、更新、設定資料來源（</a:t>
            </a:r>
            <a:r>
              <a:rPr lang="en-US" altLang="zh-TW" sz="1700">
                <a:latin typeface="Consolas" panose="020B0609020204030204" pitchFamily="49" charset="0"/>
                <a:ea typeface="+mj-ea"/>
              </a:rPr>
              <a:t>DataSource</a:t>
            </a:r>
            <a:r>
              <a:rPr lang="zh-TW" altLang="en-US" sz="1700">
                <a:latin typeface="Consolas" panose="020B0609020204030204" pitchFamily="49" charset="0"/>
                <a:ea typeface="+mj-ea"/>
              </a:rPr>
              <a:t>）等功能之標籤。</a:t>
            </a:r>
            <a:endParaRPr lang="en-US" altLang="zh-TW" sz="1700">
              <a:latin typeface="Consolas" panose="020B0609020204030204" pitchFamily="49" charset="0"/>
              <a:ea typeface="+mj-ea"/>
            </a:endParaRPr>
          </a:p>
          <a:p>
            <a:pPr lvl="2" indent="-457200" algn="just">
              <a:spcBef>
                <a:spcPts val="200"/>
              </a:spcBef>
              <a:buFont typeface="+mj-lt"/>
              <a:buAutoNum type="arabicPeriod"/>
            </a:pPr>
            <a:r>
              <a:rPr lang="en-US" altLang="zh-TW" sz="1700" b="1">
                <a:latin typeface="Consolas" panose="020B0609020204030204" pitchFamily="49" charset="0"/>
                <a:ea typeface="+mj-ea"/>
              </a:rPr>
              <a:t>XML</a:t>
            </a:r>
            <a:r>
              <a:rPr lang="zh-TW" altLang="en-US" sz="1700" b="1">
                <a:latin typeface="Consolas" panose="020B0609020204030204" pitchFamily="49" charset="0"/>
                <a:ea typeface="+mj-ea"/>
              </a:rPr>
              <a:t>處理標籤庫</a:t>
            </a:r>
            <a:r>
              <a:rPr lang="en-US" altLang="zh-TW" sz="1700" b="1">
                <a:latin typeface="Consolas" panose="020B0609020204030204" pitchFamily="49" charset="0"/>
                <a:ea typeface="+mj-ea"/>
              </a:rPr>
              <a:t>(XML tag library):</a:t>
            </a:r>
          </a:p>
          <a:p>
            <a:pPr marL="548640" lvl="3" indent="0" algn="just">
              <a:spcBef>
                <a:spcPts val="200"/>
              </a:spcBef>
              <a:buNone/>
            </a:pPr>
            <a:r>
              <a:rPr lang="zh-TW" altLang="en-US" sz="1700">
                <a:latin typeface="Consolas" panose="020B0609020204030204" pitchFamily="49" charset="0"/>
                <a:ea typeface="+mj-ea"/>
              </a:rPr>
              <a:t>提供</a:t>
            </a:r>
            <a:r>
              <a:rPr lang="en-US" altLang="zh-TW" sz="1700">
                <a:latin typeface="Consolas" panose="020B0609020204030204" pitchFamily="49" charset="0"/>
                <a:ea typeface="+mj-ea"/>
              </a:rPr>
              <a:t>XML</a:t>
            </a:r>
            <a:r>
              <a:rPr lang="zh-TW" altLang="en-US" sz="1700">
                <a:latin typeface="Consolas" panose="020B0609020204030204" pitchFamily="49" charset="0"/>
                <a:ea typeface="+mj-ea"/>
              </a:rPr>
              <a:t>剖析、流程控制、轉換等功能之標籤。</a:t>
            </a:r>
            <a:endParaRPr lang="en-US" altLang="zh-TW" sz="1700">
              <a:latin typeface="Consolas" panose="020B0609020204030204" pitchFamily="49" charset="0"/>
              <a:ea typeface="+mj-ea"/>
            </a:endParaRPr>
          </a:p>
          <a:p>
            <a:pPr lvl="2" indent="-457200" algn="just">
              <a:spcBef>
                <a:spcPts val="200"/>
              </a:spcBef>
              <a:buFont typeface="+mj-lt"/>
              <a:buAutoNum type="arabicPeriod"/>
            </a:pPr>
            <a:r>
              <a:rPr lang="zh-TW" altLang="en-US" sz="1700" b="1">
                <a:latin typeface="Consolas" panose="020B0609020204030204" pitchFamily="49" charset="0"/>
                <a:ea typeface="+mj-ea"/>
              </a:rPr>
              <a:t>函式功能標籤庫</a:t>
            </a:r>
            <a:r>
              <a:rPr lang="en-US" altLang="zh-TW" sz="1700" b="1">
                <a:latin typeface="Consolas" panose="020B0609020204030204" pitchFamily="49" charset="0"/>
                <a:ea typeface="+mj-ea"/>
              </a:rPr>
              <a:t>(Functions tag library):</a:t>
            </a:r>
          </a:p>
          <a:p>
            <a:pPr marL="548640" lvl="3" indent="0" algn="just">
              <a:spcBef>
                <a:spcPts val="200"/>
              </a:spcBef>
              <a:buNone/>
            </a:pPr>
            <a:r>
              <a:rPr lang="zh-TW" altLang="en-US" sz="1700">
                <a:latin typeface="Consolas" panose="020B0609020204030204" pitchFamily="49" charset="0"/>
                <a:ea typeface="+mj-ea"/>
              </a:rPr>
              <a:t>提供常用字串處理的自訂</a:t>
            </a:r>
            <a:r>
              <a:rPr lang="en-US" altLang="zh-TW" sz="1700">
                <a:latin typeface="Consolas" panose="020B0609020204030204" pitchFamily="49" charset="0"/>
                <a:ea typeface="+mj-ea"/>
              </a:rPr>
              <a:t>EL</a:t>
            </a:r>
            <a:r>
              <a:rPr lang="zh-TW" altLang="en-US" sz="1700">
                <a:latin typeface="Consolas" panose="020B0609020204030204" pitchFamily="49" charset="0"/>
                <a:ea typeface="+mj-ea"/>
              </a:rPr>
              <a:t>函式標籤庫。</a:t>
            </a:r>
            <a:endParaRPr lang="en-US" altLang="zh-TW" sz="1700">
              <a:latin typeface="Consolas" panose="020B0609020204030204" pitchFamily="49" charset="0"/>
              <a:ea typeface="+mj-ea"/>
            </a:endParaRPr>
          </a:p>
          <a:p>
            <a:pPr marL="0" lvl="1" indent="0" algn="just">
              <a:spcBef>
                <a:spcPts val="200"/>
              </a:spcBef>
              <a:buNone/>
            </a:pPr>
            <a:endParaRPr lang="en-US" altLang="zh-TW" sz="1700">
              <a:latin typeface="Consolas" panose="020B0609020204030204" pitchFamily="49" charset="0"/>
              <a:ea typeface="+mj-ea"/>
            </a:endParaRPr>
          </a:p>
          <a:p>
            <a:pPr marL="0" lvl="1" indent="0" algn="just">
              <a:spcBef>
                <a:spcPts val="200"/>
              </a:spcBef>
              <a:buNone/>
            </a:pPr>
            <a:r>
              <a:rPr lang="en-US" altLang="zh-TW" sz="1700">
                <a:latin typeface="Consolas" panose="020B0609020204030204" pitchFamily="49" charset="0"/>
                <a:ea typeface="+mj-ea"/>
              </a:rPr>
              <a:t>【</a:t>
            </a:r>
            <a:r>
              <a:rPr lang="zh-TW" altLang="en-US" sz="1700">
                <a:latin typeface="Consolas" panose="020B0609020204030204" pitchFamily="49" charset="0"/>
                <a:ea typeface="+mj-ea"/>
              </a:rPr>
              <a:t>下載</a:t>
            </a:r>
            <a:r>
              <a:rPr lang="en-US" altLang="zh-TW" sz="1700">
                <a:latin typeface="Consolas" panose="020B0609020204030204" pitchFamily="49" charset="0"/>
                <a:ea typeface="+mj-ea"/>
              </a:rPr>
              <a:t>&amp;</a:t>
            </a:r>
            <a:r>
              <a:rPr lang="zh-TW" altLang="en-US" sz="1700">
                <a:latin typeface="Consolas" panose="020B0609020204030204" pitchFamily="49" charset="0"/>
                <a:ea typeface="+mj-ea"/>
              </a:rPr>
              <a:t>安裝</a:t>
            </a:r>
            <a:r>
              <a:rPr lang="en-US" altLang="zh-TW" sz="1700">
                <a:latin typeface="Consolas" panose="020B0609020204030204" pitchFamily="49" charset="0"/>
                <a:ea typeface="+mj-ea"/>
              </a:rPr>
              <a:t>】</a:t>
            </a:r>
          </a:p>
          <a:p>
            <a:pPr marL="617220" lvl="2" indent="-342900" algn="just">
              <a:spcBef>
                <a:spcPts val="200"/>
              </a:spcBef>
              <a:buFont typeface="+mj-lt"/>
              <a:buAutoNum type="arabicPeriod"/>
            </a:pPr>
            <a:r>
              <a:rPr lang="en-US" altLang="zh-TW" sz="1700">
                <a:latin typeface="Consolas" panose="020B0609020204030204" pitchFamily="49" charset="0"/>
                <a:ea typeface="+mj-ea"/>
              </a:rPr>
              <a:t>JSTL</a:t>
            </a:r>
            <a:r>
              <a:rPr lang="zh-TW" altLang="en-US" sz="1700">
                <a:latin typeface="Consolas" panose="020B0609020204030204" pitchFamily="49" charset="0"/>
                <a:ea typeface="+mj-ea"/>
              </a:rPr>
              <a:t>並不在</a:t>
            </a:r>
            <a:r>
              <a:rPr lang="en-US" altLang="zh-TW" sz="1700">
                <a:latin typeface="Consolas" panose="020B0609020204030204" pitchFamily="49" charset="0"/>
                <a:ea typeface="+mj-ea"/>
              </a:rPr>
              <a:t>JSP</a:t>
            </a:r>
            <a:r>
              <a:rPr lang="zh-TW" altLang="en-US" sz="1700">
                <a:latin typeface="Consolas" panose="020B0609020204030204" pitchFamily="49" charset="0"/>
                <a:ea typeface="+mj-ea"/>
              </a:rPr>
              <a:t>的標準規範中，若想使用</a:t>
            </a:r>
            <a:r>
              <a:rPr lang="en-US" altLang="zh-TW" sz="1700">
                <a:latin typeface="Consolas" panose="020B0609020204030204" pitchFamily="49" charset="0"/>
                <a:ea typeface="+mj-ea"/>
              </a:rPr>
              <a:t>JSTL</a:t>
            </a:r>
            <a:r>
              <a:rPr lang="zh-TW" altLang="en-US" sz="1700">
                <a:latin typeface="Consolas" panose="020B0609020204030204" pitchFamily="49" charset="0"/>
                <a:ea typeface="+mj-ea"/>
              </a:rPr>
              <a:t>，需另行下載</a:t>
            </a:r>
            <a:r>
              <a:rPr lang="en-US" altLang="zh-TW" sz="1700">
                <a:latin typeface="Consolas" panose="020B0609020204030204" pitchFamily="49" charset="0"/>
                <a:ea typeface="+mj-ea"/>
              </a:rPr>
              <a:t>JSTL</a:t>
            </a:r>
            <a:r>
              <a:rPr lang="zh-TW" altLang="en-US" sz="1700">
                <a:latin typeface="Consolas" panose="020B0609020204030204" pitchFamily="49" charset="0"/>
                <a:ea typeface="+mj-ea"/>
              </a:rPr>
              <a:t>的實作。</a:t>
            </a:r>
            <a:endParaRPr lang="en-US" altLang="zh-TW" sz="1700">
              <a:latin typeface="Consolas" panose="020B0609020204030204" pitchFamily="49" charset="0"/>
              <a:ea typeface="+mj-ea"/>
            </a:endParaRPr>
          </a:p>
          <a:p>
            <a:pPr marL="834390" lvl="3" indent="-285750" algn="just">
              <a:spcBef>
                <a:spcPts val="200"/>
              </a:spcBef>
            </a:pPr>
            <a:r>
              <a:rPr lang="en-US" altLang="zh-TW" sz="1700">
                <a:latin typeface="Consolas" panose="020B0609020204030204" pitchFamily="49" charset="0"/>
                <a:ea typeface="+mj-ea"/>
              </a:rPr>
              <a:t>apache-tomcat-7.0.6x </a:t>
            </a:r>
            <a:r>
              <a:rPr lang="zh-TW" altLang="en-US" sz="1700">
                <a:latin typeface="Consolas" panose="020B0609020204030204" pitchFamily="49" charset="0"/>
                <a:ea typeface="+mj-ea"/>
              </a:rPr>
              <a:t>以前的版本，需下載</a:t>
            </a:r>
            <a:endParaRPr lang="en-US" altLang="zh-TW" sz="1700">
              <a:latin typeface="Consolas" panose="020B0609020204030204" pitchFamily="49" charset="0"/>
              <a:ea typeface="+mj-ea"/>
            </a:endParaRPr>
          </a:p>
          <a:p>
            <a:pPr marL="1142800" lvl="5" indent="0" algn="just">
              <a:spcBef>
                <a:spcPts val="200"/>
              </a:spcBef>
              <a:buNone/>
            </a:pPr>
            <a:r>
              <a:rPr lang="en-US" altLang="zh-TW" sz="1700">
                <a:latin typeface="Consolas" panose="020B0609020204030204" pitchFamily="49" charset="0"/>
                <a:ea typeface="+mj-ea"/>
              </a:rPr>
              <a:t>jstl.jar </a:t>
            </a:r>
            <a:r>
              <a:rPr lang="zh-TW" altLang="en-US" sz="1700">
                <a:latin typeface="Consolas" panose="020B0609020204030204" pitchFamily="49" charset="0"/>
                <a:ea typeface="+mj-ea"/>
              </a:rPr>
              <a:t>、 </a:t>
            </a:r>
            <a:r>
              <a:rPr lang="en-US" altLang="zh-TW" sz="1700">
                <a:latin typeface="Consolas" panose="020B0609020204030204" pitchFamily="49" charset="0"/>
                <a:ea typeface="+mj-ea"/>
              </a:rPr>
              <a:t>standard.jar </a:t>
            </a:r>
            <a:endParaRPr lang="zh-TW" altLang="en-US" sz="1700">
              <a:latin typeface="Consolas" panose="020B0609020204030204" pitchFamily="49" charset="0"/>
              <a:ea typeface="+mj-ea"/>
            </a:endParaRPr>
          </a:p>
          <a:p>
            <a:pPr marL="834390" lvl="3" indent="-285750" algn="just">
              <a:spcBef>
                <a:spcPts val="200"/>
              </a:spcBef>
            </a:pPr>
            <a:r>
              <a:rPr lang="en-US" altLang="zh-TW" sz="1700">
                <a:latin typeface="Consolas" panose="020B0609020204030204" pitchFamily="49" charset="0"/>
                <a:ea typeface="+mj-ea"/>
              </a:rPr>
              <a:t>apache-tomcat-7.0.6x </a:t>
            </a:r>
            <a:r>
              <a:rPr lang="zh-TW" altLang="en-US" sz="1700">
                <a:latin typeface="Consolas" panose="020B0609020204030204" pitchFamily="49" charset="0"/>
                <a:ea typeface="+mj-ea"/>
              </a:rPr>
              <a:t>以後的版本，需下載</a:t>
            </a:r>
            <a:endParaRPr lang="en-US" altLang="zh-TW" sz="1700">
              <a:latin typeface="Consolas" panose="020B0609020204030204" pitchFamily="49" charset="0"/>
              <a:ea typeface="+mj-ea"/>
            </a:endParaRPr>
          </a:p>
          <a:p>
            <a:pPr marL="1142800" lvl="5" indent="0" algn="just">
              <a:spcBef>
                <a:spcPts val="200"/>
              </a:spcBef>
              <a:buNone/>
            </a:pPr>
            <a:r>
              <a:rPr lang="en-US" altLang="zh-TW" sz="1700">
                <a:solidFill>
                  <a:srgbClr val="FF0000"/>
                </a:solidFill>
                <a:latin typeface="Consolas" panose="020B0609020204030204" pitchFamily="49" charset="0"/>
                <a:ea typeface="+mj-ea"/>
              </a:rPr>
              <a:t>taglibs-standard-impl-1.2.5.jar </a:t>
            </a:r>
          </a:p>
          <a:p>
            <a:pPr marL="1142800" lvl="5" indent="0" algn="just">
              <a:spcBef>
                <a:spcPts val="200"/>
              </a:spcBef>
              <a:buNone/>
            </a:pPr>
            <a:r>
              <a:rPr lang="en-US" altLang="zh-TW" sz="1700">
                <a:solidFill>
                  <a:srgbClr val="FF0000"/>
                </a:solidFill>
                <a:latin typeface="Consolas" panose="020B0609020204030204" pitchFamily="49" charset="0"/>
                <a:ea typeface="+mj-ea"/>
              </a:rPr>
              <a:t>taglibs-standard-spec-1.2.5.jar</a:t>
            </a:r>
            <a:endParaRPr lang="zh-TW" altLang="en-US" sz="1700">
              <a:solidFill>
                <a:srgbClr val="FF0000"/>
              </a:solidFill>
              <a:latin typeface="Consolas" panose="020B0609020204030204" pitchFamily="49" charset="0"/>
              <a:ea typeface="+mj-ea"/>
            </a:endParaRPr>
          </a:p>
          <a:p>
            <a:pPr marL="274320" lvl="2" indent="0" algn="just">
              <a:spcBef>
                <a:spcPts val="200"/>
              </a:spcBef>
              <a:buNone/>
            </a:pPr>
            <a:r>
              <a:rPr lang="zh-TW" altLang="en-US" sz="1700">
                <a:latin typeface="Consolas" panose="020B0609020204030204" pitchFamily="49" charset="0"/>
                <a:ea typeface="+mj-ea"/>
              </a:rPr>
              <a:t>並放置於</a:t>
            </a:r>
            <a:r>
              <a:rPr lang="en-US" altLang="zh-TW" sz="1700">
                <a:latin typeface="Consolas" panose="020B0609020204030204" pitchFamily="49" charset="0"/>
                <a:ea typeface="+mj-ea"/>
              </a:rPr>
              <a:t>webapp\Web-INF\lib </a:t>
            </a:r>
            <a:r>
              <a:rPr lang="zh-TW" altLang="en-US" sz="1700">
                <a:latin typeface="Consolas" panose="020B0609020204030204" pitchFamily="49" charset="0"/>
                <a:ea typeface="+mj-ea"/>
              </a:rPr>
              <a:t>的目錄內。</a:t>
            </a:r>
            <a:endParaRPr lang="en-US" altLang="zh-TW" sz="1700">
              <a:latin typeface="Consolas" panose="020B0609020204030204" pitchFamily="49" charset="0"/>
              <a:ea typeface="+mj-ea"/>
            </a:endParaRPr>
          </a:p>
          <a:p>
            <a:pPr marL="617220" lvl="2" indent="-342900" algn="just">
              <a:spcBef>
                <a:spcPts val="200"/>
              </a:spcBef>
              <a:buFont typeface="+mj-lt"/>
              <a:buAutoNum type="arabicPeriod" startAt="2"/>
            </a:pPr>
            <a:r>
              <a:rPr lang="zh-TW" altLang="en-US" sz="1700">
                <a:latin typeface="Consolas" panose="020B0609020204030204" pitchFamily="49" charset="0"/>
                <a:ea typeface="+mj-ea"/>
              </a:rPr>
              <a:t>去哪下載</a:t>
            </a:r>
            <a:r>
              <a:rPr lang="en-US" altLang="zh-TW" sz="1700">
                <a:latin typeface="Consolas" panose="020B0609020204030204" pitchFamily="49" charset="0"/>
                <a:ea typeface="+mj-ea"/>
              </a:rPr>
              <a:t>?</a:t>
            </a:r>
          </a:p>
          <a:p>
            <a:pPr marL="834390" lvl="3" indent="-285750" algn="just">
              <a:spcBef>
                <a:spcPts val="200"/>
              </a:spcBef>
            </a:pPr>
            <a:r>
              <a:rPr lang="en-US" altLang="zh-TW" sz="1700">
                <a:latin typeface="Consolas" panose="020B0609020204030204" pitchFamily="49" charset="0"/>
                <a:ea typeface="+mj-ea"/>
              </a:rPr>
              <a:t>tomacat\webapps\examples\WEB-INF\lib </a:t>
            </a:r>
            <a:r>
              <a:rPr lang="zh-TW" altLang="en-US" sz="1700">
                <a:latin typeface="Consolas" panose="020B0609020204030204" pitchFamily="49" charset="0"/>
                <a:ea typeface="+mj-ea"/>
              </a:rPr>
              <a:t>的目錄內取得</a:t>
            </a:r>
          </a:p>
          <a:p>
            <a:pPr marL="834390" lvl="3" indent="-285750" algn="just">
              <a:spcBef>
                <a:spcPts val="200"/>
              </a:spcBef>
            </a:pPr>
            <a:r>
              <a:rPr lang="en-US" altLang="zh-TW" sz="1700">
                <a:latin typeface="Consolas" panose="020B0609020204030204" pitchFamily="49" charset="0"/>
                <a:ea typeface="+mj-ea"/>
              </a:rPr>
              <a:t>Tomcat</a:t>
            </a:r>
            <a:r>
              <a:rPr lang="zh-TW" altLang="en-US" sz="1700">
                <a:latin typeface="Consolas" panose="020B0609020204030204" pitchFamily="49" charset="0"/>
                <a:ea typeface="+mj-ea"/>
              </a:rPr>
              <a:t>官網</a:t>
            </a:r>
            <a:r>
              <a:rPr lang="en-US" altLang="zh-TW" sz="1700">
                <a:latin typeface="Consolas" panose="020B0609020204030204" pitchFamily="49" charset="0"/>
                <a:ea typeface="+mj-ea"/>
              </a:rPr>
              <a:t>:https://tomcat.apache.org/download-taglibs.cgi</a:t>
            </a:r>
          </a:p>
          <a:p>
            <a:pPr marL="274320" lvl="2" indent="0" algn="just">
              <a:spcBef>
                <a:spcPts val="200"/>
              </a:spcBef>
              <a:buNone/>
            </a:pPr>
            <a:endParaRPr lang="zh-TW" altLang="en-US" sz="1700">
              <a:latin typeface="Consolas" panose="020B0609020204030204" pitchFamily="49" charset="0"/>
              <a:ea typeface="+mj-ea"/>
            </a:endParaRPr>
          </a:p>
        </p:txBody>
      </p:sp>
    </p:spTree>
    <p:extLst>
      <p:ext uri="{BB962C8B-B14F-4D97-AF65-F5344CB8AC3E}">
        <p14:creationId xmlns:p14="http://schemas.microsoft.com/office/powerpoint/2010/main" val="318334228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字方塊 7">
            <a:extLst>
              <a:ext uri="{FF2B5EF4-FFF2-40B4-BE49-F238E27FC236}">
                <a16:creationId xmlns:a16="http://schemas.microsoft.com/office/drawing/2014/main" id="{CF3E7FE1-BDDF-4224-97E4-1FA716DA0CF0}"/>
              </a:ext>
            </a:extLst>
          </p:cNvPr>
          <p:cNvSpPr txBox="1"/>
          <p:nvPr/>
        </p:nvSpPr>
        <p:spPr>
          <a:xfrm>
            <a:off x="204969" y="117822"/>
            <a:ext cx="4540651"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zh-TW" sz="3200">
                <a:latin typeface="Consolas" panose="020B0609020204030204" pitchFamily="49" charset="0"/>
                <a:ea typeface="+mj-ea"/>
              </a:rPr>
              <a:t>JSTL</a:t>
            </a:r>
            <a:r>
              <a:rPr lang="zh-TW" altLang="en-US" sz="3200">
                <a:latin typeface="Consolas" panose="020B0609020204030204" pitchFamily="49" charset="0"/>
                <a:ea typeface="+mj-ea"/>
              </a:rPr>
              <a:t>五大類標籤庫宣告</a:t>
            </a:r>
          </a:p>
        </p:txBody>
      </p:sp>
      <p:graphicFrame>
        <p:nvGraphicFramePr>
          <p:cNvPr id="10" name="表格 4">
            <a:extLst>
              <a:ext uri="{FF2B5EF4-FFF2-40B4-BE49-F238E27FC236}">
                <a16:creationId xmlns:a16="http://schemas.microsoft.com/office/drawing/2014/main" id="{4E52CBDD-FC1A-4D01-8532-84BE66BA3523}"/>
              </a:ext>
            </a:extLst>
          </p:cNvPr>
          <p:cNvGraphicFramePr>
            <a:graphicFrameLocks noGrp="1"/>
          </p:cNvGraphicFramePr>
          <p:nvPr>
            <p:ph idx="1"/>
            <p:extLst>
              <p:ext uri="{D42A27DB-BD31-4B8C-83A1-F6EECF244321}">
                <p14:modId xmlns:p14="http://schemas.microsoft.com/office/powerpoint/2010/main" val="4177899711"/>
              </p:ext>
            </p:extLst>
          </p:nvPr>
        </p:nvGraphicFramePr>
        <p:xfrm>
          <a:off x="204969" y="755681"/>
          <a:ext cx="11661046" cy="3274722"/>
        </p:xfrm>
        <a:graphic>
          <a:graphicData uri="http://schemas.openxmlformats.org/drawingml/2006/table">
            <a:tbl>
              <a:tblPr firstRow="1" bandRow="1">
                <a:tableStyleId>{5C22544A-7EE6-4342-B048-85BDC9FD1C3A}</a:tableStyleId>
              </a:tblPr>
              <a:tblGrid>
                <a:gridCol w="2380974">
                  <a:extLst>
                    <a:ext uri="{9D8B030D-6E8A-4147-A177-3AD203B41FA5}">
                      <a16:colId xmlns:a16="http://schemas.microsoft.com/office/drawing/2014/main" val="203712392"/>
                    </a:ext>
                  </a:extLst>
                </a:gridCol>
                <a:gridCol w="6935466">
                  <a:extLst>
                    <a:ext uri="{9D8B030D-6E8A-4147-A177-3AD203B41FA5}">
                      <a16:colId xmlns:a16="http://schemas.microsoft.com/office/drawing/2014/main" val="1446959358"/>
                    </a:ext>
                  </a:extLst>
                </a:gridCol>
                <a:gridCol w="2344606">
                  <a:extLst>
                    <a:ext uri="{9D8B030D-6E8A-4147-A177-3AD203B41FA5}">
                      <a16:colId xmlns:a16="http://schemas.microsoft.com/office/drawing/2014/main" val="3116701305"/>
                    </a:ext>
                  </a:extLst>
                </a:gridCol>
              </a:tblGrid>
              <a:tr h="545787">
                <a:tc>
                  <a:txBody>
                    <a:bodyPr/>
                    <a:lstStyle/>
                    <a:p>
                      <a:pPr algn="ctr"/>
                      <a:r>
                        <a:rPr lang="en-US" altLang="zh-TW">
                          <a:latin typeface="Consolas" panose="020B0609020204030204" pitchFamily="49" charset="0"/>
                          <a:ea typeface="+mj-ea"/>
                        </a:rPr>
                        <a:t>JSTL</a:t>
                      </a:r>
                      <a:r>
                        <a:rPr lang="zh-TW" altLang="en-US">
                          <a:latin typeface="Consolas" panose="020B0609020204030204" pitchFamily="49" charset="0"/>
                          <a:ea typeface="+mj-ea"/>
                        </a:rPr>
                        <a:t>標籤庫</a:t>
                      </a:r>
                    </a:p>
                  </a:txBody>
                  <a:tcPr anchor="ctr"/>
                </a:tc>
                <a:tc>
                  <a:txBody>
                    <a:bodyPr/>
                    <a:lstStyle/>
                    <a:p>
                      <a:pPr algn="ctr"/>
                      <a:r>
                        <a:rPr lang="zh-TW" altLang="en-US">
                          <a:latin typeface="Consolas" panose="020B0609020204030204" pitchFamily="49" charset="0"/>
                          <a:ea typeface="+mj-ea"/>
                        </a:rPr>
                        <a:t>網址資源</a:t>
                      </a:r>
                      <a:r>
                        <a:rPr lang="en-US" altLang="zh-TW">
                          <a:latin typeface="Consolas" panose="020B0609020204030204" pitchFamily="49" charset="0"/>
                          <a:ea typeface="+mj-ea"/>
                        </a:rPr>
                        <a:t>URI</a:t>
                      </a:r>
                      <a:r>
                        <a:rPr lang="zh-TW" altLang="en-US">
                          <a:latin typeface="Consolas" panose="020B0609020204030204" pitchFamily="49" charset="0"/>
                          <a:ea typeface="+mj-ea"/>
                        </a:rPr>
                        <a:t>參考</a:t>
                      </a:r>
                    </a:p>
                  </a:txBody>
                  <a:tcPr anchor="ctr"/>
                </a:tc>
                <a:tc>
                  <a:txBody>
                    <a:bodyPr/>
                    <a:lstStyle/>
                    <a:p>
                      <a:pPr algn="ctr"/>
                      <a:r>
                        <a:rPr lang="zh-TW" altLang="en-US">
                          <a:latin typeface="Consolas" panose="020B0609020204030204" pitchFamily="49" charset="0"/>
                          <a:ea typeface="+mj-ea"/>
                        </a:rPr>
                        <a:t>慣用前置碼</a:t>
                      </a:r>
                      <a:r>
                        <a:rPr lang="en-US" altLang="zh-TW">
                          <a:latin typeface="Consolas" panose="020B0609020204030204" pitchFamily="49" charset="0"/>
                          <a:ea typeface="+mj-ea"/>
                        </a:rPr>
                        <a:t>Prefix</a:t>
                      </a:r>
                      <a:endParaRPr lang="zh-TW" altLang="en-US">
                        <a:latin typeface="Consolas" panose="020B0609020204030204" pitchFamily="49" charset="0"/>
                        <a:ea typeface="+mj-ea"/>
                      </a:endParaRPr>
                    </a:p>
                  </a:txBody>
                  <a:tcPr anchor="ctr"/>
                </a:tc>
                <a:extLst>
                  <a:ext uri="{0D108BD9-81ED-4DB2-BD59-A6C34878D82A}">
                    <a16:rowId xmlns:a16="http://schemas.microsoft.com/office/drawing/2014/main" val="1486997580"/>
                  </a:ext>
                </a:extLst>
              </a:tr>
              <a:tr h="545787">
                <a:tc>
                  <a:txBody>
                    <a:bodyPr/>
                    <a:lstStyle/>
                    <a:p>
                      <a:pPr algn="ctr"/>
                      <a:r>
                        <a:rPr lang="en-US" altLang="zh-TW">
                          <a:latin typeface="Consolas" panose="020B0609020204030204" pitchFamily="49" charset="0"/>
                          <a:ea typeface="+mj-ea"/>
                        </a:rPr>
                        <a:t>Core</a:t>
                      </a:r>
                      <a:r>
                        <a:rPr lang="zh-TW" altLang="en-US">
                          <a:latin typeface="Consolas" panose="020B0609020204030204" pitchFamily="49" charset="0"/>
                          <a:ea typeface="+mj-ea"/>
                        </a:rPr>
                        <a:t>標籤庫</a:t>
                      </a:r>
                    </a:p>
                  </a:txBody>
                  <a:tcPr anchor="ctr"/>
                </a:tc>
                <a:tc>
                  <a:txBody>
                    <a:bodyPr/>
                    <a:lstStyle/>
                    <a:p>
                      <a:pPr algn="ctr"/>
                      <a:r>
                        <a:rPr lang="en-US" altLang="zh-TW">
                          <a:latin typeface="Consolas" panose="020B0609020204030204" pitchFamily="49" charset="0"/>
                          <a:ea typeface="+mj-ea"/>
                        </a:rPr>
                        <a:t>http://java.sun.com/jsp/jstl/core</a:t>
                      </a:r>
                      <a:endParaRPr lang="zh-TW" altLang="en-US">
                        <a:latin typeface="Consolas" panose="020B0609020204030204" pitchFamily="49" charset="0"/>
                        <a:ea typeface="+mj-ea"/>
                      </a:endParaRPr>
                    </a:p>
                  </a:txBody>
                  <a:tcPr anchor="ctr"/>
                </a:tc>
                <a:tc>
                  <a:txBody>
                    <a:bodyPr/>
                    <a:lstStyle/>
                    <a:p>
                      <a:pPr algn="ctr"/>
                      <a:r>
                        <a:rPr lang="en-US" altLang="zh-TW">
                          <a:latin typeface="Consolas" panose="020B0609020204030204" pitchFamily="49" charset="0"/>
                          <a:ea typeface="+mj-ea"/>
                        </a:rPr>
                        <a:t>c</a:t>
                      </a:r>
                      <a:endParaRPr lang="zh-TW" altLang="en-US">
                        <a:latin typeface="Consolas" panose="020B0609020204030204" pitchFamily="49" charset="0"/>
                        <a:ea typeface="+mj-ea"/>
                      </a:endParaRPr>
                    </a:p>
                  </a:txBody>
                  <a:tcPr anchor="ctr"/>
                </a:tc>
                <a:extLst>
                  <a:ext uri="{0D108BD9-81ED-4DB2-BD59-A6C34878D82A}">
                    <a16:rowId xmlns:a16="http://schemas.microsoft.com/office/drawing/2014/main" val="3580081391"/>
                  </a:ext>
                </a:extLst>
              </a:tr>
              <a:tr h="545787">
                <a:tc>
                  <a:txBody>
                    <a:bodyPr/>
                    <a:lstStyle/>
                    <a:p>
                      <a:pPr algn="ctr"/>
                      <a:r>
                        <a:rPr lang="en-US" altLang="zh-TW">
                          <a:latin typeface="Consolas" panose="020B0609020204030204" pitchFamily="49" charset="0"/>
                          <a:ea typeface="+mj-ea"/>
                        </a:rPr>
                        <a:t>XML</a:t>
                      </a:r>
                      <a:r>
                        <a:rPr lang="zh-TW" altLang="en-US">
                          <a:latin typeface="Consolas" panose="020B0609020204030204" pitchFamily="49" charset="0"/>
                          <a:ea typeface="+mj-ea"/>
                        </a:rPr>
                        <a:t>標籤庫 </a:t>
                      </a:r>
                    </a:p>
                  </a:txBody>
                  <a:tcPr anchor="ctr"/>
                </a:tc>
                <a:tc>
                  <a:txBody>
                    <a:bodyPr/>
                    <a:lstStyle/>
                    <a:p>
                      <a:pPr algn="ctr"/>
                      <a:r>
                        <a:rPr lang="en-US" altLang="zh-TW">
                          <a:latin typeface="Consolas" panose="020B0609020204030204" pitchFamily="49" charset="0"/>
                          <a:ea typeface="+mj-ea"/>
                        </a:rPr>
                        <a:t>http://java.sun.com/jsp/jstl/xml</a:t>
                      </a:r>
                      <a:endParaRPr lang="zh-TW" altLang="en-US">
                        <a:latin typeface="Consolas" panose="020B0609020204030204" pitchFamily="49" charset="0"/>
                        <a:ea typeface="+mj-ea"/>
                      </a:endParaRPr>
                    </a:p>
                  </a:txBody>
                  <a:tcPr anchor="ctr"/>
                </a:tc>
                <a:tc>
                  <a:txBody>
                    <a:bodyPr/>
                    <a:lstStyle/>
                    <a:p>
                      <a:pPr algn="ctr"/>
                      <a:r>
                        <a:rPr lang="en-US" altLang="zh-TW">
                          <a:latin typeface="Consolas" panose="020B0609020204030204" pitchFamily="49" charset="0"/>
                          <a:ea typeface="+mj-ea"/>
                        </a:rPr>
                        <a:t>x</a:t>
                      </a:r>
                      <a:endParaRPr lang="zh-TW" altLang="en-US">
                        <a:latin typeface="Consolas" panose="020B0609020204030204" pitchFamily="49" charset="0"/>
                        <a:ea typeface="+mj-ea"/>
                      </a:endParaRPr>
                    </a:p>
                  </a:txBody>
                  <a:tcPr anchor="ctr"/>
                </a:tc>
                <a:extLst>
                  <a:ext uri="{0D108BD9-81ED-4DB2-BD59-A6C34878D82A}">
                    <a16:rowId xmlns:a16="http://schemas.microsoft.com/office/drawing/2014/main" val="3961794908"/>
                  </a:ext>
                </a:extLst>
              </a:tr>
              <a:tr h="545787">
                <a:tc>
                  <a:txBody>
                    <a:bodyPr/>
                    <a:lstStyle/>
                    <a:p>
                      <a:pPr algn="ctr"/>
                      <a:r>
                        <a:rPr lang="en-US" altLang="zh-TW">
                          <a:latin typeface="Consolas" panose="020B0609020204030204" pitchFamily="49" charset="0"/>
                          <a:ea typeface="+mj-ea"/>
                        </a:rPr>
                        <a:t>I18N</a:t>
                      </a:r>
                      <a:r>
                        <a:rPr lang="zh-TW" altLang="en-US">
                          <a:latin typeface="Consolas" panose="020B0609020204030204" pitchFamily="49" charset="0"/>
                          <a:ea typeface="+mj-ea"/>
                        </a:rPr>
                        <a:t>格式標籤庫 </a:t>
                      </a:r>
                    </a:p>
                  </a:txBody>
                  <a:tcPr anchor="ctr"/>
                </a:tc>
                <a:tc>
                  <a:txBody>
                    <a:bodyPr/>
                    <a:lstStyle/>
                    <a:p>
                      <a:pPr algn="ctr"/>
                      <a:r>
                        <a:rPr lang="en-US" altLang="zh-TW">
                          <a:latin typeface="Consolas" panose="020B0609020204030204" pitchFamily="49" charset="0"/>
                          <a:ea typeface="+mj-ea"/>
                        </a:rPr>
                        <a:t>http://java.sun.com/jsp/jstl/fmt</a:t>
                      </a:r>
                      <a:endParaRPr lang="zh-TW" altLang="en-US">
                        <a:latin typeface="Consolas" panose="020B0609020204030204" pitchFamily="49" charset="0"/>
                        <a:ea typeface="+mj-ea"/>
                      </a:endParaRPr>
                    </a:p>
                  </a:txBody>
                  <a:tcPr anchor="ctr"/>
                </a:tc>
                <a:tc>
                  <a:txBody>
                    <a:bodyPr/>
                    <a:lstStyle/>
                    <a:p>
                      <a:pPr algn="ctr"/>
                      <a:r>
                        <a:rPr lang="en-US" altLang="zh-TW" err="1">
                          <a:latin typeface="Consolas" panose="020B0609020204030204" pitchFamily="49" charset="0"/>
                          <a:ea typeface="+mj-ea"/>
                        </a:rPr>
                        <a:t>fmt</a:t>
                      </a:r>
                      <a:endParaRPr lang="zh-TW" altLang="en-US">
                        <a:latin typeface="Consolas" panose="020B0609020204030204" pitchFamily="49" charset="0"/>
                        <a:ea typeface="+mj-ea"/>
                      </a:endParaRPr>
                    </a:p>
                  </a:txBody>
                  <a:tcPr anchor="ctr"/>
                </a:tc>
                <a:extLst>
                  <a:ext uri="{0D108BD9-81ED-4DB2-BD59-A6C34878D82A}">
                    <a16:rowId xmlns:a16="http://schemas.microsoft.com/office/drawing/2014/main" val="2593231519"/>
                  </a:ext>
                </a:extLst>
              </a:tr>
              <a:tr h="545787">
                <a:tc>
                  <a:txBody>
                    <a:bodyPr/>
                    <a:lstStyle/>
                    <a:p>
                      <a:pPr algn="ctr"/>
                      <a:r>
                        <a:rPr lang="en-US" altLang="zh-TW">
                          <a:latin typeface="Consolas" panose="020B0609020204030204" pitchFamily="49" charset="0"/>
                          <a:ea typeface="+mj-ea"/>
                        </a:rPr>
                        <a:t>Database</a:t>
                      </a:r>
                      <a:r>
                        <a:rPr lang="zh-TW" altLang="en-US">
                          <a:latin typeface="Consolas" panose="020B0609020204030204" pitchFamily="49" charset="0"/>
                          <a:ea typeface="+mj-ea"/>
                        </a:rPr>
                        <a:t>標籤庫</a:t>
                      </a:r>
                    </a:p>
                  </a:txBody>
                  <a:tcPr anchor="ctr"/>
                </a:tc>
                <a:tc>
                  <a:txBody>
                    <a:bodyPr/>
                    <a:lstStyle/>
                    <a:p>
                      <a:pPr algn="ctr"/>
                      <a:r>
                        <a:rPr lang="en-US" altLang="zh-TW">
                          <a:latin typeface="Consolas" panose="020B0609020204030204" pitchFamily="49" charset="0"/>
                          <a:ea typeface="+mj-ea"/>
                        </a:rPr>
                        <a:t>http://java.sun.com/jsp/jstl/sql</a:t>
                      </a:r>
                      <a:endParaRPr lang="zh-TW" altLang="en-US">
                        <a:latin typeface="Consolas" panose="020B0609020204030204" pitchFamily="49" charset="0"/>
                        <a:ea typeface="+mj-ea"/>
                      </a:endParaRPr>
                    </a:p>
                  </a:txBody>
                  <a:tcPr anchor="ctr"/>
                </a:tc>
                <a:tc>
                  <a:txBody>
                    <a:bodyPr/>
                    <a:lstStyle/>
                    <a:p>
                      <a:pPr algn="ctr"/>
                      <a:r>
                        <a:rPr lang="en-US" altLang="zh-TW" err="1">
                          <a:latin typeface="Consolas" panose="020B0609020204030204" pitchFamily="49" charset="0"/>
                          <a:ea typeface="+mj-ea"/>
                        </a:rPr>
                        <a:t>sql</a:t>
                      </a:r>
                      <a:endParaRPr lang="zh-TW" altLang="en-US">
                        <a:latin typeface="Consolas" panose="020B0609020204030204" pitchFamily="49" charset="0"/>
                        <a:ea typeface="+mj-ea"/>
                      </a:endParaRPr>
                    </a:p>
                  </a:txBody>
                  <a:tcPr anchor="ctr"/>
                </a:tc>
                <a:extLst>
                  <a:ext uri="{0D108BD9-81ED-4DB2-BD59-A6C34878D82A}">
                    <a16:rowId xmlns:a16="http://schemas.microsoft.com/office/drawing/2014/main" val="597131318"/>
                  </a:ext>
                </a:extLst>
              </a:tr>
              <a:tr h="545787">
                <a:tc>
                  <a:txBody>
                    <a:bodyPr/>
                    <a:lstStyle/>
                    <a:p>
                      <a:pPr algn="ctr"/>
                      <a:r>
                        <a:rPr lang="en-US" altLang="zh-TW">
                          <a:latin typeface="Consolas" panose="020B0609020204030204" pitchFamily="49" charset="0"/>
                          <a:ea typeface="+mj-ea"/>
                        </a:rPr>
                        <a:t>Functions</a:t>
                      </a:r>
                      <a:r>
                        <a:rPr lang="zh-TW" altLang="en-US">
                          <a:latin typeface="Consolas" panose="020B0609020204030204" pitchFamily="49" charset="0"/>
                          <a:ea typeface="+mj-ea"/>
                        </a:rPr>
                        <a:t>標籤庫</a:t>
                      </a:r>
                    </a:p>
                  </a:txBody>
                  <a:tcPr anchor="ctr"/>
                </a:tc>
                <a:tc>
                  <a:txBody>
                    <a:bodyPr/>
                    <a:lstStyle/>
                    <a:p>
                      <a:pPr algn="ctr"/>
                      <a:r>
                        <a:rPr lang="en-US" altLang="zh-TW">
                          <a:latin typeface="Consolas" panose="020B0609020204030204" pitchFamily="49" charset="0"/>
                          <a:ea typeface="+mj-ea"/>
                        </a:rPr>
                        <a:t>http://java.sun.com/jsp/jstl/functions</a:t>
                      </a:r>
                      <a:endParaRPr lang="zh-TW" altLang="en-US">
                        <a:latin typeface="Consolas" panose="020B0609020204030204" pitchFamily="49" charset="0"/>
                        <a:ea typeface="+mj-ea"/>
                      </a:endParaRPr>
                    </a:p>
                  </a:txBody>
                  <a:tcPr anchor="ctr"/>
                </a:tc>
                <a:tc>
                  <a:txBody>
                    <a:bodyPr/>
                    <a:lstStyle/>
                    <a:p>
                      <a:pPr algn="ctr"/>
                      <a:r>
                        <a:rPr lang="en-US" altLang="zh-TW" err="1">
                          <a:latin typeface="Consolas" panose="020B0609020204030204" pitchFamily="49" charset="0"/>
                          <a:ea typeface="+mj-ea"/>
                        </a:rPr>
                        <a:t>fn</a:t>
                      </a:r>
                      <a:endParaRPr lang="zh-TW" altLang="en-US">
                        <a:latin typeface="Consolas" panose="020B0609020204030204" pitchFamily="49" charset="0"/>
                        <a:ea typeface="+mj-ea"/>
                      </a:endParaRPr>
                    </a:p>
                  </a:txBody>
                  <a:tcPr anchor="ctr"/>
                </a:tc>
                <a:extLst>
                  <a:ext uri="{0D108BD9-81ED-4DB2-BD59-A6C34878D82A}">
                    <a16:rowId xmlns:a16="http://schemas.microsoft.com/office/drawing/2014/main" val="1226927401"/>
                  </a:ext>
                </a:extLst>
              </a:tr>
            </a:tbl>
          </a:graphicData>
        </a:graphic>
      </p:graphicFrame>
      <p:sp>
        <p:nvSpPr>
          <p:cNvPr id="11" name="內容版面配置區 3">
            <a:extLst>
              <a:ext uri="{FF2B5EF4-FFF2-40B4-BE49-F238E27FC236}">
                <a16:creationId xmlns:a16="http://schemas.microsoft.com/office/drawing/2014/main" id="{D77D9FBD-C3AF-4ADB-A0B3-4BF8B7CA8BE9}"/>
              </a:ext>
            </a:extLst>
          </p:cNvPr>
          <p:cNvSpPr txBox="1">
            <a:spLocks/>
          </p:cNvSpPr>
          <p:nvPr/>
        </p:nvSpPr>
        <p:spPr>
          <a:xfrm>
            <a:off x="-1" y="4083488"/>
            <a:ext cx="9734309" cy="25544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zh-TW" altLang="en-US">
                <a:latin typeface="Consolas" panose="020B0609020204030204" pitchFamily="49" charset="0"/>
                <a:ea typeface="+mj-ea"/>
              </a:rPr>
              <a:t>所有使用</a:t>
            </a:r>
            <a:r>
              <a:rPr lang="en-US" altLang="zh-TW">
                <a:latin typeface="Consolas" panose="020B0609020204030204" pitchFamily="49" charset="0"/>
                <a:ea typeface="+mj-ea"/>
              </a:rPr>
              <a:t>JSTL</a:t>
            </a:r>
            <a:r>
              <a:rPr lang="zh-TW" altLang="en-US">
                <a:latin typeface="Consolas" panose="020B0609020204030204" pitchFamily="49" charset="0"/>
                <a:ea typeface="+mj-ea"/>
              </a:rPr>
              <a:t>的</a:t>
            </a:r>
            <a:r>
              <a:rPr lang="en-US" altLang="zh-TW">
                <a:latin typeface="Consolas" panose="020B0609020204030204" pitchFamily="49" charset="0"/>
                <a:ea typeface="+mj-ea"/>
              </a:rPr>
              <a:t>JSP</a:t>
            </a:r>
            <a:r>
              <a:rPr lang="zh-TW" altLang="en-US">
                <a:latin typeface="Consolas" panose="020B0609020204030204" pitchFamily="49" charset="0"/>
                <a:ea typeface="+mj-ea"/>
              </a:rPr>
              <a:t>網頁都必須加入與標籤庫有關的敘述</a:t>
            </a:r>
          </a:p>
          <a:p>
            <a:pPr marL="457200" lvl="1" indent="0">
              <a:buNone/>
            </a:pPr>
            <a:r>
              <a:rPr lang="en-US" altLang="zh-TW" sz="1800">
                <a:solidFill>
                  <a:srgbClr val="FF0000"/>
                </a:solidFill>
                <a:latin typeface="Consolas" panose="020B0609020204030204" pitchFamily="49" charset="0"/>
                <a:ea typeface="+mj-ea"/>
              </a:rPr>
              <a:t>&lt;%@ </a:t>
            </a:r>
            <a:r>
              <a:rPr lang="en-US" altLang="zh-TW" sz="1800" err="1">
                <a:solidFill>
                  <a:srgbClr val="FF0000"/>
                </a:solidFill>
                <a:latin typeface="Consolas" panose="020B0609020204030204" pitchFamily="49" charset="0"/>
                <a:ea typeface="+mj-ea"/>
              </a:rPr>
              <a:t>taglib</a:t>
            </a:r>
            <a:r>
              <a:rPr lang="en-US" altLang="zh-TW" sz="1800">
                <a:solidFill>
                  <a:srgbClr val="FF0000"/>
                </a:solidFill>
                <a:latin typeface="Consolas" panose="020B0609020204030204" pitchFamily="49" charset="0"/>
                <a:ea typeface="+mj-ea"/>
              </a:rPr>
              <a:t> prefix="c" </a:t>
            </a:r>
            <a:r>
              <a:rPr lang="en-US" altLang="zh-TW" sz="1800" err="1">
                <a:solidFill>
                  <a:srgbClr val="FF0000"/>
                </a:solidFill>
                <a:latin typeface="Consolas" panose="020B0609020204030204" pitchFamily="49" charset="0"/>
                <a:ea typeface="+mj-ea"/>
              </a:rPr>
              <a:t>uri</a:t>
            </a:r>
            <a:r>
              <a:rPr lang="en-US" altLang="zh-TW" sz="1800">
                <a:solidFill>
                  <a:srgbClr val="FF0000"/>
                </a:solidFill>
                <a:latin typeface="Consolas" panose="020B0609020204030204" pitchFamily="49" charset="0"/>
                <a:ea typeface="+mj-ea"/>
              </a:rPr>
              <a:t>="http://java.sun.com/</a:t>
            </a:r>
            <a:r>
              <a:rPr lang="en-US" altLang="zh-TW" sz="1800" err="1">
                <a:solidFill>
                  <a:srgbClr val="FF0000"/>
                </a:solidFill>
                <a:latin typeface="Consolas" panose="020B0609020204030204" pitchFamily="49" charset="0"/>
                <a:ea typeface="+mj-ea"/>
              </a:rPr>
              <a:t>jsp</a:t>
            </a:r>
            <a:r>
              <a:rPr lang="en-US" altLang="zh-TW" sz="1800">
                <a:solidFill>
                  <a:srgbClr val="FF0000"/>
                </a:solidFill>
                <a:latin typeface="Consolas" panose="020B0609020204030204" pitchFamily="49" charset="0"/>
                <a:ea typeface="+mj-ea"/>
              </a:rPr>
              <a:t>/</a:t>
            </a:r>
            <a:r>
              <a:rPr lang="en-US" altLang="zh-TW" sz="1800" err="1">
                <a:solidFill>
                  <a:srgbClr val="FF0000"/>
                </a:solidFill>
                <a:latin typeface="Consolas" panose="020B0609020204030204" pitchFamily="49" charset="0"/>
                <a:ea typeface="+mj-ea"/>
              </a:rPr>
              <a:t>jstl</a:t>
            </a:r>
            <a:r>
              <a:rPr lang="en-US" altLang="zh-TW" sz="1800">
                <a:solidFill>
                  <a:srgbClr val="FF0000"/>
                </a:solidFill>
                <a:latin typeface="Consolas" panose="020B0609020204030204" pitchFamily="49" charset="0"/>
                <a:ea typeface="+mj-ea"/>
              </a:rPr>
              <a:t>/core" %&gt;</a:t>
            </a:r>
          </a:p>
          <a:p>
            <a:pPr marL="457200" lvl="1" indent="0">
              <a:buNone/>
            </a:pPr>
            <a:r>
              <a:rPr lang="en-US" altLang="zh-TW" sz="1800">
                <a:latin typeface="Consolas" panose="020B0609020204030204" pitchFamily="49" charset="0"/>
                <a:ea typeface="+mj-ea"/>
              </a:rPr>
              <a:t>&lt;%@ </a:t>
            </a:r>
            <a:r>
              <a:rPr lang="en-US" altLang="zh-TW" sz="1800" err="1">
                <a:latin typeface="Consolas" panose="020B0609020204030204" pitchFamily="49" charset="0"/>
                <a:ea typeface="+mj-ea"/>
              </a:rPr>
              <a:t>taglib</a:t>
            </a:r>
            <a:r>
              <a:rPr lang="en-US" altLang="zh-TW" sz="1800">
                <a:latin typeface="Consolas" panose="020B0609020204030204" pitchFamily="49" charset="0"/>
                <a:ea typeface="+mj-ea"/>
              </a:rPr>
              <a:t> prefix="x" </a:t>
            </a:r>
            <a:r>
              <a:rPr lang="en-US" altLang="zh-TW" sz="1800" err="1">
                <a:latin typeface="Consolas" panose="020B0609020204030204" pitchFamily="49" charset="0"/>
                <a:ea typeface="+mj-ea"/>
              </a:rPr>
              <a:t>uri</a:t>
            </a:r>
            <a:r>
              <a:rPr lang="en-US" altLang="zh-TW" sz="1800">
                <a:latin typeface="Consolas" panose="020B0609020204030204" pitchFamily="49" charset="0"/>
                <a:ea typeface="+mj-ea"/>
              </a:rPr>
              <a:t>="http://java.sun.com/</a:t>
            </a:r>
            <a:r>
              <a:rPr lang="en-US" altLang="zh-TW" sz="1800" err="1">
                <a:latin typeface="Consolas" panose="020B0609020204030204" pitchFamily="49" charset="0"/>
                <a:ea typeface="+mj-ea"/>
              </a:rPr>
              <a:t>jsp</a:t>
            </a:r>
            <a:r>
              <a:rPr lang="en-US" altLang="zh-TW" sz="1800">
                <a:latin typeface="Consolas" panose="020B0609020204030204" pitchFamily="49" charset="0"/>
                <a:ea typeface="+mj-ea"/>
              </a:rPr>
              <a:t>/</a:t>
            </a:r>
            <a:r>
              <a:rPr lang="en-US" altLang="zh-TW" sz="1800" err="1">
                <a:latin typeface="Consolas" panose="020B0609020204030204" pitchFamily="49" charset="0"/>
                <a:ea typeface="+mj-ea"/>
              </a:rPr>
              <a:t>jstl</a:t>
            </a:r>
            <a:r>
              <a:rPr lang="en-US" altLang="zh-TW" sz="1800">
                <a:latin typeface="Consolas" panose="020B0609020204030204" pitchFamily="49" charset="0"/>
                <a:ea typeface="+mj-ea"/>
              </a:rPr>
              <a:t>/xml" %&gt;</a:t>
            </a:r>
          </a:p>
          <a:p>
            <a:pPr marL="457200" lvl="1" indent="0">
              <a:buNone/>
            </a:pPr>
            <a:r>
              <a:rPr lang="en-US" altLang="zh-TW" sz="1800">
                <a:latin typeface="Consolas" panose="020B0609020204030204" pitchFamily="49" charset="0"/>
                <a:ea typeface="+mj-ea"/>
              </a:rPr>
              <a:t>&lt;%@ </a:t>
            </a:r>
            <a:r>
              <a:rPr lang="en-US" altLang="zh-TW" sz="1800" err="1">
                <a:latin typeface="Consolas" panose="020B0609020204030204" pitchFamily="49" charset="0"/>
                <a:ea typeface="+mj-ea"/>
              </a:rPr>
              <a:t>taglib</a:t>
            </a:r>
            <a:r>
              <a:rPr lang="en-US" altLang="zh-TW" sz="1800">
                <a:latin typeface="Consolas" panose="020B0609020204030204" pitchFamily="49" charset="0"/>
                <a:ea typeface="+mj-ea"/>
              </a:rPr>
              <a:t> prefix="</a:t>
            </a:r>
            <a:r>
              <a:rPr lang="en-US" altLang="zh-TW" sz="1800" err="1">
                <a:latin typeface="Consolas" panose="020B0609020204030204" pitchFamily="49" charset="0"/>
                <a:ea typeface="+mj-ea"/>
              </a:rPr>
              <a:t>fmt</a:t>
            </a:r>
            <a:r>
              <a:rPr lang="en-US" altLang="zh-TW" sz="1800">
                <a:latin typeface="Consolas" panose="020B0609020204030204" pitchFamily="49" charset="0"/>
                <a:ea typeface="+mj-ea"/>
              </a:rPr>
              <a:t>" </a:t>
            </a:r>
            <a:r>
              <a:rPr lang="en-US" altLang="zh-TW" sz="1800" err="1">
                <a:latin typeface="Consolas" panose="020B0609020204030204" pitchFamily="49" charset="0"/>
                <a:ea typeface="+mj-ea"/>
              </a:rPr>
              <a:t>uri</a:t>
            </a:r>
            <a:r>
              <a:rPr lang="en-US" altLang="zh-TW" sz="1800">
                <a:latin typeface="Consolas" panose="020B0609020204030204" pitchFamily="49" charset="0"/>
                <a:ea typeface="+mj-ea"/>
              </a:rPr>
              <a:t>="http://java.sun.com/</a:t>
            </a:r>
            <a:r>
              <a:rPr lang="en-US" altLang="zh-TW" sz="1800" err="1">
                <a:latin typeface="Consolas" panose="020B0609020204030204" pitchFamily="49" charset="0"/>
                <a:ea typeface="+mj-ea"/>
              </a:rPr>
              <a:t>jsp</a:t>
            </a:r>
            <a:r>
              <a:rPr lang="en-US" altLang="zh-TW" sz="1800">
                <a:latin typeface="Consolas" panose="020B0609020204030204" pitchFamily="49" charset="0"/>
                <a:ea typeface="+mj-ea"/>
              </a:rPr>
              <a:t>/</a:t>
            </a:r>
            <a:r>
              <a:rPr lang="en-US" altLang="zh-TW" sz="1800" err="1">
                <a:latin typeface="Consolas" panose="020B0609020204030204" pitchFamily="49" charset="0"/>
                <a:ea typeface="+mj-ea"/>
              </a:rPr>
              <a:t>jstl</a:t>
            </a:r>
            <a:r>
              <a:rPr lang="en-US" altLang="zh-TW" sz="1800">
                <a:latin typeface="Consolas" panose="020B0609020204030204" pitchFamily="49" charset="0"/>
                <a:ea typeface="+mj-ea"/>
              </a:rPr>
              <a:t>/</a:t>
            </a:r>
            <a:r>
              <a:rPr lang="en-US" altLang="zh-TW" sz="1800" err="1">
                <a:latin typeface="Consolas" panose="020B0609020204030204" pitchFamily="49" charset="0"/>
                <a:ea typeface="+mj-ea"/>
              </a:rPr>
              <a:t>fmt</a:t>
            </a:r>
            <a:r>
              <a:rPr lang="en-US" altLang="zh-TW" sz="1800">
                <a:latin typeface="Consolas" panose="020B0609020204030204" pitchFamily="49" charset="0"/>
                <a:ea typeface="+mj-ea"/>
              </a:rPr>
              <a:t>" %&gt;</a:t>
            </a:r>
          </a:p>
          <a:p>
            <a:pPr marL="457200" lvl="1" indent="0">
              <a:buNone/>
            </a:pPr>
            <a:r>
              <a:rPr lang="en-US" altLang="zh-TW" sz="1800">
                <a:latin typeface="Consolas" panose="020B0609020204030204" pitchFamily="49" charset="0"/>
                <a:ea typeface="+mj-ea"/>
              </a:rPr>
              <a:t>&lt;%@ </a:t>
            </a:r>
            <a:r>
              <a:rPr lang="en-US" altLang="zh-TW" sz="1800" err="1">
                <a:latin typeface="Consolas" panose="020B0609020204030204" pitchFamily="49" charset="0"/>
                <a:ea typeface="+mj-ea"/>
              </a:rPr>
              <a:t>taglib</a:t>
            </a:r>
            <a:r>
              <a:rPr lang="en-US" altLang="zh-TW" sz="1800">
                <a:latin typeface="Consolas" panose="020B0609020204030204" pitchFamily="49" charset="0"/>
                <a:ea typeface="+mj-ea"/>
              </a:rPr>
              <a:t> prefix="</a:t>
            </a:r>
            <a:r>
              <a:rPr lang="en-US" altLang="zh-TW" sz="1800" err="1">
                <a:latin typeface="Consolas" panose="020B0609020204030204" pitchFamily="49" charset="0"/>
                <a:ea typeface="+mj-ea"/>
              </a:rPr>
              <a:t>sql</a:t>
            </a:r>
            <a:r>
              <a:rPr lang="en-US" altLang="zh-TW" sz="1800">
                <a:latin typeface="Consolas" panose="020B0609020204030204" pitchFamily="49" charset="0"/>
                <a:ea typeface="+mj-ea"/>
              </a:rPr>
              <a:t>" </a:t>
            </a:r>
            <a:r>
              <a:rPr lang="en-US" altLang="zh-TW" sz="1800" err="1">
                <a:latin typeface="Consolas" panose="020B0609020204030204" pitchFamily="49" charset="0"/>
                <a:ea typeface="+mj-ea"/>
              </a:rPr>
              <a:t>uri</a:t>
            </a:r>
            <a:r>
              <a:rPr lang="en-US" altLang="zh-TW" sz="1800">
                <a:latin typeface="Consolas" panose="020B0609020204030204" pitchFamily="49" charset="0"/>
                <a:ea typeface="+mj-ea"/>
              </a:rPr>
              <a:t>="http://java.sun.com/</a:t>
            </a:r>
            <a:r>
              <a:rPr lang="en-US" altLang="zh-TW" sz="1800" err="1">
                <a:latin typeface="Consolas" panose="020B0609020204030204" pitchFamily="49" charset="0"/>
                <a:ea typeface="+mj-ea"/>
              </a:rPr>
              <a:t>jsp</a:t>
            </a:r>
            <a:r>
              <a:rPr lang="en-US" altLang="zh-TW" sz="1800">
                <a:latin typeface="Consolas" panose="020B0609020204030204" pitchFamily="49" charset="0"/>
                <a:ea typeface="+mj-ea"/>
              </a:rPr>
              <a:t>/</a:t>
            </a:r>
            <a:r>
              <a:rPr lang="en-US" altLang="zh-TW" sz="1800" err="1">
                <a:latin typeface="Consolas" panose="020B0609020204030204" pitchFamily="49" charset="0"/>
                <a:ea typeface="+mj-ea"/>
              </a:rPr>
              <a:t>jstl</a:t>
            </a:r>
            <a:r>
              <a:rPr lang="en-US" altLang="zh-TW" sz="1800">
                <a:latin typeface="Consolas" panose="020B0609020204030204" pitchFamily="49" charset="0"/>
                <a:ea typeface="+mj-ea"/>
              </a:rPr>
              <a:t>/</a:t>
            </a:r>
            <a:r>
              <a:rPr lang="en-US" altLang="zh-TW" sz="1800" err="1">
                <a:latin typeface="Consolas" panose="020B0609020204030204" pitchFamily="49" charset="0"/>
                <a:ea typeface="+mj-ea"/>
              </a:rPr>
              <a:t>sql</a:t>
            </a:r>
            <a:r>
              <a:rPr lang="en-US" altLang="zh-TW" sz="1800">
                <a:latin typeface="Consolas" panose="020B0609020204030204" pitchFamily="49" charset="0"/>
                <a:ea typeface="+mj-ea"/>
              </a:rPr>
              <a:t>" %&gt;</a:t>
            </a:r>
          </a:p>
          <a:p>
            <a:pPr marL="457200" lvl="1" indent="0">
              <a:buNone/>
            </a:pPr>
            <a:r>
              <a:rPr lang="en-US" altLang="zh-TW" sz="1800">
                <a:latin typeface="Consolas" panose="020B0609020204030204" pitchFamily="49" charset="0"/>
                <a:ea typeface="+mj-ea"/>
              </a:rPr>
              <a:t>&lt;%@ </a:t>
            </a:r>
            <a:r>
              <a:rPr lang="en-US" altLang="zh-TW" sz="1800" err="1">
                <a:latin typeface="Consolas" panose="020B0609020204030204" pitchFamily="49" charset="0"/>
                <a:ea typeface="+mj-ea"/>
              </a:rPr>
              <a:t>taglib</a:t>
            </a:r>
            <a:r>
              <a:rPr lang="en-US" altLang="zh-TW" sz="1800">
                <a:latin typeface="Consolas" panose="020B0609020204030204" pitchFamily="49" charset="0"/>
                <a:ea typeface="+mj-ea"/>
              </a:rPr>
              <a:t> prefix="</a:t>
            </a:r>
            <a:r>
              <a:rPr lang="en-US" altLang="zh-TW" sz="1800" err="1">
                <a:latin typeface="Consolas" panose="020B0609020204030204" pitchFamily="49" charset="0"/>
                <a:ea typeface="+mj-ea"/>
              </a:rPr>
              <a:t>fn</a:t>
            </a:r>
            <a:r>
              <a:rPr lang="en-US" altLang="zh-TW" sz="1800">
                <a:latin typeface="Consolas" panose="020B0609020204030204" pitchFamily="49" charset="0"/>
                <a:ea typeface="+mj-ea"/>
              </a:rPr>
              <a:t>" </a:t>
            </a:r>
            <a:r>
              <a:rPr lang="en-US" altLang="zh-TW" sz="1800" err="1">
                <a:latin typeface="Consolas" panose="020B0609020204030204" pitchFamily="49" charset="0"/>
                <a:ea typeface="+mj-ea"/>
              </a:rPr>
              <a:t>uri</a:t>
            </a:r>
            <a:r>
              <a:rPr lang="en-US" altLang="zh-TW" sz="1800">
                <a:latin typeface="Consolas" panose="020B0609020204030204" pitchFamily="49" charset="0"/>
                <a:ea typeface="+mj-ea"/>
              </a:rPr>
              <a:t>="http://java.sun.com/</a:t>
            </a:r>
            <a:r>
              <a:rPr lang="en-US" altLang="zh-TW" sz="1800" err="1">
                <a:latin typeface="Consolas" panose="020B0609020204030204" pitchFamily="49" charset="0"/>
                <a:ea typeface="+mj-ea"/>
              </a:rPr>
              <a:t>jsp</a:t>
            </a:r>
            <a:r>
              <a:rPr lang="en-US" altLang="zh-TW" sz="1800">
                <a:latin typeface="Consolas" panose="020B0609020204030204" pitchFamily="49" charset="0"/>
                <a:ea typeface="+mj-ea"/>
              </a:rPr>
              <a:t>/</a:t>
            </a:r>
            <a:r>
              <a:rPr lang="en-US" altLang="zh-TW" sz="1800" err="1">
                <a:latin typeface="Consolas" panose="020B0609020204030204" pitchFamily="49" charset="0"/>
                <a:ea typeface="+mj-ea"/>
              </a:rPr>
              <a:t>jstl</a:t>
            </a:r>
            <a:r>
              <a:rPr lang="en-US" altLang="zh-TW" sz="1800">
                <a:latin typeface="Consolas" panose="020B0609020204030204" pitchFamily="49" charset="0"/>
                <a:ea typeface="+mj-ea"/>
              </a:rPr>
              <a:t>/functions" %&gt;</a:t>
            </a:r>
            <a:endParaRPr lang="zh-TW" altLang="en-US" sz="1800">
              <a:latin typeface="Consolas" panose="020B0609020204030204" pitchFamily="49" charset="0"/>
              <a:ea typeface="+mj-ea"/>
            </a:endParaRPr>
          </a:p>
        </p:txBody>
      </p:sp>
      <p:sp>
        <p:nvSpPr>
          <p:cNvPr id="2" name="投影片編號版面配置區 1">
            <a:extLst>
              <a:ext uri="{FF2B5EF4-FFF2-40B4-BE49-F238E27FC236}">
                <a16:creationId xmlns:a16="http://schemas.microsoft.com/office/drawing/2014/main" id="{3ECC2430-1F47-4F1A-AB72-6EDA43AFD500}"/>
              </a:ext>
            </a:extLst>
          </p:cNvPr>
          <p:cNvSpPr>
            <a:spLocks noGrp="1"/>
          </p:cNvSpPr>
          <p:nvPr>
            <p:ph type="sldNum" sz="quarter" idx="12"/>
          </p:nvPr>
        </p:nvSpPr>
        <p:spPr/>
        <p:txBody>
          <a:bodyPr/>
          <a:lstStyle/>
          <a:p>
            <a:fld id="{B521127C-0C56-461F-B517-0D483F216F7D}" type="slidenum">
              <a:rPr lang="zh-TW" altLang="en-US" smtClean="0">
                <a:latin typeface="Consolas" panose="020B0609020204030204" pitchFamily="49" charset="0"/>
              </a:rPr>
              <a:t>104</a:t>
            </a:fld>
            <a:endParaRPr lang="zh-TW" altLang="en-US">
              <a:latin typeface="Consolas" panose="020B0609020204030204" pitchFamily="49" charset="0"/>
            </a:endParaRPr>
          </a:p>
        </p:txBody>
      </p:sp>
    </p:spTree>
    <p:extLst>
      <p:ext uri="{BB962C8B-B14F-4D97-AF65-F5344CB8AC3E}">
        <p14:creationId xmlns:p14="http://schemas.microsoft.com/office/powerpoint/2010/main" val="410511857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字方塊 7">
            <a:extLst>
              <a:ext uri="{FF2B5EF4-FFF2-40B4-BE49-F238E27FC236}">
                <a16:creationId xmlns:a16="http://schemas.microsoft.com/office/drawing/2014/main" id="{CF3E7FE1-BDDF-4224-97E4-1FA716DA0CF0}"/>
              </a:ext>
            </a:extLst>
          </p:cNvPr>
          <p:cNvSpPr txBox="1"/>
          <p:nvPr/>
        </p:nvSpPr>
        <p:spPr>
          <a:xfrm>
            <a:off x="204969" y="117822"/>
            <a:ext cx="5260883"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zh-TW" sz="3200">
                <a:latin typeface="Consolas" panose="020B0609020204030204" pitchFamily="49" charset="0"/>
                <a:ea typeface="+mj-ea"/>
              </a:rPr>
              <a:t>JSTL</a:t>
            </a:r>
            <a:r>
              <a:rPr lang="zh-TW" altLang="en-US" sz="3200">
                <a:latin typeface="Consolas" panose="020B0609020204030204" pitchFamily="49" charset="0"/>
                <a:ea typeface="+mj-ea"/>
              </a:rPr>
              <a:t>核心標籤庫簡介</a:t>
            </a:r>
            <a:r>
              <a:rPr lang="en-US" altLang="zh-TW" sz="3200">
                <a:latin typeface="Consolas" panose="020B0609020204030204" pitchFamily="49" charset="0"/>
                <a:ea typeface="+mj-ea"/>
              </a:rPr>
              <a:t>&lt;c:…&gt;</a:t>
            </a:r>
            <a:endParaRPr lang="zh-TW" altLang="en-US" sz="3200">
              <a:latin typeface="Consolas" panose="020B0609020204030204" pitchFamily="49" charset="0"/>
              <a:ea typeface="+mj-ea"/>
            </a:endParaRPr>
          </a:p>
        </p:txBody>
      </p:sp>
      <p:graphicFrame>
        <p:nvGraphicFramePr>
          <p:cNvPr id="14" name="表格 14">
            <a:extLst>
              <a:ext uri="{FF2B5EF4-FFF2-40B4-BE49-F238E27FC236}">
                <a16:creationId xmlns:a16="http://schemas.microsoft.com/office/drawing/2014/main" id="{0707B877-4741-47CC-ADD9-8B7E20F2C4DD}"/>
              </a:ext>
            </a:extLst>
          </p:cNvPr>
          <p:cNvGraphicFramePr>
            <a:graphicFrameLocks noGrp="1"/>
          </p:cNvGraphicFramePr>
          <p:nvPr>
            <p:extLst>
              <p:ext uri="{D42A27DB-BD31-4B8C-83A1-F6EECF244321}">
                <p14:modId xmlns:p14="http://schemas.microsoft.com/office/powerpoint/2010/main" val="1290497980"/>
              </p:ext>
            </p:extLst>
          </p:nvPr>
        </p:nvGraphicFramePr>
        <p:xfrm>
          <a:off x="276888" y="1209431"/>
          <a:ext cx="8128000" cy="55473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078736376"/>
                    </a:ext>
                  </a:extLst>
                </a:gridCol>
                <a:gridCol w="4064000">
                  <a:extLst>
                    <a:ext uri="{9D8B030D-6E8A-4147-A177-3AD203B41FA5}">
                      <a16:colId xmlns:a16="http://schemas.microsoft.com/office/drawing/2014/main" val="4126827704"/>
                    </a:ext>
                  </a:extLst>
                </a:gridCol>
              </a:tblGrid>
              <a:tr h="370840">
                <a:tc>
                  <a:txBody>
                    <a:bodyPr/>
                    <a:lstStyle/>
                    <a:p>
                      <a:pPr algn="ctr"/>
                      <a:r>
                        <a:rPr lang="zh-TW" altLang="en-US" sz="2000">
                          <a:latin typeface="+mj-ea"/>
                          <a:ea typeface="+mj-ea"/>
                        </a:rPr>
                        <a:t>功能分類</a:t>
                      </a:r>
                    </a:p>
                  </a:txBody>
                  <a:tcPr anchor="ctr"/>
                </a:tc>
                <a:tc>
                  <a:txBody>
                    <a:bodyPr/>
                    <a:lstStyle/>
                    <a:p>
                      <a:pPr algn="ctr"/>
                      <a:r>
                        <a:rPr lang="zh-TW" altLang="en-US" sz="2000">
                          <a:latin typeface="+mj-ea"/>
                          <a:ea typeface="+mj-ea"/>
                        </a:rPr>
                        <a:t>標籤名稱</a:t>
                      </a:r>
                    </a:p>
                  </a:txBody>
                  <a:tcPr anchor="ctr"/>
                </a:tc>
                <a:extLst>
                  <a:ext uri="{0D108BD9-81ED-4DB2-BD59-A6C34878D82A}">
                    <a16:rowId xmlns:a16="http://schemas.microsoft.com/office/drawing/2014/main" val="965539167"/>
                  </a:ext>
                </a:extLst>
              </a:tr>
              <a:tr h="370840">
                <a:tc rowSpan="4">
                  <a:txBody>
                    <a:bodyPr/>
                    <a:lstStyle/>
                    <a:p>
                      <a:pPr algn="ctr"/>
                      <a:r>
                        <a:rPr lang="zh-TW" altLang="en-US" sz="2000">
                          <a:latin typeface="+mj-ea"/>
                          <a:ea typeface="+mj-ea"/>
                        </a:rPr>
                        <a:t>運算式操作</a:t>
                      </a:r>
                    </a:p>
                  </a:txBody>
                  <a:tcPr anchor="ctr"/>
                </a:tc>
                <a:tc>
                  <a:txBody>
                    <a:bodyPr/>
                    <a:lstStyle/>
                    <a:p>
                      <a:pPr algn="ctr"/>
                      <a:r>
                        <a:rPr lang="en-US" altLang="zh-TW" sz="2000">
                          <a:latin typeface="+mj-ea"/>
                          <a:ea typeface="+mj-ea"/>
                        </a:rPr>
                        <a:t>out</a:t>
                      </a:r>
                      <a:endParaRPr lang="zh-TW" altLang="en-US" sz="2000">
                        <a:latin typeface="+mj-ea"/>
                        <a:ea typeface="+mj-ea"/>
                      </a:endParaRPr>
                    </a:p>
                  </a:txBody>
                  <a:tcPr anchor="ctr"/>
                </a:tc>
                <a:extLst>
                  <a:ext uri="{0D108BD9-81ED-4DB2-BD59-A6C34878D82A}">
                    <a16:rowId xmlns:a16="http://schemas.microsoft.com/office/drawing/2014/main" val="2692707304"/>
                  </a:ext>
                </a:extLst>
              </a:tr>
              <a:tr h="370840">
                <a:tc vMerge="1">
                  <a:txBody>
                    <a:bodyPr/>
                    <a:lstStyle/>
                    <a:p>
                      <a:endParaRPr lang="zh-TW" altLang="en-US" dirty="0"/>
                    </a:p>
                  </a:txBody>
                  <a:tcPr/>
                </a:tc>
                <a:tc>
                  <a:txBody>
                    <a:bodyPr/>
                    <a:lstStyle/>
                    <a:p>
                      <a:pPr algn="ctr"/>
                      <a:r>
                        <a:rPr lang="en-US" altLang="zh-TW" sz="2000">
                          <a:latin typeface="+mj-ea"/>
                          <a:ea typeface="+mj-ea"/>
                        </a:rPr>
                        <a:t>set</a:t>
                      </a:r>
                      <a:endParaRPr lang="zh-TW" altLang="en-US" sz="2000">
                        <a:latin typeface="+mj-ea"/>
                        <a:ea typeface="+mj-ea"/>
                      </a:endParaRPr>
                    </a:p>
                  </a:txBody>
                  <a:tcPr anchor="ctr"/>
                </a:tc>
                <a:extLst>
                  <a:ext uri="{0D108BD9-81ED-4DB2-BD59-A6C34878D82A}">
                    <a16:rowId xmlns:a16="http://schemas.microsoft.com/office/drawing/2014/main" val="3134906107"/>
                  </a:ext>
                </a:extLst>
              </a:tr>
              <a:tr h="370840">
                <a:tc vMerge="1">
                  <a:txBody>
                    <a:bodyPr/>
                    <a:lstStyle/>
                    <a:p>
                      <a:endParaRPr lang="zh-TW" altLang="en-US" dirty="0"/>
                    </a:p>
                  </a:txBody>
                  <a:tcPr/>
                </a:tc>
                <a:tc>
                  <a:txBody>
                    <a:bodyPr/>
                    <a:lstStyle/>
                    <a:p>
                      <a:pPr algn="ctr"/>
                      <a:r>
                        <a:rPr lang="en-US" altLang="zh-TW" sz="2000">
                          <a:latin typeface="+mj-ea"/>
                          <a:ea typeface="+mj-ea"/>
                        </a:rPr>
                        <a:t>remove</a:t>
                      </a:r>
                      <a:endParaRPr lang="zh-TW" altLang="en-US" sz="2000">
                        <a:latin typeface="+mj-ea"/>
                        <a:ea typeface="+mj-ea"/>
                      </a:endParaRPr>
                    </a:p>
                  </a:txBody>
                  <a:tcPr anchor="ctr"/>
                </a:tc>
                <a:extLst>
                  <a:ext uri="{0D108BD9-81ED-4DB2-BD59-A6C34878D82A}">
                    <a16:rowId xmlns:a16="http://schemas.microsoft.com/office/drawing/2014/main" val="2985381666"/>
                  </a:ext>
                </a:extLst>
              </a:tr>
              <a:tr h="370840">
                <a:tc vMerge="1">
                  <a:txBody>
                    <a:bodyPr/>
                    <a:lstStyle/>
                    <a:p>
                      <a:endParaRPr lang="zh-TW" altLang="en-US" dirty="0"/>
                    </a:p>
                  </a:txBody>
                  <a:tcPr/>
                </a:tc>
                <a:tc>
                  <a:txBody>
                    <a:bodyPr/>
                    <a:lstStyle/>
                    <a:p>
                      <a:pPr algn="ctr"/>
                      <a:r>
                        <a:rPr lang="en-US" altLang="zh-TW" sz="2000">
                          <a:latin typeface="+mj-ea"/>
                          <a:ea typeface="+mj-ea"/>
                        </a:rPr>
                        <a:t>catch</a:t>
                      </a:r>
                      <a:endParaRPr lang="zh-TW" altLang="en-US" sz="2000">
                        <a:latin typeface="+mj-ea"/>
                        <a:ea typeface="+mj-ea"/>
                      </a:endParaRPr>
                    </a:p>
                  </a:txBody>
                  <a:tcPr anchor="ctr"/>
                </a:tc>
                <a:extLst>
                  <a:ext uri="{0D108BD9-81ED-4DB2-BD59-A6C34878D82A}">
                    <a16:rowId xmlns:a16="http://schemas.microsoft.com/office/drawing/2014/main" val="1824317201"/>
                  </a:ext>
                </a:extLst>
              </a:tr>
              <a:tr h="370840">
                <a:tc rowSpan="4">
                  <a:txBody>
                    <a:bodyPr/>
                    <a:lstStyle/>
                    <a:p>
                      <a:pPr algn="ctr"/>
                      <a:r>
                        <a:rPr lang="zh-TW" altLang="en-US" sz="2000">
                          <a:latin typeface="+mj-ea"/>
                          <a:ea typeface="+mj-ea"/>
                        </a:rPr>
                        <a:t>流程控制</a:t>
                      </a:r>
                    </a:p>
                  </a:txBody>
                  <a:tcPr anchor="ctr"/>
                </a:tc>
                <a:tc>
                  <a:txBody>
                    <a:bodyPr/>
                    <a:lstStyle/>
                    <a:p>
                      <a:pPr algn="ctr"/>
                      <a:r>
                        <a:rPr lang="en-US" altLang="zh-TW" sz="2000">
                          <a:latin typeface="+mj-ea"/>
                          <a:ea typeface="+mj-ea"/>
                        </a:rPr>
                        <a:t>if</a:t>
                      </a:r>
                      <a:endParaRPr lang="zh-TW" altLang="en-US" sz="2000">
                        <a:latin typeface="+mj-ea"/>
                        <a:ea typeface="+mj-ea"/>
                      </a:endParaRPr>
                    </a:p>
                  </a:txBody>
                  <a:tcPr anchor="ctr"/>
                </a:tc>
                <a:extLst>
                  <a:ext uri="{0D108BD9-81ED-4DB2-BD59-A6C34878D82A}">
                    <a16:rowId xmlns:a16="http://schemas.microsoft.com/office/drawing/2014/main" val="836357282"/>
                  </a:ext>
                </a:extLst>
              </a:tr>
              <a:tr h="370840">
                <a:tc vMerge="1">
                  <a:txBody>
                    <a:bodyPr/>
                    <a:lstStyle/>
                    <a:p>
                      <a:endParaRPr lang="zh-TW" altLang="en-US" dirty="0"/>
                    </a:p>
                  </a:txBody>
                  <a:tcPr/>
                </a:tc>
                <a:tc>
                  <a:txBody>
                    <a:bodyPr/>
                    <a:lstStyle/>
                    <a:p>
                      <a:pPr algn="ctr"/>
                      <a:r>
                        <a:rPr lang="en-US" altLang="zh-TW" sz="2000">
                          <a:latin typeface="+mj-ea"/>
                          <a:ea typeface="+mj-ea"/>
                        </a:rPr>
                        <a:t>choose</a:t>
                      </a:r>
                      <a:endParaRPr lang="zh-TW" altLang="en-US" sz="2000">
                        <a:latin typeface="+mj-ea"/>
                        <a:ea typeface="+mj-ea"/>
                      </a:endParaRPr>
                    </a:p>
                  </a:txBody>
                  <a:tcPr anchor="ctr"/>
                </a:tc>
                <a:extLst>
                  <a:ext uri="{0D108BD9-81ED-4DB2-BD59-A6C34878D82A}">
                    <a16:rowId xmlns:a16="http://schemas.microsoft.com/office/drawing/2014/main" val="3737201324"/>
                  </a:ext>
                </a:extLst>
              </a:tr>
              <a:tr h="370840">
                <a:tc vMerge="1">
                  <a:txBody>
                    <a:bodyPr/>
                    <a:lstStyle/>
                    <a:p>
                      <a:endParaRPr lang="zh-TW" altLang="en-US" dirty="0"/>
                    </a:p>
                  </a:txBody>
                  <a:tcPr/>
                </a:tc>
                <a:tc>
                  <a:txBody>
                    <a:bodyPr/>
                    <a:lstStyle/>
                    <a:p>
                      <a:pPr algn="ctr"/>
                      <a:r>
                        <a:rPr lang="en-US" altLang="zh-TW" sz="2000">
                          <a:latin typeface="+mj-ea"/>
                          <a:ea typeface="+mj-ea"/>
                        </a:rPr>
                        <a:t>when</a:t>
                      </a:r>
                      <a:endParaRPr lang="zh-TW" altLang="en-US" sz="2000">
                        <a:latin typeface="+mj-ea"/>
                        <a:ea typeface="+mj-ea"/>
                      </a:endParaRPr>
                    </a:p>
                  </a:txBody>
                  <a:tcPr anchor="ctr"/>
                </a:tc>
                <a:extLst>
                  <a:ext uri="{0D108BD9-81ED-4DB2-BD59-A6C34878D82A}">
                    <a16:rowId xmlns:a16="http://schemas.microsoft.com/office/drawing/2014/main" val="3417679585"/>
                  </a:ext>
                </a:extLst>
              </a:tr>
              <a:tr h="370840">
                <a:tc vMerge="1">
                  <a:txBody>
                    <a:bodyPr/>
                    <a:lstStyle/>
                    <a:p>
                      <a:endParaRPr lang="zh-TW" altLang="en-US" dirty="0"/>
                    </a:p>
                  </a:txBody>
                  <a:tcPr/>
                </a:tc>
                <a:tc>
                  <a:txBody>
                    <a:bodyPr/>
                    <a:lstStyle/>
                    <a:p>
                      <a:pPr algn="ctr"/>
                      <a:r>
                        <a:rPr lang="en-US" altLang="zh-TW" sz="2000">
                          <a:latin typeface="+mj-ea"/>
                          <a:ea typeface="+mj-ea"/>
                        </a:rPr>
                        <a:t>otherwise</a:t>
                      </a:r>
                      <a:endParaRPr lang="zh-TW" altLang="en-US" sz="2000">
                        <a:latin typeface="+mj-ea"/>
                        <a:ea typeface="+mj-ea"/>
                      </a:endParaRPr>
                    </a:p>
                  </a:txBody>
                  <a:tcPr anchor="ctr"/>
                </a:tc>
                <a:extLst>
                  <a:ext uri="{0D108BD9-81ED-4DB2-BD59-A6C34878D82A}">
                    <a16:rowId xmlns:a16="http://schemas.microsoft.com/office/drawing/2014/main" val="3761047745"/>
                  </a:ext>
                </a:extLst>
              </a:tr>
              <a:tr h="370840">
                <a:tc rowSpan="2">
                  <a:txBody>
                    <a:bodyPr/>
                    <a:lstStyle/>
                    <a:p>
                      <a:pPr algn="ctr"/>
                      <a:r>
                        <a:rPr lang="zh-TW" altLang="en-US" sz="2000">
                          <a:latin typeface="+mj-ea"/>
                          <a:ea typeface="+mj-ea"/>
                        </a:rPr>
                        <a:t>遍歷操作</a:t>
                      </a:r>
                    </a:p>
                  </a:txBody>
                  <a:tcPr anchor="ctr"/>
                </a:tc>
                <a:tc>
                  <a:txBody>
                    <a:bodyPr/>
                    <a:lstStyle/>
                    <a:p>
                      <a:pPr algn="ctr"/>
                      <a:r>
                        <a:rPr lang="en-US" altLang="zh-TW" sz="2000" err="1">
                          <a:latin typeface="+mj-ea"/>
                          <a:ea typeface="+mj-ea"/>
                        </a:rPr>
                        <a:t>forEach</a:t>
                      </a:r>
                      <a:endParaRPr lang="zh-TW" altLang="en-US" sz="2000">
                        <a:latin typeface="+mj-ea"/>
                        <a:ea typeface="+mj-ea"/>
                      </a:endParaRPr>
                    </a:p>
                  </a:txBody>
                  <a:tcPr anchor="ctr"/>
                </a:tc>
                <a:extLst>
                  <a:ext uri="{0D108BD9-81ED-4DB2-BD59-A6C34878D82A}">
                    <a16:rowId xmlns:a16="http://schemas.microsoft.com/office/drawing/2014/main" val="177725702"/>
                  </a:ext>
                </a:extLst>
              </a:tr>
              <a:tr h="370840">
                <a:tc vMerge="1">
                  <a:txBody>
                    <a:bodyPr/>
                    <a:lstStyle/>
                    <a:p>
                      <a:endParaRPr lang="zh-TW" altLang="en-US" dirty="0"/>
                    </a:p>
                  </a:txBody>
                  <a:tcPr/>
                </a:tc>
                <a:tc>
                  <a:txBody>
                    <a:bodyPr/>
                    <a:lstStyle/>
                    <a:p>
                      <a:pPr algn="ctr"/>
                      <a:r>
                        <a:rPr lang="en-US" altLang="zh-TW" sz="2000" err="1">
                          <a:latin typeface="+mj-ea"/>
                          <a:ea typeface="+mj-ea"/>
                        </a:rPr>
                        <a:t>forTokens</a:t>
                      </a:r>
                      <a:endParaRPr lang="zh-TW" altLang="en-US" sz="2000">
                        <a:latin typeface="+mj-ea"/>
                        <a:ea typeface="+mj-ea"/>
                      </a:endParaRPr>
                    </a:p>
                  </a:txBody>
                  <a:tcPr anchor="ctr"/>
                </a:tc>
                <a:extLst>
                  <a:ext uri="{0D108BD9-81ED-4DB2-BD59-A6C34878D82A}">
                    <a16:rowId xmlns:a16="http://schemas.microsoft.com/office/drawing/2014/main" val="1777300698"/>
                  </a:ext>
                </a:extLst>
              </a:tr>
              <a:tr h="370840">
                <a:tc rowSpan="3">
                  <a:txBody>
                    <a:bodyPr/>
                    <a:lstStyle/>
                    <a:p>
                      <a:pPr algn="ctr"/>
                      <a:r>
                        <a:rPr lang="en-US" altLang="zh-TW" sz="2000">
                          <a:latin typeface="+mj-ea"/>
                          <a:ea typeface="+mj-ea"/>
                        </a:rPr>
                        <a:t>URL</a:t>
                      </a:r>
                      <a:r>
                        <a:rPr lang="zh-TW" altLang="en-US" sz="2000">
                          <a:latin typeface="+mj-ea"/>
                          <a:ea typeface="+mj-ea"/>
                        </a:rPr>
                        <a:t>操作</a:t>
                      </a:r>
                    </a:p>
                  </a:txBody>
                  <a:tcPr anchor="ctr"/>
                </a:tc>
                <a:tc>
                  <a:txBody>
                    <a:bodyPr/>
                    <a:lstStyle/>
                    <a:p>
                      <a:pPr algn="ctr"/>
                      <a:r>
                        <a:rPr lang="en-US" altLang="zh-TW" sz="2000">
                          <a:latin typeface="+mj-ea"/>
                          <a:ea typeface="+mj-ea"/>
                        </a:rPr>
                        <a:t>import</a:t>
                      </a:r>
                      <a:endParaRPr lang="zh-TW" altLang="en-US" sz="2000">
                        <a:latin typeface="+mj-ea"/>
                        <a:ea typeface="+mj-ea"/>
                      </a:endParaRPr>
                    </a:p>
                  </a:txBody>
                  <a:tcPr anchor="ctr"/>
                </a:tc>
                <a:extLst>
                  <a:ext uri="{0D108BD9-81ED-4DB2-BD59-A6C34878D82A}">
                    <a16:rowId xmlns:a16="http://schemas.microsoft.com/office/drawing/2014/main" val="3602349015"/>
                  </a:ext>
                </a:extLst>
              </a:tr>
              <a:tr h="370840">
                <a:tc vMerge="1">
                  <a:txBody>
                    <a:bodyPr/>
                    <a:lstStyle/>
                    <a:p>
                      <a:endParaRPr lang="zh-TW" altLang="en-US" dirty="0"/>
                    </a:p>
                  </a:txBody>
                  <a:tcPr/>
                </a:tc>
                <a:tc>
                  <a:txBody>
                    <a:bodyPr/>
                    <a:lstStyle/>
                    <a:p>
                      <a:pPr algn="ctr"/>
                      <a:r>
                        <a:rPr lang="en-US" altLang="zh-TW" sz="2000" err="1">
                          <a:latin typeface="+mj-ea"/>
                          <a:ea typeface="+mj-ea"/>
                        </a:rPr>
                        <a:t>url</a:t>
                      </a:r>
                      <a:endParaRPr lang="zh-TW" altLang="en-US" sz="2000">
                        <a:latin typeface="+mj-ea"/>
                        <a:ea typeface="+mj-ea"/>
                      </a:endParaRPr>
                    </a:p>
                  </a:txBody>
                  <a:tcPr anchor="ctr"/>
                </a:tc>
                <a:extLst>
                  <a:ext uri="{0D108BD9-81ED-4DB2-BD59-A6C34878D82A}">
                    <a16:rowId xmlns:a16="http://schemas.microsoft.com/office/drawing/2014/main" val="3309568272"/>
                  </a:ext>
                </a:extLst>
              </a:tr>
              <a:tr h="370840">
                <a:tc vMerge="1">
                  <a:txBody>
                    <a:bodyPr/>
                    <a:lstStyle/>
                    <a:p>
                      <a:endParaRPr lang="zh-TW" altLang="en-US" dirty="0"/>
                    </a:p>
                  </a:txBody>
                  <a:tcPr/>
                </a:tc>
                <a:tc>
                  <a:txBody>
                    <a:bodyPr/>
                    <a:lstStyle/>
                    <a:p>
                      <a:pPr algn="ctr"/>
                      <a:r>
                        <a:rPr lang="en-US" altLang="zh-TW" sz="2000">
                          <a:latin typeface="+mj-ea"/>
                          <a:ea typeface="+mj-ea"/>
                        </a:rPr>
                        <a:t>redirect</a:t>
                      </a:r>
                      <a:endParaRPr lang="zh-TW" altLang="en-US" sz="2000">
                        <a:latin typeface="+mj-ea"/>
                        <a:ea typeface="+mj-ea"/>
                      </a:endParaRPr>
                    </a:p>
                  </a:txBody>
                  <a:tcPr anchor="ctr"/>
                </a:tc>
                <a:extLst>
                  <a:ext uri="{0D108BD9-81ED-4DB2-BD59-A6C34878D82A}">
                    <a16:rowId xmlns:a16="http://schemas.microsoft.com/office/drawing/2014/main" val="4150388561"/>
                  </a:ext>
                </a:extLst>
              </a:tr>
            </a:tbl>
          </a:graphicData>
        </a:graphic>
      </p:graphicFrame>
      <p:sp>
        <p:nvSpPr>
          <p:cNvPr id="16" name="文字方塊 15">
            <a:extLst>
              <a:ext uri="{FF2B5EF4-FFF2-40B4-BE49-F238E27FC236}">
                <a16:creationId xmlns:a16="http://schemas.microsoft.com/office/drawing/2014/main" id="{14CD9E8A-6512-4D4A-920F-43D43D54F392}"/>
              </a:ext>
            </a:extLst>
          </p:cNvPr>
          <p:cNvSpPr txBox="1"/>
          <p:nvPr/>
        </p:nvSpPr>
        <p:spPr>
          <a:xfrm>
            <a:off x="-166956" y="771348"/>
            <a:ext cx="8674348" cy="369332"/>
          </a:xfrm>
          <a:prstGeom prst="rect">
            <a:avLst/>
          </a:prstGeom>
          <a:noFill/>
        </p:spPr>
        <p:txBody>
          <a:bodyPr wrap="square">
            <a:spAutoFit/>
          </a:bodyPr>
          <a:lstStyle/>
          <a:p>
            <a:pPr marL="457200" lvl="1" indent="0">
              <a:buNone/>
            </a:pPr>
            <a:r>
              <a:rPr lang="en-US" altLang="zh-TW" sz="1800">
                <a:latin typeface="Consolas" panose="020B0609020204030204" pitchFamily="49" charset="0"/>
                <a:ea typeface="+mj-ea"/>
              </a:rPr>
              <a:t>&lt;%@ </a:t>
            </a:r>
            <a:r>
              <a:rPr lang="en-US" altLang="zh-TW" sz="1800" err="1">
                <a:latin typeface="Consolas" panose="020B0609020204030204" pitchFamily="49" charset="0"/>
                <a:ea typeface="+mj-ea"/>
              </a:rPr>
              <a:t>taglib</a:t>
            </a:r>
            <a:r>
              <a:rPr lang="en-US" altLang="zh-TW" sz="1800">
                <a:latin typeface="Consolas" panose="020B0609020204030204" pitchFamily="49" charset="0"/>
                <a:ea typeface="+mj-ea"/>
              </a:rPr>
              <a:t> prefix="c" </a:t>
            </a:r>
            <a:r>
              <a:rPr lang="en-US" altLang="zh-TW" sz="1800" err="1">
                <a:latin typeface="Consolas" panose="020B0609020204030204" pitchFamily="49" charset="0"/>
                <a:ea typeface="+mj-ea"/>
              </a:rPr>
              <a:t>uri</a:t>
            </a:r>
            <a:r>
              <a:rPr lang="en-US" altLang="zh-TW" sz="1800">
                <a:latin typeface="Consolas" panose="020B0609020204030204" pitchFamily="49" charset="0"/>
                <a:ea typeface="+mj-ea"/>
              </a:rPr>
              <a:t>="http://java.sun.com/</a:t>
            </a:r>
            <a:r>
              <a:rPr lang="en-US" altLang="zh-TW" sz="1800" err="1">
                <a:latin typeface="Consolas" panose="020B0609020204030204" pitchFamily="49" charset="0"/>
                <a:ea typeface="+mj-ea"/>
              </a:rPr>
              <a:t>jsp</a:t>
            </a:r>
            <a:r>
              <a:rPr lang="en-US" altLang="zh-TW" sz="1800">
                <a:latin typeface="Consolas" panose="020B0609020204030204" pitchFamily="49" charset="0"/>
                <a:ea typeface="+mj-ea"/>
              </a:rPr>
              <a:t>/</a:t>
            </a:r>
            <a:r>
              <a:rPr lang="en-US" altLang="zh-TW" sz="1800" err="1">
                <a:latin typeface="Consolas" panose="020B0609020204030204" pitchFamily="49" charset="0"/>
                <a:ea typeface="+mj-ea"/>
              </a:rPr>
              <a:t>jstl</a:t>
            </a:r>
            <a:r>
              <a:rPr lang="en-US" altLang="zh-TW" sz="1800">
                <a:latin typeface="Consolas" panose="020B0609020204030204" pitchFamily="49" charset="0"/>
                <a:ea typeface="+mj-ea"/>
              </a:rPr>
              <a:t>/core" %&gt;</a:t>
            </a:r>
          </a:p>
        </p:txBody>
      </p:sp>
      <p:sp>
        <p:nvSpPr>
          <p:cNvPr id="17" name="文字方塊 16">
            <a:extLst>
              <a:ext uri="{FF2B5EF4-FFF2-40B4-BE49-F238E27FC236}">
                <a16:creationId xmlns:a16="http://schemas.microsoft.com/office/drawing/2014/main" id="{8D7FE667-1BC2-421C-B1F5-2DD5E8F9225F}"/>
              </a:ext>
            </a:extLst>
          </p:cNvPr>
          <p:cNvSpPr txBox="1"/>
          <p:nvPr/>
        </p:nvSpPr>
        <p:spPr>
          <a:xfrm>
            <a:off x="9513592" y="3852632"/>
            <a:ext cx="1821494" cy="369332"/>
          </a:xfrm>
          <a:prstGeom prst="rect">
            <a:avLst/>
          </a:prstGeom>
          <a:noFill/>
        </p:spPr>
        <p:txBody>
          <a:bodyPr wrap="square" rtlCol="0">
            <a:spAutoFit/>
          </a:bodyPr>
          <a:lstStyle/>
          <a:p>
            <a:r>
              <a:rPr lang="en-US" altLang="zh-TW">
                <a:latin typeface="Consolas" panose="020B0609020204030204" pitchFamily="49" charset="0"/>
                <a:ea typeface="+mj-ea"/>
              </a:rPr>
              <a:t>&lt;c:</a:t>
            </a:r>
            <a:r>
              <a:rPr lang="zh-TW" altLang="en-US">
                <a:latin typeface="Consolas" panose="020B0609020204030204" pitchFamily="49" charset="0"/>
                <a:ea typeface="+mj-ea"/>
              </a:rPr>
              <a:t>標籤名稱</a:t>
            </a:r>
            <a:r>
              <a:rPr lang="en-US" altLang="zh-TW">
                <a:latin typeface="Consolas" panose="020B0609020204030204" pitchFamily="49" charset="0"/>
                <a:ea typeface="+mj-ea"/>
              </a:rPr>
              <a:t>&gt;</a:t>
            </a:r>
            <a:endParaRPr lang="zh-TW" altLang="en-US">
              <a:latin typeface="Consolas" panose="020B0609020204030204" pitchFamily="49" charset="0"/>
              <a:ea typeface="+mj-ea"/>
            </a:endParaRPr>
          </a:p>
        </p:txBody>
      </p:sp>
      <p:sp>
        <p:nvSpPr>
          <p:cNvPr id="18" name="右大括弧 17">
            <a:extLst>
              <a:ext uri="{FF2B5EF4-FFF2-40B4-BE49-F238E27FC236}">
                <a16:creationId xmlns:a16="http://schemas.microsoft.com/office/drawing/2014/main" id="{D8A06763-41A9-4CE3-A880-061A1C1BB955}"/>
              </a:ext>
            </a:extLst>
          </p:cNvPr>
          <p:cNvSpPr/>
          <p:nvPr/>
        </p:nvSpPr>
        <p:spPr>
          <a:xfrm>
            <a:off x="8630292" y="1407560"/>
            <a:ext cx="883300" cy="525947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latin typeface="Consolas" panose="020B0609020204030204" pitchFamily="49" charset="0"/>
            </a:endParaRPr>
          </a:p>
        </p:txBody>
      </p:sp>
      <p:sp>
        <p:nvSpPr>
          <p:cNvPr id="2" name="投影片編號版面配置區 1">
            <a:extLst>
              <a:ext uri="{FF2B5EF4-FFF2-40B4-BE49-F238E27FC236}">
                <a16:creationId xmlns:a16="http://schemas.microsoft.com/office/drawing/2014/main" id="{EB2D97E3-97E0-47E2-A2B1-7212B9B685A0}"/>
              </a:ext>
            </a:extLst>
          </p:cNvPr>
          <p:cNvSpPr>
            <a:spLocks noGrp="1"/>
          </p:cNvSpPr>
          <p:nvPr>
            <p:ph type="sldNum" sz="quarter" idx="12"/>
          </p:nvPr>
        </p:nvSpPr>
        <p:spPr/>
        <p:txBody>
          <a:bodyPr/>
          <a:lstStyle/>
          <a:p>
            <a:fld id="{B521127C-0C56-461F-B517-0D483F216F7D}" type="slidenum">
              <a:rPr lang="zh-TW" altLang="en-US" smtClean="0">
                <a:latin typeface="Consolas" panose="020B0609020204030204" pitchFamily="49" charset="0"/>
              </a:rPr>
              <a:t>105</a:t>
            </a:fld>
            <a:endParaRPr lang="zh-TW" altLang="en-US">
              <a:latin typeface="Consolas" panose="020B0609020204030204" pitchFamily="49" charset="0"/>
            </a:endParaRPr>
          </a:p>
        </p:txBody>
      </p:sp>
    </p:spTree>
    <p:extLst>
      <p:ext uri="{BB962C8B-B14F-4D97-AF65-F5344CB8AC3E}">
        <p14:creationId xmlns:p14="http://schemas.microsoft.com/office/powerpoint/2010/main" val="122173401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204969" y="861849"/>
            <a:ext cx="11846617" cy="1744718"/>
          </a:xfrm>
        </p:spPr>
        <p:txBody>
          <a:bodyPr>
            <a:normAutofit/>
          </a:bodyPr>
          <a:lstStyle/>
          <a:p>
            <a:pPr lvl="1" indent="-457200"/>
            <a:r>
              <a:rPr lang="zh-TW" altLang="en-US" sz="2400">
                <a:latin typeface="Consolas" panose="020B0609020204030204" pitchFamily="49" charset="0"/>
                <a:ea typeface="+mj-ea"/>
              </a:rPr>
              <a:t>語法 </a:t>
            </a:r>
            <a:endParaRPr lang="en-US" altLang="zh-TW" sz="2400">
              <a:latin typeface="Consolas" panose="020B0609020204030204" pitchFamily="49" charset="0"/>
              <a:ea typeface="+mj-ea"/>
            </a:endParaRPr>
          </a:p>
          <a:p>
            <a:pPr marL="274320" lvl="2" indent="0">
              <a:buNone/>
            </a:pPr>
            <a:r>
              <a:rPr lang="en-US" altLang="zh-TW" sz="2400">
                <a:latin typeface="Consolas" panose="020B0609020204030204" pitchFamily="49" charset="0"/>
                <a:ea typeface="+mj-ea"/>
              </a:rPr>
              <a:t>&lt;c:out </a:t>
            </a:r>
          </a:p>
          <a:p>
            <a:pPr marL="274320" lvl="2" indent="0">
              <a:buNone/>
            </a:pPr>
            <a:r>
              <a:rPr lang="en-US" altLang="zh-TW" sz="2400">
                <a:solidFill>
                  <a:srgbClr val="0070C0"/>
                </a:solidFill>
                <a:latin typeface="Consolas" panose="020B0609020204030204" pitchFamily="49" charset="0"/>
                <a:ea typeface="+mj-ea"/>
              </a:rPr>
              <a:t>	value</a:t>
            </a:r>
            <a:r>
              <a:rPr lang="en-US" altLang="zh-TW" sz="2400">
                <a:latin typeface="Consolas" panose="020B0609020204030204" pitchFamily="49" charset="0"/>
                <a:ea typeface="+mj-ea"/>
              </a:rPr>
              <a:t>="expression" [</a:t>
            </a:r>
            <a:r>
              <a:rPr lang="en-US" altLang="zh-TW" sz="2400">
                <a:solidFill>
                  <a:srgbClr val="0070C0"/>
                </a:solidFill>
                <a:latin typeface="Consolas" panose="020B0609020204030204" pitchFamily="49" charset="0"/>
                <a:ea typeface="+mj-ea"/>
              </a:rPr>
              <a:t>default</a:t>
            </a:r>
            <a:r>
              <a:rPr lang="en-US" altLang="zh-TW" sz="2400">
                <a:latin typeface="Consolas" panose="020B0609020204030204" pitchFamily="49" charset="0"/>
                <a:ea typeface="+mj-ea"/>
              </a:rPr>
              <a:t>="expression"] [</a:t>
            </a:r>
            <a:r>
              <a:rPr lang="en-US" altLang="zh-TW" sz="2400">
                <a:solidFill>
                  <a:srgbClr val="0070C0"/>
                </a:solidFill>
                <a:latin typeface="Consolas" panose="020B0609020204030204" pitchFamily="49" charset="0"/>
                <a:ea typeface="+mj-ea"/>
              </a:rPr>
              <a:t>escapeXml</a:t>
            </a:r>
            <a:r>
              <a:rPr lang="en-US" altLang="zh-TW" sz="2400">
                <a:latin typeface="Consolas" panose="020B0609020204030204" pitchFamily="49" charset="0"/>
                <a:ea typeface="+mj-ea"/>
              </a:rPr>
              <a:t>="boolean"]</a:t>
            </a:r>
          </a:p>
          <a:p>
            <a:pPr marL="274320" lvl="2" indent="0">
              <a:buNone/>
            </a:pPr>
            <a:r>
              <a:rPr lang="en-US" altLang="zh-TW" sz="2400">
                <a:latin typeface="Consolas" panose="020B0609020204030204" pitchFamily="49" charset="0"/>
                <a:ea typeface="+mj-ea"/>
              </a:rPr>
              <a:t>/&gt;</a:t>
            </a:r>
          </a:p>
        </p:txBody>
      </p:sp>
      <p:sp>
        <p:nvSpPr>
          <p:cNvPr id="8" name="文字方塊 7">
            <a:extLst>
              <a:ext uri="{FF2B5EF4-FFF2-40B4-BE49-F238E27FC236}">
                <a16:creationId xmlns:a16="http://schemas.microsoft.com/office/drawing/2014/main" id="{CF3E7FE1-BDDF-4224-97E4-1FA716DA0CF0}"/>
              </a:ext>
            </a:extLst>
          </p:cNvPr>
          <p:cNvSpPr txBox="1"/>
          <p:nvPr/>
        </p:nvSpPr>
        <p:spPr>
          <a:xfrm>
            <a:off x="204970" y="117822"/>
            <a:ext cx="2873896"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zh-TW" sz="3200">
                <a:latin typeface="Consolas" panose="020B0609020204030204" pitchFamily="49" charset="0"/>
                <a:ea typeface="+mj-ea"/>
              </a:rPr>
              <a:t>&lt;c:out&gt;</a:t>
            </a:r>
            <a:r>
              <a:rPr lang="zh-TW" altLang="en-US" sz="3200">
                <a:latin typeface="Consolas" panose="020B0609020204030204" pitchFamily="49" charset="0"/>
                <a:ea typeface="+mj-ea"/>
              </a:rPr>
              <a:t> 列印</a:t>
            </a:r>
          </a:p>
        </p:txBody>
      </p:sp>
      <p:sp>
        <p:nvSpPr>
          <p:cNvPr id="2" name="投影片編號版面配置區 1">
            <a:extLst>
              <a:ext uri="{FF2B5EF4-FFF2-40B4-BE49-F238E27FC236}">
                <a16:creationId xmlns:a16="http://schemas.microsoft.com/office/drawing/2014/main" id="{E2FE495E-373B-4D72-A845-EDE9A067900B}"/>
              </a:ext>
            </a:extLst>
          </p:cNvPr>
          <p:cNvSpPr>
            <a:spLocks noGrp="1"/>
          </p:cNvSpPr>
          <p:nvPr>
            <p:ph type="sldNum" sz="quarter" idx="12"/>
          </p:nvPr>
        </p:nvSpPr>
        <p:spPr/>
        <p:txBody>
          <a:bodyPr/>
          <a:lstStyle/>
          <a:p>
            <a:fld id="{B521127C-0C56-461F-B517-0D483F216F7D}" type="slidenum">
              <a:rPr lang="zh-TW" altLang="en-US" smtClean="0">
                <a:latin typeface="Consolas" panose="020B0609020204030204" pitchFamily="49" charset="0"/>
              </a:rPr>
              <a:t>106</a:t>
            </a:fld>
            <a:endParaRPr lang="zh-TW" altLang="en-US">
              <a:latin typeface="Consolas" panose="020B0609020204030204" pitchFamily="49"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569648693"/>
              </p:ext>
            </p:extLst>
          </p:nvPr>
        </p:nvGraphicFramePr>
        <p:xfrm>
          <a:off x="753495" y="3069022"/>
          <a:ext cx="10040629" cy="3291840"/>
        </p:xfrm>
        <a:graphic>
          <a:graphicData uri="http://schemas.openxmlformats.org/drawingml/2006/table">
            <a:tbl>
              <a:tblPr firstRow="1" bandRow="1">
                <a:tableStyleId>{5C22544A-7EE6-4342-B048-85BDC9FD1C3A}</a:tableStyleId>
              </a:tblPr>
              <a:tblGrid>
                <a:gridCol w="2574701">
                  <a:extLst>
                    <a:ext uri="{9D8B030D-6E8A-4147-A177-3AD203B41FA5}">
                      <a16:colId xmlns:a16="http://schemas.microsoft.com/office/drawing/2014/main" val="2204558664"/>
                    </a:ext>
                  </a:extLst>
                </a:gridCol>
                <a:gridCol w="7465928">
                  <a:extLst>
                    <a:ext uri="{9D8B030D-6E8A-4147-A177-3AD203B41FA5}">
                      <a16:colId xmlns:a16="http://schemas.microsoft.com/office/drawing/2014/main" val="3471793541"/>
                    </a:ext>
                  </a:extLst>
                </a:gridCol>
              </a:tblGrid>
              <a:tr h="424245">
                <a:tc>
                  <a:txBody>
                    <a:bodyPr/>
                    <a:lstStyle/>
                    <a:p>
                      <a:pPr algn="ctr"/>
                      <a:r>
                        <a:rPr lang="zh-TW" altLang="en-US" sz="2400" b="0">
                          <a:latin typeface="Consolas" panose="020B0609020204030204" pitchFamily="49" charset="0"/>
                          <a:ea typeface="+mj-ea"/>
                        </a:rPr>
                        <a:t>屬性</a:t>
                      </a:r>
                    </a:p>
                  </a:txBody>
                  <a:tcPr anchor="ctr"/>
                </a:tc>
                <a:tc>
                  <a:txBody>
                    <a:bodyPr/>
                    <a:lstStyle/>
                    <a:p>
                      <a:pPr algn="ctr"/>
                      <a:r>
                        <a:rPr lang="zh-TW" altLang="en-US" sz="2400" b="0">
                          <a:latin typeface="Consolas" panose="020B0609020204030204" pitchFamily="49" charset="0"/>
                          <a:ea typeface="+mj-ea"/>
                        </a:rPr>
                        <a:t>說明</a:t>
                      </a:r>
                    </a:p>
                  </a:txBody>
                  <a:tcPr anchor="ctr"/>
                </a:tc>
                <a:extLst>
                  <a:ext uri="{0D108BD9-81ED-4DB2-BD59-A6C34878D82A}">
                    <a16:rowId xmlns:a16="http://schemas.microsoft.com/office/drawing/2014/main" val="1422715895"/>
                  </a:ext>
                </a:extLst>
              </a:tr>
              <a:tr h="394758">
                <a:tc>
                  <a:txBody>
                    <a:bodyPr/>
                    <a:lstStyle/>
                    <a:p>
                      <a:pPr algn="ctr"/>
                      <a:r>
                        <a:rPr lang="en-US" altLang="zh-TW" sz="2400" b="0">
                          <a:latin typeface="Consolas" panose="020B0609020204030204" pitchFamily="49" charset="0"/>
                          <a:ea typeface="+mj-ea"/>
                        </a:rPr>
                        <a:t>value</a:t>
                      </a:r>
                      <a:endParaRPr lang="zh-TW" altLang="en-US" sz="24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a:latin typeface="Consolas" panose="020B0609020204030204" pitchFamily="49" charset="0"/>
                          <a:ea typeface="+mj-ea"/>
                        </a:rPr>
                        <a:t>將運算結果列印在</a:t>
                      </a:r>
                      <a:r>
                        <a:rPr lang="en-US" altLang="zh-TW" sz="2400" b="0">
                          <a:latin typeface="Consolas" panose="020B0609020204030204" pitchFamily="49" charset="0"/>
                          <a:ea typeface="+mj-ea"/>
                        </a:rPr>
                        <a:t>HTML</a:t>
                      </a:r>
                      <a:r>
                        <a:rPr lang="zh-TW" altLang="en-US" sz="2400" b="0">
                          <a:latin typeface="Consolas" panose="020B0609020204030204" pitchFamily="49" charset="0"/>
                          <a:ea typeface="+mj-ea"/>
                        </a:rPr>
                        <a:t>中</a:t>
                      </a:r>
                      <a:endParaRPr lang="en-US" altLang="zh-TW" sz="2400" b="0">
                        <a:latin typeface="Consolas" panose="020B0609020204030204" pitchFamily="49" charset="0"/>
                        <a:ea typeface="+mj-ea"/>
                      </a:endParaRPr>
                    </a:p>
                  </a:txBody>
                  <a:tcPr anchor="ctr"/>
                </a:tc>
                <a:extLst>
                  <a:ext uri="{0D108BD9-81ED-4DB2-BD59-A6C34878D82A}">
                    <a16:rowId xmlns:a16="http://schemas.microsoft.com/office/drawing/2014/main" val="2604820325"/>
                  </a:ext>
                </a:extLst>
              </a:tr>
              <a:tr h="147144">
                <a:tc>
                  <a:txBody>
                    <a:bodyPr/>
                    <a:lstStyle/>
                    <a:p>
                      <a:pPr algn="ctr"/>
                      <a:r>
                        <a:rPr lang="en-US" altLang="zh-TW" sz="2400" b="0" kern="1200">
                          <a:solidFill>
                            <a:schemeClr val="dk1"/>
                          </a:solidFill>
                          <a:latin typeface="Consolas" panose="020B0609020204030204" pitchFamily="49" charset="0"/>
                          <a:ea typeface="+mj-ea"/>
                          <a:cs typeface="+mn-cs"/>
                        </a:rPr>
                        <a:t>default</a:t>
                      </a:r>
                      <a:endParaRPr lang="zh-TW" altLang="en-US" sz="24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kern="1200">
                          <a:solidFill>
                            <a:schemeClr val="dk1"/>
                          </a:solidFill>
                          <a:latin typeface="Consolas" panose="020B0609020204030204" pitchFamily="49" charset="0"/>
                          <a:ea typeface="+mj-ea"/>
                          <a:cs typeface="+mn-cs"/>
                        </a:rPr>
                        <a:t>若運算結果為</a:t>
                      </a:r>
                      <a:r>
                        <a:rPr lang="en-US" altLang="zh-TW" sz="2400" b="0" kern="1200">
                          <a:solidFill>
                            <a:schemeClr val="dk1"/>
                          </a:solidFill>
                          <a:latin typeface="Consolas" panose="020B0609020204030204" pitchFamily="49" charset="0"/>
                          <a:ea typeface="+mj-ea"/>
                          <a:cs typeface="+mn-cs"/>
                        </a:rPr>
                        <a:t>null</a:t>
                      </a:r>
                      <a:r>
                        <a:rPr lang="zh-TW" altLang="en-US" sz="2400" b="0" kern="1200">
                          <a:solidFill>
                            <a:schemeClr val="dk1"/>
                          </a:solidFill>
                          <a:latin typeface="Consolas" panose="020B0609020204030204" pitchFamily="49" charset="0"/>
                          <a:ea typeface="+mj-ea"/>
                          <a:cs typeface="+mn-cs"/>
                        </a:rPr>
                        <a:t>或空字串，則列印此項屬性值</a:t>
                      </a:r>
                      <a:endParaRPr lang="en-US" altLang="zh-TW" sz="2400" b="0" kern="1200">
                        <a:solidFill>
                          <a:schemeClr val="dk1"/>
                        </a:solidFill>
                        <a:latin typeface="Consolas" panose="020B0609020204030204" pitchFamily="49" charset="0"/>
                        <a:ea typeface="+mj-ea"/>
                        <a:cs typeface="+mn-cs"/>
                      </a:endParaRPr>
                    </a:p>
                  </a:txBody>
                  <a:tcPr anchor="ctr"/>
                </a:tc>
                <a:extLst>
                  <a:ext uri="{0D108BD9-81ED-4DB2-BD59-A6C34878D82A}">
                    <a16:rowId xmlns:a16="http://schemas.microsoft.com/office/drawing/2014/main" val="4163110675"/>
                  </a:ext>
                </a:extLst>
              </a:tr>
              <a:tr h="845769">
                <a:tc>
                  <a:txBody>
                    <a:bodyPr/>
                    <a:lstStyle/>
                    <a:p>
                      <a:pPr algn="ctr"/>
                      <a:r>
                        <a:rPr lang="en-US" altLang="zh-TW" sz="2400" b="0" kern="1200">
                          <a:solidFill>
                            <a:schemeClr val="dk1"/>
                          </a:solidFill>
                          <a:latin typeface="Consolas" panose="020B0609020204030204" pitchFamily="49" charset="0"/>
                          <a:ea typeface="+mj-ea"/>
                          <a:cs typeface="+mn-cs"/>
                        </a:rPr>
                        <a:t>escapeXml</a:t>
                      </a:r>
                      <a:endParaRPr lang="zh-TW" altLang="en-US" sz="24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kern="1200">
                          <a:solidFill>
                            <a:schemeClr val="dk1"/>
                          </a:solidFill>
                          <a:latin typeface="Consolas" panose="020B0609020204030204" pitchFamily="49" charset="0"/>
                          <a:ea typeface="+mj-ea"/>
                          <a:cs typeface="+mn-cs"/>
                        </a:rPr>
                        <a:t>若為</a:t>
                      </a:r>
                      <a:r>
                        <a:rPr lang="en-US" altLang="zh-TW" sz="2400" b="0" kern="1200">
                          <a:solidFill>
                            <a:schemeClr val="dk1"/>
                          </a:solidFill>
                          <a:latin typeface="Consolas" panose="020B0609020204030204" pitchFamily="49" charset="0"/>
                          <a:ea typeface="+mj-ea"/>
                          <a:cs typeface="+mn-cs"/>
                        </a:rPr>
                        <a:t>true</a:t>
                      </a:r>
                      <a:r>
                        <a:rPr lang="zh-TW" altLang="en-US" sz="2400" b="0" kern="1200">
                          <a:solidFill>
                            <a:schemeClr val="dk1"/>
                          </a:solidFill>
                          <a:latin typeface="Consolas" panose="020B0609020204030204" pitchFamily="49" charset="0"/>
                          <a:ea typeface="+mj-ea"/>
                          <a:cs typeface="+mn-cs"/>
                        </a:rPr>
                        <a:t>，則替換以下字元</a:t>
                      </a:r>
                      <a:endParaRPr lang="en-US" altLang="zh-TW" sz="2400" b="0" kern="1200">
                        <a:solidFill>
                          <a:schemeClr val="dk1"/>
                        </a:solidFill>
                        <a:latin typeface="Consolas" panose="020B0609020204030204" pitchFamily="49" charset="0"/>
                        <a:ea typeface="+mj-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2400" b="0" kern="1200">
                        <a:solidFill>
                          <a:schemeClr val="dk1"/>
                        </a:solidFill>
                        <a:latin typeface="Consolas" panose="020B0609020204030204" pitchFamily="49" charset="0"/>
                        <a:ea typeface="+mj-ea"/>
                        <a:cs typeface="+mn-cs"/>
                      </a:endParaRPr>
                    </a:p>
                    <a:p>
                      <a:pPr marL="2743200" marR="0" lvl="6" indent="0" algn="l" defTabSz="914400" rtl="0" eaLnBrk="1" fontAlgn="auto" latinLnBrk="0" hangingPunct="1">
                        <a:lnSpc>
                          <a:spcPct val="100000"/>
                        </a:lnSpc>
                        <a:spcBef>
                          <a:spcPts val="0"/>
                        </a:spcBef>
                        <a:spcAft>
                          <a:spcPts val="0"/>
                        </a:spcAft>
                        <a:buClrTx/>
                        <a:buSzTx/>
                        <a:buFontTx/>
                        <a:buNone/>
                        <a:tabLst/>
                        <a:defRPr/>
                      </a:pPr>
                      <a:r>
                        <a:rPr lang="en-US" altLang="zh-TW" sz="2400" kern="1200">
                          <a:solidFill>
                            <a:schemeClr val="dk1"/>
                          </a:solidFill>
                          <a:latin typeface="Consolas" panose="020B0609020204030204" pitchFamily="49" charset="0"/>
                          <a:ea typeface="+mn-ea"/>
                          <a:cs typeface="+mn-cs"/>
                        </a:rPr>
                        <a:t>&lt;</a:t>
                      </a:r>
                      <a:r>
                        <a:rPr lang="zh-TW" altLang="en-US" sz="2400" kern="1200">
                          <a:solidFill>
                            <a:schemeClr val="dk1"/>
                          </a:solidFill>
                          <a:latin typeface="Consolas" panose="020B0609020204030204" pitchFamily="49" charset="0"/>
                          <a:ea typeface="+mn-ea"/>
                          <a:cs typeface="+mn-cs"/>
                        </a:rPr>
                        <a:t> → </a:t>
                      </a:r>
                      <a:r>
                        <a:rPr lang="en-US" altLang="zh-TW" sz="2400" kern="1200">
                          <a:solidFill>
                            <a:schemeClr val="dk1"/>
                          </a:solidFill>
                          <a:latin typeface="Consolas" panose="020B0609020204030204" pitchFamily="49" charset="0"/>
                          <a:ea typeface="+mn-ea"/>
                          <a:cs typeface="+mn-cs"/>
                        </a:rPr>
                        <a:t>&amp;lt </a:t>
                      </a:r>
                    </a:p>
                    <a:p>
                      <a:pPr marL="2743200" marR="0" lvl="6" indent="0" algn="l" defTabSz="914400" rtl="0" eaLnBrk="1" fontAlgn="auto" latinLnBrk="0" hangingPunct="1">
                        <a:lnSpc>
                          <a:spcPct val="100000"/>
                        </a:lnSpc>
                        <a:spcBef>
                          <a:spcPts val="0"/>
                        </a:spcBef>
                        <a:spcAft>
                          <a:spcPts val="0"/>
                        </a:spcAft>
                        <a:buClrTx/>
                        <a:buSzTx/>
                        <a:buFontTx/>
                        <a:buNone/>
                        <a:tabLst/>
                        <a:defRPr/>
                      </a:pPr>
                      <a:r>
                        <a:rPr lang="en-US" altLang="zh-TW" sz="2400" kern="1200">
                          <a:solidFill>
                            <a:schemeClr val="dk1"/>
                          </a:solidFill>
                          <a:latin typeface="Consolas" panose="020B0609020204030204" pitchFamily="49" charset="0"/>
                          <a:ea typeface="+mn-ea"/>
                          <a:cs typeface="+mn-cs"/>
                        </a:rPr>
                        <a:t>&gt; </a:t>
                      </a:r>
                      <a:r>
                        <a:rPr lang="zh-TW" altLang="en-US" sz="2400" kern="1200">
                          <a:solidFill>
                            <a:schemeClr val="dk1"/>
                          </a:solidFill>
                          <a:latin typeface="Consolas" panose="020B0609020204030204" pitchFamily="49" charset="0"/>
                          <a:ea typeface="+mn-ea"/>
                          <a:cs typeface="+mn-cs"/>
                        </a:rPr>
                        <a:t>→ </a:t>
                      </a:r>
                      <a:r>
                        <a:rPr lang="en-US" altLang="zh-TW" sz="2400" kern="1200">
                          <a:solidFill>
                            <a:schemeClr val="dk1"/>
                          </a:solidFill>
                          <a:latin typeface="Consolas" panose="020B0609020204030204" pitchFamily="49" charset="0"/>
                          <a:ea typeface="+mn-ea"/>
                          <a:cs typeface="+mn-cs"/>
                        </a:rPr>
                        <a:t>&amp;gt</a:t>
                      </a:r>
                    </a:p>
                    <a:p>
                      <a:pPr marL="2743200" marR="0" lvl="6" indent="0" algn="l" defTabSz="914400" rtl="0" eaLnBrk="1" fontAlgn="auto" latinLnBrk="0" hangingPunct="1">
                        <a:lnSpc>
                          <a:spcPct val="100000"/>
                        </a:lnSpc>
                        <a:spcBef>
                          <a:spcPts val="0"/>
                        </a:spcBef>
                        <a:spcAft>
                          <a:spcPts val="0"/>
                        </a:spcAft>
                        <a:buClrTx/>
                        <a:buSzTx/>
                        <a:buFontTx/>
                        <a:buNone/>
                        <a:tabLst/>
                        <a:defRPr/>
                      </a:pPr>
                      <a:r>
                        <a:rPr lang="en-US" altLang="zh-TW" sz="2400" kern="1200">
                          <a:solidFill>
                            <a:schemeClr val="dk1"/>
                          </a:solidFill>
                          <a:latin typeface="Consolas" panose="020B0609020204030204" pitchFamily="49" charset="0"/>
                          <a:ea typeface="+mn-ea"/>
                          <a:cs typeface="+mn-cs"/>
                        </a:rPr>
                        <a:t>&amp; </a:t>
                      </a:r>
                      <a:r>
                        <a:rPr lang="zh-TW" altLang="en-US" sz="2400" kern="1200">
                          <a:solidFill>
                            <a:schemeClr val="dk1"/>
                          </a:solidFill>
                          <a:latin typeface="Consolas" panose="020B0609020204030204" pitchFamily="49" charset="0"/>
                          <a:ea typeface="+mn-ea"/>
                          <a:cs typeface="+mn-cs"/>
                        </a:rPr>
                        <a:t>→ </a:t>
                      </a:r>
                      <a:r>
                        <a:rPr lang="en-US" altLang="zh-TW" sz="2400" kern="1200">
                          <a:solidFill>
                            <a:schemeClr val="dk1"/>
                          </a:solidFill>
                          <a:latin typeface="Consolas" panose="020B0609020204030204" pitchFamily="49" charset="0"/>
                          <a:ea typeface="+mn-ea"/>
                          <a:cs typeface="+mn-cs"/>
                        </a:rPr>
                        <a:t>&amp;amp</a:t>
                      </a:r>
                    </a:p>
                  </a:txBody>
                  <a:tcPr anchor="ctr"/>
                </a:tc>
                <a:extLst>
                  <a:ext uri="{0D108BD9-81ED-4DB2-BD59-A6C34878D82A}">
                    <a16:rowId xmlns:a16="http://schemas.microsoft.com/office/drawing/2014/main" val="1406666546"/>
                  </a:ext>
                </a:extLst>
              </a:tr>
            </a:tbl>
          </a:graphicData>
        </a:graphic>
      </p:graphicFrame>
    </p:spTree>
    <p:extLst>
      <p:ext uri="{BB962C8B-B14F-4D97-AF65-F5344CB8AC3E}">
        <p14:creationId xmlns:p14="http://schemas.microsoft.com/office/powerpoint/2010/main" val="250395731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44521" y="791934"/>
            <a:ext cx="12102957" cy="830037"/>
          </a:xfrm>
        </p:spPr>
        <p:txBody>
          <a:bodyPr>
            <a:normAutofit/>
          </a:bodyPr>
          <a:lstStyle/>
          <a:p>
            <a:pPr lvl="1" indent="-457200" algn="just"/>
            <a:r>
              <a:rPr lang="zh-TW" altLang="en-US" sz="2000">
                <a:latin typeface="Consolas" panose="020B0609020204030204" pitchFamily="49" charset="0"/>
                <a:ea typeface="+mj-ea"/>
              </a:rPr>
              <a:t>語法 </a:t>
            </a:r>
            <a:endParaRPr lang="en-US" altLang="zh-TW" sz="2000">
              <a:latin typeface="Consolas" panose="020B0609020204030204" pitchFamily="49" charset="0"/>
              <a:ea typeface="+mj-ea"/>
            </a:endParaRPr>
          </a:p>
          <a:p>
            <a:pPr marL="274320" lvl="2" indent="0" algn="just">
              <a:buNone/>
            </a:pPr>
            <a:r>
              <a:rPr lang="en-US" altLang="zh-TW" sz="2400">
                <a:latin typeface="Consolas" panose="020B0609020204030204" pitchFamily="49" charset="0"/>
                <a:ea typeface="+mj-ea"/>
              </a:rPr>
              <a:t>&lt;c:set </a:t>
            </a:r>
            <a:r>
              <a:rPr lang="en-US" altLang="zh-TW" sz="2400">
                <a:solidFill>
                  <a:srgbClr val="0070C0"/>
                </a:solidFill>
                <a:latin typeface="Consolas" panose="020B0609020204030204" pitchFamily="49" charset="0"/>
                <a:ea typeface="+mj-ea"/>
              </a:rPr>
              <a:t>var</a:t>
            </a:r>
            <a:r>
              <a:rPr lang="en-US" altLang="zh-TW" sz="2400">
                <a:latin typeface="Consolas" panose="020B0609020204030204" pitchFamily="49" charset="0"/>
                <a:ea typeface="+mj-ea"/>
              </a:rPr>
              <a:t>="string" </a:t>
            </a:r>
            <a:r>
              <a:rPr lang="en-US" altLang="zh-TW" sz="2400">
                <a:solidFill>
                  <a:srgbClr val="0070C0"/>
                </a:solidFill>
                <a:latin typeface="Consolas" panose="020B0609020204030204" pitchFamily="49" charset="0"/>
                <a:ea typeface="+mj-ea"/>
              </a:rPr>
              <a:t>value</a:t>
            </a:r>
            <a:r>
              <a:rPr lang="en-US" altLang="zh-TW" sz="2400">
                <a:latin typeface="Consolas" panose="020B0609020204030204" pitchFamily="49" charset="0"/>
                <a:ea typeface="+mj-ea"/>
              </a:rPr>
              <a:t>="expression" </a:t>
            </a:r>
            <a:r>
              <a:rPr lang="en-US" altLang="zh-TW" sz="2400">
                <a:solidFill>
                  <a:srgbClr val="0070C0"/>
                </a:solidFill>
                <a:latin typeface="Consolas" panose="020B0609020204030204" pitchFamily="49" charset="0"/>
                <a:ea typeface="+mj-ea"/>
              </a:rPr>
              <a:t>scope</a:t>
            </a:r>
            <a:r>
              <a:rPr lang="en-US" altLang="zh-TW" sz="2400">
                <a:latin typeface="Consolas" panose="020B0609020204030204" pitchFamily="49" charset="0"/>
                <a:ea typeface="+mj-ea"/>
              </a:rPr>
              <a:t>="scope"/&gt;</a:t>
            </a:r>
          </a:p>
        </p:txBody>
      </p:sp>
      <p:sp>
        <p:nvSpPr>
          <p:cNvPr id="8" name="文字方塊 7">
            <a:extLst>
              <a:ext uri="{FF2B5EF4-FFF2-40B4-BE49-F238E27FC236}">
                <a16:creationId xmlns:a16="http://schemas.microsoft.com/office/drawing/2014/main" id="{CF3E7FE1-BDDF-4224-97E4-1FA716DA0CF0}"/>
              </a:ext>
            </a:extLst>
          </p:cNvPr>
          <p:cNvSpPr txBox="1"/>
          <p:nvPr/>
        </p:nvSpPr>
        <p:spPr>
          <a:xfrm>
            <a:off x="139655" y="63392"/>
            <a:ext cx="3224030" cy="52322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zh-TW" sz="2800">
                <a:latin typeface="Consolas" panose="020B0609020204030204" pitchFamily="49" charset="0"/>
                <a:ea typeface="+mj-ea"/>
              </a:rPr>
              <a:t>&lt;c:set&gt; </a:t>
            </a:r>
            <a:r>
              <a:rPr lang="zh-TW" altLang="en-US" sz="2800">
                <a:latin typeface="Consolas" panose="020B0609020204030204" pitchFamily="49" charset="0"/>
                <a:ea typeface="+mj-ea"/>
              </a:rPr>
              <a:t>設定變數</a:t>
            </a:r>
          </a:p>
        </p:txBody>
      </p:sp>
      <p:sp>
        <p:nvSpPr>
          <p:cNvPr id="10" name="文字方塊 9">
            <a:extLst>
              <a:ext uri="{FF2B5EF4-FFF2-40B4-BE49-F238E27FC236}">
                <a16:creationId xmlns:a16="http://schemas.microsoft.com/office/drawing/2014/main" id="{0922128C-EB63-466A-9783-E2F72BFF5B4C}"/>
              </a:ext>
            </a:extLst>
          </p:cNvPr>
          <p:cNvSpPr txBox="1"/>
          <p:nvPr/>
        </p:nvSpPr>
        <p:spPr>
          <a:xfrm>
            <a:off x="139655" y="3769148"/>
            <a:ext cx="3852023" cy="52322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zh-TW" sz="2800">
                <a:latin typeface="Consolas" panose="020B0609020204030204" pitchFamily="49" charset="0"/>
                <a:ea typeface="+mj-ea"/>
              </a:rPr>
              <a:t>&lt;c:remove&gt;</a:t>
            </a:r>
            <a:r>
              <a:rPr lang="zh-TW" altLang="en-US" sz="2800">
                <a:latin typeface="Consolas" panose="020B0609020204030204" pitchFamily="49" charset="0"/>
                <a:ea typeface="+mj-ea"/>
              </a:rPr>
              <a:t>移除變數</a:t>
            </a:r>
          </a:p>
        </p:txBody>
      </p:sp>
      <p:sp>
        <p:nvSpPr>
          <p:cNvPr id="11" name="內容版面配置區 2">
            <a:extLst>
              <a:ext uri="{FF2B5EF4-FFF2-40B4-BE49-F238E27FC236}">
                <a16:creationId xmlns:a16="http://schemas.microsoft.com/office/drawing/2014/main" id="{A8A546B5-D90F-439A-9575-C3B6D931DD77}"/>
              </a:ext>
            </a:extLst>
          </p:cNvPr>
          <p:cNvSpPr txBox="1">
            <a:spLocks/>
          </p:cNvSpPr>
          <p:nvPr/>
        </p:nvSpPr>
        <p:spPr>
          <a:xfrm>
            <a:off x="139655" y="4470263"/>
            <a:ext cx="9706285" cy="818391"/>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lvl="1" indent="-457200" algn="just"/>
            <a:r>
              <a:rPr lang="zh-TW" altLang="en-US" sz="2000">
                <a:latin typeface="Consolas" panose="020B0609020204030204" pitchFamily="49" charset="0"/>
                <a:ea typeface="+mj-ea"/>
              </a:rPr>
              <a:t>語法 </a:t>
            </a:r>
            <a:endParaRPr lang="en-US" altLang="zh-TW" sz="2000">
              <a:latin typeface="Consolas" panose="020B0609020204030204" pitchFamily="49" charset="0"/>
              <a:ea typeface="+mj-ea"/>
            </a:endParaRPr>
          </a:p>
          <a:p>
            <a:pPr marL="274320" lvl="2" indent="0" algn="just">
              <a:buNone/>
            </a:pPr>
            <a:r>
              <a:rPr lang="en-US" altLang="zh-TW" sz="2400">
                <a:latin typeface="Consolas" panose="020B0609020204030204" pitchFamily="49" charset="0"/>
                <a:ea typeface="+mj-ea"/>
              </a:rPr>
              <a:t>&lt;c:remove </a:t>
            </a:r>
            <a:r>
              <a:rPr lang="en-US" altLang="zh-TW" sz="2400">
                <a:solidFill>
                  <a:srgbClr val="0070C0"/>
                </a:solidFill>
                <a:latin typeface="Consolas" panose="020B0609020204030204" pitchFamily="49" charset="0"/>
                <a:ea typeface="+mj-ea"/>
              </a:rPr>
              <a:t>var</a:t>
            </a:r>
            <a:r>
              <a:rPr lang="en-US" altLang="zh-TW" sz="2400">
                <a:latin typeface="Consolas" panose="020B0609020204030204" pitchFamily="49" charset="0"/>
                <a:ea typeface="+mj-ea"/>
              </a:rPr>
              <a:t>="string" </a:t>
            </a:r>
            <a:r>
              <a:rPr lang="en-US" altLang="zh-TW" sz="2400">
                <a:solidFill>
                  <a:srgbClr val="0070C0"/>
                </a:solidFill>
                <a:latin typeface="Consolas" panose="020B0609020204030204" pitchFamily="49" charset="0"/>
                <a:ea typeface="+mj-ea"/>
              </a:rPr>
              <a:t>scope</a:t>
            </a:r>
            <a:r>
              <a:rPr lang="en-US" altLang="zh-TW" sz="2400">
                <a:latin typeface="Consolas" panose="020B0609020204030204" pitchFamily="49" charset="0"/>
                <a:ea typeface="+mj-ea"/>
              </a:rPr>
              <a:t>="scope"/&gt;</a:t>
            </a:r>
          </a:p>
        </p:txBody>
      </p:sp>
      <p:sp>
        <p:nvSpPr>
          <p:cNvPr id="2" name="投影片編號版面配置區 1">
            <a:extLst>
              <a:ext uri="{FF2B5EF4-FFF2-40B4-BE49-F238E27FC236}">
                <a16:creationId xmlns:a16="http://schemas.microsoft.com/office/drawing/2014/main" id="{7B471CF0-F203-4DC9-AA81-36BF98081793}"/>
              </a:ext>
            </a:extLst>
          </p:cNvPr>
          <p:cNvSpPr>
            <a:spLocks noGrp="1"/>
          </p:cNvSpPr>
          <p:nvPr>
            <p:ph type="sldNum" sz="quarter" idx="12"/>
          </p:nvPr>
        </p:nvSpPr>
        <p:spPr/>
        <p:txBody>
          <a:bodyPr/>
          <a:lstStyle/>
          <a:p>
            <a:fld id="{B521127C-0C56-461F-B517-0D483F216F7D}" type="slidenum">
              <a:rPr lang="zh-TW" altLang="en-US" smtClean="0">
                <a:latin typeface="Consolas" panose="020B0609020204030204" pitchFamily="49" charset="0"/>
              </a:rPr>
              <a:t>107</a:t>
            </a:fld>
            <a:endParaRPr lang="zh-TW" altLang="en-US">
              <a:latin typeface="Consolas" panose="020B0609020204030204" pitchFamily="49" charset="0"/>
            </a:endParaRPr>
          </a:p>
        </p:txBody>
      </p:sp>
      <p:graphicFrame>
        <p:nvGraphicFramePr>
          <p:cNvPr id="12" name="表格 11"/>
          <p:cNvGraphicFramePr>
            <a:graphicFrameLocks noGrp="1"/>
          </p:cNvGraphicFramePr>
          <p:nvPr>
            <p:extLst>
              <p:ext uri="{D42A27DB-BD31-4B8C-83A1-F6EECF244321}">
                <p14:modId xmlns:p14="http://schemas.microsoft.com/office/powerpoint/2010/main" val="1465104337"/>
              </p:ext>
            </p:extLst>
          </p:nvPr>
        </p:nvGraphicFramePr>
        <p:xfrm>
          <a:off x="571963" y="1621971"/>
          <a:ext cx="7527008" cy="1934742"/>
        </p:xfrm>
        <a:graphic>
          <a:graphicData uri="http://schemas.openxmlformats.org/drawingml/2006/table">
            <a:tbl>
              <a:tblPr firstRow="1" bandRow="1">
                <a:tableStyleId>{5C22544A-7EE6-4342-B048-85BDC9FD1C3A}</a:tableStyleId>
              </a:tblPr>
              <a:tblGrid>
                <a:gridCol w="1964502">
                  <a:extLst>
                    <a:ext uri="{9D8B030D-6E8A-4147-A177-3AD203B41FA5}">
                      <a16:colId xmlns:a16="http://schemas.microsoft.com/office/drawing/2014/main" val="2204558664"/>
                    </a:ext>
                  </a:extLst>
                </a:gridCol>
                <a:gridCol w="5562506">
                  <a:extLst>
                    <a:ext uri="{9D8B030D-6E8A-4147-A177-3AD203B41FA5}">
                      <a16:colId xmlns:a16="http://schemas.microsoft.com/office/drawing/2014/main" val="3471793541"/>
                    </a:ext>
                  </a:extLst>
                </a:gridCol>
              </a:tblGrid>
              <a:tr h="374211">
                <a:tc>
                  <a:txBody>
                    <a:bodyPr/>
                    <a:lstStyle/>
                    <a:p>
                      <a:pPr algn="ctr"/>
                      <a:r>
                        <a:rPr lang="zh-TW" altLang="en-US" sz="2000" b="0">
                          <a:latin typeface="Consolas" panose="020B0609020204030204" pitchFamily="49" charset="0"/>
                          <a:ea typeface="+mj-ea"/>
                        </a:rPr>
                        <a:t>屬性</a:t>
                      </a:r>
                    </a:p>
                  </a:txBody>
                  <a:tcPr anchor="ctr"/>
                </a:tc>
                <a:tc>
                  <a:txBody>
                    <a:bodyPr/>
                    <a:lstStyle/>
                    <a:p>
                      <a:pPr algn="ctr"/>
                      <a:r>
                        <a:rPr lang="zh-TW" altLang="en-US" sz="2000" b="0">
                          <a:latin typeface="Consolas" panose="020B0609020204030204" pitchFamily="49" charset="0"/>
                          <a:ea typeface="+mj-ea"/>
                        </a:rPr>
                        <a:t>說明</a:t>
                      </a:r>
                    </a:p>
                  </a:txBody>
                  <a:tcPr anchor="ctr"/>
                </a:tc>
                <a:extLst>
                  <a:ext uri="{0D108BD9-81ED-4DB2-BD59-A6C34878D82A}">
                    <a16:rowId xmlns:a16="http://schemas.microsoft.com/office/drawing/2014/main" val="1422715895"/>
                  </a:ext>
                </a:extLst>
              </a:tr>
              <a:tr h="349509">
                <a:tc>
                  <a:txBody>
                    <a:bodyPr/>
                    <a:lstStyle/>
                    <a:p>
                      <a:pPr algn="ctr"/>
                      <a:r>
                        <a:rPr lang="en-US" altLang="zh-TW" sz="2000" b="0">
                          <a:latin typeface="Consolas" panose="020B0609020204030204" pitchFamily="49" charset="0"/>
                          <a:ea typeface="+mj-ea"/>
                        </a:rPr>
                        <a:t>var</a:t>
                      </a:r>
                      <a:endParaRPr lang="zh-TW" altLang="en-US" sz="20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0">
                          <a:latin typeface="Consolas" panose="020B0609020204030204" pitchFamily="49" charset="0"/>
                          <a:ea typeface="+mj-ea"/>
                        </a:rPr>
                        <a:t>宣告的變數名稱</a:t>
                      </a:r>
                      <a:endParaRPr lang="en-US" altLang="zh-TW" sz="2000" b="0">
                        <a:latin typeface="Consolas" panose="020B0609020204030204" pitchFamily="49" charset="0"/>
                        <a:ea typeface="+mj-ea"/>
                      </a:endParaRPr>
                    </a:p>
                  </a:txBody>
                  <a:tcPr anchor="ctr"/>
                </a:tc>
                <a:extLst>
                  <a:ext uri="{0D108BD9-81ED-4DB2-BD59-A6C34878D82A}">
                    <a16:rowId xmlns:a16="http://schemas.microsoft.com/office/drawing/2014/main" val="2604820325"/>
                  </a:ext>
                </a:extLst>
              </a:tr>
              <a:tr h="122881">
                <a:tc>
                  <a:txBody>
                    <a:bodyPr/>
                    <a:lstStyle/>
                    <a:p>
                      <a:pPr algn="ctr"/>
                      <a:r>
                        <a:rPr lang="en-US" altLang="zh-TW" sz="2000" b="0" kern="1200">
                          <a:solidFill>
                            <a:schemeClr val="dk1"/>
                          </a:solidFill>
                          <a:latin typeface="Consolas" panose="020B0609020204030204" pitchFamily="49" charset="0"/>
                          <a:ea typeface="+mj-ea"/>
                          <a:cs typeface="+mn-cs"/>
                        </a:rPr>
                        <a:t>value</a:t>
                      </a:r>
                      <a:endParaRPr lang="zh-TW" altLang="en-US" sz="20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0" kern="1200">
                          <a:solidFill>
                            <a:schemeClr val="dk1"/>
                          </a:solidFill>
                          <a:latin typeface="Consolas" panose="020B0609020204030204" pitchFamily="49" charset="0"/>
                          <a:ea typeface="+mj-ea"/>
                          <a:cs typeface="+mn-cs"/>
                        </a:rPr>
                        <a:t>存入變數的值</a:t>
                      </a:r>
                    </a:p>
                  </a:txBody>
                  <a:tcPr anchor="ctr"/>
                </a:tc>
                <a:extLst>
                  <a:ext uri="{0D108BD9-81ED-4DB2-BD59-A6C34878D82A}">
                    <a16:rowId xmlns:a16="http://schemas.microsoft.com/office/drawing/2014/main" val="4163110675"/>
                  </a:ext>
                </a:extLst>
              </a:tr>
              <a:tr h="746022">
                <a:tc>
                  <a:txBody>
                    <a:bodyPr/>
                    <a:lstStyle/>
                    <a:p>
                      <a:pPr algn="ctr"/>
                      <a:r>
                        <a:rPr lang="en-US" altLang="zh-TW" sz="2000" b="0" kern="1200">
                          <a:solidFill>
                            <a:schemeClr val="dk1"/>
                          </a:solidFill>
                          <a:latin typeface="Consolas" panose="020B0609020204030204" pitchFamily="49" charset="0"/>
                          <a:ea typeface="+mj-ea"/>
                          <a:cs typeface="+mn-cs"/>
                        </a:rPr>
                        <a:t>scope</a:t>
                      </a:r>
                      <a:endParaRPr lang="zh-TW" altLang="en-US" sz="20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0" kern="1200">
                          <a:solidFill>
                            <a:schemeClr val="dk1"/>
                          </a:solidFill>
                          <a:latin typeface="Consolas" panose="020B0609020204030204" pitchFamily="49" charset="0"/>
                          <a:ea typeface="+mj-ea"/>
                          <a:cs typeface="+mn-cs"/>
                        </a:rPr>
                        <a:t>變數存取範圍，可設定為</a:t>
                      </a:r>
                      <a:endParaRPr lang="en-US" altLang="zh-TW" sz="2000" b="0" kern="1200">
                        <a:solidFill>
                          <a:schemeClr val="dk1"/>
                        </a:solidFill>
                        <a:latin typeface="Consolas" panose="020B0609020204030204" pitchFamily="49" charset="0"/>
                        <a:ea typeface="+mj-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b="0" kern="1200">
                          <a:solidFill>
                            <a:schemeClr val="dk1"/>
                          </a:solidFill>
                          <a:latin typeface="Consolas" panose="020B0609020204030204" pitchFamily="49" charset="0"/>
                          <a:ea typeface="+mj-ea"/>
                          <a:cs typeface="+mn-cs"/>
                        </a:rPr>
                        <a:t>page(</a:t>
                      </a:r>
                      <a:r>
                        <a:rPr lang="zh-TW" altLang="en-US" sz="2000" b="0" kern="1200">
                          <a:solidFill>
                            <a:schemeClr val="dk1"/>
                          </a:solidFill>
                          <a:latin typeface="Consolas" panose="020B0609020204030204" pitchFamily="49" charset="0"/>
                          <a:ea typeface="+mj-ea"/>
                          <a:cs typeface="+mn-cs"/>
                        </a:rPr>
                        <a:t>預設</a:t>
                      </a:r>
                      <a:r>
                        <a:rPr lang="en-US" altLang="zh-TW" sz="2000" b="0" kern="1200">
                          <a:solidFill>
                            <a:schemeClr val="dk1"/>
                          </a:solidFill>
                          <a:latin typeface="Consolas" panose="020B0609020204030204" pitchFamily="49" charset="0"/>
                          <a:ea typeface="+mj-ea"/>
                          <a:cs typeface="+mn-cs"/>
                        </a:rPr>
                        <a:t>)|request|session|application</a:t>
                      </a:r>
                      <a:endParaRPr lang="en-US" altLang="zh-TW" sz="2000" kern="1200">
                        <a:solidFill>
                          <a:schemeClr val="dk1"/>
                        </a:solidFill>
                        <a:latin typeface="Consolas" panose="020B0609020204030204" pitchFamily="49" charset="0"/>
                        <a:ea typeface="+mn-ea"/>
                        <a:cs typeface="+mn-cs"/>
                      </a:endParaRPr>
                    </a:p>
                  </a:txBody>
                  <a:tcPr anchor="ctr"/>
                </a:tc>
                <a:extLst>
                  <a:ext uri="{0D108BD9-81ED-4DB2-BD59-A6C34878D82A}">
                    <a16:rowId xmlns:a16="http://schemas.microsoft.com/office/drawing/2014/main" val="1406666546"/>
                  </a:ext>
                </a:extLst>
              </a:tr>
            </a:tbl>
          </a:graphicData>
        </a:graphic>
      </p:graphicFrame>
      <p:graphicFrame>
        <p:nvGraphicFramePr>
          <p:cNvPr id="13" name="表格 12"/>
          <p:cNvGraphicFramePr>
            <a:graphicFrameLocks noGrp="1"/>
          </p:cNvGraphicFramePr>
          <p:nvPr>
            <p:extLst>
              <p:ext uri="{D42A27DB-BD31-4B8C-83A1-F6EECF244321}">
                <p14:modId xmlns:p14="http://schemas.microsoft.com/office/powerpoint/2010/main" val="1889403732"/>
              </p:ext>
            </p:extLst>
          </p:nvPr>
        </p:nvGraphicFramePr>
        <p:xfrm>
          <a:off x="571962" y="5288654"/>
          <a:ext cx="7527009" cy="1493520"/>
        </p:xfrm>
        <a:graphic>
          <a:graphicData uri="http://schemas.openxmlformats.org/drawingml/2006/table">
            <a:tbl>
              <a:tblPr firstRow="1" bandRow="1">
                <a:tableStyleId>{5C22544A-7EE6-4342-B048-85BDC9FD1C3A}</a:tableStyleId>
              </a:tblPr>
              <a:tblGrid>
                <a:gridCol w="1964409">
                  <a:extLst>
                    <a:ext uri="{9D8B030D-6E8A-4147-A177-3AD203B41FA5}">
                      <a16:colId xmlns:a16="http://schemas.microsoft.com/office/drawing/2014/main" val="2204558664"/>
                    </a:ext>
                  </a:extLst>
                </a:gridCol>
                <a:gridCol w="5562600">
                  <a:extLst>
                    <a:ext uri="{9D8B030D-6E8A-4147-A177-3AD203B41FA5}">
                      <a16:colId xmlns:a16="http://schemas.microsoft.com/office/drawing/2014/main" val="3471793541"/>
                    </a:ext>
                  </a:extLst>
                </a:gridCol>
              </a:tblGrid>
              <a:tr h="246547">
                <a:tc>
                  <a:txBody>
                    <a:bodyPr/>
                    <a:lstStyle/>
                    <a:p>
                      <a:pPr algn="ctr"/>
                      <a:r>
                        <a:rPr lang="zh-TW" altLang="en-US" sz="2000" b="0">
                          <a:latin typeface="Consolas" panose="020B0609020204030204" pitchFamily="49" charset="0"/>
                          <a:ea typeface="+mj-ea"/>
                        </a:rPr>
                        <a:t>屬性</a:t>
                      </a:r>
                    </a:p>
                  </a:txBody>
                  <a:tcPr anchor="ctr"/>
                </a:tc>
                <a:tc>
                  <a:txBody>
                    <a:bodyPr/>
                    <a:lstStyle/>
                    <a:p>
                      <a:pPr algn="ctr"/>
                      <a:r>
                        <a:rPr lang="zh-TW" altLang="en-US" sz="2000" b="0">
                          <a:latin typeface="Consolas" panose="020B0609020204030204" pitchFamily="49" charset="0"/>
                          <a:ea typeface="+mj-ea"/>
                        </a:rPr>
                        <a:t>說明</a:t>
                      </a:r>
                    </a:p>
                  </a:txBody>
                  <a:tcPr anchor="ctr"/>
                </a:tc>
                <a:extLst>
                  <a:ext uri="{0D108BD9-81ED-4DB2-BD59-A6C34878D82A}">
                    <a16:rowId xmlns:a16="http://schemas.microsoft.com/office/drawing/2014/main" val="1422715895"/>
                  </a:ext>
                </a:extLst>
              </a:tr>
              <a:tr h="246547">
                <a:tc>
                  <a:txBody>
                    <a:bodyPr/>
                    <a:lstStyle/>
                    <a:p>
                      <a:pPr algn="ctr"/>
                      <a:r>
                        <a:rPr lang="en-US" altLang="zh-TW" sz="2000" b="0">
                          <a:latin typeface="Consolas" panose="020B0609020204030204" pitchFamily="49" charset="0"/>
                          <a:ea typeface="+mj-ea"/>
                        </a:rPr>
                        <a:t>var</a:t>
                      </a:r>
                      <a:endParaRPr lang="zh-TW" altLang="en-US" sz="20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0">
                          <a:latin typeface="Consolas" panose="020B0609020204030204" pitchFamily="49" charset="0"/>
                          <a:ea typeface="+mj-ea"/>
                        </a:rPr>
                        <a:t>刪除指定名稱的變數</a:t>
                      </a:r>
                    </a:p>
                  </a:txBody>
                  <a:tcPr anchor="ctr"/>
                </a:tc>
                <a:extLst>
                  <a:ext uri="{0D108BD9-81ED-4DB2-BD59-A6C34878D82A}">
                    <a16:rowId xmlns:a16="http://schemas.microsoft.com/office/drawing/2014/main" val="2604820325"/>
                  </a:ext>
                </a:extLst>
              </a:tr>
              <a:tr h="456084">
                <a:tc>
                  <a:txBody>
                    <a:bodyPr/>
                    <a:lstStyle/>
                    <a:p>
                      <a:pPr algn="ctr"/>
                      <a:r>
                        <a:rPr lang="en-US" altLang="zh-TW" sz="2000" b="0" kern="1200">
                          <a:solidFill>
                            <a:schemeClr val="dk1"/>
                          </a:solidFill>
                          <a:latin typeface="Consolas" panose="020B0609020204030204" pitchFamily="49" charset="0"/>
                          <a:ea typeface="+mj-ea"/>
                          <a:cs typeface="+mn-cs"/>
                        </a:rPr>
                        <a:t>scope</a:t>
                      </a:r>
                      <a:endParaRPr lang="zh-TW" altLang="en-US" sz="20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0" kern="1200">
                          <a:solidFill>
                            <a:schemeClr val="dk1"/>
                          </a:solidFill>
                          <a:latin typeface="Consolas" panose="020B0609020204030204" pitchFamily="49" charset="0"/>
                          <a:ea typeface="+mj-ea"/>
                          <a:cs typeface="+mn-cs"/>
                        </a:rPr>
                        <a:t>表示待刪除的變數來自哪個範圍</a:t>
                      </a:r>
                      <a:endParaRPr lang="en-US" altLang="zh-TW" sz="2000" b="0" kern="1200">
                        <a:solidFill>
                          <a:schemeClr val="dk1"/>
                        </a:solidFill>
                        <a:latin typeface="Consolas" panose="020B0609020204030204" pitchFamily="49" charset="0"/>
                        <a:ea typeface="+mj-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b="0" kern="1200">
                          <a:solidFill>
                            <a:schemeClr val="dk1"/>
                          </a:solidFill>
                          <a:latin typeface="Consolas" panose="020B0609020204030204" pitchFamily="49" charset="0"/>
                          <a:ea typeface="+mj-ea"/>
                          <a:cs typeface="+mn-cs"/>
                        </a:rPr>
                        <a:t>page(</a:t>
                      </a:r>
                      <a:r>
                        <a:rPr lang="zh-TW" altLang="en-US" sz="2000" b="0" kern="1200">
                          <a:solidFill>
                            <a:schemeClr val="dk1"/>
                          </a:solidFill>
                          <a:latin typeface="Consolas" panose="020B0609020204030204" pitchFamily="49" charset="0"/>
                          <a:ea typeface="+mj-ea"/>
                          <a:cs typeface="+mn-cs"/>
                        </a:rPr>
                        <a:t>預設</a:t>
                      </a:r>
                      <a:r>
                        <a:rPr lang="en-US" altLang="zh-TW" sz="2000" b="0" kern="1200">
                          <a:solidFill>
                            <a:schemeClr val="dk1"/>
                          </a:solidFill>
                          <a:latin typeface="Consolas" panose="020B0609020204030204" pitchFamily="49" charset="0"/>
                          <a:ea typeface="+mj-ea"/>
                          <a:cs typeface="+mn-cs"/>
                        </a:rPr>
                        <a:t>)|request|session|application</a:t>
                      </a:r>
                    </a:p>
                  </a:txBody>
                  <a:tcPr anchor="ctr"/>
                </a:tc>
                <a:extLst>
                  <a:ext uri="{0D108BD9-81ED-4DB2-BD59-A6C34878D82A}">
                    <a16:rowId xmlns:a16="http://schemas.microsoft.com/office/drawing/2014/main" val="1406666546"/>
                  </a:ext>
                </a:extLst>
              </a:tr>
            </a:tbl>
          </a:graphicData>
        </a:graphic>
      </p:graphicFrame>
    </p:spTree>
    <p:extLst>
      <p:ext uri="{BB962C8B-B14F-4D97-AF65-F5344CB8AC3E}">
        <p14:creationId xmlns:p14="http://schemas.microsoft.com/office/powerpoint/2010/main" val="60430136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204969" y="1222351"/>
            <a:ext cx="11846617" cy="1814763"/>
          </a:xfrm>
        </p:spPr>
        <p:txBody>
          <a:bodyPr>
            <a:normAutofit/>
          </a:bodyPr>
          <a:lstStyle/>
          <a:p>
            <a:pPr marL="342900" lvl="1" indent="-342900" algn="just"/>
            <a:r>
              <a:rPr lang="zh-TW" altLang="en-US" sz="2600">
                <a:latin typeface="Consolas" panose="020B0609020204030204" pitchFamily="49" charset="0"/>
                <a:ea typeface="+mj-ea"/>
              </a:rPr>
              <a:t>語法</a:t>
            </a:r>
            <a:endParaRPr lang="en-US" altLang="zh-TW" sz="2600">
              <a:latin typeface="Consolas" panose="020B0609020204030204" pitchFamily="49" charset="0"/>
              <a:ea typeface="+mj-ea"/>
            </a:endParaRPr>
          </a:p>
          <a:p>
            <a:pPr marL="274320" lvl="2" indent="0" algn="just">
              <a:buNone/>
            </a:pPr>
            <a:r>
              <a:rPr lang="en-US" altLang="zh-TW" sz="2600">
                <a:latin typeface="Consolas" panose="020B0609020204030204" pitchFamily="49" charset="0"/>
                <a:ea typeface="+mj-ea"/>
              </a:rPr>
              <a:t>&lt;c:catch [</a:t>
            </a:r>
            <a:r>
              <a:rPr lang="en-US" altLang="zh-TW" sz="2600">
                <a:solidFill>
                  <a:srgbClr val="0070C0"/>
                </a:solidFill>
                <a:latin typeface="Consolas" panose="020B0609020204030204" pitchFamily="49" charset="0"/>
                <a:ea typeface="+mj-ea"/>
              </a:rPr>
              <a:t>var</a:t>
            </a:r>
            <a:r>
              <a:rPr lang="en-US" altLang="zh-TW" sz="2600">
                <a:latin typeface="Consolas" panose="020B0609020204030204" pitchFamily="49" charset="0"/>
                <a:ea typeface="+mj-ea"/>
              </a:rPr>
              <a:t>="string"]&gt;</a:t>
            </a:r>
          </a:p>
          <a:p>
            <a:pPr marL="548640" lvl="3" indent="0" algn="just">
              <a:buNone/>
            </a:pPr>
            <a:r>
              <a:rPr lang="en-US" altLang="zh-TW" sz="2600">
                <a:latin typeface="Consolas" panose="020B0609020204030204" pitchFamily="49" charset="0"/>
                <a:ea typeface="+mj-ea"/>
              </a:rPr>
              <a:t>…</a:t>
            </a:r>
            <a:r>
              <a:rPr lang="zh-TW" altLang="en-US" sz="2600">
                <a:latin typeface="Consolas" panose="020B0609020204030204" pitchFamily="49" charset="0"/>
                <a:ea typeface="+mj-ea"/>
              </a:rPr>
              <a:t>欲捕捉錯誤的部分</a:t>
            </a:r>
            <a:endParaRPr lang="en-US" altLang="zh-TW" sz="2600">
              <a:latin typeface="Consolas" panose="020B0609020204030204" pitchFamily="49" charset="0"/>
              <a:ea typeface="+mj-ea"/>
            </a:endParaRPr>
          </a:p>
          <a:p>
            <a:pPr marL="274320" lvl="2" indent="0" algn="just">
              <a:buNone/>
            </a:pPr>
            <a:r>
              <a:rPr lang="en-US" altLang="zh-TW" sz="2600">
                <a:latin typeface="Consolas" panose="020B0609020204030204" pitchFamily="49" charset="0"/>
                <a:ea typeface="+mj-ea"/>
              </a:rPr>
              <a:t>&lt;/c:catch&gt;</a:t>
            </a:r>
          </a:p>
          <a:p>
            <a:pPr marL="274320" lvl="2" indent="0" algn="just">
              <a:buNone/>
            </a:pPr>
            <a:endParaRPr lang="en-US" altLang="zh-TW" sz="2600">
              <a:latin typeface="Consolas" panose="020B0609020204030204" pitchFamily="49" charset="0"/>
              <a:ea typeface="+mj-ea"/>
            </a:endParaRPr>
          </a:p>
        </p:txBody>
      </p:sp>
      <p:sp>
        <p:nvSpPr>
          <p:cNvPr id="8" name="文字方塊 7">
            <a:extLst>
              <a:ext uri="{FF2B5EF4-FFF2-40B4-BE49-F238E27FC236}">
                <a16:creationId xmlns:a16="http://schemas.microsoft.com/office/drawing/2014/main" id="{CF3E7FE1-BDDF-4224-97E4-1FA716DA0CF0}"/>
              </a:ext>
            </a:extLst>
          </p:cNvPr>
          <p:cNvSpPr txBox="1"/>
          <p:nvPr/>
        </p:nvSpPr>
        <p:spPr>
          <a:xfrm>
            <a:off x="204969" y="117822"/>
            <a:ext cx="3873871"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zh-TW" sz="3200">
                <a:latin typeface="+mj-ea"/>
                <a:ea typeface="+mj-ea"/>
              </a:rPr>
              <a:t>&lt;c:catch&gt; </a:t>
            </a:r>
            <a:r>
              <a:rPr lang="zh-TW" altLang="en-US" sz="3200">
                <a:latin typeface="+mj-ea"/>
                <a:ea typeface="+mj-ea"/>
              </a:rPr>
              <a:t>錯誤處理</a:t>
            </a:r>
          </a:p>
        </p:txBody>
      </p:sp>
      <p:sp>
        <p:nvSpPr>
          <p:cNvPr id="2" name="投影片編號版面配置區 1">
            <a:extLst>
              <a:ext uri="{FF2B5EF4-FFF2-40B4-BE49-F238E27FC236}">
                <a16:creationId xmlns:a16="http://schemas.microsoft.com/office/drawing/2014/main" id="{55E29926-19A0-4844-A370-684F760C86EC}"/>
              </a:ext>
            </a:extLst>
          </p:cNvPr>
          <p:cNvSpPr>
            <a:spLocks noGrp="1"/>
          </p:cNvSpPr>
          <p:nvPr>
            <p:ph type="sldNum" sz="quarter" idx="12"/>
          </p:nvPr>
        </p:nvSpPr>
        <p:spPr/>
        <p:txBody>
          <a:bodyPr/>
          <a:lstStyle/>
          <a:p>
            <a:fld id="{B521127C-0C56-461F-B517-0D483F216F7D}" type="slidenum">
              <a:rPr lang="zh-TW" altLang="en-US" smtClean="0"/>
              <a:t>108</a:t>
            </a:fld>
            <a:endParaRPr lang="zh-TW" altLang="en-US"/>
          </a:p>
        </p:txBody>
      </p:sp>
      <p:graphicFrame>
        <p:nvGraphicFramePr>
          <p:cNvPr id="5" name="表格 4"/>
          <p:cNvGraphicFramePr>
            <a:graphicFrameLocks noGrp="1"/>
          </p:cNvGraphicFramePr>
          <p:nvPr>
            <p:extLst>
              <p:ext uri="{D42A27DB-BD31-4B8C-83A1-F6EECF244321}">
                <p14:modId xmlns:p14="http://schemas.microsoft.com/office/powerpoint/2010/main" val="1098333187"/>
              </p:ext>
            </p:extLst>
          </p:nvPr>
        </p:nvGraphicFramePr>
        <p:xfrm>
          <a:off x="441333" y="3418113"/>
          <a:ext cx="7527008" cy="1349830"/>
        </p:xfrm>
        <a:graphic>
          <a:graphicData uri="http://schemas.openxmlformats.org/drawingml/2006/table">
            <a:tbl>
              <a:tblPr firstRow="1" bandRow="1">
                <a:tableStyleId>{5C22544A-7EE6-4342-B048-85BDC9FD1C3A}</a:tableStyleId>
              </a:tblPr>
              <a:tblGrid>
                <a:gridCol w="1964502">
                  <a:extLst>
                    <a:ext uri="{9D8B030D-6E8A-4147-A177-3AD203B41FA5}">
                      <a16:colId xmlns:a16="http://schemas.microsoft.com/office/drawing/2014/main" val="2204558664"/>
                    </a:ext>
                  </a:extLst>
                </a:gridCol>
                <a:gridCol w="5562506">
                  <a:extLst>
                    <a:ext uri="{9D8B030D-6E8A-4147-A177-3AD203B41FA5}">
                      <a16:colId xmlns:a16="http://schemas.microsoft.com/office/drawing/2014/main" val="3471793541"/>
                    </a:ext>
                  </a:extLst>
                </a:gridCol>
              </a:tblGrid>
              <a:tr h="674915">
                <a:tc>
                  <a:txBody>
                    <a:bodyPr/>
                    <a:lstStyle/>
                    <a:p>
                      <a:pPr algn="ctr"/>
                      <a:r>
                        <a:rPr lang="zh-TW" altLang="en-US" sz="2400" b="0">
                          <a:latin typeface="Consolas" panose="020B0609020204030204" pitchFamily="49" charset="0"/>
                          <a:ea typeface="+mj-ea"/>
                        </a:rPr>
                        <a:t>屬性</a:t>
                      </a:r>
                    </a:p>
                  </a:txBody>
                  <a:tcPr anchor="ctr"/>
                </a:tc>
                <a:tc>
                  <a:txBody>
                    <a:bodyPr/>
                    <a:lstStyle/>
                    <a:p>
                      <a:pPr algn="ctr"/>
                      <a:r>
                        <a:rPr lang="zh-TW" altLang="en-US" sz="2400" b="0">
                          <a:latin typeface="Consolas" panose="020B0609020204030204" pitchFamily="49" charset="0"/>
                          <a:ea typeface="+mj-ea"/>
                        </a:rPr>
                        <a:t>說明</a:t>
                      </a:r>
                    </a:p>
                  </a:txBody>
                  <a:tcPr anchor="ctr"/>
                </a:tc>
                <a:extLst>
                  <a:ext uri="{0D108BD9-81ED-4DB2-BD59-A6C34878D82A}">
                    <a16:rowId xmlns:a16="http://schemas.microsoft.com/office/drawing/2014/main" val="1422715895"/>
                  </a:ext>
                </a:extLst>
              </a:tr>
              <a:tr h="674915">
                <a:tc>
                  <a:txBody>
                    <a:bodyPr/>
                    <a:lstStyle/>
                    <a:p>
                      <a:pPr algn="ctr"/>
                      <a:r>
                        <a:rPr lang="en-US" altLang="zh-TW" sz="2400" b="0">
                          <a:latin typeface="Consolas" panose="020B0609020204030204" pitchFamily="49" charset="0"/>
                          <a:ea typeface="+mj-ea"/>
                        </a:rPr>
                        <a:t>var</a:t>
                      </a:r>
                      <a:endParaRPr lang="zh-TW" altLang="en-US" sz="24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a:latin typeface="Consolas" panose="020B0609020204030204" pitchFamily="49" charset="0"/>
                          <a:ea typeface="+mj-ea"/>
                        </a:rPr>
                        <a:t>將捕捉到的錯誤存入指定變數中</a:t>
                      </a:r>
                      <a:endParaRPr lang="en-US" altLang="zh-TW" sz="2400" b="0">
                        <a:latin typeface="Consolas" panose="020B0609020204030204" pitchFamily="49" charset="0"/>
                        <a:ea typeface="+mj-ea"/>
                      </a:endParaRPr>
                    </a:p>
                  </a:txBody>
                  <a:tcPr anchor="ctr"/>
                </a:tc>
                <a:extLst>
                  <a:ext uri="{0D108BD9-81ED-4DB2-BD59-A6C34878D82A}">
                    <a16:rowId xmlns:a16="http://schemas.microsoft.com/office/drawing/2014/main" val="2604820325"/>
                  </a:ext>
                </a:extLst>
              </a:tr>
            </a:tbl>
          </a:graphicData>
        </a:graphic>
      </p:graphicFrame>
    </p:spTree>
    <p:extLst>
      <p:ext uri="{BB962C8B-B14F-4D97-AF65-F5344CB8AC3E}">
        <p14:creationId xmlns:p14="http://schemas.microsoft.com/office/powerpoint/2010/main" val="51960006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204969" y="928061"/>
            <a:ext cx="11846617" cy="1689015"/>
          </a:xfrm>
        </p:spPr>
        <p:txBody>
          <a:bodyPr>
            <a:normAutofit/>
          </a:bodyPr>
          <a:lstStyle/>
          <a:p>
            <a:pPr marL="342900" lvl="1" indent="-342900" algn="just"/>
            <a:r>
              <a:rPr lang="zh-TW" altLang="en-US" sz="2400">
                <a:latin typeface="Consolas" panose="020B0609020204030204" pitchFamily="49" charset="0"/>
                <a:ea typeface="+mj-ea"/>
              </a:rPr>
              <a:t>語法</a:t>
            </a:r>
            <a:endParaRPr lang="en-US" altLang="zh-TW" sz="2400">
              <a:latin typeface="Consolas" panose="020B0609020204030204" pitchFamily="49" charset="0"/>
              <a:ea typeface="+mj-ea"/>
            </a:endParaRPr>
          </a:p>
          <a:p>
            <a:pPr marL="274320" lvl="2" indent="0" algn="just">
              <a:buNone/>
            </a:pPr>
            <a:r>
              <a:rPr lang="en-US" altLang="zh-TW" sz="2400">
                <a:latin typeface="Consolas" panose="020B0609020204030204" pitchFamily="49" charset="0"/>
                <a:ea typeface="+mj-ea"/>
              </a:rPr>
              <a:t>&lt;c:if </a:t>
            </a:r>
            <a:r>
              <a:rPr lang="en-US" altLang="zh-TW" sz="2400">
                <a:solidFill>
                  <a:srgbClr val="0070C0"/>
                </a:solidFill>
                <a:latin typeface="Consolas" panose="020B0609020204030204" pitchFamily="49" charset="0"/>
                <a:ea typeface="+mj-ea"/>
              </a:rPr>
              <a:t>test</a:t>
            </a:r>
            <a:r>
              <a:rPr lang="en-US" altLang="zh-TW" sz="2400">
                <a:latin typeface="Consolas" panose="020B0609020204030204" pitchFamily="49" charset="0"/>
                <a:ea typeface="+mj-ea"/>
              </a:rPr>
              <a:t>="</a:t>
            </a:r>
            <a:r>
              <a:rPr lang="zh-TW" altLang="en-US" sz="2400">
                <a:latin typeface="Consolas" panose="020B0609020204030204" pitchFamily="49" charset="0"/>
                <a:ea typeface="+mj-ea"/>
              </a:rPr>
              <a:t>條件式</a:t>
            </a:r>
            <a:r>
              <a:rPr lang="en-US" altLang="zh-TW" sz="2400">
                <a:latin typeface="Consolas" panose="020B0609020204030204" pitchFamily="49" charset="0"/>
                <a:ea typeface="+mj-ea"/>
              </a:rPr>
              <a:t>"</a:t>
            </a:r>
            <a:r>
              <a:rPr lang="zh-TW" altLang="en-US" sz="2400">
                <a:latin typeface="Consolas" panose="020B0609020204030204" pitchFamily="49" charset="0"/>
                <a:ea typeface="+mj-ea"/>
              </a:rPr>
              <a:t> </a:t>
            </a:r>
            <a:r>
              <a:rPr lang="en-US" altLang="zh-TW" sz="2400">
                <a:latin typeface="Consolas" panose="020B0609020204030204" pitchFamily="49" charset="0"/>
                <a:ea typeface="+mj-ea"/>
              </a:rPr>
              <a:t>[</a:t>
            </a:r>
            <a:r>
              <a:rPr lang="en-US" altLang="zh-TW" sz="2400">
                <a:solidFill>
                  <a:srgbClr val="0070C0"/>
                </a:solidFill>
                <a:latin typeface="Consolas" panose="020B0609020204030204" pitchFamily="49" charset="0"/>
                <a:ea typeface="+mj-ea"/>
              </a:rPr>
              <a:t>var</a:t>
            </a:r>
            <a:r>
              <a:rPr lang="en-US" altLang="zh-TW" sz="2400">
                <a:latin typeface="Consolas" panose="020B0609020204030204" pitchFamily="49" charset="0"/>
                <a:ea typeface="+mj-ea"/>
              </a:rPr>
              <a:t>="string"] [</a:t>
            </a:r>
            <a:r>
              <a:rPr lang="en-US" altLang="zh-TW" sz="2400">
                <a:solidFill>
                  <a:srgbClr val="0070C0"/>
                </a:solidFill>
                <a:latin typeface="Consolas" panose="020B0609020204030204" pitchFamily="49" charset="0"/>
                <a:ea typeface="+mj-ea"/>
              </a:rPr>
              <a:t>scope</a:t>
            </a:r>
            <a:r>
              <a:rPr lang="en-US" altLang="zh-TW" sz="2400">
                <a:latin typeface="Consolas" panose="020B0609020204030204" pitchFamily="49" charset="0"/>
                <a:ea typeface="+mj-ea"/>
              </a:rPr>
              <a:t>="scope"]&gt;</a:t>
            </a:r>
          </a:p>
          <a:p>
            <a:pPr marL="274320" lvl="2" indent="0" algn="just">
              <a:buNone/>
            </a:pPr>
            <a:r>
              <a:rPr lang="en-US" altLang="zh-TW" sz="2400">
                <a:latin typeface="Consolas" panose="020B0609020204030204" pitchFamily="49" charset="0"/>
                <a:ea typeface="+mj-ea"/>
              </a:rPr>
              <a:t>	body</a:t>
            </a:r>
            <a:r>
              <a:rPr lang="zh-TW" altLang="en-US" sz="2400">
                <a:latin typeface="Consolas" panose="020B0609020204030204" pitchFamily="49" charset="0"/>
                <a:ea typeface="+mj-ea"/>
              </a:rPr>
              <a:t>本體</a:t>
            </a:r>
            <a:r>
              <a:rPr lang="en-US" altLang="zh-TW" sz="2400">
                <a:latin typeface="Consolas" panose="020B0609020204030204" pitchFamily="49" charset="0"/>
                <a:ea typeface="+mj-ea"/>
              </a:rPr>
              <a:t>(</a:t>
            </a:r>
            <a:r>
              <a:rPr lang="zh-TW" altLang="en-US" sz="2400">
                <a:latin typeface="Consolas" panose="020B0609020204030204" pitchFamily="49" charset="0"/>
                <a:ea typeface="+mj-ea"/>
              </a:rPr>
              <a:t>條件式為真時，才執行本體</a:t>
            </a:r>
            <a:r>
              <a:rPr lang="en-US" altLang="zh-TW" sz="2400">
                <a:latin typeface="Consolas" panose="020B0609020204030204" pitchFamily="49" charset="0"/>
                <a:ea typeface="+mj-ea"/>
              </a:rPr>
              <a:t>)</a:t>
            </a:r>
          </a:p>
          <a:p>
            <a:pPr marL="274320" lvl="2" indent="0" algn="just">
              <a:buNone/>
            </a:pPr>
            <a:r>
              <a:rPr lang="en-US" altLang="zh-TW" sz="2400">
                <a:latin typeface="Consolas" panose="020B0609020204030204" pitchFamily="49" charset="0"/>
                <a:ea typeface="+mj-ea"/>
              </a:rPr>
              <a:t>&lt;/c:if&gt;</a:t>
            </a:r>
          </a:p>
        </p:txBody>
      </p:sp>
      <p:sp>
        <p:nvSpPr>
          <p:cNvPr id="8" name="文字方塊 7">
            <a:extLst>
              <a:ext uri="{FF2B5EF4-FFF2-40B4-BE49-F238E27FC236}">
                <a16:creationId xmlns:a16="http://schemas.microsoft.com/office/drawing/2014/main" id="{CF3E7FE1-BDDF-4224-97E4-1FA716DA0CF0}"/>
              </a:ext>
            </a:extLst>
          </p:cNvPr>
          <p:cNvSpPr txBox="1"/>
          <p:nvPr/>
        </p:nvSpPr>
        <p:spPr>
          <a:xfrm>
            <a:off x="204969" y="117822"/>
            <a:ext cx="3062213"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zh-TW" sz="3200">
                <a:latin typeface="+mj-ea"/>
                <a:ea typeface="+mj-ea"/>
              </a:rPr>
              <a:t>&lt;c:if&gt; </a:t>
            </a:r>
            <a:r>
              <a:rPr lang="zh-TW" altLang="en-US" sz="3200">
                <a:latin typeface="+mj-ea"/>
                <a:ea typeface="+mj-ea"/>
              </a:rPr>
              <a:t>條件控制</a:t>
            </a:r>
          </a:p>
        </p:txBody>
      </p:sp>
      <p:sp>
        <p:nvSpPr>
          <p:cNvPr id="2" name="投影片編號版面配置區 1">
            <a:extLst>
              <a:ext uri="{FF2B5EF4-FFF2-40B4-BE49-F238E27FC236}">
                <a16:creationId xmlns:a16="http://schemas.microsoft.com/office/drawing/2014/main" id="{2B17C2A9-42E2-42A5-8429-319556F8A68F}"/>
              </a:ext>
            </a:extLst>
          </p:cNvPr>
          <p:cNvSpPr>
            <a:spLocks noGrp="1"/>
          </p:cNvSpPr>
          <p:nvPr>
            <p:ph type="sldNum" sz="quarter" idx="12"/>
          </p:nvPr>
        </p:nvSpPr>
        <p:spPr/>
        <p:txBody>
          <a:bodyPr/>
          <a:lstStyle/>
          <a:p>
            <a:fld id="{B521127C-0C56-461F-B517-0D483F216F7D}" type="slidenum">
              <a:rPr lang="zh-TW" altLang="en-US" smtClean="0"/>
              <a:t>109</a:t>
            </a:fld>
            <a:endParaRPr lang="zh-TW" altLang="en-US"/>
          </a:p>
        </p:txBody>
      </p:sp>
      <p:graphicFrame>
        <p:nvGraphicFramePr>
          <p:cNvPr id="6" name="表格 5"/>
          <p:cNvGraphicFramePr>
            <a:graphicFrameLocks noGrp="1"/>
          </p:cNvGraphicFramePr>
          <p:nvPr>
            <p:extLst>
              <p:ext uri="{D42A27DB-BD31-4B8C-83A1-F6EECF244321}">
                <p14:modId xmlns:p14="http://schemas.microsoft.com/office/powerpoint/2010/main" val="2665246712"/>
              </p:ext>
            </p:extLst>
          </p:nvPr>
        </p:nvGraphicFramePr>
        <p:xfrm>
          <a:off x="548056" y="2974636"/>
          <a:ext cx="10077903" cy="3291840"/>
        </p:xfrm>
        <a:graphic>
          <a:graphicData uri="http://schemas.openxmlformats.org/drawingml/2006/table">
            <a:tbl>
              <a:tblPr firstRow="1" bandRow="1">
                <a:tableStyleId>{5C22544A-7EE6-4342-B048-85BDC9FD1C3A}</a:tableStyleId>
              </a:tblPr>
              <a:tblGrid>
                <a:gridCol w="2584259">
                  <a:extLst>
                    <a:ext uri="{9D8B030D-6E8A-4147-A177-3AD203B41FA5}">
                      <a16:colId xmlns:a16="http://schemas.microsoft.com/office/drawing/2014/main" val="2204558664"/>
                    </a:ext>
                  </a:extLst>
                </a:gridCol>
                <a:gridCol w="7493644">
                  <a:extLst>
                    <a:ext uri="{9D8B030D-6E8A-4147-A177-3AD203B41FA5}">
                      <a16:colId xmlns:a16="http://schemas.microsoft.com/office/drawing/2014/main" val="3471793541"/>
                    </a:ext>
                  </a:extLst>
                </a:gridCol>
              </a:tblGrid>
              <a:tr h="822960">
                <a:tc>
                  <a:txBody>
                    <a:bodyPr/>
                    <a:lstStyle/>
                    <a:p>
                      <a:pPr algn="ctr"/>
                      <a:r>
                        <a:rPr lang="zh-TW" altLang="en-US" sz="2400" b="0">
                          <a:latin typeface="Consolas" panose="020B0609020204030204" pitchFamily="49" charset="0"/>
                          <a:ea typeface="+mj-ea"/>
                        </a:rPr>
                        <a:t>屬性</a:t>
                      </a:r>
                    </a:p>
                  </a:txBody>
                  <a:tcPr anchor="ctr"/>
                </a:tc>
                <a:tc>
                  <a:txBody>
                    <a:bodyPr/>
                    <a:lstStyle/>
                    <a:p>
                      <a:pPr algn="ctr"/>
                      <a:r>
                        <a:rPr lang="zh-TW" altLang="en-US" sz="2400" b="0">
                          <a:latin typeface="Consolas" panose="020B0609020204030204" pitchFamily="49" charset="0"/>
                          <a:ea typeface="+mj-ea"/>
                        </a:rPr>
                        <a:t>說明</a:t>
                      </a:r>
                    </a:p>
                  </a:txBody>
                  <a:tcPr anchor="ctr"/>
                </a:tc>
                <a:extLst>
                  <a:ext uri="{0D108BD9-81ED-4DB2-BD59-A6C34878D82A}">
                    <a16:rowId xmlns:a16="http://schemas.microsoft.com/office/drawing/2014/main" val="1422715895"/>
                  </a:ext>
                </a:extLst>
              </a:tr>
              <a:tr h="822960">
                <a:tc>
                  <a:txBody>
                    <a:bodyPr/>
                    <a:lstStyle/>
                    <a:p>
                      <a:pPr algn="ctr"/>
                      <a:r>
                        <a:rPr lang="en-US" altLang="zh-TW" sz="2400" b="0">
                          <a:latin typeface="Consolas" panose="020B0609020204030204" pitchFamily="49" charset="0"/>
                          <a:ea typeface="+mj-ea"/>
                        </a:rPr>
                        <a:t>test</a:t>
                      </a:r>
                      <a:endParaRPr lang="zh-TW" altLang="en-US" sz="24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a:latin typeface="Consolas" panose="020B0609020204030204" pitchFamily="49" charset="0"/>
                          <a:ea typeface="+mj-ea"/>
                        </a:rPr>
                        <a:t>根據條件式的布林值，決定是否顯示本體</a:t>
                      </a:r>
                      <a:endParaRPr lang="en-US" altLang="zh-TW" sz="2400" b="0">
                        <a:latin typeface="Consolas" panose="020B0609020204030204" pitchFamily="49" charset="0"/>
                        <a:ea typeface="+mj-ea"/>
                      </a:endParaRPr>
                    </a:p>
                  </a:txBody>
                  <a:tcPr anchor="ctr"/>
                </a:tc>
                <a:extLst>
                  <a:ext uri="{0D108BD9-81ED-4DB2-BD59-A6C34878D82A}">
                    <a16:rowId xmlns:a16="http://schemas.microsoft.com/office/drawing/2014/main" val="2604820325"/>
                  </a:ext>
                </a:extLst>
              </a:tr>
              <a:tr h="822960">
                <a:tc>
                  <a:txBody>
                    <a:bodyPr/>
                    <a:lstStyle/>
                    <a:p>
                      <a:pPr algn="ctr"/>
                      <a:r>
                        <a:rPr lang="en-US" altLang="zh-TW" sz="2400" b="0" kern="1200">
                          <a:solidFill>
                            <a:schemeClr val="dk1"/>
                          </a:solidFill>
                          <a:latin typeface="Consolas" panose="020B0609020204030204" pitchFamily="49" charset="0"/>
                          <a:ea typeface="+mj-ea"/>
                          <a:cs typeface="+mn-cs"/>
                        </a:rPr>
                        <a:t>var</a:t>
                      </a:r>
                      <a:endParaRPr lang="zh-TW" altLang="en-US" sz="24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kern="1200">
                          <a:solidFill>
                            <a:schemeClr val="dk1"/>
                          </a:solidFill>
                          <a:latin typeface="Consolas" panose="020B0609020204030204" pitchFamily="49" charset="0"/>
                          <a:ea typeface="+mj-ea"/>
                          <a:cs typeface="+mn-cs"/>
                        </a:rPr>
                        <a:t>存入條件式運算後的結果，為</a:t>
                      </a:r>
                      <a:r>
                        <a:rPr lang="en-US" altLang="zh-TW" sz="2400" b="0" kern="1200">
                          <a:solidFill>
                            <a:schemeClr val="dk1"/>
                          </a:solidFill>
                          <a:latin typeface="Consolas" panose="020B0609020204030204" pitchFamily="49" charset="0"/>
                          <a:ea typeface="+mj-ea"/>
                          <a:cs typeface="+mn-cs"/>
                        </a:rPr>
                        <a:t>true</a:t>
                      </a:r>
                      <a:r>
                        <a:rPr lang="zh-TW" altLang="en-US" sz="2400" b="0" kern="1200">
                          <a:solidFill>
                            <a:schemeClr val="dk1"/>
                          </a:solidFill>
                          <a:latin typeface="Consolas" panose="020B0609020204030204" pitchFamily="49" charset="0"/>
                          <a:ea typeface="+mj-ea"/>
                          <a:cs typeface="+mn-cs"/>
                        </a:rPr>
                        <a:t>或</a:t>
                      </a:r>
                      <a:r>
                        <a:rPr lang="en-US" altLang="zh-TW" sz="2400" b="0" kern="1200">
                          <a:solidFill>
                            <a:schemeClr val="dk1"/>
                          </a:solidFill>
                          <a:latin typeface="Consolas" panose="020B0609020204030204" pitchFamily="49" charset="0"/>
                          <a:ea typeface="+mj-ea"/>
                          <a:cs typeface="+mn-cs"/>
                        </a:rPr>
                        <a:t>false</a:t>
                      </a:r>
                    </a:p>
                  </a:txBody>
                  <a:tcPr anchor="ctr"/>
                </a:tc>
                <a:extLst>
                  <a:ext uri="{0D108BD9-81ED-4DB2-BD59-A6C34878D82A}">
                    <a16:rowId xmlns:a16="http://schemas.microsoft.com/office/drawing/2014/main" val="4163110675"/>
                  </a:ext>
                </a:extLst>
              </a:tr>
              <a:tr h="822960">
                <a:tc>
                  <a:txBody>
                    <a:bodyPr/>
                    <a:lstStyle/>
                    <a:p>
                      <a:pPr algn="ctr"/>
                      <a:r>
                        <a:rPr lang="en-US" altLang="zh-TW" sz="2400" b="0" kern="1200">
                          <a:solidFill>
                            <a:schemeClr val="dk1"/>
                          </a:solidFill>
                          <a:latin typeface="Consolas" panose="020B0609020204030204" pitchFamily="49" charset="0"/>
                          <a:ea typeface="+mj-ea"/>
                          <a:cs typeface="+mn-cs"/>
                        </a:rPr>
                        <a:t>scope</a:t>
                      </a:r>
                      <a:endParaRPr lang="zh-TW" altLang="en-US" sz="24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kern="1200">
                          <a:solidFill>
                            <a:schemeClr val="dk1"/>
                          </a:solidFill>
                          <a:latin typeface="Consolas" panose="020B0609020204030204" pitchFamily="49" charset="0"/>
                          <a:ea typeface="+mj-ea"/>
                          <a:cs typeface="+mn-cs"/>
                        </a:rPr>
                        <a:t>可存取</a:t>
                      </a:r>
                      <a:r>
                        <a:rPr lang="en-US" altLang="zh-TW" sz="2400" b="0" kern="1200">
                          <a:solidFill>
                            <a:schemeClr val="dk1"/>
                          </a:solidFill>
                          <a:latin typeface="Consolas" panose="020B0609020204030204" pitchFamily="49" charset="0"/>
                          <a:ea typeface="+mj-ea"/>
                          <a:cs typeface="+mn-cs"/>
                        </a:rPr>
                        <a:t>var</a:t>
                      </a:r>
                      <a:r>
                        <a:rPr lang="zh-TW" altLang="en-US" sz="2400" b="0" kern="1200">
                          <a:solidFill>
                            <a:schemeClr val="dk1"/>
                          </a:solidFill>
                          <a:latin typeface="Consolas" panose="020B0609020204030204" pitchFamily="49" charset="0"/>
                          <a:ea typeface="+mj-ea"/>
                          <a:cs typeface="+mn-cs"/>
                        </a:rPr>
                        <a:t>變數的範圍</a:t>
                      </a:r>
                      <a:endParaRPr lang="en-US" altLang="zh-TW" sz="2400" b="0" kern="1200">
                        <a:solidFill>
                          <a:schemeClr val="dk1"/>
                        </a:solidFill>
                        <a:latin typeface="Consolas" panose="020B0609020204030204" pitchFamily="49" charset="0"/>
                        <a:ea typeface="+mj-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b="0" kern="1200">
                          <a:solidFill>
                            <a:schemeClr val="dk1"/>
                          </a:solidFill>
                          <a:latin typeface="Consolas" panose="020B0609020204030204" pitchFamily="49" charset="0"/>
                          <a:ea typeface="+mj-ea"/>
                          <a:cs typeface="+mn-cs"/>
                        </a:rPr>
                        <a:t>page(</a:t>
                      </a:r>
                      <a:r>
                        <a:rPr lang="zh-TW" altLang="en-US" sz="2400" b="0" kern="1200">
                          <a:solidFill>
                            <a:schemeClr val="dk1"/>
                          </a:solidFill>
                          <a:latin typeface="Consolas" panose="020B0609020204030204" pitchFamily="49" charset="0"/>
                          <a:ea typeface="+mj-ea"/>
                          <a:cs typeface="+mn-cs"/>
                        </a:rPr>
                        <a:t>預設</a:t>
                      </a:r>
                      <a:r>
                        <a:rPr lang="en-US" altLang="zh-TW" sz="2400" b="0" kern="1200">
                          <a:solidFill>
                            <a:schemeClr val="dk1"/>
                          </a:solidFill>
                          <a:latin typeface="Consolas" panose="020B0609020204030204" pitchFamily="49" charset="0"/>
                          <a:ea typeface="+mj-ea"/>
                          <a:cs typeface="+mn-cs"/>
                        </a:rPr>
                        <a:t>)|request|session|application</a:t>
                      </a:r>
                    </a:p>
                  </a:txBody>
                  <a:tcPr anchor="ctr"/>
                </a:tc>
                <a:extLst>
                  <a:ext uri="{0D108BD9-81ED-4DB2-BD59-A6C34878D82A}">
                    <a16:rowId xmlns:a16="http://schemas.microsoft.com/office/drawing/2014/main" val="1406666546"/>
                  </a:ext>
                </a:extLst>
              </a:tr>
            </a:tbl>
          </a:graphicData>
        </a:graphic>
      </p:graphicFrame>
    </p:spTree>
    <p:extLst>
      <p:ext uri="{BB962C8B-B14F-4D97-AF65-F5344CB8AC3E}">
        <p14:creationId xmlns:p14="http://schemas.microsoft.com/office/powerpoint/2010/main" val="346663499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204969" y="844858"/>
            <a:ext cx="11846617" cy="2088408"/>
          </a:xfrm>
        </p:spPr>
        <p:txBody>
          <a:bodyPr>
            <a:normAutofit/>
          </a:bodyPr>
          <a:lstStyle/>
          <a:p>
            <a:pPr marL="342900" lvl="1" indent="-342900" algn="just"/>
            <a:r>
              <a:rPr lang="zh-TW" altLang="en-US" sz="2400">
                <a:latin typeface="Consolas" panose="020B0609020204030204" pitchFamily="49" charset="0"/>
                <a:ea typeface="+mj-ea"/>
              </a:rPr>
              <a:t>語法</a:t>
            </a:r>
            <a:endParaRPr lang="en-US" altLang="zh-TW" sz="2400">
              <a:latin typeface="Consolas" panose="020B0609020204030204" pitchFamily="49" charset="0"/>
              <a:ea typeface="+mj-ea"/>
            </a:endParaRPr>
          </a:p>
          <a:p>
            <a:pPr marL="548640" lvl="3" indent="0">
              <a:buNone/>
            </a:pPr>
            <a:r>
              <a:rPr lang="en-US" altLang="zh-TW" sz="2400">
                <a:latin typeface="Consolas" panose="020B0609020204030204" pitchFamily="49" charset="0"/>
                <a:ea typeface="+mj-ea"/>
              </a:rPr>
              <a:t>&lt;c:forEach </a:t>
            </a:r>
            <a:r>
              <a:rPr lang="en-US" altLang="zh-TW" sz="2400">
                <a:solidFill>
                  <a:srgbClr val="0070C0"/>
                </a:solidFill>
                <a:latin typeface="Consolas" panose="020B0609020204030204" pitchFamily="49" charset="0"/>
                <a:ea typeface="+mj-ea"/>
              </a:rPr>
              <a:t>items</a:t>
            </a:r>
            <a:r>
              <a:rPr lang="en-US" altLang="zh-TW" sz="2400">
                <a:latin typeface="Consolas" panose="020B0609020204030204" pitchFamily="49" charset="0"/>
                <a:ea typeface="+mj-ea"/>
              </a:rPr>
              <a:t>="collection" [</a:t>
            </a:r>
            <a:r>
              <a:rPr lang="en-US" altLang="zh-TW" sz="2400">
                <a:solidFill>
                  <a:srgbClr val="0070C0"/>
                </a:solidFill>
                <a:latin typeface="Consolas" panose="020B0609020204030204" pitchFamily="49" charset="0"/>
                <a:ea typeface="+mj-ea"/>
              </a:rPr>
              <a:t>var</a:t>
            </a:r>
            <a:r>
              <a:rPr lang="en-US" altLang="zh-TW" sz="2400">
                <a:latin typeface="Consolas" panose="020B0609020204030204" pitchFamily="49" charset="0"/>
                <a:ea typeface="+mj-ea"/>
              </a:rPr>
              <a:t>="string"] [</a:t>
            </a:r>
            <a:r>
              <a:rPr lang="en-US" altLang="zh-TW" sz="2400">
                <a:solidFill>
                  <a:srgbClr val="0070C0"/>
                </a:solidFill>
                <a:latin typeface="Consolas" panose="020B0609020204030204" pitchFamily="49" charset="0"/>
                <a:ea typeface="+mj-ea"/>
              </a:rPr>
              <a:t>begin</a:t>
            </a:r>
            <a:r>
              <a:rPr lang="en-US" altLang="zh-TW" sz="2400">
                <a:latin typeface="Consolas" panose="020B0609020204030204" pitchFamily="49" charset="0"/>
                <a:ea typeface="+mj-ea"/>
              </a:rPr>
              <a:t>="int"] [</a:t>
            </a:r>
            <a:r>
              <a:rPr lang="en-US" altLang="zh-TW" sz="2400">
                <a:solidFill>
                  <a:srgbClr val="0070C0"/>
                </a:solidFill>
                <a:latin typeface="Consolas" panose="020B0609020204030204" pitchFamily="49" charset="0"/>
                <a:ea typeface="+mj-ea"/>
              </a:rPr>
              <a:t>end</a:t>
            </a:r>
            <a:r>
              <a:rPr lang="en-US" altLang="zh-TW" sz="2400">
                <a:latin typeface="Consolas" panose="020B0609020204030204" pitchFamily="49" charset="0"/>
                <a:ea typeface="+mj-ea"/>
              </a:rPr>
              <a:t>="int"] [</a:t>
            </a:r>
            <a:r>
              <a:rPr lang="en-US" altLang="zh-TW" sz="2400">
                <a:solidFill>
                  <a:srgbClr val="0070C0"/>
                </a:solidFill>
                <a:latin typeface="Consolas" panose="020B0609020204030204" pitchFamily="49" charset="0"/>
                <a:ea typeface="+mj-ea"/>
              </a:rPr>
              <a:t>step</a:t>
            </a:r>
            <a:r>
              <a:rPr lang="en-US" altLang="zh-TW" sz="2400">
                <a:latin typeface="Consolas" panose="020B0609020204030204" pitchFamily="49" charset="0"/>
                <a:ea typeface="+mj-ea"/>
              </a:rPr>
              <a:t>="int"]</a:t>
            </a:r>
            <a:r>
              <a:rPr lang="zh-TW" altLang="en-US" sz="2400">
                <a:latin typeface="Consolas" panose="020B0609020204030204" pitchFamily="49" charset="0"/>
                <a:ea typeface="+mj-ea"/>
              </a:rPr>
              <a:t> </a:t>
            </a:r>
            <a:r>
              <a:rPr lang="en-US" altLang="zh-TW" sz="2400">
                <a:latin typeface="Consolas" panose="020B0609020204030204" pitchFamily="49" charset="0"/>
                <a:ea typeface="+mj-ea"/>
              </a:rPr>
              <a:t>[</a:t>
            </a:r>
            <a:r>
              <a:rPr lang="en-US" altLang="zh-TW" sz="2400">
                <a:solidFill>
                  <a:srgbClr val="0070C0"/>
                </a:solidFill>
                <a:latin typeface="Consolas" panose="020B0609020204030204" pitchFamily="49" charset="0"/>
                <a:ea typeface="+mj-ea"/>
              </a:rPr>
              <a:t>varStatus</a:t>
            </a:r>
            <a:r>
              <a:rPr lang="en-US" altLang="zh-TW" sz="2400">
                <a:latin typeface="Consolas" panose="020B0609020204030204" pitchFamily="49" charset="0"/>
                <a:ea typeface="+mj-ea"/>
              </a:rPr>
              <a:t>="</a:t>
            </a:r>
            <a:r>
              <a:rPr lang="zh-TW" altLang="en-US" sz="2400">
                <a:latin typeface="Consolas" panose="020B0609020204030204" pitchFamily="49" charset="0"/>
                <a:ea typeface="+mj-ea"/>
              </a:rPr>
              <a:t>可填入以下值</a:t>
            </a:r>
            <a:r>
              <a:rPr lang="en-US" altLang="zh-TW" sz="2400">
                <a:latin typeface="Consolas" panose="020B0609020204030204" pitchFamily="49" charset="0"/>
                <a:ea typeface="+mj-ea"/>
              </a:rPr>
              <a:t>"] &gt;</a:t>
            </a:r>
          </a:p>
          <a:p>
            <a:pPr marL="548640" lvl="3" indent="0" algn="just">
              <a:buNone/>
            </a:pPr>
            <a:r>
              <a:rPr lang="en-US" altLang="zh-TW" sz="2400">
                <a:latin typeface="Consolas" panose="020B0609020204030204" pitchFamily="49" charset="0"/>
                <a:ea typeface="+mj-ea"/>
              </a:rPr>
              <a:t>	body</a:t>
            </a:r>
            <a:r>
              <a:rPr lang="zh-TW" altLang="en-US" sz="2400">
                <a:latin typeface="Consolas" panose="020B0609020204030204" pitchFamily="49" charset="0"/>
                <a:ea typeface="+mj-ea"/>
              </a:rPr>
              <a:t>本體</a:t>
            </a:r>
            <a:endParaRPr lang="en-US" altLang="zh-TW" sz="2400">
              <a:latin typeface="Consolas" panose="020B0609020204030204" pitchFamily="49" charset="0"/>
              <a:ea typeface="+mj-ea"/>
            </a:endParaRPr>
          </a:p>
          <a:p>
            <a:pPr marL="548640" lvl="3" indent="0" algn="just">
              <a:buNone/>
            </a:pPr>
            <a:r>
              <a:rPr lang="en-US" altLang="zh-TW" sz="2400">
                <a:latin typeface="Consolas" panose="020B0609020204030204" pitchFamily="49" charset="0"/>
                <a:ea typeface="+mj-ea"/>
              </a:rPr>
              <a:t>&lt;/c: </a:t>
            </a:r>
            <a:r>
              <a:rPr lang="en-US" altLang="zh-TW" sz="2400" err="1">
                <a:latin typeface="Consolas" panose="020B0609020204030204" pitchFamily="49" charset="0"/>
                <a:ea typeface="+mj-ea"/>
              </a:rPr>
              <a:t>forEach</a:t>
            </a:r>
            <a:r>
              <a:rPr lang="en-US" altLang="zh-TW" sz="2400">
                <a:latin typeface="Consolas" panose="020B0609020204030204" pitchFamily="49" charset="0"/>
                <a:ea typeface="+mj-ea"/>
              </a:rPr>
              <a:t>&gt;</a:t>
            </a:r>
          </a:p>
        </p:txBody>
      </p:sp>
      <p:sp>
        <p:nvSpPr>
          <p:cNvPr id="8" name="文字方塊 7">
            <a:extLst>
              <a:ext uri="{FF2B5EF4-FFF2-40B4-BE49-F238E27FC236}">
                <a16:creationId xmlns:a16="http://schemas.microsoft.com/office/drawing/2014/main" id="{CF3E7FE1-BDDF-4224-97E4-1FA716DA0CF0}"/>
              </a:ext>
            </a:extLst>
          </p:cNvPr>
          <p:cNvSpPr txBox="1"/>
          <p:nvPr/>
        </p:nvSpPr>
        <p:spPr>
          <a:xfrm>
            <a:off x="204969" y="117822"/>
            <a:ext cx="4955610"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zh-TW" sz="3200">
                <a:latin typeface="Consolas" panose="020B0609020204030204" pitchFamily="49" charset="0"/>
                <a:ea typeface="+mj-ea"/>
              </a:rPr>
              <a:t>&lt;c:forEach&gt; </a:t>
            </a:r>
            <a:r>
              <a:rPr lang="zh-TW" altLang="en-US" sz="3200">
                <a:latin typeface="Consolas" panose="020B0609020204030204" pitchFamily="49" charset="0"/>
                <a:ea typeface="+mj-ea"/>
              </a:rPr>
              <a:t>迴圈、遍歷</a:t>
            </a:r>
          </a:p>
        </p:txBody>
      </p:sp>
      <p:sp>
        <p:nvSpPr>
          <p:cNvPr id="2" name="投影片編號版面配置區 1">
            <a:extLst>
              <a:ext uri="{FF2B5EF4-FFF2-40B4-BE49-F238E27FC236}">
                <a16:creationId xmlns:a16="http://schemas.microsoft.com/office/drawing/2014/main" id="{0C90A608-F348-463C-96AD-F633858CE0DF}"/>
              </a:ext>
            </a:extLst>
          </p:cNvPr>
          <p:cNvSpPr>
            <a:spLocks noGrp="1"/>
          </p:cNvSpPr>
          <p:nvPr>
            <p:ph type="sldNum" sz="quarter" idx="12"/>
          </p:nvPr>
        </p:nvSpPr>
        <p:spPr/>
        <p:txBody>
          <a:bodyPr/>
          <a:lstStyle/>
          <a:p>
            <a:fld id="{B521127C-0C56-461F-B517-0D483F216F7D}" type="slidenum">
              <a:rPr lang="zh-TW" altLang="en-US" smtClean="0">
                <a:latin typeface="Consolas" panose="020B0609020204030204" pitchFamily="49" charset="0"/>
              </a:rPr>
              <a:t>110</a:t>
            </a:fld>
            <a:endParaRPr lang="zh-TW" altLang="en-US">
              <a:latin typeface="Consolas" panose="020B0609020204030204" pitchFamily="49"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2435662660"/>
              </p:ext>
            </p:extLst>
          </p:nvPr>
        </p:nvGraphicFramePr>
        <p:xfrm>
          <a:off x="278541" y="3245062"/>
          <a:ext cx="7152281" cy="3210284"/>
        </p:xfrm>
        <a:graphic>
          <a:graphicData uri="http://schemas.openxmlformats.org/drawingml/2006/table">
            <a:tbl>
              <a:tblPr firstRow="1" bandRow="1">
                <a:tableStyleId>{5C22544A-7EE6-4342-B048-85BDC9FD1C3A}</a:tableStyleId>
              </a:tblPr>
              <a:tblGrid>
                <a:gridCol w="1834047">
                  <a:extLst>
                    <a:ext uri="{9D8B030D-6E8A-4147-A177-3AD203B41FA5}">
                      <a16:colId xmlns:a16="http://schemas.microsoft.com/office/drawing/2014/main" val="2204558664"/>
                    </a:ext>
                  </a:extLst>
                </a:gridCol>
                <a:gridCol w="5318234">
                  <a:extLst>
                    <a:ext uri="{9D8B030D-6E8A-4147-A177-3AD203B41FA5}">
                      <a16:colId xmlns:a16="http://schemas.microsoft.com/office/drawing/2014/main" val="3471793541"/>
                    </a:ext>
                  </a:extLst>
                </a:gridCol>
              </a:tblGrid>
              <a:tr h="429501">
                <a:tc>
                  <a:txBody>
                    <a:bodyPr/>
                    <a:lstStyle/>
                    <a:p>
                      <a:pPr algn="ctr"/>
                      <a:r>
                        <a:rPr lang="zh-TW" altLang="en-US" sz="2400" b="0">
                          <a:latin typeface="Consolas" panose="020B0609020204030204" pitchFamily="49" charset="0"/>
                          <a:ea typeface="+mj-ea"/>
                        </a:rPr>
                        <a:t>屬性</a:t>
                      </a:r>
                    </a:p>
                  </a:txBody>
                  <a:tcPr/>
                </a:tc>
                <a:tc>
                  <a:txBody>
                    <a:bodyPr/>
                    <a:lstStyle/>
                    <a:p>
                      <a:pPr algn="ctr"/>
                      <a:r>
                        <a:rPr lang="zh-TW" altLang="en-US" sz="2400" b="0">
                          <a:latin typeface="Consolas" panose="020B0609020204030204" pitchFamily="49" charset="0"/>
                          <a:ea typeface="+mj-ea"/>
                        </a:rPr>
                        <a:t>說明</a:t>
                      </a:r>
                    </a:p>
                  </a:txBody>
                  <a:tcPr/>
                </a:tc>
                <a:extLst>
                  <a:ext uri="{0D108BD9-81ED-4DB2-BD59-A6C34878D82A}">
                    <a16:rowId xmlns:a16="http://schemas.microsoft.com/office/drawing/2014/main" val="1422715895"/>
                  </a:ext>
                </a:extLst>
              </a:tr>
              <a:tr h="435466">
                <a:tc>
                  <a:txBody>
                    <a:bodyPr/>
                    <a:lstStyle/>
                    <a:p>
                      <a:pPr algn="ctr"/>
                      <a:r>
                        <a:rPr lang="en-US" altLang="zh-TW" sz="2400" b="0">
                          <a:latin typeface="Consolas" panose="020B0609020204030204" pitchFamily="49" charset="0"/>
                          <a:ea typeface="+mj-ea"/>
                        </a:rPr>
                        <a:t>items</a:t>
                      </a:r>
                      <a:endParaRPr lang="zh-TW" altLang="en-US" sz="2400" b="0">
                        <a:latin typeface="Consolas" panose="020B0609020204030204" pitchFamily="49" charset="0"/>
                        <a:ea typeface="+mj-ea"/>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a:latin typeface="Consolas" panose="020B0609020204030204" pitchFamily="49" charset="0"/>
                          <a:ea typeface="+mj-ea"/>
                        </a:rPr>
                        <a:t>執行迴圈的集合</a:t>
                      </a:r>
                      <a:r>
                        <a:rPr lang="en-US" altLang="zh-TW" sz="2400" b="0">
                          <a:latin typeface="Consolas" panose="020B0609020204030204" pitchFamily="49" charset="0"/>
                          <a:ea typeface="+mj-ea"/>
                        </a:rPr>
                        <a:t>(collection)</a:t>
                      </a:r>
                    </a:p>
                  </a:txBody>
                  <a:tcPr/>
                </a:tc>
                <a:extLst>
                  <a:ext uri="{0D108BD9-81ED-4DB2-BD59-A6C34878D82A}">
                    <a16:rowId xmlns:a16="http://schemas.microsoft.com/office/drawing/2014/main" val="2604820325"/>
                  </a:ext>
                </a:extLst>
              </a:tr>
              <a:tr h="435466">
                <a:tc>
                  <a:txBody>
                    <a:bodyPr/>
                    <a:lstStyle/>
                    <a:p>
                      <a:pPr algn="ctr"/>
                      <a:r>
                        <a:rPr lang="en-US" altLang="zh-TW" sz="2400" b="0" kern="1200">
                          <a:solidFill>
                            <a:schemeClr val="dk1"/>
                          </a:solidFill>
                          <a:latin typeface="Consolas" panose="020B0609020204030204" pitchFamily="49" charset="0"/>
                          <a:ea typeface="+mj-ea"/>
                          <a:cs typeface="+mn-cs"/>
                        </a:rPr>
                        <a:t>var</a:t>
                      </a:r>
                      <a:endParaRPr lang="zh-TW" altLang="en-US" sz="2400" b="0">
                        <a:latin typeface="Consolas" panose="020B0609020204030204" pitchFamily="49" charset="0"/>
                        <a:ea typeface="+mj-ea"/>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kern="1200">
                          <a:solidFill>
                            <a:schemeClr val="dk1"/>
                          </a:solidFill>
                          <a:latin typeface="Consolas" panose="020B0609020204030204" pitchFamily="49" charset="0"/>
                          <a:ea typeface="+mj-ea"/>
                          <a:cs typeface="+mn-cs"/>
                        </a:rPr>
                        <a:t>當次迴圈目標的代表名稱</a:t>
                      </a:r>
                      <a:endParaRPr lang="en-US" altLang="zh-TW" sz="2400" b="0" kern="1200">
                        <a:solidFill>
                          <a:schemeClr val="dk1"/>
                        </a:solidFill>
                        <a:latin typeface="Consolas" panose="020B0609020204030204" pitchFamily="49" charset="0"/>
                        <a:ea typeface="+mj-ea"/>
                        <a:cs typeface="+mn-cs"/>
                      </a:endParaRPr>
                    </a:p>
                  </a:txBody>
                  <a:tcPr/>
                </a:tc>
                <a:extLst>
                  <a:ext uri="{0D108BD9-81ED-4DB2-BD59-A6C34878D82A}">
                    <a16:rowId xmlns:a16="http://schemas.microsoft.com/office/drawing/2014/main" val="4163110675"/>
                  </a:ext>
                </a:extLst>
              </a:tr>
              <a:tr h="467084">
                <a:tc>
                  <a:txBody>
                    <a:bodyPr/>
                    <a:lstStyle/>
                    <a:p>
                      <a:pPr algn="ctr"/>
                      <a:r>
                        <a:rPr lang="en-US" altLang="zh-TW" sz="2400" b="0" kern="1200">
                          <a:solidFill>
                            <a:schemeClr val="dk1"/>
                          </a:solidFill>
                          <a:latin typeface="Consolas" panose="020B0609020204030204" pitchFamily="49" charset="0"/>
                          <a:ea typeface="+mj-ea"/>
                          <a:cs typeface="+mn-cs"/>
                        </a:rPr>
                        <a:t>varStatus</a:t>
                      </a:r>
                      <a:endParaRPr lang="zh-TW" altLang="en-US" sz="2400" b="0">
                        <a:latin typeface="Consolas" panose="020B0609020204030204" pitchFamily="49" charset="0"/>
                        <a:ea typeface="+mj-ea"/>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kern="1200">
                          <a:solidFill>
                            <a:schemeClr val="dk1"/>
                          </a:solidFill>
                          <a:latin typeface="Consolas" panose="020B0609020204030204" pitchFamily="49" charset="0"/>
                          <a:ea typeface="+mj-ea"/>
                          <a:cs typeface="+mn-cs"/>
                        </a:rPr>
                        <a:t>當次迴圈的狀態</a:t>
                      </a:r>
                      <a:endParaRPr lang="en-US" altLang="zh-TW" sz="2400" b="0" kern="1200">
                        <a:solidFill>
                          <a:schemeClr val="dk1"/>
                        </a:solidFill>
                        <a:latin typeface="Consolas" panose="020B0609020204030204" pitchFamily="49" charset="0"/>
                        <a:ea typeface="+mj-ea"/>
                        <a:cs typeface="+mn-cs"/>
                      </a:endParaRPr>
                    </a:p>
                  </a:txBody>
                  <a:tcPr/>
                </a:tc>
                <a:extLst>
                  <a:ext uri="{0D108BD9-81ED-4DB2-BD59-A6C34878D82A}">
                    <a16:rowId xmlns:a16="http://schemas.microsoft.com/office/drawing/2014/main" val="1406666546"/>
                  </a:ext>
                </a:extLst>
              </a:tr>
              <a:tr h="435466">
                <a:tc>
                  <a:txBody>
                    <a:bodyPr/>
                    <a:lstStyle/>
                    <a:p>
                      <a:pPr algn="ctr"/>
                      <a:r>
                        <a:rPr lang="en-US" altLang="zh-TW" sz="2400" b="0" kern="1200">
                          <a:solidFill>
                            <a:schemeClr val="dk1"/>
                          </a:solidFill>
                          <a:latin typeface="Consolas" panose="020B0609020204030204" pitchFamily="49" charset="0"/>
                          <a:ea typeface="+mj-ea"/>
                          <a:cs typeface="+mn-cs"/>
                        </a:rPr>
                        <a:t>begin</a:t>
                      </a:r>
                      <a:endParaRPr lang="zh-TW" altLang="en-US" sz="2400" b="0">
                        <a:latin typeface="Consolas" panose="020B0609020204030204" pitchFamily="49" charset="0"/>
                        <a:ea typeface="+mj-ea"/>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kern="1200">
                          <a:solidFill>
                            <a:schemeClr val="dk1"/>
                          </a:solidFill>
                          <a:latin typeface="Consolas" panose="020B0609020204030204" pitchFamily="49" charset="0"/>
                          <a:ea typeface="+mj-ea"/>
                          <a:cs typeface="+mn-cs"/>
                        </a:rPr>
                        <a:t>開始的位置</a:t>
                      </a:r>
                      <a:endParaRPr lang="en-US" altLang="zh-TW" sz="2400" b="0" kern="1200">
                        <a:solidFill>
                          <a:schemeClr val="dk1"/>
                        </a:solidFill>
                        <a:latin typeface="Consolas" panose="020B0609020204030204" pitchFamily="49" charset="0"/>
                        <a:ea typeface="+mj-ea"/>
                        <a:cs typeface="+mn-cs"/>
                      </a:endParaRPr>
                    </a:p>
                  </a:txBody>
                  <a:tcPr/>
                </a:tc>
                <a:extLst>
                  <a:ext uri="{0D108BD9-81ED-4DB2-BD59-A6C34878D82A}">
                    <a16:rowId xmlns:a16="http://schemas.microsoft.com/office/drawing/2014/main" val="4254800973"/>
                  </a:ext>
                </a:extLst>
              </a:tr>
              <a:tr h="435466">
                <a:tc>
                  <a:txBody>
                    <a:bodyPr/>
                    <a:lstStyle/>
                    <a:p>
                      <a:pPr algn="ctr"/>
                      <a:r>
                        <a:rPr lang="en-US" altLang="zh-TW" sz="2400" b="0" kern="1200">
                          <a:solidFill>
                            <a:schemeClr val="dk1"/>
                          </a:solidFill>
                          <a:latin typeface="Consolas" panose="020B0609020204030204" pitchFamily="49" charset="0"/>
                          <a:ea typeface="+mj-ea"/>
                          <a:cs typeface="+mn-cs"/>
                        </a:rPr>
                        <a:t>end</a:t>
                      </a:r>
                      <a:endParaRPr lang="zh-TW" altLang="en-US" sz="2400" b="0">
                        <a:latin typeface="Consolas" panose="020B0609020204030204" pitchFamily="49" charset="0"/>
                        <a:ea typeface="+mj-ea"/>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kern="1200">
                          <a:solidFill>
                            <a:schemeClr val="dk1"/>
                          </a:solidFill>
                          <a:latin typeface="Consolas" panose="020B0609020204030204" pitchFamily="49" charset="0"/>
                          <a:ea typeface="+mj-ea"/>
                          <a:cs typeface="+mn-cs"/>
                        </a:rPr>
                        <a:t>結束的位置</a:t>
                      </a:r>
                      <a:endParaRPr lang="en-US" altLang="zh-TW" sz="2400" b="0" kern="1200">
                        <a:solidFill>
                          <a:schemeClr val="dk1"/>
                        </a:solidFill>
                        <a:latin typeface="Consolas" panose="020B0609020204030204" pitchFamily="49" charset="0"/>
                        <a:ea typeface="+mj-ea"/>
                        <a:cs typeface="+mn-cs"/>
                      </a:endParaRPr>
                    </a:p>
                  </a:txBody>
                  <a:tcPr/>
                </a:tc>
                <a:extLst>
                  <a:ext uri="{0D108BD9-81ED-4DB2-BD59-A6C34878D82A}">
                    <a16:rowId xmlns:a16="http://schemas.microsoft.com/office/drawing/2014/main" val="2351065371"/>
                  </a:ext>
                </a:extLst>
              </a:tr>
              <a:tr h="435466">
                <a:tc>
                  <a:txBody>
                    <a:bodyPr/>
                    <a:lstStyle/>
                    <a:p>
                      <a:pPr algn="ctr"/>
                      <a:r>
                        <a:rPr lang="en-US" altLang="zh-TW" sz="2400" b="0" kern="1200">
                          <a:solidFill>
                            <a:schemeClr val="dk1"/>
                          </a:solidFill>
                          <a:latin typeface="Consolas" panose="020B0609020204030204" pitchFamily="49" charset="0"/>
                          <a:ea typeface="+mj-ea"/>
                          <a:cs typeface="+mn-cs"/>
                        </a:rPr>
                        <a:t>step</a:t>
                      </a:r>
                      <a:endParaRPr lang="zh-TW" altLang="en-US" sz="2400" b="0">
                        <a:latin typeface="Consolas" panose="020B0609020204030204" pitchFamily="49" charset="0"/>
                        <a:ea typeface="+mj-ea"/>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kern="1200">
                          <a:solidFill>
                            <a:schemeClr val="dk1"/>
                          </a:solidFill>
                          <a:latin typeface="Consolas" panose="020B0609020204030204" pitchFamily="49" charset="0"/>
                          <a:ea typeface="+mj-ea"/>
                          <a:cs typeface="+mn-cs"/>
                        </a:rPr>
                        <a:t>迴圈的間隔數</a:t>
                      </a:r>
                      <a:endParaRPr lang="en-US" altLang="zh-TW" sz="2400" b="0" kern="1200">
                        <a:solidFill>
                          <a:schemeClr val="dk1"/>
                        </a:solidFill>
                        <a:latin typeface="Consolas" panose="020B0609020204030204" pitchFamily="49" charset="0"/>
                        <a:ea typeface="+mj-ea"/>
                        <a:cs typeface="+mn-cs"/>
                      </a:endParaRPr>
                    </a:p>
                  </a:txBody>
                  <a:tcPr/>
                </a:tc>
                <a:extLst>
                  <a:ext uri="{0D108BD9-81ED-4DB2-BD59-A6C34878D82A}">
                    <a16:rowId xmlns:a16="http://schemas.microsoft.com/office/drawing/2014/main" val="2862960375"/>
                  </a:ext>
                </a:extLst>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611935380"/>
              </p:ext>
            </p:extLst>
          </p:nvPr>
        </p:nvGraphicFramePr>
        <p:xfrm>
          <a:off x="7721338" y="2533463"/>
          <a:ext cx="3909831" cy="3678156"/>
        </p:xfrm>
        <a:graphic>
          <a:graphicData uri="http://schemas.openxmlformats.org/drawingml/2006/table">
            <a:tbl>
              <a:tblPr firstRow="1" bandRow="1">
                <a:tableStyleId>{5C22544A-7EE6-4342-B048-85BDC9FD1C3A}</a:tableStyleId>
              </a:tblPr>
              <a:tblGrid>
                <a:gridCol w="1002591">
                  <a:extLst>
                    <a:ext uri="{9D8B030D-6E8A-4147-A177-3AD203B41FA5}">
                      <a16:colId xmlns:a16="http://schemas.microsoft.com/office/drawing/2014/main" val="2204558664"/>
                    </a:ext>
                  </a:extLst>
                </a:gridCol>
                <a:gridCol w="2907240">
                  <a:extLst>
                    <a:ext uri="{9D8B030D-6E8A-4147-A177-3AD203B41FA5}">
                      <a16:colId xmlns:a16="http://schemas.microsoft.com/office/drawing/2014/main" val="3471793541"/>
                    </a:ext>
                  </a:extLst>
                </a:gridCol>
              </a:tblGrid>
              <a:tr h="408684">
                <a:tc>
                  <a:txBody>
                    <a:bodyPr/>
                    <a:lstStyle/>
                    <a:p>
                      <a:pPr algn="ctr"/>
                      <a:r>
                        <a:rPr lang="zh-TW" altLang="en-US" sz="1500" b="0">
                          <a:latin typeface="Consolas" panose="020B0609020204030204" pitchFamily="49" charset="0"/>
                          <a:ea typeface="+mj-ea"/>
                        </a:rPr>
                        <a:t>屬性</a:t>
                      </a:r>
                    </a:p>
                  </a:txBody>
                  <a:tcPr anchor="ctr"/>
                </a:tc>
                <a:tc>
                  <a:txBody>
                    <a:bodyPr/>
                    <a:lstStyle/>
                    <a:p>
                      <a:pPr algn="ctr"/>
                      <a:r>
                        <a:rPr lang="zh-TW" altLang="en-US" sz="1500" b="0">
                          <a:latin typeface="Consolas" panose="020B0609020204030204" pitchFamily="49" charset="0"/>
                          <a:ea typeface="+mj-ea"/>
                        </a:rPr>
                        <a:t>說明</a:t>
                      </a:r>
                    </a:p>
                  </a:txBody>
                  <a:tcPr anchor="ctr"/>
                </a:tc>
                <a:extLst>
                  <a:ext uri="{0D108BD9-81ED-4DB2-BD59-A6C34878D82A}">
                    <a16:rowId xmlns:a16="http://schemas.microsoft.com/office/drawing/2014/main" val="1422715895"/>
                  </a:ext>
                </a:extLst>
              </a:tr>
              <a:tr h="408684">
                <a:tc>
                  <a:txBody>
                    <a:bodyPr/>
                    <a:lstStyle/>
                    <a:p>
                      <a:pPr algn="ctr"/>
                      <a:r>
                        <a:rPr lang="en-US" altLang="zh-TW" sz="1500" b="0">
                          <a:latin typeface="Consolas" panose="020B0609020204030204" pitchFamily="49" charset="0"/>
                          <a:ea typeface="+mj-ea"/>
                        </a:rPr>
                        <a:t>current</a:t>
                      </a:r>
                      <a:endParaRPr lang="zh-TW" altLang="en-US" sz="15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500" b="0">
                          <a:latin typeface="Consolas" panose="020B0609020204030204" pitchFamily="49" charset="0"/>
                          <a:ea typeface="+mj-ea"/>
                        </a:rPr>
                        <a:t>當次迴圈指向的目標</a:t>
                      </a:r>
                      <a:endParaRPr lang="en-US" altLang="zh-TW" sz="1500" b="0">
                        <a:latin typeface="Consolas" panose="020B0609020204030204" pitchFamily="49" charset="0"/>
                        <a:ea typeface="+mj-ea"/>
                      </a:endParaRPr>
                    </a:p>
                  </a:txBody>
                  <a:tcPr anchor="ctr"/>
                </a:tc>
                <a:extLst>
                  <a:ext uri="{0D108BD9-81ED-4DB2-BD59-A6C34878D82A}">
                    <a16:rowId xmlns:a16="http://schemas.microsoft.com/office/drawing/2014/main" val="2604820325"/>
                  </a:ext>
                </a:extLst>
              </a:tr>
              <a:tr h="408684">
                <a:tc>
                  <a:txBody>
                    <a:bodyPr/>
                    <a:lstStyle/>
                    <a:p>
                      <a:pPr algn="ctr"/>
                      <a:r>
                        <a:rPr lang="en-US" altLang="zh-TW" sz="1500" b="0" kern="1200">
                          <a:solidFill>
                            <a:schemeClr val="dk1"/>
                          </a:solidFill>
                          <a:latin typeface="Consolas" panose="020B0609020204030204" pitchFamily="49" charset="0"/>
                          <a:ea typeface="+mj-ea"/>
                          <a:cs typeface="+mn-cs"/>
                        </a:rPr>
                        <a:t>index</a:t>
                      </a:r>
                      <a:endParaRPr lang="zh-TW" altLang="en-US" sz="15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500" b="0" kern="1200">
                          <a:solidFill>
                            <a:schemeClr val="dk1"/>
                          </a:solidFill>
                          <a:latin typeface="Consolas" panose="020B0609020204030204" pitchFamily="49" charset="0"/>
                          <a:ea typeface="+mj-ea"/>
                          <a:cs typeface="+mn-cs"/>
                        </a:rPr>
                        <a:t>當次迴圈目標的索引</a:t>
                      </a:r>
                      <a:endParaRPr lang="en-US" altLang="zh-TW" sz="1500" b="0" kern="1200">
                        <a:solidFill>
                          <a:schemeClr val="dk1"/>
                        </a:solidFill>
                        <a:latin typeface="Consolas" panose="020B0609020204030204" pitchFamily="49" charset="0"/>
                        <a:ea typeface="+mj-ea"/>
                        <a:cs typeface="+mn-cs"/>
                      </a:endParaRPr>
                    </a:p>
                  </a:txBody>
                  <a:tcPr anchor="ctr"/>
                </a:tc>
                <a:extLst>
                  <a:ext uri="{0D108BD9-81ED-4DB2-BD59-A6C34878D82A}">
                    <a16:rowId xmlns:a16="http://schemas.microsoft.com/office/drawing/2014/main" val="4163110675"/>
                  </a:ext>
                </a:extLst>
              </a:tr>
              <a:tr h="408684">
                <a:tc>
                  <a:txBody>
                    <a:bodyPr/>
                    <a:lstStyle/>
                    <a:p>
                      <a:pPr algn="ctr"/>
                      <a:r>
                        <a:rPr lang="en-US" altLang="zh-TW" sz="1500" b="0">
                          <a:latin typeface="Consolas" panose="020B0609020204030204" pitchFamily="49" charset="0"/>
                          <a:ea typeface="+mj-ea"/>
                        </a:rPr>
                        <a:t>count</a:t>
                      </a:r>
                      <a:endParaRPr lang="zh-TW" altLang="en-US" sz="15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500" b="0">
                          <a:latin typeface="Consolas" panose="020B0609020204030204" pitchFamily="49" charset="0"/>
                          <a:ea typeface="+mj-ea"/>
                        </a:rPr>
                        <a:t>第幾次迴圈</a:t>
                      </a:r>
                      <a:endParaRPr lang="en-US" altLang="zh-TW" sz="1500" b="0" kern="1200">
                        <a:solidFill>
                          <a:schemeClr val="dk1"/>
                        </a:solidFill>
                        <a:latin typeface="Consolas" panose="020B0609020204030204" pitchFamily="49" charset="0"/>
                        <a:ea typeface="+mj-ea"/>
                        <a:cs typeface="+mn-cs"/>
                      </a:endParaRPr>
                    </a:p>
                  </a:txBody>
                  <a:tcPr anchor="ctr"/>
                </a:tc>
                <a:extLst>
                  <a:ext uri="{0D108BD9-81ED-4DB2-BD59-A6C34878D82A}">
                    <a16:rowId xmlns:a16="http://schemas.microsoft.com/office/drawing/2014/main" val="2403274220"/>
                  </a:ext>
                </a:extLst>
              </a:tr>
              <a:tr h="408684">
                <a:tc>
                  <a:txBody>
                    <a:bodyPr/>
                    <a:lstStyle/>
                    <a:p>
                      <a:pPr algn="ctr"/>
                      <a:r>
                        <a:rPr lang="en-US" altLang="zh-TW" sz="1500" b="0" kern="1200">
                          <a:solidFill>
                            <a:schemeClr val="dk1"/>
                          </a:solidFill>
                          <a:latin typeface="Consolas" panose="020B0609020204030204" pitchFamily="49" charset="0"/>
                          <a:ea typeface="+mj-ea"/>
                          <a:cs typeface="+mn-cs"/>
                        </a:rPr>
                        <a:t>first</a:t>
                      </a:r>
                      <a:endParaRPr lang="zh-TW" altLang="en-US" sz="15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500" b="0" kern="1200">
                          <a:solidFill>
                            <a:schemeClr val="dk1"/>
                          </a:solidFill>
                          <a:latin typeface="Consolas" panose="020B0609020204030204" pitchFamily="49" charset="0"/>
                          <a:ea typeface="+mj-ea"/>
                          <a:cs typeface="+mn-cs"/>
                        </a:rPr>
                        <a:t>此目標是否為迴圈起始值</a:t>
                      </a:r>
                      <a:r>
                        <a:rPr lang="en-US" altLang="zh-TW" sz="1500" b="0" kern="1200">
                          <a:solidFill>
                            <a:schemeClr val="dk1"/>
                          </a:solidFill>
                          <a:latin typeface="Consolas" panose="020B0609020204030204" pitchFamily="49" charset="0"/>
                          <a:ea typeface="+mj-ea"/>
                          <a:cs typeface="+mn-cs"/>
                        </a:rPr>
                        <a:t>?</a:t>
                      </a:r>
                    </a:p>
                  </a:txBody>
                  <a:tcPr anchor="ctr"/>
                </a:tc>
                <a:extLst>
                  <a:ext uri="{0D108BD9-81ED-4DB2-BD59-A6C34878D82A}">
                    <a16:rowId xmlns:a16="http://schemas.microsoft.com/office/drawing/2014/main" val="1406666546"/>
                  </a:ext>
                </a:extLst>
              </a:tr>
              <a:tr h="408684">
                <a:tc>
                  <a:txBody>
                    <a:bodyPr/>
                    <a:lstStyle/>
                    <a:p>
                      <a:pPr algn="ctr"/>
                      <a:r>
                        <a:rPr lang="en-US" altLang="zh-TW" sz="1500" b="0" kern="1200">
                          <a:solidFill>
                            <a:schemeClr val="dk1"/>
                          </a:solidFill>
                          <a:latin typeface="Consolas" panose="020B0609020204030204" pitchFamily="49" charset="0"/>
                          <a:ea typeface="+mj-ea"/>
                          <a:cs typeface="+mn-cs"/>
                        </a:rPr>
                        <a:t>last</a:t>
                      </a:r>
                      <a:endParaRPr lang="zh-TW" altLang="en-US" sz="15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500" b="0" kern="1200">
                          <a:solidFill>
                            <a:schemeClr val="dk1"/>
                          </a:solidFill>
                          <a:latin typeface="Consolas" panose="020B0609020204030204" pitchFamily="49" charset="0"/>
                          <a:ea typeface="+mj-ea"/>
                          <a:cs typeface="+mn-cs"/>
                        </a:rPr>
                        <a:t>此目標是否為迴圈最末值</a:t>
                      </a:r>
                      <a:r>
                        <a:rPr lang="en-US" altLang="zh-TW" sz="1500" b="0" kern="1200">
                          <a:solidFill>
                            <a:schemeClr val="dk1"/>
                          </a:solidFill>
                          <a:latin typeface="Consolas" panose="020B0609020204030204" pitchFamily="49" charset="0"/>
                          <a:ea typeface="+mj-ea"/>
                          <a:cs typeface="+mn-cs"/>
                        </a:rPr>
                        <a:t>?</a:t>
                      </a:r>
                    </a:p>
                  </a:txBody>
                  <a:tcPr anchor="ctr"/>
                </a:tc>
                <a:extLst>
                  <a:ext uri="{0D108BD9-81ED-4DB2-BD59-A6C34878D82A}">
                    <a16:rowId xmlns:a16="http://schemas.microsoft.com/office/drawing/2014/main" val="4254800973"/>
                  </a:ext>
                </a:extLst>
              </a:tr>
              <a:tr h="408684">
                <a:tc>
                  <a:txBody>
                    <a:bodyPr/>
                    <a:lstStyle/>
                    <a:p>
                      <a:pPr algn="ctr"/>
                      <a:r>
                        <a:rPr lang="en-US" altLang="zh-TW" sz="1500" b="0" kern="1200">
                          <a:solidFill>
                            <a:schemeClr val="dk1"/>
                          </a:solidFill>
                          <a:latin typeface="Consolas" panose="020B0609020204030204" pitchFamily="49" charset="0"/>
                          <a:ea typeface="+mj-ea"/>
                          <a:cs typeface="+mn-cs"/>
                        </a:rPr>
                        <a:t>begin</a:t>
                      </a:r>
                      <a:endParaRPr lang="zh-TW" altLang="en-US" sz="15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500" b="0" kern="1200">
                          <a:solidFill>
                            <a:schemeClr val="dk1"/>
                          </a:solidFill>
                          <a:latin typeface="Consolas" panose="020B0609020204030204" pitchFamily="49" charset="0"/>
                          <a:ea typeface="+mj-ea"/>
                          <a:cs typeface="+mn-cs"/>
                        </a:rPr>
                        <a:t>此迴圈的</a:t>
                      </a:r>
                      <a:r>
                        <a:rPr lang="en-US" altLang="zh-TW" sz="1500" b="0" kern="1200">
                          <a:solidFill>
                            <a:schemeClr val="dk1"/>
                          </a:solidFill>
                          <a:latin typeface="Consolas" panose="020B0609020204030204" pitchFamily="49" charset="0"/>
                          <a:ea typeface="+mj-ea"/>
                          <a:cs typeface="+mn-cs"/>
                        </a:rPr>
                        <a:t>"begin"</a:t>
                      </a:r>
                      <a:r>
                        <a:rPr lang="zh-TW" altLang="en-US" sz="1500" b="0" kern="1200">
                          <a:solidFill>
                            <a:schemeClr val="dk1"/>
                          </a:solidFill>
                          <a:latin typeface="Consolas" panose="020B0609020204030204" pitchFamily="49" charset="0"/>
                          <a:ea typeface="+mj-ea"/>
                          <a:cs typeface="+mn-cs"/>
                        </a:rPr>
                        <a:t>屬性值</a:t>
                      </a:r>
                      <a:endParaRPr lang="en-US" altLang="zh-TW" sz="1500" b="0" kern="1200">
                        <a:solidFill>
                          <a:schemeClr val="dk1"/>
                        </a:solidFill>
                        <a:latin typeface="Consolas" panose="020B0609020204030204" pitchFamily="49" charset="0"/>
                        <a:ea typeface="+mj-ea"/>
                        <a:cs typeface="+mn-cs"/>
                      </a:endParaRPr>
                    </a:p>
                  </a:txBody>
                  <a:tcPr anchor="ctr"/>
                </a:tc>
                <a:extLst>
                  <a:ext uri="{0D108BD9-81ED-4DB2-BD59-A6C34878D82A}">
                    <a16:rowId xmlns:a16="http://schemas.microsoft.com/office/drawing/2014/main" val="2351065371"/>
                  </a:ext>
                </a:extLst>
              </a:tr>
              <a:tr h="408684">
                <a:tc>
                  <a:txBody>
                    <a:bodyPr/>
                    <a:lstStyle/>
                    <a:p>
                      <a:pPr algn="ctr"/>
                      <a:r>
                        <a:rPr lang="en-US" altLang="zh-TW" sz="1500" b="0" kern="1200">
                          <a:solidFill>
                            <a:schemeClr val="dk1"/>
                          </a:solidFill>
                          <a:latin typeface="Consolas" panose="020B0609020204030204" pitchFamily="49" charset="0"/>
                          <a:ea typeface="+mj-ea"/>
                          <a:cs typeface="+mn-cs"/>
                        </a:rPr>
                        <a:t>end</a:t>
                      </a:r>
                      <a:endParaRPr lang="zh-TW" altLang="en-US" sz="15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500" b="0" kern="1200">
                          <a:solidFill>
                            <a:schemeClr val="dk1"/>
                          </a:solidFill>
                          <a:latin typeface="Consolas" panose="020B0609020204030204" pitchFamily="49" charset="0"/>
                          <a:ea typeface="+mj-ea"/>
                          <a:cs typeface="+mn-cs"/>
                        </a:rPr>
                        <a:t>此迴圈的</a:t>
                      </a:r>
                      <a:r>
                        <a:rPr lang="en-US" altLang="zh-TW" sz="1500" b="0" kern="1200">
                          <a:solidFill>
                            <a:schemeClr val="dk1"/>
                          </a:solidFill>
                          <a:latin typeface="Consolas" panose="020B0609020204030204" pitchFamily="49" charset="0"/>
                          <a:ea typeface="+mj-ea"/>
                          <a:cs typeface="+mn-cs"/>
                        </a:rPr>
                        <a:t>"end"</a:t>
                      </a:r>
                      <a:r>
                        <a:rPr lang="zh-TW" altLang="en-US" sz="1500" b="0" kern="1200">
                          <a:solidFill>
                            <a:schemeClr val="dk1"/>
                          </a:solidFill>
                          <a:latin typeface="Consolas" panose="020B0609020204030204" pitchFamily="49" charset="0"/>
                          <a:ea typeface="+mj-ea"/>
                          <a:cs typeface="+mn-cs"/>
                        </a:rPr>
                        <a:t>屬性值</a:t>
                      </a:r>
                    </a:p>
                  </a:txBody>
                  <a:tcPr anchor="ctr"/>
                </a:tc>
                <a:extLst>
                  <a:ext uri="{0D108BD9-81ED-4DB2-BD59-A6C34878D82A}">
                    <a16:rowId xmlns:a16="http://schemas.microsoft.com/office/drawing/2014/main" val="2862960375"/>
                  </a:ext>
                </a:extLst>
              </a:tr>
              <a:tr h="408684">
                <a:tc>
                  <a:txBody>
                    <a:bodyPr/>
                    <a:lstStyle/>
                    <a:p>
                      <a:pPr algn="ctr"/>
                      <a:r>
                        <a:rPr lang="en-US" altLang="zh-TW" sz="1500" b="0">
                          <a:latin typeface="Consolas" panose="020B0609020204030204" pitchFamily="49" charset="0"/>
                          <a:ea typeface="+mj-ea"/>
                        </a:rPr>
                        <a:t>step</a:t>
                      </a:r>
                      <a:endParaRPr lang="zh-TW" altLang="en-US" sz="15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500" b="0" kern="1200">
                          <a:solidFill>
                            <a:schemeClr val="dk1"/>
                          </a:solidFill>
                          <a:latin typeface="Consolas" panose="020B0609020204030204" pitchFamily="49" charset="0"/>
                          <a:ea typeface="+mj-ea"/>
                          <a:cs typeface="+mn-cs"/>
                        </a:rPr>
                        <a:t>此迴圈執行間距</a:t>
                      </a:r>
                    </a:p>
                  </a:txBody>
                  <a:tcPr anchor="ctr"/>
                </a:tc>
                <a:extLst>
                  <a:ext uri="{0D108BD9-81ED-4DB2-BD59-A6C34878D82A}">
                    <a16:rowId xmlns:a16="http://schemas.microsoft.com/office/drawing/2014/main" val="40170985"/>
                  </a:ext>
                </a:extLst>
              </a:tr>
            </a:tbl>
          </a:graphicData>
        </a:graphic>
      </p:graphicFrame>
      <p:cxnSp>
        <p:nvCxnSpPr>
          <p:cNvPr id="7" name="直線單箭頭接點 6"/>
          <p:cNvCxnSpPr/>
          <p:nvPr/>
        </p:nvCxnSpPr>
        <p:spPr>
          <a:xfrm>
            <a:off x="8141743" y="2020899"/>
            <a:ext cx="1534510" cy="388883"/>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4328782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104591" y="955621"/>
            <a:ext cx="11846617" cy="2144931"/>
          </a:xfrm>
        </p:spPr>
        <p:txBody>
          <a:bodyPr>
            <a:normAutofit/>
          </a:bodyPr>
          <a:lstStyle/>
          <a:p>
            <a:pPr marL="342900" lvl="1" indent="-342900" algn="just"/>
            <a:r>
              <a:rPr lang="zh-TW" altLang="en-US" sz="2400">
                <a:latin typeface="Consolas" panose="020B0609020204030204" pitchFamily="49" charset="0"/>
                <a:ea typeface="+mj-ea"/>
              </a:rPr>
              <a:t>語法</a:t>
            </a:r>
            <a:endParaRPr lang="en-US" altLang="zh-TW" sz="2400">
              <a:latin typeface="Consolas" panose="020B0609020204030204" pitchFamily="49" charset="0"/>
              <a:ea typeface="+mj-ea"/>
            </a:endParaRPr>
          </a:p>
          <a:p>
            <a:pPr marL="548640" lvl="3" indent="0">
              <a:buNone/>
            </a:pPr>
            <a:r>
              <a:rPr lang="en-US" altLang="zh-TW" sz="2400">
                <a:latin typeface="Consolas" panose="020B0609020204030204" pitchFamily="49" charset="0"/>
                <a:ea typeface="+mj-ea"/>
              </a:rPr>
              <a:t>&lt;c:forTokens </a:t>
            </a:r>
            <a:r>
              <a:rPr lang="en-US" altLang="zh-TW" sz="2400">
                <a:solidFill>
                  <a:srgbClr val="0070C0"/>
                </a:solidFill>
                <a:latin typeface="Consolas" panose="020B0609020204030204" pitchFamily="49" charset="0"/>
                <a:ea typeface="+mj-ea"/>
              </a:rPr>
              <a:t>items</a:t>
            </a:r>
            <a:r>
              <a:rPr lang="en-US" altLang="zh-TW" sz="2400">
                <a:latin typeface="Consolas" panose="020B0609020204030204" pitchFamily="49" charset="0"/>
                <a:ea typeface="+mj-ea"/>
              </a:rPr>
              <a:t>="string" delims="</a:t>
            </a:r>
            <a:r>
              <a:rPr lang="zh-TW" altLang="en-US" sz="2400">
                <a:latin typeface="Consolas" panose="020B0609020204030204" pitchFamily="49" charset="0"/>
                <a:ea typeface="+mj-ea"/>
              </a:rPr>
              <a:t>符號</a:t>
            </a:r>
            <a:r>
              <a:rPr lang="en-US" altLang="zh-TW" sz="2400">
                <a:latin typeface="Consolas" panose="020B0609020204030204" pitchFamily="49" charset="0"/>
                <a:ea typeface="+mj-ea"/>
              </a:rPr>
              <a:t>" [</a:t>
            </a:r>
            <a:r>
              <a:rPr lang="en-US" altLang="zh-TW" sz="2400">
                <a:solidFill>
                  <a:srgbClr val="0070C0"/>
                </a:solidFill>
                <a:latin typeface="Consolas" panose="020B0609020204030204" pitchFamily="49" charset="0"/>
                <a:ea typeface="+mj-ea"/>
              </a:rPr>
              <a:t>var</a:t>
            </a:r>
            <a:r>
              <a:rPr lang="en-US" altLang="zh-TW" sz="2400">
                <a:latin typeface="Consolas" panose="020B0609020204030204" pitchFamily="49" charset="0"/>
                <a:ea typeface="+mj-ea"/>
              </a:rPr>
              <a:t>="string"] [</a:t>
            </a:r>
            <a:r>
              <a:rPr lang="en-US" altLang="zh-TW" sz="2400">
                <a:solidFill>
                  <a:srgbClr val="0070C0"/>
                </a:solidFill>
                <a:latin typeface="Consolas" panose="020B0609020204030204" pitchFamily="49" charset="0"/>
                <a:ea typeface="+mj-ea"/>
              </a:rPr>
              <a:t>begin</a:t>
            </a:r>
            <a:r>
              <a:rPr lang="en-US" altLang="zh-TW" sz="2400">
                <a:latin typeface="Consolas" panose="020B0609020204030204" pitchFamily="49" charset="0"/>
                <a:ea typeface="+mj-ea"/>
              </a:rPr>
              <a:t>="int"] [</a:t>
            </a:r>
            <a:r>
              <a:rPr lang="en-US" altLang="zh-TW" sz="2400">
                <a:solidFill>
                  <a:srgbClr val="0070C0"/>
                </a:solidFill>
                <a:latin typeface="Consolas" panose="020B0609020204030204" pitchFamily="49" charset="0"/>
                <a:ea typeface="+mj-ea"/>
              </a:rPr>
              <a:t>end</a:t>
            </a:r>
            <a:r>
              <a:rPr lang="en-US" altLang="zh-TW" sz="2400">
                <a:latin typeface="Consolas" panose="020B0609020204030204" pitchFamily="49" charset="0"/>
                <a:ea typeface="+mj-ea"/>
              </a:rPr>
              <a:t>="int"] [</a:t>
            </a:r>
            <a:r>
              <a:rPr lang="en-US" altLang="zh-TW" sz="2400">
                <a:solidFill>
                  <a:srgbClr val="0070C0"/>
                </a:solidFill>
                <a:latin typeface="Consolas" panose="020B0609020204030204" pitchFamily="49" charset="0"/>
                <a:ea typeface="+mj-ea"/>
              </a:rPr>
              <a:t>step</a:t>
            </a:r>
            <a:r>
              <a:rPr lang="en-US" altLang="zh-TW" sz="2400">
                <a:latin typeface="Consolas" panose="020B0609020204030204" pitchFamily="49" charset="0"/>
                <a:ea typeface="+mj-ea"/>
              </a:rPr>
              <a:t>="int"] [</a:t>
            </a:r>
            <a:r>
              <a:rPr lang="en-US" altLang="zh-TW" sz="2400">
                <a:solidFill>
                  <a:srgbClr val="0070C0"/>
                </a:solidFill>
                <a:latin typeface="Consolas" panose="020B0609020204030204" pitchFamily="49" charset="0"/>
                <a:ea typeface="+mj-ea"/>
              </a:rPr>
              <a:t>varStatus</a:t>
            </a:r>
            <a:r>
              <a:rPr lang="en-US" altLang="zh-TW" sz="2400">
                <a:latin typeface="Consolas" panose="020B0609020204030204" pitchFamily="49" charset="0"/>
                <a:ea typeface="+mj-ea"/>
              </a:rPr>
              <a:t>="</a:t>
            </a:r>
            <a:r>
              <a:rPr lang="zh-TW" altLang="en-US" sz="2400">
                <a:latin typeface="Consolas" panose="020B0609020204030204" pitchFamily="49" charset="0"/>
                <a:ea typeface="+mj-ea"/>
              </a:rPr>
              <a:t>可填入以下值</a:t>
            </a:r>
            <a:r>
              <a:rPr lang="en-US" altLang="zh-TW" sz="2400">
                <a:latin typeface="Consolas" panose="020B0609020204030204" pitchFamily="49" charset="0"/>
                <a:ea typeface="+mj-ea"/>
              </a:rPr>
              <a:t>"]&gt;</a:t>
            </a:r>
          </a:p>
          <a:p>
            <a:pPr marL="548640" lvl="3" indent="0" algn="just">
              <a:buNone/>
            </a:pPr>
            <a:r>
              <a:rPr lang="en-US" altLang="zh-TW" sz="2400">
                <a:latin typeface="Consolas" panose="020B0609020204030204" pitchFamily="49" charset="0"/>
                <a:ea typeface="+mj-ea"/>
              </a:rPr>
              <a:t>	body</a:t>
            </a:r>
            <a:r>
              <a:rPr lang="zh-TW" altLang="en-US" sz="2400">
                <a:latin typeface="Consolas" panose="020B0609020204030204" pitchFamily="49" charset="0"/>
                <a:ea typeface="+mj-ea"/>
              </a:rPr>
              <a:t>本體</a:t>
            </a:r>
            <a:endParaRPr lang="en-US" altLang="zh-TW" sz="2400">
              <a:latin typeface="Consolas" panose="020B0609020204030204" pitchFamily="49" charset="0"/>
              <a:ea typeface="+mj-ea"/>
            </a:endParaRPr>
          </a:p>
          <a:p>
            <a:pPr marL="548640" lvl="3" indent="0" algn="just">
              <a:buNone/>
            </a:pPr>
            <a:r>
              <a:rPr lang="en-US" altLang="zh-TW" sz="2400">
                <a:latin typeface="Consolas" panose="020B0609020204030204" pitchFamily="49" charset="0"/>
                <a:ea typeface="+mj-ea"/>
              </a:rPr>
              <a:t>&lt;/c: </a:t>
            </a:r>
            <a:r>
              <a:rPr lang="en-US" altLang="zh-TW" sz="2400" err="1">
                <a:latin typeface="Consolas" panose="020B0609020204030204" pitchFamily="49" charset="0"/>
                <a:ea typeface="+mj-ea"/>
              </a:rPr>
              <a:t>forEach</a:t>
            </a:r>
            <a:r>
              <a:rPr lang="en-US" altLang="zh-TW" sz="2400">
                <a:latin typeface="Consolas" panose="020B0609020204030204" pitchFamily="49" charset="0"/>
                <a:ea typeface="+mj-ea"/>
              </a:rPr>
              <a:t>&gt;</a:t>
            </a:r>
          </a:p>
        </p:txBody>
      </p:sp>
      <p:sp>
        <p:nvSpPr>
          <p:cNvPr id="8" name="文字方塊 7">
            <a:extLst>
              <a:ext uri="{FF2B5EF4-FFF2-40B4-BE49-F238E27FC236}">
                <a16:creationId xmlns:a16="http://schemas.microsoft.com/office/drawing/2014/main" id="{CF3E7FE1-BDDF-4224-97E4-1FA716DA0CF0}"/>
              </a:ext>
            </a:extLst>
          </p:cNvPr>
          <p:cNvSpPr txBox="1"/>
          <p:nvPr/>
        </p:nvSpPr>
        <p:spPr>
          <a:xfrm>
            <a:off x="204968" y="117822"/>
            <a:ext cx="5029183"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zh-TW" sz="3200">
                <a:latin typeface="Consolas" panose="020B0609020204030204" pitchFamily="49" charset="0"/>
                <a:ea typeface="+mj-ea"/>
              </a:rPr>
              <a:t>&lt;c:forTokens&gt; </a:t>
            </a:r>
            <a:r>
              <a:rPr lang="zh-TW" altLang="en-US" sz="3200">
                <a:latin typeface="Consolas" panose="020B0609020204030204" pitchFamily="49" charset="0"/>
                <a:ea typeface="+mj-ea"/>
              </a:rPr>
              <a:t>文字分割</a:t>
            </a:r>
          </a:p>
        </p:txBody>
      </p:sp>
      <p:sp>
        <p:nvSpPr>
          <p:cNvPr id="2" name="投影片編號版面配置區 1">
            <a:extLst>
              <a:ext uri="{FF2B5EF4-FFF2-40B4-BE49-F238E27FC236}">
                <a16:creationId xmlns:a16="http://schemas.microsoft.com/office/drawing/2014/main" id="{0C90A608-F348-463C-96AD-F633858CE0DF}"/>
              </a:ext>
            </a:extLst>
          </p:cNvPr>
          <p:cNvSpPr>
            <a:spLocks noGrp="1"/>
          </p:cNvSpPr>
          <p:nvPr>
            <p:ph type="sldNum" sz="quarter" idx="12"/>
          </p:nvPr>
        </p:nvSpPr>
        <p:spPr/>
        <p:txBody>
          <a:bodyPr/>
          <a:lstStyle/>
          <a:p>
            <a:fld id="{B521127C-0C56-461F-B517-0D483F216F7D}" type="slidenum">
              <a:rPr lang="zh-TW" altLang="en-US" smtClean="0">
                <a:latin typeface="Consolas" panose="020B0609020204030204" pitchFamily="49" charset="0"/>
              </a:rPr>
              <a:t>111</a:t>
            </a:fld>
            <a:endParaRPr lang="zh-TW" altLang="en-US">
              <a:latin typeface="Consolas" panose="020B0609020204030204" pitchFamily="49" charset="0"/>
            </a:endParaRPr>
          </a:p>
        </p:txBody>
      </p:sp>
      <p:graphicFrame>
        <p:nvGraphicFramePr>
          <p:cNvPr id="6" name="表格 5"/>
          <p:cNvGraphicFramePr>
            <a:graphicFrameLocks noGrp="1"/>
          </p:cNvGraphicFramePr>
          <p:nvPr>
            <p:extLst>
              <p:ext uri="{D42A27DB-BD31-4B8C-83A1-F6EECF244321}">
                <p14:modId xmlns:p14="http://schemas.microsoft.com/office/powerpoint/2010/main" val="11351152"/>
              </p:ext>
            </p:extLst>
          </p:nvPr>
        </p:nvGraphicFramePr>
        <p:xfrm>
          <a:off x="204968" y="2970425"/>
          <a:ext cx="7152281" cy="3667484"/>
        </p:xfrm>
        <a:graphic>
          <a:graphicData uri="http://schemas.openxmlformats.org/drawingml/2006/table">
            <a:tbl>
              <a:tblPr firstRow="1" bandRow="1">
                <a:tableStyleId>{5C22544A-7EE6-4342-B048-85BDC9FD1C3A}</a:tableStyleId>
              </a:tblPr>
              <a:tblGrid>
                <a:gridCol w="1834047">
                  <a:extLst>
                    <a:ext uri="{9D8B030D-6E8A-4147-A177-3AD203B41FA5}">
                      <a16:colId xmlns:a16="http://schemas.microsoft.com/office/drawing/2014/main" val="2204558664"/>
                    </a:ext>
                  </a:extLst>
                </a:gridCol>
                <a:gridCol w="5318234">
                  <a:extLst>
                    <a:ext uri="{9D8B030D-6E8A-4147-A177-3AD203B41FA5}">
                      <a16:colId xmlns:a16="http://schemas.microsoft.com/office/drawing/2014/main" val="3471793541"/>
                    </a:ext>
                  </a:extLst>
                </a:gridCol>
              </a:tblGrid>
              <a:tr h="429501">
                <a:tc>
                  <a:txBody>
                    <a:bodyPr/>
                    <a:lstStyle/>
                    <a:p>
                      <a:pPr algn="ctr"/>
                      <a:r>
                        <a:rPr lang="zh-TW" altLang="en-US" sz="2400" b="0">
                          <a:latin typeface="Consolas" panose="020B0609020204030204" pitchFamily="49" charset="0"/>
                          <a:ea typeface="+mj-ea"/>
                        </a:rPr>
                        <a:t>屬性</a:t>
                      </a:r>
                    </a:p>
                  </a:txBody>
                  <a:tcPr/>
                </a:tc>
                <a:tc>
                  <a:txBody>
                    <a:bodyPr/>
                    <a:lstStyle/>
                    <a:p>
                      <a:pPr algn="ctr"/>
                      <a:r>
                        <a:rPr lang="zh-TW" altLang="en-US" sz="2400" b="0">
                          <a:latin typeface="Consolas" panose="020B0609020204030204" pitchFamily="49" charset="0"/>
                          <a:ea typeface="+mj-ea"/>
                        </a:rPr>
                        <a:t>說明</a:t>
                      </a:r>
                    </a:p>
                  </a:txBody>
                  <a:tcPr/>
                </a:tc>
                <a:extLst>
                  <a:ext uri="{0D108BD9-81ED-4DB2-BD59-A6C34878D82A}">
                    <a16:rowId xmlns:a16="http://schemas.microsoft.com/office/drawing/2014/main" val="1422715895"/>
                  </a:ext>
                </a:extLst>
              </a:tr>
              <a:tr h="435466">
                <a:tc>
                  <a:txBody>
                    <a:bodyPr/>
                    <a:lstStyle/>
                    <a:p>
                      <a:pPr algn="ctr"/>
                      <a:r>
                        <a:rPr lang="en-US" altLang="zh-TW" sz="2400" b="0">
                          <a:latin typeface="Consolas" panose="020B0609020204030204" pitchFamily="49" charset="0"/>
                          <a:ea typeface="+mj-ea"/>
                        </a:rPr>
                        <a:t>items</a:t>
                      </a:r>
                      <a:endParaRPr lang="zh-TW" altLang="en-US" sz="2400" b="0">
                        <a:latin typeface="Consolas" panose="020B0609020204030204" pitchFamily="49" charset="0"/>
                        <a:ea typeface="+mj-ea"/>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a:latin typeface="Consolas" panose="020B0609020204030204" pitchFamily="49" charset="0"/>
                          <a:ea typeface="+mj-ea"/>
                        </a:rPr>
                        <a:t>文字分割對象</a:t>
                      </a:r>
                      <a:endParaRPr lang="en-US" altLang="zh-TW" sz="2400" b="0">
                        <a:latin typeface="Consolas" panose="020B0609020204030204" pitchFamily="49" charset="0"/>
                        <a:ea typeface="+mj-ea"/>
                      </a:endParaRPr>
                    </a:p>
                  </a:txBody>
                  <a:tcPr/>
                </a:tc>
                <a:extLst>
                  <a:ext uri="{0D108BD9-81ED-4DB2-BD59-A6C34878D82A}">
                    <a16:rowId xmlns:a16="http://schemas.microsoft.com/office/drawing/2014/main" val="2604820325"/>
                  </a:ext>
                </a:extLst>
              </a:tr>
              <a:tr h="435466">
                <a:tc>
                  <a:txBody>
                    <a:bodyPr/>
                    <a:lstStyle/>
                    <a:p>
                      <a:pPr algn="ctr"/>
                      <a:r>
                        <a:rPr lang="en-US" altLang="zh-TW" sz="2400" b="0" kern="1200">
                          <a:solidFill>
                            <a:schemeClr val="dk1"/>
                          </a:solidFill>
                          <a:latin typeface="Consolas" panose="020B0609020204030204" pitchFamily="49" charset="0"/>
                          <a:ea typeface="+mj-ea"/>
                          <a:cs typeface="+mn-cs"/>
                        </a:rPr>
                        <a:t>var</a:t>
                      </a:r>
                      <a:endParaRPr lang="zh-TW" altLang="en-US" sz="2400" b="0">
                        <a:latin typeface="Consolas" panose="020B0609020204030204" pitchFamily="49" charset="0"/>
                        <a:ea typeface="+mj-ea"/>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kern="1200">
                          <a:solidFill>
                            <a:schemeClr val="dk1"/>
                          </a:solidFill>
                          <a:latin typeface="Consolas" panose="020B0609020204030204" pitchFamily="49" charset="0"/>
                          <a:ea typeface="+mj-ea"/>
                          <a:cs typeface="+mn-cs"/>
                        </a:rPr>
                        <a:t>當次迴圈目標的代表名稱</a:t>
                      </a:r>
                      <a:endParaRPr lang="en-US" altLang="zh-TW" sz="2400" b="0" kern="1200">
                        <a:solidFill>
                          <a:schemeClr val="dk1"/>
                        </a:solidFill>
                        <a:latin typeface="Consolas" panose="020B0609020204030204" pitchFamily="49" charset="0"/>
                        <a:ea typeface="+mj-ea"/>
                        <a:cs typeface="+mn-cs"/>
                      </a:endParaRPr>
                    </a:p>
                  </a:txBody>
                  <a:tcPr/>
                </a:tc>
                <a:extLst>
                  <a:ext uri="{0D108BD9-81ED-4DB2-BD59-A6C34878D82A}">
                    <a16:rowId xmlns:a16="http://schemas.microsoft.com/office/drawing/2014/main" val="4163110675"/>
                  </a:ext>
                </a:extLst>
              </a:tr>
              <a:tr h="435466">
                <a:tc>
                  <a:txBody>
                    <a:bodyPr/>
                    <a:lstStyle/>
                    <a:p>
                      <a:pPr algn="ctr"/>
                      <a:r>
                        <a:rPr lang="en-US" altLang="zh-TW" sz="2400" b="0">
                          <a:latin typeface="Consolas" panose="020B0609020204030204" pitchFamily="49" charset="0"/>
                          <a:ea typeface="+mj-ea"/>
                        </a:rPr>
                        <a:t>delims</a:t>
                      </a:r>
                      <a:endParaRPr lang="zh-TW" altLang="en-US" sz="2400" b="0">
                        <a:latin typeface="Consolas" panose="020B0609020204030204" pitchFamily="49" charset="0"/>
                        <a:ea typeface="+mj-ea"/>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a:latin typeface="Consolas" panose="020B0609020204030204" pitchFamily="49" charset="0"/>
                          <a:ea typeface="+mj-ea"/>
                        </a:rPr>
                        <a:t>使用什麼符號分割</a:t>
                      </a:r>
                      <a:endParaRPr lang="en-US" altLang="zh-TW" sz="2400" b="0" kern="1200">
                        <a:solidFill>
                          <a:schemeClr val="dk1"/>
                        </a:solidFill>
                        <a:latin typeface="Consolas" panose="020B0609020204030204" pitchFamily="49" charset="0"/>
                        <a:ea typeface="+mj-ea"/>
                        <a:cs typeface="+mn-cs"/>
                      </a:endParaRPr>
                    </a:p>
                  </a:txBody>
                  <a:tcPr/>
                </a:tc>
                <a:extLst>
                  <a:ext uri="{0D108BD9-81ED-4DB2-BD59-A6C34878D82A}">
                    <a16:rowId xmlns:a16="http://schemas.microsoft.com/office/drawing/2014/main" val="2403274220"/>
                  </a:ext>
                </a:extLst>
              </a:tr>
              <a:tr h="467084">
                <a:tc>
                  <a:txBody>
                    <a:bodyPr/>
                    <a:lstStyle/>
                    <a:p>
                      <a:pPr algn="ctr"/>
                      <a:r>
                        <a:rPr lang="en-US" altLang="zh-TW" sz="2400" b="0" kern="1200">
                          <a:solidFill>
                            <a:schemeClr val="dk1"/>
                          </a:solidFill>
                          <a:latin typeface="Consolas" panose="020B0609020204030204" pitchFamily="49" charset="0"/>
                          <a:ea typeface="+mj-ea"/>
                          <a:cs typeface="+mn-cs"/>
                        </a:rPr>
                        <a:t>varStatus</a:t>
                      </a:r>
                      <a:endParaRPr lang="zh-TW" altLang="en-US" sz="2400" b="0">
                        <a:latin typeface="Consolas" panose="020B0609020204030204" pitchFamily="49" charset="0"/>
                        <a:ea typeface="+mj-ea"/>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kern="1200">
                          <a:solidFill>
                            <a:schemeClr val="dk1"/>
                          </a:solidFill>
                          <a:latin typeface="Consolas" panose="020B0609020204030204" pitchFamily="49" charset="0"/>
                          <a:ea typeface="+mj-ea"/>
                          <a:cs typeface="+mn-cs"/>
                        </a:rPr>
                        <a:t>當次迴圈的狀態</a:t>
                      </a:r>
                      <a:endParaRPr lang="en-US" altLang="zh-TW" sz="2400" b="0" kern="1200">
                        <a:solidFill>
                          <a:schemeClr val="dk1"/>
                        </a:solidFill>
                        <a:latin typeface="Consolas" panose="020B0609020204030204" pitchFamily="49" charset="0"/>
                        <a:ea typeface="+mj-ea"/>
                        <a:cs typeface="+mn-cs"/>
                      </a:endParaRPr>
                    </a:p>
                  </a:txBody>
                  <a:tcPr/>
                </a:tc>
                <a:extLst>
                  <a:ext uri="{0D108BD9-81ED-4DB2-BD59-A6C34878D82A}">
                    <a16:rowId xmlns:a16="http://schemas.microsoft.com/office/drawing/2014/main" val="1406666546"/>
                  </a:ext>
                </a:extLst>
              </a:tr>
              <a:tr h="435466">
                <a:tc>
                  <a:txBody>
                    <a:bodyPr/>
                    <a:lstStyle/>
                    <a:p>
                      <a:pPr algn="ctr"/>
                      <a:r>
                        <a:rPr lang="en-US" altLang="zh-TW" sz="2400" b="0" kern="1200">
                          <a:solidFill>
                            <a:schemeClr val="dk1"/>
                          </a:solidFill>
                          <a:latin typeface="Consolas" panose="020B0609020204030204" pitchFamily="49" charset="0"/>
                          <a:ea typeface="+mj-ea"/>
                          <a:cs typeface="+mn-cs"/>
                        </a:rPr>
                        <a:t>begin</a:t>
                      </a:r>
                      <a:endParaRPr lang="zh-TW" altLang="en-US" sz="2400" b="0">
                        <a:latin typeface="Consolas" panose="020B0609020204030204" pitchFamily="49" charset="0"/>
                        <a:ea typeface="+mj-ea"/>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kern="1200">
                          <a:solidFill>
                            <a:schemeClr val="dk1"/>
                          </a:solidFill>
                          <a:latin typeface="Consolas" panose="020B0609020204030204" pitchFamily="49" charset="0"/>
                          <a:ea typeface="+mj-ea"/>
                          <a:cs typeface="+mn-cs"/>
                        </a:rPr>
                        <a:t>開始的位置</a:t>
                      </a:r>
                      <a:endParaRPr lang="en-US" altLang="zh-TW" sz="2400" b="0" kern="1200">
                        <a:solidFill>
                          <a:schemeClr val="dk1"/>
                        </a:solidFill>
                        <a:latin typeface="Consolas" panose="020B0609020204030204" pitchFamily="49" charset="0"/>
                        <a:ea typeface="+mj-ea"/>
                        <a:cs typeface="+mn-cs"/>
                      </a:endParaRPr>
                    </a:p>
                  </a:txBody>
                  <a:tcPr/>
                </a:tc>
                <a:extLst>
                  <a:ext uri="{0D108BD9-81ED-4DB2-BD59-A6C34878D82A}">
                    <a16:rowId xmlns:a16="http://schemas.microsoft.com/office/drawing/2014/main" val="4254800973"/>
                  </a:ext>
                </a:extLst>
              </a:tr>
              <a:tr h="435466">
                <a:tc>
                  <a:txBody>
                    <a:bodyPr/>
                    <a:lstStyle/>
                    <a:p>
                      <a:pPr algn="ctr"/>
                      <a:r>
                        <a:rPr lang="en-US" altLang="zh-TW" sz="2400" b="0" kern="1200">
                          <a:solidFill>
                            <a:schemeClr val="dk1"/>
                          </a:solidFill>
                          <a:latin typeface="Consolas" panose="020B0609020204030204" pitchFamily="49" charset="0"/>
                          <a:ea typeface="+mj-ea"/>
                          <a:cs typeface="+mn-cs"/>
                        </a:rPr>
                        <a:t>end</a:t>
                      </a:r>
                      <a:endParaRPr lang="zh-TW" altLang="en-US" sz="2400" b="0">
                        <a:latin typeface="Consolas" panose="020B0609020204030204" pitchFamily="49" charset="0"/>
                        <a:ea typeface="+mj-ea"/>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kern="1200">
                          <a:solidFill>
                            <a:schemeClr val="dk1"/>
                          </a:solidFill>
                          <a:latin typeface="Consolas" panose="020B0609020204030204" pitchFamily="49" charset="0"/>
                          <a:ea typeface="+mj-ea"/>
                          <a:cs typeface="+mn-cs"/>
                        </a:rPr>
                        <a:t>結束的位置</a:t>
                      </a:r>
                      <a:endParaRPr lang="en-US" altLang="zh-TW" sz="2400" b="0" kern="1200">
                        <a:solidFill>
                          <a:schemeClr val="dk1"/>
                        </a:solidFill>
                        <a:latin typeface="Consolas" panose="020B0609020204030204" pitchFamily="49" charset="0"/>
                        <a:ea typeface="+mj-ea"/>
                        <a:cs typeface="+mn-cs"/>
                      </a:endParaRPr>
                    </a:p>
                  </a:txBody>
                  <a:tcPr/>
                </a:tc>
                <a:extLst>
                  <a:ext uri="{0D108BD9-81ED-4DB2-BD59-A6C34878D82A}">
                    <a16:rowId xmlns:a16="http://schemas.microsoft.com/office/drawing/2014/main" val="2351065371"/>
                  </a:ext>
                </a:extLst>
              </a:tr>
              <a:tr h="435466">
                <a:tc>
                  <a:txBody>
                    <a:bodyPr/>
                    <a:lstStyle/>
                    <a:p>
                      <a:pPr algn="ctr"/>
                      <a:r>
                        <a:rPr lang="en-US" altLang="zh-TW" sz="2400" b="0" kern="1200">
                          <a:solidFill>
                            <a:schemeClr val="dk1"/>
                          </a:solidFill>
                          <a:latin typeface="Consolas" panose="020B0609020204030204" pitchFamily="49" charset="0"/>
                          <a:ea typeface="+mj-ea"/>
                          <a:cs typeface="+mn-cs"/>
                        </a:rPr>
                        <a:t>step</a:t>
                      </a:r>
                      <a:endParaRPr lang="zh-TW" altLang="en-US" sz="2400" b="0">
                        <a:latin typeface="Consolas" panose="020B0609020204030204" pitchFamily="49" charset="0"/>
                        <a:ea typeface="+mj-ea"/>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kern="1200">
                          <a:solidFill>
                            <a:schemeClr val="dk1"/>
                          </a:solidFill>
                          <a:latin typeface="Consolas" panose="020B0609020204030204" pitchFamily="49" charset="0"/>
                          <a:ea typeface="+mj-ea"/>
                          <a:cs typeface="+mn-cs"/>
                        </a:rPr>
                        <a:t>迴圈的間隔數</a:t>
                      </a:r>
                      <a:endParaRPr lang="en-US" altLang="zh-TW" sz="2400" b="0" kern="1200">
                        <a:solidFill>
                          <a:schemeClr val="dk1"/>
                        </a:solidFill>
                        <a:latin typeface="Consolas" panose="020B0609020204030204" pitchFamily="49" charset="0"/>
                        <a:ea typeface="+mj-ea"/>
                        <a:cs typeface="+mn-cs"/>
                      </a:endParaRPr>
                    </a:p>
                  </a:txBody>
                  <a:tcPr/>
                </a:tc>
                <a:extLst>
                  <a:ext uri="{0D108BD9-81ED-4DB2-BD59-A6C34878D82A}">
                    <a16:rowId xmlns:a16="http://schemas.microsoft.com/office/drawing/2014/main" val="2862960375"/>
                  </a:ext>
                </a:extLst>
              </a:tr>
            </a:tbl>
          </a:graphicData>
        </a:graphic>
      </p:graphicFrame>
      <p:graphicFrame>
        <p:nvGraphicFramePr>
          <p:cNvPr id="10" name="表格 9"/>
          <p:cNvGraphicFramePr>
            <a:graphicFrameLocks noGrp="1"/>
          </p:cNvGraphicFramePr>
          <p:nvPr>
            <p:extLst>
              <p:ext uri="{D42A27DB-BD31-4B8C-83A1-F6EECF244321}">
                <p14:modId xmlns:p14="http://schemas.microsoft.com/office/powerpoint/2010/main" val="676702851"/>
              </p:ext>
            </p:extLst>
          </p:nvPr>
        </p:nvGraphicFramePr>
        <p:xfrm>
          <a:off x="7721337" y="2428360"/>
          <a:ext cx="3909831" cy="3678156"/>
        </p:xfrm>
        <a:graphic>
          <a:graphicData uri="http://schemas.openxmlformats.org/drawingml/2006/table">
            <a:tbl>
              <a:tblPr firstRow="1" bandRow="1">
                <a:tableStyleId>{5C22544A-7EE6-4342-B048-85BDC9FD1C3A}</a:tableStyleId>
              </a:tblPr>
              <a:tblGrid>
                <a:gridCol w="1002591">
                  <a:extLst>
                    <a:ext uri="{9D8B030D-6E8A-4147-A177-3AD203B41FA5}">
                      <a16:colId xmlns:a16="http://schemas.microsoft.com/office/drawing/2014/main" val="2204558664"/>
                    </a:ext>
                  </a:extLst>
                </a:gridCol>
                <a:gridCol w="2907240">
                  <a:extLst>
                    <a:ext uri="{9D8B030D-6E8A-4147-A177-3AD203B41FA5}">
                      <a16:colId xmlns:a16="http://schemas.microsoft.com/office/drawing/2014/main" val="3471793541"/>
                    </a:ext>
                  </a:extLst>
                </a:gridCol>
              </a:tblGrid>
              <a:tr h="408684">
                <a:tc>
                  <a:txBody>
                    <a:bodyPr/>
                    <a:lstStyle/>
                    <a:p>
                      <a:pPr algn="ctr"/>
                      <a:r>
                        <a:rPr lang="zh-TW" altLang="en-US" sz="1500" b="0">
                          <a:latin typeface="Consolas" panose="020B0609020204030204" pitchFamily="49" charset="0"/>
                          <a:ea typeface="+mj-ea"/>
                        </a:rPr>
                        <a:t>屬性</a:t>
                      </a:r>
                    </a:p>
                  </a:txBody>
                  <a:tcPr anchor="ctr"/>
                </a:tc>
                <a:tc>
                  <a:txBody>
                    <a:bodyPr/>
                    <a:lstStyle/>
                    <a:p>
                      <a:pPr algn="ctr"/>
                      <a:r>
                        <a:rPr lang="zh-TW" altLang="en-US" sz="1500" b="0">
                          <a:latin typeface="Consolas" panose="020B0609020204030204" pitchFamily="49" charset="0"/>
                          <a:ea typeface="+mj-ea"/>
                        </a:rPr>
                        <a:t>說明</a:t>
                      </a:r>
                    </a:p>
                  </a:txBody>
                  <a:tcPr anchor="ctr"/>
                </a:tc>
                <a:extLst>
                  <a:ext uri="{0D108BD9-81ED-4DB2-BD59-A6C34878D82A}">
                    <a16:rowId xmlns:a16="http://schemas.microsoft.com/office/drawing/2014/main" val="1422715895"/>
                  </a:ext>
                </a:extLst>
              </a:tr>
              <a:tr h="408684">
                <a:tc>
                  <a:txBody>
                    <a:bodyPr/>
                    <a:lstStyle/>
                    <a:p>
                      <a:pPr algn="ctr"/>
                      <a:r>
                        <a:rPr lang="en-US" altLang="zh-TW" sz="1500" b="0">
                          <a:latin typeface="Consolas" panose="020B0609020204030204" pitchFamily="49" charset="0"/>
                          <a:ea typeface="+mj-ea"/>
                        </a:rPr>
                        <a:t>current</a:t>
                      </a:r>
                      <a:endParaRPr lang="zh-TW" altLang="en-US" sz="15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500" b="0">
                          <a:latin typeface="Consolas" panose="020B0609020204030204" pitchFamily="49" charset="0"/>
                          <a:ea typeface="+mj-ea"/>
                        </a:rPr>
                        <a:t>當次迴圈指向的目標</a:t>
                      </a:r>
                      <a:endParaRPr lang="en-US" altLang="zh-TW" sz="1500" b="0">
                        <a:latin typeface="Consolas" panose="020B0609020204030204" pitchFamily="49" charset="0"/>
                        <a:ea typeface="+mj-ea"/>
                      </a:endParaRPr>
                    </a:p>
                  </a:txBody>
                  <a:tcPr anchor="ctr"/>
                </a:tc>
                <a:extLst>
                  <a:ext uri="{0D108BD9-81ED-4DB2-BD59-A6C34878D82A}">
                    <a16:rowId xmlns:a16="http://schemas.microsoft.com/office/drawing/2014/main" val="2604820325"/>
                  </a:ext>
                </a:extLst>
              </a:tr>
              <a:tr h="408684">
                <a:tc>
                  <a:txBody>
                    <a:bodyPr/>
                    <a:lstStyle/>
                    <a:p>
                      <a:pPr algn="ctr"/>
                      <a:r>
                        <a:rPr lang="en-US" altLang="zh-TW" sz="1500" b="0" kern="1200">
                          <a:solidFill>
                            <a:schemeClr val="dk1"/>
                          </a:solidFill>
                          <a:latin typeface="Consolas" panose="020B0609020204030204" pitchFamily="49" charset="0"/>
                          <a:ea typeface="+mj-ea"/>
                          <a:cs typeface="+mn-cs"/>
                        </a:rPr>
                        <a:t>index</a:t>
                      </a:r>
                      <a:endParaRPr lang="zh-TW" altLang="en-US" sz="15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500" b="0" kern="1200">
                          <a:solidFill>
                            <a:schemeClr val="dk1"/>
                          </a:solidFill>
                          <a:latin typeface="Consolas" panose="020B0609020204030204" pitchFamily="49" charset="0"/>
                          <a:ea typeface="+mj-ea"/>
                          <a:cs typeface="+mn-cs"/>
                        </a:rPr>
                        <a:t>當次迴圈目標的索引</a:t>
                      </a:r>
                      <a:endParaRPr lang="en-US" altLang="zh-TW" sz="1500" b="0" kern="1200">
                        <a:solidFill>
                          <a:schemeClr val="dk1"/>
                        </a:solidFill>
                        <a:latin typeface="Consolas" panose="020B0609020204030204" pitchFamily="49" charset="0"/>
                        <a:ea typeface="+mj-ea"/>
                        <a:cs typeface="+mn-cs"/>
                      </a:endParaRPr>
                    </a:p>
                  </a:txBody>
                  <a:tcPr anchor="ctr"/>
                </a:tc>
                <a:extLst>
                  <a:ext uri="{0D108BD9-81ED-4DB2-BD59-A6C34878D82A}">
                    <a16:rowId xmlns:a16="http://schemas.microsoft.com/office/drawing/2014/main" val="4163110675"/>
                  </a:ext>
                </a:extLst>
              </a:tr>
              <a:tr h="408684">
                <a:tc>
                  <a:txBody>
                    <a:bodyPr/>
                    <a:lstStyle/>
                    <a:p>
                      <a:pPr algn="ctr"/>
                      <a:r>
                        <a:rPr lang="en-US" altLang="zh-TW" sz="1500" b="0">
                          <a:latin typeface="Consolas" panose="020B0609020204030204" pitchFamily="49" charset="0"/>
                          <a:ea typeface="+mj-ea"/>
                        </a:rPr>
                        <a:t>count</a:t>
                      </a:r>
                      <a:endParaRPr lang="zh-TW" altLang="en-US" sz="15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500" b="0">
                          <a:latin typeface="Consolas" panose="020B0609020204030204" pitchFamily="49" charset="0"/>
                          <a:ea typeface="+mj-ea"/>
                        </a:rPr>
                        <a:t>第幾次迴圈</a:t>
                      </a:r>
                      <a:endParaRPr lang="en-US" altLang="zh-TW" sz="1500" b="0" kern="1200">
                        <a:solidFill>
                          <a:schemeClr val="dk1"/>
                        </a:solidFill>
                        <a:latin typeface="Consolas" panose="020B0609020204030204" pitchFamily="49" charset="0"/>
                        <a:ea typeface="+mj-ea"/>
                        <a:cs typeface="+mn-cs"/>
                      </a:endParaRPr>
                    </a:p>
                  </a:txBody>
                  <a:tcPr anchor="ctr"/>
                </a:tc>
                <a:extLst>
                  <a:ext uri="{0D108BD9-81ED-4DB2-BD59-A6C34878D82A}">
                    <a16:rowId xmlns:a16="http://schemas.microsoft.com/office/drawing/2014/main" val="2403274220"/>
                  </a:ext>
                </a:extLst>
              </a:tr>
              <a:tr h="408684">
                <a:tc>
                  <a:txBody>
                    <a:bodyPr/>
                    <a:lstStyle/>
                    <a:p>
                      <a:pPr algn="ctr"/>
                      <a:r>
                        <a:rPr lang="en-US" altLang="zh-TW" sz="1500" b="0" kern="1200">
                          <a:solidFill>
                            <a:schemeClr val="dk1"/>
                          </a:solidFill>
                          <a:latin typeface="Consolas" panose="020B0609020204030204" pitchFamily="49" charset="0"/>
                          <a:ea typeface="+mj-ea"/>
                          <a:cs typeface="+mn-cs"/>
                        </a:rPr>
                        <a:t>first</a:t>
                      </a:r>
                      <a:endParaRPr lang="zh-TW" altLang="en-US" sz="15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500" b="0" kern="1200">
                          <a:solidFill>
                            <a:schemeClr val="dk1"/>
                          </a:solidFill>
                          <a:latin typeface="Consolas" panose="020B0609020204030204" pitchFamily="49" charset="0"/>
                          <a:ea typeface="+mj-ea"/>
                          <a:cs typeface="+mn-cs"/>
                        </a:rPr>
                        <a:t>此目標是否為迴圈起始值</a:t>
                      </a:r>
                      <a:r>
                        <a:rPr lang="en-US" altLang="zh-TW" sz="1500" b="0" kern="1200">
                          <a:solidFill>
                            <a:schemeClr val="dk1"/>
                          </a:solidFill>
                          <a:latin typeface="Consolas" panose="020B0609020204030204" pitchFamily="49" charset="0"/>
                          <a:ea typeface="+mj-ea"/>
                          <a:cs typeface="+mn-cs"/>
                        </a:rPr>
                        <a:t>?</a:t>
                      </a:r>
                    </a:p>
                  </a:txBody>
                  <a:tcPr anchor="ctr"/>
                </a:tc>
                <a:extLst>
                  <a:ext uri="{0D108BD9-81ED-4DB2-BD59-A6C34878D82A}">
                    <a16:rowId xmlns:a16="http://schemas.microsoft.com/office/drawing/2014/main" val="1406666546"/>
                  </a:ext>
                </a:extLst>
              </a:tr>
              <a:tr h="408684">
                <a:tc>
                  <a:txBody>
                    <a:bodyPr/>
                    <a:lstStyle/>
                    <a:p>
                      <a:pPr algn="ctr"/>
                      <a:r>
                        <a:rPr lang="en-US" altLang="zh-TW" sz="1500" b="0" kern="1200">
                          <a:solidFill>
                            <a:schemeClr val="dk1"/>
                          </a:solidFill>
                          <a:latin typeface="Consolas" panose="020B0609020204030204" pitchFamily="49" charset="0"/>
                          <a:ea typeface="+mj-ea"/>
                          <a:cs typeface="+mn-cs"/>
                        </a:rPr>
                        <a:t>last</a:t>
                      </a:r>
                      <a:endParaRPr lang="zh-TW" altLang="en-US" sz="15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500" b="0" kern="1200">
                          <a:solidFill>
                            <a:schemeClr val="dk1"/>
                          </a:solidFill>
                          <a:latin typeface="Consolas" panose="020B0609020204030204" pitchFamily="49" charset="0"/>
                          <a:ea typeface="+mj-ea"/>
                          <a:cs typeface="+mn-cs"/>
                        </a:rPr>
                        <a:t>此目標是否為迴圈最末值</a:t>
                      </a:r>
                      <a:r>
                        <a:rPr lang="en-US" altLang="zh-TW" sz="1500" b="0" kern="1200">
                          <a:solidFill>
                            <a:schemeClr val="dk1"/>
                          </a:solidFill>
                          <a:latin typeface="Consolas" panose="020B0609020204030204" pitchFamily="49" charset="0"/>
                          <a:ea typeface="+mj-ea"/>
                          <a:cs typeface="+mn-cs"/>
                        </a:rPr>
                        <a:t>?</a:t>
                      </a:r>
                    </a:p>
                  </a:txBody>
                  <a:tcPr anchor="ctr"/>
                </a:tc>
                <a:extLst>
                  <a:ext uri="{0D108BD9-81ED-4DB2-BD59-A6C34878D82A}">
                    <a16:rowId xmlns:a16="http://schemas.microsoft.com/office/drawing/2014/main" val="4254800973"/>
                  </a:ext>
                </a:extLst>
              </a:tr>
              <a:tr h="408684">
                <a:tc>
                  <a:txBody>
                    <a:bodyPr/>
                    <a:lstStyle/>
                    <a:p>
                      <a:pPr algn="ctr"/>
                      <a:r>
                        <a:rPr lang="en-US" altLang="zh-TW" sz="1500" b="0" kern="1200">
                          <a:solidFill>
                            <a:schemeClr val="dk1"/>
                          </a:solidFill>
                          <a:latin typeface="Consolas" panose="020B0609020204030204" pitchFamily="49" charset="0"/>
                          <a:ea typeface="+mj-ea"/>
                          <a:cs typeface="+mn-cs"/>
                        </a:rPr>
                        <a:t>begin</a:t>
                      </a:r>
                      <a:endParaRPr lang="zh-TW" altLang="en-US" sz="15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500" b="0" kern="1200">
                          <a:solidFill>
                            <a:schemeClr val="dk1"/>
                          </a:solidFill>
                          <a:latin typeface="Consolas" panose="020B0609020204030204" pitchFamily="49" charset="0"/>
                          <a:ea typeface="+mj-ea"/>
                          <a:cs typeface="+mn-cs"/>
                        </a:rPr>
                        <a:t>此迴圈的</a:t>
                      </a:r>
                      <a:r>
                        <a:rPr lang="en-US" altLang="zh-TW" sz="1500" b="0" kern="1200">
                          <a:solidFill>
                            <a:schemeClr val="dk1"/>
                          </a:solidFill>
                          <a:latin typeface="Consolas" panose="020B0609020204030204" pitchFamily="49" charset="0"/>
                          <a:ea typeface="+mj-ea"/>
                          <a:cs typeface="+mn-cs"/>
                        </a:rPr>
                        <a:t>"begin"</a:t>
                      </a:r>
                      <a:r>
                        <a:rPr lang="zh-TW" altLang="en-US" sz="1500" b="0" kern="1200">
                          <a:solidFill>
                            <a:schemeClr val="dk1"/>
                          </a:solidFill>
                          <a:latin typeface="Consolas" panose="020B0609020204030204" pitchFamily="49" charset="0"/>
                          <a:ea typeface="+mj-ea"/>
                          <a:cs typeface="+mn-cs"/>
                        </a:rPr>
                        <a:t>屬性值</a:t>
                      </a:r>
                      <a:endParaRPr lang="en-US" altLang="zh-TW" sz="1500" b="0" kern="1200">
                        <a:solidFill>
                          <a:schemeClr val="dk1"/>
                        </a:solidFill>
                        <a:latin typeface="Consolas" panose="020B0609020204030204" pitchFamily="49" charset="0"/>
                        <a:ea typeface="+mj-ea"/>
                        <a:cs typeface="+mn-cs"/>
                      </a:endParaRPr>
                    </a:p>
                  </a:txBody>
                  <a:tcPr anchor="ctr"/>
                </a:tc>
                <a:extLst>
                  <a:ext uri="{0D108BD9-81ED-4DB2-BD59-A6C34878D82A}">
                    <a16:rowId xmlns:a16="http://schemas.microsoft.com/office/drawing/2014/main" val="2351065371"/>
                  </a:ext>
                </a:extLst>
              </a:tr>
              <a:tr h="408684">
                <a:tc>
                  <a:txBody>
                    <a:bodyPr/>
                    <a:lstStyle/>
                    <a:p>
                      <a:pPr algn="ctr"/>
                      <a:r>
                        <a:rPr lang="en-US" altLang="zh-TW" sz="1500" b="0" kern="1200">
                          <a:solidFill>
                            <a:schemeClr val="dk1"/>
                          </a:solidFill>
                          <a:latin typeface="Consolas" panose="020B0609020204030204" pitchFamily="49" charset="0"/>
                          <a:ea typeface="+mj-ea"/>
                          <a:cs typeface="+mn-cs"/>
                        </a:rPr>
                        <a:t>end</a:t>
                      </a:r>
                      <a:endParaRPr lang="zh-TW" altLang="en-US" sz="15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500" b="0" kern="1200">
                          <a:solidFill>
                            <a:schemeClr val="dk1"/>
                          </a:solidFill>
                          <a:latin typeface="Consolas" panose="020B0609020204030204" pitchFamily="49" charset="0"/>
                          <a:ea typeface="+mj-ea"/>
                          <a:cs typeface="+mn-cs"/>
                        </a:rPr>
                        <a:t>此迴圈的</a:t>
                      </a:r>
                      <a:r>
                        <a:rPr lang="en-US" altLang="zh-TW" sz="1500" b="0" kern="1200">
                          <a:solidFill>
                            <a:schemeClr val="dk1"/>
                          </a:solidFill>
                          <a:latin typeface="Consolas" panose="020B0609020204030204" pitchFamily="49" charset="0"/>
                          <a:ea typeface="+mj-ea"/>
                          <a:cs typeface="+mn-cs"/>
                        </a:rPr>
                        <a:t>"end"</a:t>
                      </a:r>
                      <a:r>
                        <a:rPr lang="zh-TW" altLang="en-US" sz="1500" b="0" kern="1200">
                          <a:solidFill>
                            <a:schemeClr val="dk1"/>
                          </a:solidFill>
                          <a:latin typeface="Consolas" panose="020B0609020204030204" pitchFamily="49" charset="0"/>
                          <a:ea typeface="+mj-ea"/>
                          <a:cs typeface="+mn-cs"/>
                        </a:rPr>
                        <a:t>屬性值</a:t>
                      </a:r>
                    </a:p>
                  </a:txBody>
                  <a:tcPr anchor="ctr"/>
                </a:tc>
                <a:extLst>
                  <a:ext uri="{0D108BD9-81ED-4DB2-BD59-A6C34878D82A}">
                    <a16:rowId xmlns:a16="http://schemas.microsoft.com/office/drawing/2014/main" val="2862960375"/>
                  </a:ext>
                </a:extLst>
              </a:tr>
              <a:tr h="408684">
                <a:tc>
                  <a:txBody>
                    <a:bodyPr/>
                    <a:lstStyle/>
                    <a:p>
                      <a:pPr algn="ctr"/>
                      <a:r>
                        <a:rPr lang="en-US" altLang="zh-TW" sz="1500" b="0">
                          <a:latin typeface="Consolas" panose="020B0609020204030204" pitchFamily="49" charset="0"/>
                          <a:ea typeface="+mj-ea"/>
                        </a:rPr>
                        <a:t>step</a:t>
                      </a:r>
                      <a:endParaRPr lang="zh-TW" altLang="en-US" sz="15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500" b="0" kern="1200">
                          <a:solidFill>
                            <a:schemeClr val="dk1"/>
                          </a:solidFill>
                          <a:latin typeface="Consolas" panose="020B0609020204030204" pitchFamily="49" charset="0"/>
                          <a:ea typeface="+mj-ea"/>
                          <a:cs typeface="+mn-cs"/>
                        </a:rPr>
                        <a:t>此迴圈執行間距</a:t>
                      </a:r>
                    </a:p>
                  </a:txBody>
                  <a:tcPr anchor="ctr"/>
                </a:tc>
                <a:extLst>
                  <a:ext uri="{0D108BD9-81ED-4DB2-BD59-A6C34878D82A}">
                    <a16:rowId xmlns:a16="http://schemas.microsoft.com/office/drawing/2014/main" val="40170985"/>
                  </a:ext>
                </a:extLst>
              </a:tr>
            </a:tbl>
          </a:graphicData>
        </a:graphic>
      </p:graphicFrame>
      <p:cxnSp>
        <p:nvCxnSpPr>
          <p:cNvPr id="12" name="直線單箭頭接點 11"/>
          <p:cNvCxnSpPr/>
          <p:nvPr/>
        </p:nvCxnSpPr>
        <p:spPr>
          <a:xfrm flipH="1">
            <a:off x="9255838" y="2102069"/>
            <a:ext cx="550314" cy="259932"/>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7153287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183949" y="822958"/>
            <a:ext cx="11846617" cy="1963785"/>
          </a:xfrm>
        </p:spPr>
        <p:txBody>
          <a:bodyPr>
            <a:normAutofit lnSpcReduction="10000"/>
          </a:bodyPr>
          <a:lstStyle/>
          <a:p>
            <a:pPr marL="342900" lvl="1" indent="-342900" algn="just"/>
            <a:r>
              <a:rPr lang="zh-TW" altLang="en-US" sz="2400">
                <a:latin typeface="Consolas" panose="020B0609020204030204" pitchFamily="49" charset="0"/>
                <a:ea typeface="+mj-ea"/>
              </a:rPr>
              <a:t>語法</a:t>
            </a:r>
            <a:endParaRPr lang="en-US" altLang="zh-TW" sz="2400">
              <a:latin typeface="Consolas" panose="020B0609020204030204" pitchFamily="49" charset="0"/>
              <a:ea typeface="+mj-ea"/>
            </a:endParaRPr>
          </a:p>
          <a:p>
            <a:pPr marL="548640" lvl="3" indent="0">
              <a:buNone/>
            </a:pPr>
            <a:r>
              <a:rPr lang="en-US" altLang="zh-TW" sz="2400">
                <a:latin typeface="Consolas" panose="020B0609020204030204" pitchFamily="49" charset="0"/>
                <a:ea typeface="+mj-ea"/>
              </a:rPr>
              <a:t>&lt;c:import </a:t>
            </a:r>
            <a:r>
              <a:rPr lang="en-US" altLang="zh-TW" sz="2400" err="1">
                <a:solidFill>
                  <a:srgbClr val="0070C0"/>
                </a:solidFill>
                <a:latin typeface="Consolas" panose="020B0609020204030204" pitchFamily="49" charset="0"/>
                <a:ea typeface="+mj-ea"/>
              </a:rPr>
              <a:t>url</a:t>
            </a:r>
            <a:r>
              <a:rPr lang="en-US" altLang="zh-TW" sz="2400">
                <a:latin typeface="Consolas" panose="020B0609020204030204" pitchFamily="49" charset="0"/>
                <a:ea typeface="+mj-ea"/>
              </a:rPr>
              <a:t>="</a:t>
            </a:r>
            <a:r>
              <a:rPr lang="en-US" altLang="zh-TW" sz="2400" err="1">
                <a:latin typeface="Consolas" panose="020B0609020204030204" pitchFamily="49" charset="0"/>
                <a:ea typeface="+mj-ea"/>
              </a:rPr>
              <a:t>url</a:t>
            </a:r>
            <a:r>
              <a:rPr lang="en-US" altLang="zh-TW" sz="2400">
                <a:latin typeface="Consolas" panose="020B0609020204030204" pitchFamily="49" charset="0"/>
                <a:ea typeface="+mj-ea"/>
              </a:rPr>
              <a:t>" [</a:t>
            </a:r>
            <a:r>
              <a:rPr lang="en-US" altLang="zh-TW" sz="2400">
                <a:solidFill>
                  <a:srgbClr val="0070C0"/>
                </a:solidFill>
                <a:latin typeface="Consolas" panose="020B0609020204030204" pitchFamily="49" charset="0"/>
                <a:ea typeface="+mj-ea"/>
              </a:rPr>
              <a:t>context</a:t>
            </a:r>
            <a:r>
              <a:rPr lang="en-US" altLang="zh-TW" sz="2400">
                <a:latin typeface="Consolas" panose="020B0609020204030204" pitchFamily="49" charset="0"/>
                <a:ea typeface="+mj-ea"/>
              </a:rPr>
              <a:t>="context"] [</a:t>
            </a:r>
            <a:r>
              <a:rPr lang="en-US" altLang="zh-TW" sz="2400">
                <a:solidFill>
                  <a:srgbClr val="0070C0"/>
                </a:solidFill>
                <a:latin typeface="Consolas" panose="020B0609020204030204" pitchFamily="49" charset="0"/>
                <a:ea typeface="+mj-ea"/>
              </a:rPr>
              <a:t>var</a:t>
            </a:r>
            <a:r>
              <a:rPr lang="en-US" altLang="zh-TW" sz="2400">
                <a:latin typeface="Consolas" panose="020B0609020204030204" pitchFamily="49" charset="0"/>
                <a:ea typeface="+mj-ea"/>
              </a:rPr>
              <a:t>="</a:t>
            </a:r>
            <a:r>
              <a:rPr lang="en-US" altLang="zh-TW" sz="2400" err="1">
                <a:latin typeface="Consolas" panose="020B0609020204030204" pitchFamily="49" charset="0"/>
                <a:ea typeface="+mj-ea"/>
              </a:rPr>
              <a:t>varName</a:t>
            </a:r>
            <a:r>
              <a:rPr lang="en-US" altLang="zh-TW" sz="2400">
                <a:latin typeface="Consolas" panose="020B0609020204030204" pitchFamily="49" charset="0"/>
                <a:ea typeface="+mj-ea"/>
              </a:rPr>
              <a:t>"] [</a:t>
            </a:r>
            <a:r>
              <a:rPr lang="en-US" altLang="zh-TW" sz="2400">
                <a:solidFill>
                  <a:srgbClr val="0070C0"/>
                </a:solidFill>
                <a:latin typeface="Consolas" panose="020B0609020204030204" pitchFamily="49" charset="0"/>
                <a:ea typeface="+mj-ea"/>
              </a:rPr>
              <a:t>scope</a:t>
            </a:r>
            <a:r>
              <a:rPr lang="en-US" altLang="zh-TW" sz="2400">
                <a:latin typeface="Consolas" panose="020B0609020204030204" pitchFamily="49" charset="0"/>
                <a:ea typeface="+mj-ea"/>
              </a:rPr>
              <a:t>="scope"] [</a:t>
            </a:r>
            <a:r>
              <a:rPr lang="en-US" altLang="zh-TW" sz="2400" err="1">
                <a:solidFill>
                  <a:srgbClr val="0070C0"/>
                </a:solidFill>
                <a:latin typeface="Consolas" panose="020B0609020204030204" pitchFamily="49" charset="0"/>
                <a:ea typeface="+mj-ea"/>
              </a:rPr>
              <a:t>charEncoding</a:t>
            </a:r>
            <a:r>
              <a:rPr lang="en-US" altLang="zh-TW" sz="2400">
                <a:latin typeface="Consolas" panose="020B0609020204030204" pitchFamily="49" charset="0"/>
                <a:ea typeface="+mj-ea"/>
              </a:rPr>
              <a:t>="</a:t>
            </a:r>
            <a:r>
              <a:rPr lang="en-US" altLang="zh-TW" sz="2400" err="1">
                <a:latin typeface="Consolas" panose="020B0609020204030204" pitchFamily="49" charset="0"/>
                <a:ea typeface="+mj-ea"/>
              </a:rPr>
              <a:t>charEncoding</a:t>
            </a:r>
            <a:r>
              <a:rPr lang="en-US" altLang="zh-TW" sz="2400">
                <a:latin typeface="Consolas" panose="020B0609020204030204" pitchFamily="49" charset="0"/>
                <a:ea typeface="+mj-ea"/>
              </a:rPr>
              <a:t>"]&gt;</a:t>
            </a:r>
          </a:p>
          <a:p>
            <a:pPr marL="548640" lvl="3" indent="0" algn="just">
              <a:buNone/>
            </a:pPr>
            <a:r>
              <a:rPr lang="en-US" altLang="zh-TW" sz="2400">
                <a:latin typeface="Consolas" panose="020B0609020204030204" pitchFamily="49" charset="0"/>
                <a:ea typeface="+mj-ea"/>
              </a:rPr>
              <a:t>	body</a:t>
            </a:r>
            <a:r>
              <a:rPr lang="zh-TW" altLang="en-US" sz="2400">
                <a:latin typeface="Consolas" panose="020B0609020204030204" pitchFamily="49" charset="0"/>
                <a:ea typeface="+mj-ea"/>
              </a:rPr>
              <a:t>本體</a:t>
            </a:r>
            <a:endParaRPr lang="en-US" altLang="zh-TW" sz="2400">
              <a:latin typeface="Consolas" panose="020B0609020204030204" pitchFamily="49" charset="0"/>
              <a:ea typeface="+mj-ea"/>
            </a:endParaRPr>
          </a:p>
          <a:p>
            <a:pPr marL="548640" lvl="3" indent="0" algn="just">
              <a:buNone/>
            </a:pPr>
            <a:r>
              <a:rPr lang="en-US" altLang="zh-TW" sz="2400">
                <a:latin typeface="Consolas" panose="020B0609020204030204" pitchFamily="49" charset="0"/>
                <a:ea typeface="+mj-ea"/>
              </a:rPr>
              <a:t>&lt;/c:import &gt;</a:t>
            </a:r>
          </a:p>
        </p:txBody>
      </p:sp>
      <p:sp>
        <p:nvSpPr>
          <p:cNvPr id="8" name="文字方塊 7">
            <a:extLst>
              <a:ext uri="{FF2B5EF4-FFF2-40B4-BE49-F238E27FC236}">
                <a16:creationId xmlns:a16="http://schemas.microsoft.com/office/drawing/2014/main" id="{CF3E7FE1-BDDF-4224-97E4-1FA716DA0CF0}"/>
              </a:ext>
            </a:extLst>
          </p:cNvPr>
          <p:cNvSpPr txBox="1"/>
          <p:nvPr/>
        </p:nvSpPr>
        <p:spPr>
          <a:xfrm>
            <a:off x="204968" y="117822"/>
            <a:ext cx="7457073"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zh-TW" sz="3200">
                <a:latin typeface="Consolas" panose="020B0609020204030204" pitchFamily="49" charset="0"/>
                <a:ea typeface="+mj-ea"/>
              </a:rPr>
              <a:t>&lt;c:import&gt; </a:t>
            </a:r>
            <a:r>
              <a:rPr lang="zh-TW" altLang="en-US" sz="3200">
                <a:latin typeface="Consolas" panose="020B0609020204030204" pitchFamily="49" charset="0"/>
                <a:ea typeface="+mj-ea"/>
              </a:rPr>
              <a:t>載入指定</a:t>
            </a:r>
            <a:r>
              <a:rPr lang="en-US" altLang="zh-TW" sz="3200">
                <a:latin typeface="Consolas" panose="020B0609020204030204" pitchFamily="49" charset="0"/>
                <a:ea typeface="+mj-ea"/>
              </a:rPr>
              <a:t>URL</a:t>
            </a:r>
            <a:r>
              <a:rPr lang="zh-TW" altLang="en-US" sz="3200">
                <a:latin typeface="Consolas" panose="020B0609020204030204" pitchFamily="49" charset="0"/>
                <a:ea typeface="+mj-ea"/>
              </a:rPr>
              <a:t>的網頁或文件</a:t>
            </a:r>
          </a:p>
        </p:txBody>
      </p:sp>
      <p:sp>
        <p:nvSpPr>
          <p:cNvPr id="2" name="投影片編號版面配置區 1">
            <a:extLst>
              <a:ext uri="{FF2B5EF4-FFF2-40B4-BE49-F238E27FC236}">
                <a16:creationId xmlns:a16="http://schemas.microsoft.com/office/drawing/2014/main" id="{5C4141C7-AB11-450A-89D6-23A3E54A26CD}"/>
              </a:ext>
            </a:extLst>
          </p:cNvPr>
          <p:cNvSpPr>
            <a:spLocks noGrp="1"/>
          </p:cNvSpPr>
          <p:nvPr>
            <p:ph type="sldNum" sz="quarter" idx="12"/>
          </p:nvPr>
        </p:nvSpPr>
        <p:spPr/>
        <p:txBody>
          <a:bodyPr/>
          <a:lstStyle/>
          <a:p>
            <a:fld id="{B521127C-0C56-461F-B517-0D483F216F7D}" type="slidenum">
              <a:rPr lang="zh-TW" altLang="en-US" smtClean="0">
                <a:latin typeface="Consolas" panose="020B0609020204030204" pitchFamily="49" charset="0"/>
              </a:rPr>
              <a:t>112</a:t>
            </a:fld>
            <a:endParaRPr lang="zh-TW" altLang="en-US">
              <a:latin typeface="Consolas" panose="020B0609020204030204" pitchFamily="49"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2425019431"/>
              </p:ext>
            </p:extLst>
          </p:nvPr>
        </p:nvGraphicFramePr>
        <p:xfrm>
          <a:off x="362419" y="2786743"/>
          <a:ext cx="10795319" cy="3840480"/>
        </p:xfrm>
        <a:graphic>
          <a:graphicData uri="http://schemas.openxmlformats.org/drawingml/2006/table">
            <a:tbl>
              <a:tblPr firstRow="1" bandRow="1">
                <a:tableStyleId>{5C22544A-7EE6-4342-B048-85BDC9FD1C3A}</a:tableStyleId>
              </a:tblPr>
              <a:tblGrid>
                <a:gridCol w="2338279">
                  <a:extLst>
                    <a:ext uri="{9D8B030D-6E8A-4147-A177-3AD203B41FA5}">
                      <a16:colId xmlns:a16="http://schemas.microsoft.com/office/drawing/2014/main" val="2204558664"/>
                    </a:ext>
                  </a:extLst>
                </a:gridCol>
                <a:gridCol w="8457040">
                  <a:extLst>
                    <a:ext uri="{9D8B030D-6E8A-4147-A177-3AD203B41FA5}">
                      <a16:colId xmlns:a16="http://schemas.microsoft.com/office/drawing/2014/main" val="3471793541"/>
                    </a:ext>
                  </a:extLst>
                </a:gridCol>
              </a:tblGrid>
              <a:tr h="218083">
                <a:tc>
                  <a:txBody>
                    <a:bodyPr/>
                    <a:lstStyle/>
                    <a:p>
                      <a:pPr algn="ctr"/>
                      <a:r>
                        <a:rPr lang="zh-TW" altLang="en-US" sz="2400" b="0">
                          <a:latin typeface="Consolas" panose="020B0609020204030204" pitchFamily="49" charset="0"/>
                          <a:ea typeface="+mj-ea"/>
                        </a:rPr>
                        <a:t>屬性</a:t>
                      </a:r>
                    </a:p>
                  </a:txBody>
                  <a:tcPr anchor="ctr"/>
                </a:tc>
                <a:tc>
                  <a:txBody>
                    <a:bodyPr/>
                    <a:lstStyle/>
                    <a:p>
                      <a:pPr algn="ctr"/>
                      <a:r>
                        <a:rPr lang="zh-TW" altLang="en-US" sz="2400" b="0">
                          <a:latin typeface="Consolas" panose="020B0609020204030204" pitchFamily="49" charset="0"/>
                          <a:ea typeface="+mj-ea"/>
                        </a:rPr>
                        <a:t>說明</a:t>
                      </a:r>
                    </a:p>
                  </a:txBody>
                  <a:tcPr anchor="ctr"/>
                </a:tc>
                <a:extLst>
                  <a:ext uri="{0D108BD9-81ED-4DB2-BD59-A6C34878D82A}">
                    <a16:rowId xmlns:a16="http://schemas.microsoft.com/office/drawing/2014/main" val="1422715895"/>
                  </a:ext>
                </a:extLst>
              </a:tr>
              <a:tr h="708446">
                <a:tc>
                  <a:txBody>
                    <a:bodyPr/>
                    <a:lstStyle/>
                    <a:p>
                      <a:pPr algn="ctr"/>
                      <a:r>
                        <a:rPr lang="en-US" altLang="zh-TW" sz="2400" b="0">
                          <a:latin typeface="Consolas" panose="020B0609020204030204" pitchFamily="49" charset="0"/>
                          <a:ea typeface="+mj-ea"/>
                        </a:rPr>
                        <a:t>url</a:t>
                      </a:r>
                      <a:endParaRPr lang="zh-TW" altLang="en-US" sz="24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a:latin typeface="Consolas" panose="020B0609020204030204" pitchFamily="49" charset="0"/>
                          <a:ea typeface="+mj-ea"/>
                        </a:rPr>
                        <a:t>載入目標的</a:t>
                      </a:r>
                      <a:r>
                        <a:rPr lang="en-US" altLang="zh-TW" sz="2400" b="0">
                          <a:latin typeface="Consolas" panose="020B0609020204030204" pitchFamily="49" charset="0"/>
                          <a:ea typeface="+mj-ea"/>
                        </a:rPr>
                        <a:t>URL</a:t>
                      </a:r>
                      <a:r>
                        <a:rPr lang="zh-TW" altLang="en-US" sz="2400" b="0">
                          <a:latin typeface="Consolas" panose="020B0609020204030204" pitchFamily="49" charset="0"/>
                          <a:ea typeface="+mj-ea"/>
                        </a:rPr>
                        <a:t>，可為網頁或文件</a:t>
                      </a:r>
                      <a:endParaRPr lang="en-US" altLang="zh-TW" sz="2400" b="0">
                        <a:latin typeface="Consolas" panose="020B0609020204030204" pitchFamily="49" charset="0"/>
                        <a:ea typeface="+mj-ea"/>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a:latin typeface="Consolas" panose="020B0609020204030204" pitchFamily="49" charset="0"/>
                          <a:ea typeface="+mj-ea"/>
                        </a:rPr>
                        <a:t>與</a:t>
                      </a:r>
                      <a:r>
                        <a:rPr lang="en-US" altLang="zh-TW" sz="2400" b="0">
                          <a:latin typeface="Consolas" panose="020B0609020204030204" pitchFamily="49" charset="0"/>
                          <a:ea typeface="+mj-ea"/>
                        </a:rPr>
                        <a:t>&lt;jsp:include&gt;</a:t>
                      </a:r>
                      <a:r>
                        <a:rPr lang="zh-TW" altLang="en-US" sz="2400" b="0">
                          <a:latin typeface="Consolas" panose="020B0609020204030204" pitchFamily="49" charset="0"/>
                          <a:ea typeface="+mj-ea"/>
                        </a:rPr>
                        <a:t>類似，但可載入外部資源</a:t>
                      </a:r>
                    </a:p>
                  </a:txBody>
                  <a:tcPr anchor="ctr"/>
                </a:tc>
                <a:extLst>
                  <a:ext uri="{0D108BD9-81ED-4DB2-BD59-A6C34878D82A}">
                    <a16:rowId xmlns:a16="http://schemas.microsoft.com/office/drawing/2014/main" val="2604820325"/>
                  </a:ext>
                </a:extLst>
              </a:tr>
              <a:tr h="435466">
                <a:tc>
                  <a:txBody>
                    <a:bodyPr/>
                    <a:lstStyle/>
                    <a:p>
                      <a:pPr algn="ctr"/>
                      <a:r>
                        <a:rPr lang="en-US" altLang="zh-TW" sz="2400" b="0" kern="1200">
                          <a:solidFill>
                            <a:schemeClr val="dk1"/>
                          </a:solidFill>
                          <a:latin typeface="Consolas" panose="020B0609020204030204" pitchFamily="49" charset="0"/>
                          <a:ea typeface="+mj-ea"/>
                          <a:cs typeface="+mn-cs"/>
                        </a:rPr>
                        <a:t>context</a:t>
                      </a:r>
                      <a:endParaRPr lang="zh-TW" altLang="en-US" sz="24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kern="1200">
                          <a:solidFill>
                            <a:schemeClr val="dk1"/>
                          </a:solidFill>
                          <a:latin typeface="Consolas" panose="020B0609020204030204" pitchFamily="49" charset="0"/>
                          <a:ea typeface="+mj-ea"/>
                          <a:cs typeface="+mn-cs"/>
                        </a:rPr>
                        <a:t>相同</a:t>
                      </a:r>
                      <a:r>
                        <a:rPr lang="en-US" altLang="zh-TW" sz="2400" b="0" kern="1200">
                          <a:solidFill>
                            <a:schemeClr val="dk1"/>
                          </a:solidFill>
                          <a:latin typeface="Consolas" panose="020B0609020204030204" pitchFamily="49" charset="0"/>
                          <a:ea typeface="+mj-ea"/>
                          <a:cs typeface="+mn-cs"/>
                        </a:rPr>
                        <a:t>container</a:t>
                      </a:r>
                      <a:r>
                        <a:rPr lang="zh-TW" altLang="en-US" sz="2400" b="0" kern="1200">
                          <a:solidFill>
                            <a:schemeClr val="dk1"/>
                          </a:solidFill>
                          <a:latin typeface="Consolas" panose="020B0609020204030204" pitchFamily="49" charset="0"/>
                          <a:ea typeface="+mj-ea"/>
                          <a:cs typeface="+mn-cs"/>
                        </a:rPr>
                        <a:t>的其他</a:t>
                      </a:r>
                      <a:r>
                        <a:rPr lang="en-US" altLang="zh-TW" sz="2400" b="0" kern="1200">
                          <a:solidFill>
                            <a:schemeClr val="dk1"/>
                          </a:solidFill>
                          <a:latin typeface="Consolas" panose="020B0609020204030204" pitchFamily="49" charset="0"/>
                          <a:ea typeface="+mj-ea"/>
                          <a:cs typeface="+mn-cs"/>
                        </a:rPr>
                        <a:t>context(</a:t>
                      </a:r>
                      <a:r>
                        <a:rPr lang="zh-TW" altLang="en-US" sz="2400" b="0" kern="1200">
                          <a:solidFill>
                            <a:schemeClr val="dk1"/>
                          </a:solidFill>
                          <a:latin typeface="Consolas" panose="020B0609020204030204" pitchFamily="49" charset="0"/>
                          <a:ea typeface="+mj-ea"/>
                          <a:cs typeface="+mn-cs"/>
                        </a:rPr>
                        <a:t>同</a:t>
                      </a:r>
                      <a:r>
                        <a:rPr lang="en-US" altLang="zh-TW" sz="2400" b="0" kern="1200">
                          <a:solidFill>
                            <a:schemeClr val="dk1"/>
                          </a:solidFill>
                          <a:latin typeface="Consolas" panose="020B0609020204030204" pitchFamily="49" charset="0"/>
                          <a:ea typeface="+mj-ea"/>
                          <a:cs typeface="+mn-cs"/>
                        </a:rPr>
                        <a:t>Server</a:t>
                      </a:r>
                      <a:r>
                        <a:rPr lang="zh-TW" altLang="en-US" sz="2400" b="0" kern="1200">
                          <a:solidFill>
                            <a:schemeClr val="dk1"/>
                          </a:solidFill>
                          <a:latin typeface="Consolas" panose="020B0609020204030204" pitchFamily="49" charset="0"/>
                          <a:ea typeface="+mj-ea"/>
                          <a:cs typeface="+mn-cs"/>
                        </a:rPr>
                        <a:t>中的不同專案</a:t>
                      </a:r>
                      <a:r>
                        <a:rPr lang="en-US" altLang="zh-TW" sz="2400" b="0" kern="1200">
                          <a:solidFill>
                            <a:schemeClr val="dk1"/>
                          </a:solidFill>
                          <a:latin typeface="Consolas" panose="020B0609020204030204" pitchFamily="49" charset="0"/>
                          <a:ea typeface="+mj-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kern="1200">
                          <a:solidFill>
                            <a:schemeClr val="dk1"/>
                          </a:solidFill>
                          <a:latin typeface="Consolas" panose="020B0609020204030204" pitchFamily="49" charset="0"/>
                          <a:ea typeface="+mj-ea"/>
                          <a:cs typeface="+mn-cs"/>
                        </a:rPr>
                        <a:t>必須以</a:t>
                      </a:r>
                      <a:r>
                        <a:rPr lang="en-US" altLang="zh-TW" sz="2400" b="0" kern="1200">
                          <a:solidFill>
                            <a:schemeClr val="dk1"/>
                          </a:solidFill>
                          <a:latin typeface="Consolas" panose="020B0609020204030204" pitchFamily="49" charset="0"/>
                          <a:ea typeface="+mj-ea"/>
                          <a:cs typeface="+mn-cs"/>
                        </a:rPr>
                        <a:t>/</a:t>
                      </a:r>
                      <a:r>
                        <a:rPr lang="zh-TW" altLang="en-US" sz="2400" b="0" kern="1200">
                          <a:solidFill>
                            <a:schemeClr val="dk1"/>
                          </a:solidFill>
                          <a:latin typeface="Consolas" panose="020B0609020204030204" pitchFamily="49" charset="0"/>
                          <a:ea typeface="+mj-ea"/>
                          <a:cs typeface="+mn-cs"/>
                        </a:rPr>
                        <a:t>開頭</a:t>
                      </a:r>
                      <a:endParaRPr lang="en-US" altLang="zh-TW" sz="2400" b="0" kern="1200">
                        <a:solidFill>
                          <a:schemeClr val="dk1"/>
                        </a:solidFill>
                        <a:latin typeface="Consolas" panose="020B0609020204030204" pitchFamily="49" charset="0"/>
                        <a:ea typeface="+mj-ea"/>
                        <a:cs typeface="+mn-cs"/>
                      </a:endParaRPr>
                    </a:p>
                  </a:txBody>
                  <a:tcPr anchor="ctr"/>
                </a:tc>
                <a:extLst>
                  <a:ext uri="{0D108BD9-81ED-4DB2-BD59-A6C34878D82A}">
                    <a16:rowId xmlns:a16="http://schemas.microsoft.com/office/drawing/2014/main" val="4163110675"/>
                  </a:ext>
                </a:extLst>
              </a:tr>
              <a:tr h="435466">
                <a:tc>
                  <a:txBody>
                    <a:bodyPr/>
                    <a:lstStyle/>
                    <a:p>
                      <a:pPr algn="ctr"/>
                      <a:r>
                        <a:rPr lang="en-US" altLang="zh-TW" sz="2400" b="0">
                          <a:latin typeface="Consolas" panose="020B0609020204030204" pitchFamily="49" charset="0"/>
                          <a:ea typeface="+mj-ea"/>
                        </a:rPr>
                        <a:t>var</a:t>
                      </a:r>
                      <a:endParaRPr lang="zh-TW" altLang="en-US" sz="24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a:latin typeface="Consolas" panose="020B0609020204030204" pitchFamily="49" charset="0"/>
                          <a:ea typeface="+mj-ea"/>
                        </a:rPr>
                        <a:t>載入的網址或文件的內容，存入變數</a:t>
                      </a:r>
                    </a:p>
                  </a:txBody>
                  <a:tcPr anchor="ctr"/>
                </a:tc>
                <a:extLst>
                  <a:ext uri="{0D108BD9-81ED-4DB2-BD59-A6C34878D82A}">
                    <a16:rowId xmlns:a16="http://schemas.microsoft.com/office/drawing/2014/main" val="2403274220"/>
                  </a:ext>
                </a:extLst>
              </a:tr>
              <a:tr h="467084">
                <a:tc>
                  <a:txBody>
                    <a:bodyPr/>
                    <a:lstStyle/>
                    <a:p>
                      <a:pPr algn="ctr"/>
                      <a:r>
                        <a:rPr lang="en-US" altLang="zh-TW" sz="2400" b="0" kern="1200">
                          <a:solidFill>
                            <a:schemeClr val="dk1"/>
                          </a:solidFill>
                          <a:latin typeface="Consolas" panose="020B0609020204030204" pitchFamily="49" charset="0"/>
                          <a:ea typeface="+mj-ea"/>
                          <a:cs typeface="+mn-cs"/>
                        </a:rPr>
                        <a:t>scope</a:t>
                      </a:r>
                      <a:endParaRPr lang="zh-TW" altLang="en-US" sz="24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kern="1200">
                          <a:solidFill>
                            <a:schemeClr val="dk1"/>
                          </a:solidFill>
                          <a:latin typeface="Consolas" panose="020B0609020204030204" pitchFamily="49" charset="0"/>
                          <a:ea typeface="+mj-ea"/>
                          <a:cs typeface="+mn-cs"/>
                        </a:rPr>
                        <a:t>可存取</a:t>
                      </a:r>
                      <a:r>
                        <a:rPr lang="en-US" altLang="zh-TW" sz="2400" b="0" kern="1200">
                          <a:solidFill>
                            <a:schemeClr val="dk1"/>
                          </a:solidFill>
                          <a:latin typeface="Consolas" panose="020B0609020204030204" pitchFamily="49" charset="0"/>
                          <a:ea typeface="+mj-ea"/>
                          <a:cs typeface="+mn-cs"/>
                        </a:rPr>
                        <a:t>var</a:t>
                      </a:r>
                      <a:r>
                        <a:rPr lang="zh-TW" altLang="en-US" sz="2400" b="0" kern="1200">
                          <a:solidFill>
                            <a:schemeClr val="dk1"/>
                          </a:solidFill>
                          <a:latin typeface="Consolas" panose="020B0609020204030204" pitchFamily="49" charset="0"/>
                          <a:ea typeface="+mj-ea"/>
                          <a:cs typeface="+mn-cs"/>
                        </a:rPr>
                        <a:t>變數的範圍</a:t>
                      </a:r>
                      <a:endParaRPr lang="en-US" altLang="zh-TW" sz="2400" b="0" kern="1200">
                        <a:solidFill>
                          <a:schemeClr val="dk1"/>
                        </a:solidFill>
                        <a:latin typeface="Consolas" panose="020B0609020204030204" pitchFamily="49" charset="0"/>
                        <a:ea typeface="+mj-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b="0" kern="1200">
                          <a:solidFill>
                            <a:schemeClr val="dk1"/>
                          </a:solidFill>
                          <a:latin typeface="Consolas" panose="020B0609020204030204" pitchFamily="49" charset="0"/>
                          <a:ea typeface="+mj-ea"/>
                          <a:cs typeface="+mn-cs"/>
                        </a:rPr>
                        <a:t>page(</a:t>
                      </a:r>
                      <a:r>
                        <a:rPr lang="zh-TW" altLang="en-US" sz="2400" b="0" kern="1200">
                          <a:solidFill>
                            <a:schemeClr val="dk1"/>
                          </a:solidFill>
                          <a:latin typeface="Consolas" panose="020B0609020204030204" pitchFamily="49" charset="0"/>
                          <a:ea typeface="+mj-ea"/>
                          <a:cs typeface="+mn-cs"/>
                        </a:rPr>
                        <a:t>預設</a:t>
                      </a:r>
                      <a:r>
                        <a:rPr lang="en-US" altLang="zh-TW" sz="2400" b="0" kern="1200">
                          <a:solidFill>
                            <a:schemeClr val="dk1"/>
                          </a:solidFill>
                          <a:latin typeface="Consolas" panose="020B0609020204030204" pitchFamily="49" charset="0"/>
                          <a:ea typeface="+mj-ea"/>
                          <a:cs typeface="+mn-cs"/>
                        </a:rPr>
                        <a:t>)|request|session|application</a:t>
                      </a:r>
                    </a:p>
                  </a:txBody>
                  <a:tcPr anchor="ctr"/>
                </a:tc>
                <a:extLst>
                  <a:ext uri="{0D108BD9-81ED-4DB2-BD59-A6C34878D82A}">
                    <a16:rowId xmlns:a16="http://schemas.microsoft.com/office/drawing/2014/main" val="1406666546"/>
                  </a:ext>
                </a:extLst>
              </a:tr>
              <a:tr h="435466">
                <a:tc>
                  <a:txBody>
                    <a:bodyPr/>
                    <a:lstStyle/>
                    <a:p>
                      <a:pPr algn="ctr"/>
                      <a:r>
                        <a:rPr lang="en-US" altLang="zh-TW" sz="2400" b="0" kern="1200">
                          <a:solidFill>
                            <a:schemeClr val="dk1"/>
                          </a:solidFill>
                          <a:latin typeface="Consolas" panose="020B0609020204030204" pitchFamily="49" charset="0"/>
                          <a:ea typeface="+mj-ea"/>
                          <a:cs typeface="+mn-cs"/>
                        </a:rPr>
                        <a:t>charEncoding</a:t>
                      </a:r>
                      <a:endParaRPr lang="zh-TW" altLang="en-US" sz="24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kern="1200">
                          <a:solidFill>
                            <a:schemeClr val="dk1"/>
                          </a:solidFill>
                          <a:latin typeface="Consolas" panose="020B0609020204030204" pitchFamily="49" charset="0"/>
                          <a:ea typeface="+mj-ea"/>
                          <a:cs typeface="+mn-cs"/>
                        </a:rPr>
                        <a:t>設定被載入的網址或文件的字元編碼</a:t>
                      </a:r>
                    </a:p>
                  </a:txBody>
                  <a:tcPr anchor="ctr"/>
                </a:tc>
                <a:extLst>
                  <a:ext uri="{0D108BD9-81ED-4DB2-BD59-A6C34878D82A}">
                    <a16:rowId xmlns:a16="http://schemas.microsoft.com/office/drawing/2014/main" val="4254800973"/>
                  </a:ext>
                </a:extLst>
              </a:tr>
            </a:tbl>
          </a:graphicData>
        </a:graphic>
      </p:graphicFrame>
    </p:spTree>
    <p:extLst>
      <p:ext uri="{BB962C8B-B14F-4D97-AF65-F5344CB8AC3E}">
        <p14:creationId xmlns:p14="http://schemas.microsoft.com/office/powerpoint/2010/main" val="169305339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204967" y="1109547"/>
            <a:ext cx="11846617" cy="1667993"/>
          </a:xfrm>
        </p:spPr>
        <p:txBody>
          <a:bodyPr>
            <a:normAutofit/>
          </a:bodyPr>
          <a:lstStyle/>
          <a:p>
            <a:pPr marL="342900" lvl="1" indent="-342900" algn="just"/>
            <a:r>
              <a:rPr lang="zh-TW" altLang="en-US" sz="2400">
                <a:latin typeface="Consolas" panose="020B0609020204030204" pitchFamily="49" charset="0"/>
                <a:ea typeface="+mj-ea"/>
              </a:rPr>
              <a:t>語法</a:t>
            </a:r>
            <a:endParaRPr lang="en-US" altLang="zh-TW" sz="2400">
              <a:latin typeface="Consolas" panose="020B0609020204030204" pitchFamily="49" charset="0"/>
              <a:ea typeface="+mj-ea"/>
            </a:endParaRPr>
          </a:p>
          <a:p>
            <a:pPr marL="548640" lvl="3" indent="0">
              <a:buNone/>
            </a:pPr>
            <a:r>
              <a:rPr lang="en-US" altLang="zh-TW" sz="2400">
                <a:latin typeface="Consolas" panose="020B0609020204030204" pitchFamily="49" charset="0"/>
                <a:ea typeface="+mj-ea"/>
              </a:rPr>
              <a:t>&lt;c:redirect </a:t>
            </a:r>
            <a:r>
              <a:rPr lang="en-US" altLang="zh-TW" sz="2400" err="1">
                <a:solidFill>
                  <a:srgbClr val="0070C0"/>
                </a:solidFill>
                <a:latin typeface="Consolas" panose="020B0609020204030204" pitchFamily="49" charset="0"/>
                <a:ea typeface="+mj-ea"/>
              </a:rPr>
              <a:t>url</a:t>
            </a:r>
            <a:r>
              <a:rPr lang="en-US" altLang="zh-TW" sz="2400">
                <a:latin typeface="Consolas" panose="020B0609020204030204" pitchFamily="49" charset="0"/>
                <a:ea typeface="+mj-ea"/>
              </a:rPr>
              <a:t>="</a:t>
            </a:r>
            <a:r>
              <a:rPr lang="en-US" altLang="zh-TW" sz="2400" err="1">
                <a:latin typeface="Consolas" panose="020B0609020204030204" pitchFamily="49" charset="0"/>
                <a:ea typeface="+mj-ea"/>
              </a:rPr>
              <a:t>url</a:t>
            </a:r>
            <a:r>
              <a:rPr lang="en-US" altLang="zh-TW" sz="2400">
                <a:latin typeface="Consolas" panose="020B0609020204030204" pitchFamily="49" charset="0"/>
                <a:ea typeface="+mj-ea"/>
              </a:rPr>
              <a:t>" [</a:t>
            </a:r>
            <a:r>
              <a:rPr lang="en-US" altLang="zh-TW" sz="2400">
                <a:solidFill>
                  <a:srgbClr val="0070C0"/>
                </a:solidFill>
                <a:latin typeface="Consolas" panose="020B0609020204030204" pitchFamily="49" charset="0"/>
                <a:ea typeface="+mj-ea"/>
              </a:rPr>
              <a:t>context</a:t>
            </a:r>
            <a:r>
              <a:rPr lang="en-US" altLang="zh-TW" sz="2400">
                <a:latin typeface="Consolas" panose="020B0609020204030204" pitchFamily="49" charset="0"/>
                <a:ea typeface="+mj-ea"/>
              </a:rPr>
              <a:t>="context"]&gt;</a:t>
            </a:r>
          </a:p>
          <a:p>
            <a:pPr marL="548640" lvl="3" indent="0" algn="just">
              <a:buNone/>
            </a:pPr>
            <a:r>
              <a:rPr lang="en-US" altLang="zh-TW" sz="2400">
                <a:latin typeface="Consolas" panose="020B0609020204030204" pitchFamily="49" charset="0"/>
                <a:ea typeface="+mj-ea"/>
              </a:rPr>
              <a:t>	(</a:t>
            </a:r>
            <a:r>
              <a:rPr lang="zh-TW" altLang="en-US" sz="2400">
                <a:latin typeface="Consolas" panose="020B0609020204030204" pitchFamily="49" charset="0"/>
                <a:ea typeface="+mj-ea"/>
              </a:rPr>
              <a:t>參數傳遞</a:t>
            </a:r>
            <a:r>
              <a:rPr lang="en-US" altLang="zh-TW" sz="2400">
                <a:latin typeface="Consolas" panose="020B0609020204030204" pitchFamily="49" charset="0"/>
                <a:ea typeface="+mj-ea"/>
              </a:rPr>
              <a:t>)&lt;c:param name="name" value="value"/&gt;</a:t>
            </a:r>
          </a:p>
          <a:p>
            <a:pPr marL="548640" lvl="3" indent="0" algn="just">
              <a:buNone/>
            </a:pPr>
            <a:r>
              <a:rPr lang="en-US" altLang="zh-TW" sz="2400">
                <a:latin typeface="Consolas" panose="020B0609020204030204" pitchFamily="49" charset="0"/>
                <a:ea typeface="+mj-ea"/>
              </a:rPr>
              <a:t>&lt;/c:redirect &gt;</a:t>
            </a:r>
          </a:p>
          <a:p>
            <a:pPr marL="342900" lvl="1" indent="-342900" algn="just"/>
            <a:endParaRPr lang="en-US" altLang="zh-TW" sz="2400">
              <a:latin typeface="Consolas" panose="020B0609020204030204" pitchFamily="49" charset="0"/>
              <a:ea typeface="+mj-ea"/>
            </a:endParaRPr>
          </a:p>
        </p:txBody>
      </p:sp>
      <p:sp>
        <p:nvSpPr>
          <p:cNvPr id="8" name="文字方塊 7">
            <a:extLst>
              <a:ext uri="{FF2B5EF4-FFF2-40B4-BE49-F238E27FC236}">
                <a16:creationId xmlns:a16="http://schemas.microsoft.com/office/drawing/2014/main" id="{CF3E7FE1-BDDF-4224-97E4-1FA716DA0CF0}"/>
              </a:ext>
            </a:extLst>
          </p:cNvPr>
          <p:cNvSpPr txBox="1"/>
          <p:nvPr/>
        </p:nvSpPr>
        <p:spPr>
          <a:xfrm>
            <a:off x="204968" y="117822"/>
            <a:ext cx="7940550"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zh-TW" sz="3200">
                <a:latin typeface="Consolas" panose="020B0609020204030204" pitchFamily="49" charset="0"/>
                <a:ea typeface="+mj-ea"/>
              </a:rPr>
              <a:t>&lt;c:redirect&gt; </a:t>
            </a:r>
            <a:r>
              <a:rPr lang="zh-TW" altLang="en-US" sz="3200">
                <a:latin typeface="Consolas" panose="020B0609020204030204" pitchFamily="49" charset="0"/>
                <a:ea typeface="+mj-ea"/>
              </a:rPr>
              <a:t>將目前頁面導向指定的</a:t>
            </a:r>
            <a:r>
              <a:rPr lang="en-US" altLang="zh-TW" sz="3200">
                <a:latin typeface="Consolas" panose="020B0609020204030204" pitchFamily="49" charset="0"/>
                <a:ea typeface="+mj-ea"/>
              </a:rPr>
              <a:t>URL</a:t>
            </a:r>
            <a:endParaRPr lang="zh-TW" altLang="en-US" sz="3200">
              <a:latin typeface="Consolas" panose="020B0609020204030204" pitchFamily="49" charset="0"/>
              <a:ea typeface="+mj-ea"/>
            </a:endParaRPr>
          </a:p>
        </p:txBody>
      </p:sp>
      <p:sp>
        <p:nvSpPr>
          <p:cNvPr id="2" name="投影片編號版面配置區 1">
            <a:extLst>
              <a:ext uri="{FF2B5EF4-FFF2-40B4-BE49-F238E27FC236}">
                <a16:creationId xmlns:a16="http://schemas.microsoft.com/office/drawing/2014/main" id="{ED5255F3-65E6-4DEE-B6A2-460797A6ED2C}"/>
              </a:ext>
            </a:extLst>
          </p:cNvPr>
          <p:cNvSpPr>
            <a:spLocks noGrp="1"/>
          </p:cNvSpPr>
          <p:nvPr>
            <p:ph type="sldNum" sz="quarter" idx="12"/>
          </p:nvPr>
        </p:nvSpPr>
        <p:spPr/>
        <p:txBody>
          <a:bodyPr/>
          <a:lstStyle/>
          <a:p>
            <a:fld id="{B521127C-0C56-461F-B517-0D483F216F7D}" type="slidenum">
              <a:rPr lang="zh-TW" altLang="en-US" smtClean="0">
                <a:latin typeface="Consolas" panose="020B0609020204030204" pitchFamily="49" charset="0"/>
              </a:rPr>
              <a:t>113</a:t>
            </a:fld>
            <a:endParaRPr lang="zh-TW" altLang="en-US">
              <a:latin typeface="Consolas" panose="020B0609020204030204" pitchFamily="49"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2237986528"/>
              </p:ext>
            </p:extLst>
          </p:nvPr>
        </p:nvGraphicFramePr>
        <p:xfrm>
          <a:off x="515809" y="3184490"/>
          <a:ext cx="10795319" cy="2457817"/>
        </p:xfrm>
        <a:graphic>
          <a:graphicData uri="http://schemas.openxmlformats.org/drawingml/2006/table">
            <a:tbl>
              <a:tblPr firstRow="1" bandRow="1">
                <a:tableStyleId>{5C22544A-7EE6-4342-B048-85BDC9FD1C3A}</a:tableStyleId>
              </a:tblPr>
              <a:tblGrid>
                <a:gridCol w="2338279">
                  <a:extLst>
                    <a:ext uri="{9D8B030D-6E8A-4147-A177-3AD203B41FA5}">
                      <a16:colId xmlns:a16="http://schemas.microsoft.com/office/drawing/2014/main" val="2204558664"/>
                    </a:ext>
                  </a:extLst>
                </a:gridCol>
                <a:gridCol w="8457040">
                  <a:extLst>
                    <a:ext uri="{9D8B030D-6E8A-4147-A177-3AD203B41FA5}">
                      <a16:colId xmlns:a16="http://schemas.microsoft.com/office/drawing/2014/main" val="3471793541"/>
                    </a:ext>
                  </a:extLst>
                </a:gridCol>
              </a:tblGrid>
              <a:tr h="469211">
                <a:tc>
                  <a:txBody>
                    <a:bodyPr/>
                    <a:lstStyle/>
                    <a:p>
                      <a:pPr algn="ctr"/>
                      <a:r>
                        <a:rPr lang="zh-TW" altLang="en-US" sz="2400" b="0">
                          <a:latin typeface="Consolas" panose="020B0609020204030204" pitchFamily="49" charset="0"/>
                          <a:ea typeface="+mj-ea"/>
                        </a:rPr>
                        <a:t>屬性</a:t>
                      </a:r>
                    </a:p>
                  </a:txBody>
                  <a:tcPr anchor="ctr"/>
                </a:tc>
                <a:tc>
                  <a:txBody>
                    <a:bodyPr/>
                    <a:lstStyle/>
                    <a:p>
                      <a:pPr algn="ctr"/>
                      <a:r>
                        <a:rPr lang="zh-TW" altLang="en-US" sz="2400" b="0">
                          <a:latin typeface="Consolas" panose="020B0609020204030204" pitchFamily="49" charset="0"/>
                          <a:ea typeface="+mj-ea"/>
                        </a:rPr>
                        <a:t>說明</a:t>
                      </a:r>
                    </a:p>
                  </a:txBody>
                  <a:tcPr anchor="ctr"/>
                </a:tc>
                <a:extLst>
                  <a:ext uri="{0D108BD9-81ED-4DB2-BD59-A6C34878D82A}">
                    <a16:rowId xmlns:a16="http://schemas.microsoft.com/office/drawing/2014/main" val="1422715895"/>
                  </a:ext>
                </a:extLst>
              </a:tr>
              <a:tr h="708446">
                <a:tc>
                  <a:txBody>
                    <a:bodyPr/>
                    <a:lstStyle/>
                    <a:p>
                      <a:pPr algn="ctr"/>
                      <a:r>
                        <a:rPr lang="en-US" altLang="zh-TW" sz="2400" b="0">
                          <a:latin typeface="Consolas" panose="020B0609020204030204" pitchFamily="49" charset="0"/>
                          <a:ea typeface="+mj-ea"/>
                        </a:rPr>
                        <a:t>url</a:t>
                      </a:r>
                      <a:endParaRPr lang="zh-TW" altLang="en-US" sz="24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a:latin typeface="Consolas" panose="020B0609020204030204" pitchFamily="49" charset="0"/>
                          <a:ea typeface="+mj-ea"/>
                        </a:rPr>
                        <a:t>導向的目標網址</a:t>
                      </a:r>
                    </a:p>
                  </a:txBody>
                  <a:tcPr anchor="ctr"/>
                </a:tc>
                <a:extLst>
                  <a:ext uri="{0D108BD9-81ED-4DB2-BD59-A6C34878D82A}">
                    <a16:rowId xmlns:a16="http://schemas.microsoft.com/office/drawing/2014/main" val="2604820325"/>
                  </a:ext>
                </a:extLst>
              </a:tr>
              <a:tr h="435466">
                <a:tc>
                  <a:txBody>
                    <a:bodyPr/>
                    <a:lstStyle/>
                    <a:p>
                      <a:pPr algn="ctr"/>
                      <a:r>
                        <a:rPr lang="en-US" altLang="zh-TW" sz="2400" b="0" kern="1200">
                          <a:solidFill>
                            <a:schemeClr val="dk1"/>
                          </a:solidFill>
                          <a:latin typeface="Consolas" panose="020B0609020204030204" pitchFamily="49" charset="0"/>
                          <a:ea typeface="+mj-ea"/>
                          <a:cs typeface="+mn-cs"/>
                        </a:rPr>
                        <a:t>context</a:t>
                      </a:r>
                      <a:endParaRPr lang="zh-TW" altLang="en-US" sz="24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kern="1200">
                          <a:solidFill>
                            <a:schemeClr val="dk1"/>
                          </a:solidFill>
                          <a:latin typeface="Consolas" panose="020B0609020204030204" pitchFamily="49" charset="0"/>
                          <a:ea typeface="+mj-ea"/>
                          <a:cs typeface="+mn-cs"/>
                        </a:rPr>
                        <a:t>相同</a:t>
                      </a:r>
                      <a:r>
                        <a:rPr lang="en-US" altLang="zh-TW" sz="2400" b="0" kern="1200">
                          <a:solidFill>
                            <a:schemeClr val="dk1"/>
                          </a:solidFill>
                          <a:latin typeface="Consolas" panose="020B0609020204030204" pitchFamily="49" charset="0"/>
                          <a:ea typeface="+mj-ea"/>
                          <a:cs typeface="+mn-cs"/>
                        </a:rPr>
                        <a:t>container</a:t>
                      </a:r>
                      <a:r>
                        <a:rPr lang="zh-TW" altLang="en-US" sz="2400" b="0" kern="1200">
                          <a:solidFill>
                            <a:schemeClr val="dk1"/>
                          </a:solidFill>
                          <a:latin typeface="Consolas" panose="020B0609020204030204" pitchFamily="49" charset="0"/>
                          <a:ea typeface="+mj-ea"/>
                          <a:cs typeface="+mn-cs"/>
                        </a:rPr>
                        <a:t>的其他</a:t>
                      </a:r>
                      <a:r>
                        <a:rPr lang="en-US" altLang="zh-TW" sz="2400" b="0" kern="1200">
                          <a:solidFill>
                            <a:schemeClr val="dk1"/>
                          </a:solidFill>
                          <a:latin typeface="Consolas" panose="020B0609020204030204" pitchFamily="49" charset="0"/>
                          <a:ea typeface="+mj-ea"/>
                          <a:cs typeface="+mn-cs"/>
                        </a:rPr>
                        <a:t>context(</a:t>
                      </a:r>
                      <a:r>
                        <a:rPr lang="zh-TW" altLang="en-US" sz="2400" b="0" kern="1200">
                          <a:solidFill>
                            <a:schemeClr val="dk1"/>
                          </a:solidFill>
                          <a:latin typeface="Consolas" panose="020B0609020204030204" pitchFamily="49" charset="0"/>
                          <a:ea typeface="+mj-ea"/>
                          <a:cs typeface="+mn-cs"/>
                        </a:rPr>
                        <a:t>同</a:t>
                      </a:r>
                      <a:r>
                        <a:rPr lang="en-US" altLang="zh-TW" sz="2400" b="0" kern="1200">
                          <a:solidFill>
                            <a:schemeClr val="dk1"/>
                          </a:solidFill>
                          <a:latin typeface="Consolas" panose="020B0609020204030204" pitchFamily="49" charset="0"/>
                          <a:ea typeface="+mj-ea"/>
                          <a:cs typeface="+mn-cs"/>
                        </a:rPr>
                        <a:t>Server</a:t>
                      </a:r>
                      <a:r>
                        <a:rPr lang="zh-TW" altLang="en-US" sz="2400" b="0" kern="1200">
                          <a:solidFill>
                            <a:schemeClr val="dk1"/>
                          </a:solidFill>
                          <a:latin typeface="Consolas" panose="020B0609020204030204" pitchFamily="49" charset="0"/>
                          <a:ea typeface="+mj-ea"/>
                          <a:cs typeface="+mn-cs"/>
                        </a:rPr>
                        <a:t>中的不同專案</a:t>
                      </a:r>
                      <a:r>
                        <a:rPr lang="en-US" altLang="zh-TW" sz="2400" b="0" kern="1200">
                          <a:solidFill>
                            <a:schemeClr val="dk1"/>
                          </a:solidFill>
                          <a:latin typeface="Consolas" panose="020B0609020204030204" pitchFamily="49" charset="0"/>
                          <a:ea typeface="+mj-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kern="1200">
                          <a:solidFill>
                            <a:schemeClr val="dk1"/>
                          </a:solidFill>
                          <a:latin typeface="Consolas" panose="020B0609020204030204" pitchFamily="49" charset="0"/>
                          <a:ea typeface="+mj-ea"/>
                          <a:cs typeface="+mn-cs"/>
                        </a:rPr>
                        <a:t>必須以</a:t>
                      </a:r>
                      <a:r>
                        <a:rPr lang="en-US" altLang="zh-TW" sz="2400" b="0" kern="1200">
                          <a:solidFill>
                            <a:schemeClr val="dk1"/>
                          </a:solidFill>
                          <a:latin typeface="Consolas" panose="020B0609020204030204" pitchFamily="49" charset="0"/>
                          <a:ea typeface="+mj-ea"/>
                          <a:cs typeface="+mn-cs"/>
                        </a:rPr>
                        <a:t>/</a:t>
                      </a:r>
                      <a:r>
                        <a:rPr lang="zh-TW" altLang="en-US" sz="2400" b="0" kern="1200">
                          <a:solidFill>
                            <a:schemeClr val="dk1"/>
                          </a:solidFill>
                          <a:latin typeface="Consolas" panose="020B0609020204030204" pitchFamily="49" charset="0"/>
                          <a:ea typeface="+mj-ea"/>
                          <a:cs typeface="+mn-cs"/>
                        </a:rPr>
                        <a:t>開頭</a:t>
                      </a:r>
                      <a:endParaRPr lang="en-US" altLang="zh-TW" sz="2400" b="0" kern="1200">
                        <a:solidFill>
                          <a:schemeClr val="dk1"/>
                        </a:solidFill>
                        <a:latin typeface="Consolas" panose="020B0609020204030204" pitchFamily="49" charset="0"/>
                        <a:ea typeface="+mj-ea"/>
                        <a:cs typeface="+mn-cs"/>
                      </a:endParaRPr>
                    </a:p>
                  </a:txBody>
                  <a:tcPr anchor="ctr"/>
                </a:tc>
                <a:extLst>
                  <a:ext uri="{0D108BD9-81ED-4DB2-BD59-A6C34878D82A}">
                    <a16:rowId xmlns:a16="http://schemas.microsoft.com/office/drawing/2014/main" val="4163110675"/>
                  </a:ext>
                </a:extLst>
              </a:tr>
              <a:tr h="435466">
                <a:tc>
                  <a:txBody>
                    <a:bodyPr/>
                    <a:lstStyle/>
                    <a:p>
                      <a:pPr algn="ctr"/>
                      <a:r>
                        <a:rPr lang="en-US" altLang="zh-TW" sz="2400" b="0">
                          <a:latin typeface="Consolas" panose="020B0609020204030204" pitchFamily="49" charset="0"/>
                          <a:ea typeface="+mj-ea"/>
                        </a:rPr>
                        <a:t>c:param</a:t>
                      </a:r>
                      <a:endParaRPr lang="zh-TW" altLang="en-US" sz="24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a:latin typeface="Consolas" panose="020B0609020204030204" pitchFamily="49" charset="0"/>
                          <a:ea typeface="+mj-ea"/>
                        </a:rPr>
                        <a:t>傳遞參數標籤，以</a:t>
                      </a:r>
                      <a:r>
                        <a:rPr lang="en-US" altLang="zh-TW" sz="2400" b="0">
                          <a:latin typeface="Consolas" panose="020B0609020204030204" pitchFamily="49" charset="0"/>
                          <a:ea typeface="+mj-ea"/>
                        </a:rPr>
                        <a:t>GET</a:t>
                      </a:r>
                      <a:r>
                        <a:rPr lang="zh-TW" altLang="en-US" sz="2400" b="0">
                          <a:latin typeface="Consolas" panose="020B0609020204030204" pitchFamily="49" charset="0"/>
                          <a:ea typeface="+mj-ea"/>
                        </a:rPr>
                        <a:t>形式傳遞</a:t>
                      </a:r>
                    </a:p>
                  </a:txBody>
                  <a:tcPr anchor="ctr"/>
                </a:tc>
                <a:extLst>
                  <a:ext uri="{0D108BD9-81ED-4DB2-BD59-A6C34878D82A}">
                    <a16:rowId xmlns:a16="http://schemas.microsoft.com/office/drawing/2014/main" val="2403274220"/>
                  </a:ext>
                </a:extLst>
              </a:tr>
            </a:tbl>
          </a:graphicData>
        </a:graphic>
      </p:graphicFrame>
    </p:spTree>
    <p:extLst>
      <p:ext uri="{BB962C8B-B14F-4D97-AF65-F5344CB8AC3E}">
        <p14:creationId xmlns:p14="http://schemas.microsoft.com/office/powerpoint/2010/main" val="69011234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204969" y="854488"/>
            <a:ext cx="11846617" cy="2183001"/>
          </a:xfrm>
        </p:spPr>
        <p:txBody>
          <a:bodyPr>
            <a:normAutofit/>
          </a:bodyPr>
          <a:lstStyle/>
          <a:p>
            <a:pPr marL="342900" lvl="1" indent="-342900" algn="just"/>
            <a:r>
              <a:rPr lang="zh-TW" altLang="en-US" sz="2400">
                <a:latin typeface="Consolas" panose="020B0609020204030204" pitchFamily="49" charset="0"/>
                <a:ea typeface="+mj-ea"/>
              </a:rPr>
              <a:t>語法</a:t>
            </a:r>
            <a:endParaRPr lang="en-US" altLang="zh-TW" sz="2400">
              <a:latin typeface="Consolas" panose="020B0609020204030204" pitchFamily="49" charset="0"/>
              <a:ea typeface="+mj-ea"/>
            </a:endParaRPr>
          </a:p>
          <a:p>
            <a:pPr marL="548640" lvl="3" indent="0">
              <a:buNone/>
            </a:pPr>
            <a:r>
              <a:rPr lang="en-US" altLang="zh-TW" sz="2400">
                <a:latin typeface="Consolas" panose="020B0609020204030204" pitchFamily="49" charset="0"/>
                <a:ea typeface="+mj-ea"/>
              </a:rPr>
              <a:t>&lt;c:url </a:t>
            </a:r>
            <a:r>
              <a:rPr lang="en-US" altLang="zh-TW" sz="2400">
                <a:solidFill>
                  <a:srgbClr val="0070C0"/>
                </a:solidFill>
                <a:latin typeface="Consolas" panose="020B0609020204030204" pitchFamily="49" charset="0"/>
                <a:ea typeface="+mj-ea"/>
              </a:rPr>
              <a:t>value</a:t>
            </a:r>
            <a:r>
              <a:rPr lang="en-US" altLang="zh-TW" sz="2400">
                <a:latin typeface="Consolas" panose="020B0609020204030204" pitchFamily="49" charset="0"/>
                <a:ea typeface="+mj-ea"/>
              </a:rPr>
              <a:t>="</a:t>
            </a:r>
            <a:r>
              <a:rPr lang="en-US" altLang="zh-TW" sz="2400" err="1">
                <a:latin typeface="Consolas" panose="020B0609020204030204" pitchFamily="49" charset="0"/>
                <a:ea typeface="+mj-ea"/>
              </a:rPr>
              <a:t>url</a:t>
            </a:r>
            <a:r>
              <a:rPr lang="en-US" altLang="zh-TW" sz="2400">
                <a:latin typeface="Consolas" panose="020B0609020204030204" pitchFamily="49" charset="0"/>
                <a:ea typeface="+mj-ea"/>
              </a:rPr>
              <a:t>" [</a:t>
            </a:r>
            <a:r>
              <a:rPr lang="en-US" altLang="zh-TW" sz="2400">
                <a:solidFill>
                  <a:srgbClr val="0070C0"/>
                </a:solidFill>
                <a:latin typeface="Consolas" panose="020B0609020204030204" pitchFamily="49" charset="0"/>
                <a:ea typeface="+mj-ea"/>
              </a:rPr>
              <a:t>context</a:t>
            </a:r>
            <a:r>
              <a:rPr lang="en-US" altLang="zh-TW" sz="2400">
                <a:latin typeface="Consolas" panose="020B0609020204030204" pitchFamily="49" charset="0"/>
                <a:ea typeface="+mj-ea"/>
              </a:rPr>
              <a:t>="context"] [</a:t>
            </a:r>
            <a:r>
              <a:rPr lang="en-US" altLang="zh-TW" sz="2400">
                <a:solidFill>
                  <a:srgbClr val="0070C0"/>
                </a:solidFill>
                <a:latin typeface="Consolas" panose="020B0609020204030204" pitchFamily="49" charset="0"/>
                <a:ea typeface="+mj-ea"/>
              </a:rPr>
              <a:t>var</a:t>
            </a:r>
            <a:r>
              <a:rPr lang="en-US" altLang="zh-TW" sz="2400">
                <a:latin typeface="Consolas" panose="020B0609020204030204" pitchFamily="49" charset="0"/>
                <a:ea typeface="+mj-ea"/>
              </a:rPr>
              <a:t>="</a:t>
            </a:r>
            <a:r>
              <a:rPr lang="en-US" altLang="zh-TW" sz="2400" err="1">
                <a:latin typeface="Consolas" panose="020B0609020204030204" pitchFamily="49" charset="0"/>
                <a:ea typeface="+mj-ea"/>
              </a:rPr>
              <a:t>varName</a:t>
            </a:r>
            <a:r>
              <a:rPr lang="en-US" altLang="zh-TW" sz="2400">
                <a:latin typeface="Consolas" panose="020B0609020204030204" pitchFamily="49" charset="0"/>
                <a:ea typeface="+mj-ea"/>
              </a:rPr>
              <a:t>"] [</a:t>
            </a:r>
            <a:r>
              <a:rPr lang="en-US" altLang="zh-TW" sz="2400">
                <a:solidFill>
                  <a:srgbClr val="0070C0"/>
                </a:solidFill>
                <a:latin typeface="Consolas" panose="020B0609020204030204" pitchFamily="49" charset="0"/>
                <a:ea typeface="+mj-ea"/>
              </a:rPr>
              <a:t>scope</a:t>
            </a:r>
            <a:r>
              <a:rPr lang="en-US" altLang="zh-TW" sz="2400">
                <a:latin typeface="Consolas" panose="020B0609020204030204" pitchFamily="49" charset="0"/>
                <a:ea typeface="+mj-ea"/>
              </a:rPr>
              <a:t>="scope"]/&gt;</a:t>
            </a:r>
          </a:p>
          <a:p>
            <a:pPr marL="548640" lvl="3" indent="0">
              <a:buNone/>
            </a:pPr>
            <a:r>
              <a:rPr lang="en-US" altLang="zh-TW" sz="2400">
                <a:latin typeface="Consolas" panose="020B0609020204030204" pitchFamily="49" charset="0"/>
                <a:ea typeface="+mj-ea"/>
              </a:rPr>
              <a:t>	(</a:t>
            </a:r>
            <a:r>
              <a:rPr lang="zh-TW" altLang="en-US" sz="2400">
                <a:latin typeface="Consolas" panose="020B0609020204030204" pitchFamily="49" charset="0"/>
                <a:ea typeface="+mj-ea"/>
              </a:rPr>
              <a:t>參數傳遞</a:t>
            </a:r>
            <a:r>
              <a:rPr lang="en-US" altLang="zh-TW" sz="2400">
                <a:latin typeface="Consolas" panose="020B0609020204030204" pitchFamily="49" charset="0"/>
                <a:ea typeface="+mj-ea"/>
              </a:rPr>
              <a:t>)&lt;c:param name="name" value="value"/&gt;</a:t>
            </a:r>
          </a:p>
          <a:p>
            <a:pPr marL="548640" lvl="3" indent="0" algn="just">
              <a:buNone/>
            </a:pPr>
            <a:r>
              <a:rPr lang="en-US" altLang="zh-TW" sz="2400">
                <a:latin typeface="Consolas" panose="020B0609020204030204" pitchFamily="49" charset="0"/>
                <a:ea typeface="+mj-ea"/>
              </a:rPr>
              <a:t>&lt;/c:url &gt;</a:t>
            </a:r>
          </a:p>
        </p:txBody>
      </p:sp>
      <p:sp>
        <p:nvSpPr>
          <p:cNvPr id="8" name="文字方塊 7">
            <a:extLst>
              <a:ext uri="{FF2B5EF4-FFF2-40B4-BE49-F238E27FC236}">
                <a16:creationId xmlns:a16="http://schemas.microsoft.com/office/drawing/2014/main" id="{CF3E7FE1-BDDF-4224-97E4-1FA716DA0CF0}"/>
              </a:ext>
            </a:extLst>
          </p:cNvPr>
          <p:cNvSpPr txBox="1"/>
          <p:nvPr/>
        </p:nvSpPr>
        <p:spPr>
          <a:xfrm>
            <a:off x="204969" y="117822"/>
            <a:ext cx="9643224"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zh-TW" sz="3200">
                <a:latin typeface="Consolas" panose="020B0609020204030204" pitchFamily="49" charset="0"/>
                <a:ea typeface="+mj-ea"/>
              </a:rPr>
              <a:t>&lt;c:url&gt;</a:t>
            </a:r>
            <a:r>
              <a:rPr lang="zh-TW" altLang="en-US" sz="3200">
                <a:latin typeface="Consolas" panose="020B0609020204030204" pitchFamily="49" charset="0"/>
                <a:ea typeface="+mj-ea"/>
              </a:rPr>
              <a:t> 根據標籤屬性設定，產生</a:t>
            </a:r>
            <a:r>
              <a:rPr lang="en-US" altLang="zh-TW" sz="3200">
                <a:latin typeface="Consolas" panose="020B0609020204030204" pitchFamily="49" charset="0"/>
                <a:ea typeface="+mj-ea"/>
              </a:rPr>
              <a:t>URL</a:t>
            </a:r>
            <a:r>
              <a:rPr lang="zh-TW" altLang="en-US" sz="3200">
                <a:latin typeface="Consolas" panose="020B0609020204030204" pitchFamily="49" charset="0"/>
                <a:ea typeface="+mj-ea"/>
              </a:rPr>
              <a:t>字串存入變數  </a:t>
            </a:r>
            <a:r>
              <a:rPr lang="en-US" altLang="zh-TW" sz="3200">
                <a:latin typeface="Consolas" panose="020B0609020204030204" pitchFamily="49" charset="0"/>
                <a:ea typeface="+mj-ea"/>
              </a:rPr>
              <a:t> </a:t>
            </a:r>
            <a:endParaRPr lang="zh-TW" altLang="en-US" sz="3200">
              <a:latin typeface="Consolas" panose="020B0609020204030204" pitchFamily="49" charset="0"/>
              <a:ea typeface="+mj-ea"/>
            </a:endParaRPr>
          </a:p>
        </p:txBody>
      </p:sp>
      <p:sp>
        <p:nvSpPr>
          <p:cNvPr id="2" name="投影片編號版面配置區 1">
            <a:extLst>
              <a:ext uri="{FF2B5EF4-FFF2-40B4-BE49-F238E27FC236}">
                <a16:creationId xmlns:a16="http://schemas.microsoft.com/office/drawing/2014/main" id="{54680356-E217-4CEF-973C-7FC63617E4DC}"/>
              </a:ext>
            </a:extLst>
          </p:cNvPr>
          <p:cNvSpPr>
            <a:spLocks noGrp="1"/>
          </p:cNvSpPr>
          <p:nvPr>
            <p:ph type="sldNum" sz="quarter" idx="12"/>
          </p:nvPr>
        </p:nvSpPr>
        <p:spPr/>
        <p:txBody>
          <a:bodyPr/>
          <a:lstStyle/>
          <a:p>
            <a:fld id="{B521127C-0C56-461F-B517-0D483F216F7D}" type="slidenum">
              <a:rPr lang="zh-TW" altLang="en-US" smtClean="0">
                <a:latin typeface="Consolas" panose="020B0609020204030204" pitchFamily="49" charset="0"/>
              </a:rPr>
              <a:t>114</a:t>
            </a:fld>
            <a:endParaRPr lang="zh-TW" altLang="en-US">
              <a:latin typeface="Consolas" panose="020B0609020204030204" pitchFamily="49" charset="0"/>
            </a:endParaRPr>
          </a:p>
        </p:txBody>
      </p:sp>
      <p:graphicFrame>
        <p:nvGraphicFramePr>
          <p:cNvPr id="6" name="表格 5"/>
          <p:cNvGraphicFramePr>
            <a:graphicFrameLocks noGrp="1"/>
          </p:cNvGraphicFramePr>
          <p:nvPr>
            <p:extLst>
              <p:ext uri="{D42A27DB-BD31-4B8C-83A1-F6EECF244321}">
                <p14:modId xmlns:p14="http://schemas.microsoft.com/office/powerpoint/2010/main" val="1897813693"/>
              </p:ext>
            </p:extLst>
          </p:nvPr>
        </p:nvGraphicFramePr>
        <p:xfrm>
          <a:off x="352114" y="2918828"/>
          <a:ext cx="10795319" cy="3725966"/>
        </p:xfrm>
        <a:graphic>
          <a:graphicData uri="http://schemas.openxmlformats.org/drawingml/2006/table">
            <a:tbl>
              <a:tblPr firstRow="1" bandRow="1">
                <a:tableStyleId>{5C22544A-7EE6-4342-B048-85BDC9FD1C3A}</a:tableStyleId>
              </a:tblPr>
              <a:tblGrid>
                <a:gridCol w="2338279">
                  <a:extLst>
                    <a:ext uri="{9D8B030D-6E8A-4147-A177-3AD203B41FA5}">
                      <a16:colId xmlns:a16="http://schemas.microsoft.com/office/drawing/2014/main" val="2204558664"/>
                    </a:ext>
                  </a:extLst>
                </a:gridCol>
                <a:gridCol w="8457040">
                  <a:extLst>
                    <a:ext uri="{9D8B030D-6E8A-4147-A177-3AD203B41FA5}">
                      <a16:colId xmlns:a16="http://schemas.microsoft.com/office/drawing/2014/main" val="3471793541"/>
                    </a:ext>
                  </a:extLst>
                </a:gridCol>
              </a:tblGrid>
              <a:tr h="342637">
                <a:tc>
                  <a:txBody>
                    <a:bodyPr/>
                    <a:lstStyle/>
                    <a:p>
                      <a:pPr algn="ctr"/>
                      <a:r>
                        <a:rPr lang="zh-TW" altLang="en-US" sz="2400" b="0">
                          <a:latin typeface="Consolas" panose="020B0609020204030204" pitchFamily="49" charset="0"/>
                          <a:ea typeface="+mj-ea"/>
                        </a:rPr>
                        <a:t>屬性</a:t>
                      </a:r>
                    </a:p>
                  </a:txBody>
                  <a:tcPr anchor="ctr"/>
                </a:tc>
                <a:tc>
                  <a:txBody>
                    <a:bodyPr/>
                    <a:lstStyle/>
                    <a:p>
                      <a:pPr algn="ctr"/>
                      <a:r>
                        <a:rPr lang="zh-TW" altLang="en-US" sz="2400" b="0">
                          <a:latin typeface="Consolas" panose="020B0609020204030204" pitchFamily="49" charset="0"/>
                          <a:ea typeface="+mj-ea"/>
                        </a:rPr>
                        <a:t>說明</a:t>
                      </a:r>
                    </a:p>
                  </a:txBody>
                  <a:tcPr anchor="ctr"/>
                </a:tc>
                <a:extLst>
                  <a:ext uri="{0D108BD9-81ED-4DB2-BD59-A6C34878D82A}">
                    <a16:rowId xmlns:a16="http://schemas.microsoft.com/office/drawing/2014/main" val="1422715895"/>
                  </a:ext>
                </a:extLst>
              </a:tr>
              <a:tr h="708446">
                <a:tc>
                  <a:txBody>
                    <a:bodyPr/>
                    <a:lstStyle/>
                    <a:p>
                      <a:pPr algn="ctr"/>
                      <a:r>
                        <a:rPr lang="en-US" altLang="zh-TW" sz="2400" b="0">
                          <a:latin typeface="Consolas" panose="020B0609020204030204" pitchFamily="49" charset="0"/>
                          <a:ea typeface="+mj-ea"/>
                        </a:rPr>
                        <a:t>value</a:t>
                      </a:r>
                      <a:endParaRPr lang="zh-TW" altLang="en-US" sz="24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a:latin typeface="Consolas" panose="020B0609020204030204" pitchFamily="49" charset="0"/>
                          <a:ea typeface="+mj-ea"/>
                        </a:rPr>
                        <a:t>目標網址</a:t>
                      </a:r>
                      <a:r>
                        <a:rPr lang="en-US" altLang="zh-TW" sz="2400" b="0">
                          <a:latin typeface="Consolas" panose="020B0609020204030204" pitchFamily="49" charset="0"/>
                          <a:ea typeface="+mj-ea"/>
                        </a:rPr>
                        <a:t>URL</a:t>
                      </a:r>
                      <a:endParaRPr lang="zh-TW" altLang="en-US" sz="2400" b="0">
                        <a:latin typeface="Consolas" panose="020B0609020204030204" pitchFamily="49" charset="0"/>
                        <a:ea typeface="+mj-ea"/>
                      </a:endParaRPr>
                    </a:p>
                  </a:txBody>
                  <a:tcPr anchor="ctr"/>
                </a:tc>
                <a:extLst>
                  <a:ext uri="{0D108BD9-81ED-4DB2-BD59-A6C34878D82A}">
                    <a16:rowId xmlns:a16="http://schemas.microsoft.com/office/drawing/2014/main" val="2604820325"/>
                  </a:ext>
                </a:extLst>
              </a:tr>
              <a:tr h="435466">
                <a:tc>
                  <a:txBody>
                    <a:bodyPr/>
                    <a:lstStyle/>
                    <a:p>
                      <a:pPr algn="ctr"/>
                      <a:r>
                        <a:rPr lang="en-US" altLang="zh-TW" sz="2400" b="0" kern="1200">
                          <a:solidFill>
                            <a:schemeClr val="dk1"/>
                          </a:solidFill>
                          <a:latin typeface="Consolas" panose="020B0609020204030204" pitchFamily="49" charset="0"/>
                          <a:ea typeface="+mj-ea"/>
                          <a:cs typeface="+mn-cs"/>
                        </a:rPr>
                        <a:t>context</a:t>
                      </a:r>
                      <a:endParaRPr lang="zh-TW" altLang="en-US" sz="24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kern="1200">
                          <a:solidFill>
                            <a:schemeClr val="dk1"/>
                          </a:solidFill>
                          <a:latin typeface="Consolas" panose="020B0609020204030204" pitchFamily="49" charset="0"/>
                          <a:ea typeface="+mj-ea"/>
                          <a:cs typeface="+mn-cs"/>
                        </a:rPr>
                        <a:t>相同</a:t>
                      </a:r>
                      <a:r>
                        <a:rPr lang="en-US" altLang="zh-TW" sz="2400" b="0" kern="1200">
                          <a:solidFill>
                            <a:schemeClr val="dk1"/>
                          </a:solidFill>
                          <a:latin typeface="Consolas" panose="020B0609020204030204" pitchFamily="49" charset="0"/>
                          <a:ea typeface="+mj-ea"/>
                          <a:cs typeface="+mn-cs"/>
                        </a:rPr>
                        <a:t>container</a:t>
                      </a:r>
                      <a:r>
                        <a:rPr lang="zh-TW" altLang="en-US" sz="2400" b="0" kern="1200">
                          <a:solidFill>
                            <a:schemeClr val="dk1"/>
                          </a:solidFill>
                          <a:latin typeface="Consolas" panose="020B0609020204030204" pitchFamily="49" charset="0"/>
                          <a:ea typeface="+mj-ea"/>
                          <a:cs typeface="+mn-cs"/>
                        </a:rPr>
                        <a:t>的其他</a:t>
                      </a:r>
                      <a:r>
                        <a:rPr lang="en-US" altLang="zh-TW" sz="2400" b="0" kern="1200">
                          <a:solidFill>
                            <a:schemeClr val="dk1"/>
                          </a:solidFill>
                          <a:latin typeface="Consolas" panose="020B0609020204030204" pitchFamily="49" charset="0"/>
                          <a:ea typeface="+mj-ea"/>
                          <a:cs typeface="+mn-cs"/>
                        </a:rPr>
                        <a:t>context(</a:t>
                      </a:r>
                      <a:r>
                        <a:rPr lang="zh-TW" altLang="en-US" sz="2400" b="0" kern="1200">
                          <a:solidFill>
                            <a:schemeClr val="dk1"/>
                          </a:solidFill>
                          <a:latin typeface="Consolas" panose="020B0609020204030204" pitchFamily="49" charset="0"/>
                          <a:ea typeface="+mj-ea"/>
                          <a:cs typeface="+mn-cs"/>
                        </a:rPr>
                        <a:t>同</a:t>
                      </a:r>
                      <a:r>
                        <a:rPr lang="en-US" altLang="zh-TW" sz="2400" b="0" kern="1200">
                          <a:solidFill>
                            <a:schemeClr val="dk1"/>
                          </a:solidFill>
                          <a:latin typeface="Consolas" panose="020B0609020204030204" pitchFamily="49" charset="0"/>
                          <a:ea typeface="+mj-ea"/>
                          <a:cs typeface="+mn-cs"/>
                        </a:rPr>
                        <a:t>Server</a:t>
                      </a:r>
                      <a:r>
                        <a:rPr lang="zh-TW" altLang="en-US" sz="2400" b="0" kern="1200">
                          <a:solidFill>
                            <a:schemeClr val="dk1"/>
                          </a:solidFill>
                          <a:latin typeface="Consolas" panose="020B0609020204030204" pitchFamily="49" charset="0"/>
                          <a:ea typeface="+mj-ea"/>
                          <a:cs typeface="+mn-cs"/>
                        </a:rPr>
                        <a:t>中的不同專案</a:t>
                      </a:r>
                      <a:r>
                        <a:rPr lang="en-US" altLang="zh-TW" sz="2400" b="0" kern="1200">
                          <a:solidFill>
                            <a:schemeClr val="dk1"/>
                          </a:solidFill>
                          <a:latin typeface="Consolas" panose="020B0609020204030204" pitchFamily="49" charset="0"/>
                          <a:ea typeface="+mj-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kern="1200">
                          <a:solidFill>
                            <a:schemeClr val="dk1"/>
                          </a:solidFill>
                          <a:latin typeface="Consolas" panose="020B0609020204030204" pitchFamily="49" charset="0"/>
                          <a:ea typeface="+mj-ea"/>
                          <a:cs typeface="+mn-cs"/>
                        </a:rPr>
                        <a:t>必須以</a:t>
                      </a:r>
                      <a:r>
                        <a:rPr lang="en-US" altLang="zh-TW" sz="2400" b="0" kern="1200">
                          <a:solidFill>
                            <a:schemeClr val="dk1"/>
                          </a:solidFill>
                          <a:latin typeface="Consolas" panose="020B0609020204030204" pitchFamily="49" charset="0"/>
                          <a:ea typeface="+mj-ea"/>
                          <a:cs typeface="+mn-cs"/>
                        </a:rPr>
                        <a:t>/</a:t>
                      </a:r>
                      <a:r>
                        <a:rPr lang="zh-TW" altLang="en-US" sz="2400" b="0" kern="1200">
                          <a:solidFill>
                            <a:schemeClr val="dk1"/>
                          </a:solidFill>
                          <a:latin typeface="Consolas" panose="020B0609020204030204" pitchFamily="49" charset="0"/>
                          <a:ea typeface="+mj-ea"/>
                          <a:cs typeface="+mn-cs"/>
                        </a:rPr>
                        <a:t>開頭</a:t>
                      </a:r>
                      <a:endParaRPr lang="en-US" altLang="zh-TW" sz="2400" b="0" kern="1200">
                        <a:solidFill>
                          <a:schemeClr val="dk1"/>
                        </a:solidFill>
                        <a:latin typeface="Consolas" panose="020B0609020204030204" pitchFamily="49" charset="0"/>
                        <a:ea typeface="+mj-ea"/>
                        <a:cs typeface="+mn-cs"/>
                      </a:endParaRPr>
                    </a:p>
                  </a:txBody>
                  <a:tcPr anchor="ctr"/>
                </a:tc>
                <a:extLst>
                  <a:ext uri="{0D108BD9-81ED-4DB2-BD59-A6C34878D82A}">
                    <a16:rowId xmlns:a16="http://schemas.microsoft.com/office/drawing/2014/main" val="4163110675"/>
                  </a:ext>
                </a:extLst>
              </a:tr>
              <a:tr h="435466">
                <a:tc>
                  <a:txBody>
                    <a:bodyPr/>
                    <a:lstStyle/>
                    <a:p>
                      <a:pPr algn="ctr"/>
                      <a:r>
                        <a:rPr lang="en-US" altLang="zh-TW" sz="2400" b="0">
                          <a:latin typeface="Consolas" panose="020B0609020204030204" pitchFamily="49" charset="0"/>
                          <a:ea typeface="+mj-ea"/>
                        </a:rPr>
                        <a:t>var</a:t>
                      </a:r>
                      <a:endParaRPr lang="zh-TW" altLang="en-US" sz="24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a:latin typeface="Consolas" panose="020B0609020204030204" pitchFamily="49" charset="0"/>
                          <a:ea typeface="+mj-ea"/>
                        </a:rPr>
                        <a:t>將產生的</a:t>
                      </a:r>
                      <a:r>
                        <a:rPr lang="en-US" altLang="zh-TW" sz="2400" b="0">
                          <a:latin typeface="Consolas" panose="020B0609020204030204" pitchFamily="49" charset="0"/>
                          <a:ea typeface="+mj-ea"/>
                        </a:rPr>
                        <a:t>URL</a:t>
                      </a:r>
                      <a:r>
                        <a:rPr lang="zh-TW" altLang="en-US" sz="2400" b="0">
                          <a:latin typeface="Consolas" panose="020B0609020204030204" pitchFamily="49" charset="0"/>
                          <a:ea typeface="+mj-ea"/>
                        </a:rPr>
                        <a:t>字串存入變數</a:t>
                      </a:r>
                    </a:p>
                  </a:txBody>
                  <a:tcPr anchor="ctr"/>
                </a:tc>
                <a:extLst>
                  <a:ext uri="{0D108BD9-81ED-4DB2-BD59-A6C34878D82A}">
                    <a16:rowId xmlns:a16="http://schemas.microsoft.com/office/drawing/2014/main" val="2403274220"/>
                  </a:ext>
                </a:extLst>
              </a:tr>
              <a:tr h="467084">
                <a:tc>
                  <a:txBody>
                    <a:bodyPr/>
                    <a:lstStyle/>
                    <a:p>
                      <a:pPr algn="ctr"/>
                      <a:r>
                        <a:rPr lang="en-US" altLang="zh-TW" sz="2400" b="0" kern="1200">
                          <a:solidFill>
                            <a:schemeClr val="dk1"/>
                          </a:solidFill>
                          <a:latin typeface="Consolas" panose="020B0609020204030204" pitchFamily="49" charset="0"/>
                          <a:ea typeface="+mj-ea"/>
                          <a:cs typeface="+mn-cs"/>
                        </a:rPr>
                        <a:t>scope</a:t>
                      </a:r>
                      <a:endParaRPr lang="zh-TW" altLang="en-US" sz="24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kern="1200">
                          <a:solidFill>
                            <a:schemeClr val="dk1"/>
                          </a:solidFill>
                          <a:latin typeface="Consolas" panose="020B0609020204030204" pitchFamily="49" charset="0"/>
                          <a:ea typeface="+mj-ea"/>
                          <a:cs typeface="+mn-cs"/>
                        </a:rPr>
                        <a:t>可存取</a:t>
                      </a:r>
                      <a:r>
                        <a:rPr lang="en-US" altLang="zh-TW" sz="2400" b="0" kern="1200">
                          <a:solidFill>
                            <a:schemeClr val="dk1"/>
                          </a:solidFill>
                          <a:latin typeface="Consolas" panose="020B0609020204030204" pitchFamily="49" charset="0"/>
                          <a:ea typeface="+mj-ea"/>
                          <a:cs typeface="+mn-cs"/>
                        </a:rPr>
                        <a:t>var</a:t>
                      </a:r>
                      <a:r>
                        <a:rPr lang="zh-TW" altLang="en-US" sz="2400" b="0" kern="1200">
                          <a:solidFill>
                            <a:schemeClr val="dk1"/>
                          </a:solidFill>
                          <a:latin typeface="Consolas" panose="020B0609020204030204" pitchFamily="49" charset="0"/>
                          <a:ea typeface="+mj-ea"/>
                          <a:cs typeface="+mn-cs"/>
                        </a:rPr>
                        <a:t>變數的範圍</a:t>
                      </a:r>
                      <a:endParaRPr lang="en-US" altLang="zh-TW" sz="2400" b="0" kern="1200">
                        <a:solidFill>
                          <a:schemeClr val="dk1"/>
                        </a:solidFill>
                        <a:latin typeface="Consolas" panose="020B0609020204030204" pitchFamily="49" charset="0"/>
                        <a:ea typeface="+mj-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b="0" kern="1200">
                          <a:solidFill>
                            <a:schemeClr val="dk1"/>
                          </a:solidFill>
                          <a:latin typeface="Consolas" panose="020B0609020204030204" pitchFamily="49" charset="0"/>
                          <a:ea typeface="+mj-ea"/>
                          <a:cs typeface="+mn-cs"/>
                        </a:rPr>
                        <a:t>page(</a:t>
                      </a:r>
                      <a:r>
                        <a:rPr lang="zh-TW" altLang="en-US" sz="2400" b="0" kern="1200">
                          <a:solidFill>
                            <a:schemeClr val="dk1"/>
                          </a:solidFill>
                          <a:latin typeface="Consolas" panose="020B0609020204030204" pitchFamily="49" charset="0"/>
                          <a:ea typeface="+mj-ea"/>
                          <a:cs typeface="+mn-cs"/>
                        </a:rPr>
                        <a:t>預設</a:t>
                      </a:r>
                      <a:r>
                        <a:rPr lang="en-US" altLang="zh-TW" sz="2400" b="0" kern="1200">
                          <a:solidFill>
                            <a:schemeClr val="dk1"/>
                          </a:solidFill>
                          <a:latin typeface="Consolas" panose="020B0609020204030204" pitchFamily="49" charset="0"/>
                          <a:ea typeface="+mj-ea"/>
                          <a:cs typeface="+mn-cs"/>
                        </a:rPr>
                        <a:t>)|request|session|application</a:t>
                      </a:r>
                    </a:p>
                  </a:txBody>
                  <a:tcPr anchor="ctr"/>
                </a:tc>
                <a:extLst>
                  <a:ext uri="{0D108BD9-81ED-4DB2-BD59-A6C34878D82A}">
                    <a16:rowId xmlns:a16="http://schemas.microsoft.com/office/drawing/2014/main" val="1406666546"/>
                  </a:ext>
                </a:extLst>
              </a:tr>
              <a:tr h="435466">
                <a:tc>
                  <a:txBody>
                    <a:bodyPr/>
                    <a:lstStyle/>
                    <a:p>
                      <a:pPr algn="ctr"/>
                      <a:r>
                        <a:rPr lang="en-US" altLang="zh-TW" sz="2400" b="0">
                          <a:latin typeface="Consolas" panose="020B0609020204030204" pitchFamily="49" charset="0"/>
                          <a:ea typeface="+mj-ea"/>
                        </a:rPr>
                        <a:t>c:param</a:t>
                      </a:r>
                      <a:endParaRPr lang="zh-TW" altLang="en-US" sz="2400" b="0">
                        <a:latin typeface="Consolas" panose="020B0609020204030204" pitchFamily="49" charset="0"/>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0">
                          <a:latin typeface="Consolas" panose="020B0609020204030204" pitchFamily="49" charset="0"/>
                          <a:ea typeface="+mj-ea"/>
                        </a:rPr>
                        <a:t>傳遞參數標籤，以</a:t>
                      </a:r>
                      <a:r>
                        <a:rPr lang="en-US" altLang="zh-TW" sz="2400" b="0">
                          <a:latin typeface="Consolas" panose="020B0609020204030204" pitchFamily="49" charset="0"/>
                          <a:ea typeface="+mj-ea"/>
                        </a:rPr>
                        <a:t>GET</a:t>
                      </a:r>
                      <a:r>
                        <a:rPr lang="zh-TW" altLang="en-US" sz="2400" b="0">
                          <a:latin typeface="Consolas" panose="020B0609020204030204" pitchFamily="49" charset="0"/>
                          <a:ea typeface="+mj-ea"/>
                        </a:rPr>
                        <a:t>形式傳遞</a:t>
                      </a:r>
                    </a:p>
                  </a:txBody>
                  <a:tcPr anchor="ctr"/>
                </a:tc>
                <a:extLst>
                  <a:ext uri="{0D108BD9-81ED-4DB2-BD59-A6C34878D82A}">
                    <a16:rowId xmlns:a16="http://schemas.microsoft.com/office/drawing/2014/main" val="4254800973"/>
                  </a:ext>
                </a:extLst>
              </a:tr>
            </a:tbl>
          </a:graphicData>
        </a:graphic>
      </p:graphicFrame>
    </p:spTree>
    <p:extLst>
      <p:ext uri="{BB962C8B-B14F-4D97-AF65-F5344CB8AC3E}">
        <p14:creationId xmlns:p14="http://schemas.microsoft.com/office/powerpoint/2010/main" val="320147262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9A3D0CE2-91FF-49B3-A5D8-181E900D7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a:extLst>
              <a:ext uri="{FF2B5EF4-FFF2-40B4-BE49-F238E27FC236}">
                <a16:creationId xmlns:a16="http://schemas.microsoft.com/office/drawing/2014/main" id="{58AEBD96-C315-4F53-9D9E-0E20E993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8" name="Rectangle 34">
            <a:extLst>
              <a:ext uri="{FF2B5EF4-FFF2-40B4-BE49-F238E27FC236}">
                <a16:creationId xmlns:a16="http://schemas.microsoft.com/office/drawing/2014/main" id="{78916AAA-66F6-4DFA-88ED-7E27CF6B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7" name="Group 36">
            <a:extLst>
              <a:ext uri="{FF2B5EF4-FFF2-40B4-BE49-F238E27FC236}">
                <a16:creationId xmlns:a16="http://schemas.microsoft.com/office/drawing/2014/main" id="{A137D43F-BAD6-47F1-AA65-AEEA38A2FF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29" name="Oval 37">
              <a:extLst>
                <a:ext uri="{FF2B5EF4-FFF2-40B4-BE49-F238E27FC236}">
                  <a16:creationId xmlns:a16="http://schemas.microsoft.com/office/drawing/2014/main" id="{D512C9B2-6B22-4211-A940-FCD7C2CD0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30" name="Oval 38">
              <a:extLst>
                <a:ext uri="{FF2B5EF4-FFF2-40B4-BE49-F238E27FC236}">
                  <a16:creationId xmlns:a16="http://schemas.microsoft.com/office/drawing/2014/main" id="{85F7DB84-CDE7-46F8-90DD-9D048A7D5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sp>
      </p:grpSp>
      <p:sp useBgFill="1">
        <p:nvSpPr>
          <p:cNvPr id="32" name="Rectangle 40">
            <a:extLst>
              <a:ext uri="{FF2B5EF4-FFF2-40B4-BE49-F238E27FC236}">
                <a16:creationId xmlns:a16="http://schemas.microsoft.com/office/drawing/2014/main" id="{68C84B8E-16E8-4E54-B4AC-84CE51595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文字方塊 3">
            <a:extLst>
              <a:ext uri="{FF2B5EF4-FFF2-40B4-BE49-F238E27FC236}">
                <a16:creationId xmlns:a16="http://schemas.microsoft.com/office/drawing/2014/main" id="{4C0C7DFB-F839-4192-B53B-1812E6CE4CEC}"/>
              </a:ext>
            </a:extLst>
          </p:cNvPr>
          <p:cNvSpPr txBox="1"/>
          <p:nvPr/>
        </p:nvSpPr>
        <p:spPr>
          <a:xfrm>
            <a:off x="1051560" y="1110054"/>
            <a:ext cx="6558608" cy="4580300"/>
          </a:xfrm>
          <a:prstGeom prst="rect">
            <a:avLst/>
          </a:prstGeom>
        </p:spPr>
        <p:txBody>
          <a:bodyPr vert="horz" lIns="91440" tIns="45720" rIns="91440" bIns="45720" rtlCol="0" anchor="ctr">
            <a:normAutofit/>
          </a:bodyPr>
          <a:lstStyle/>
          <a:p>
            <a:pPr algn="r" defTabSz="914400">
              <a:lnSpc>
                <a:spcPct val="80000"/>
              </a:lnSpc>
              <a:spcBef>
                <a:spcPct val="0"/>
              </a:spcBef>
              <a:spcAft>
                <a:spcPts val="600"/>
              </a:spcAft>
            </a:pPr>
            <a:r>
              <a:rPr lang="zh-TW" altLang="en-US" sz="8800" b="1" cap="all">
                <a:latin typeface="+mj-lt"/>
                <a:ea typeface="+mj-ea"/>
                <a:cs typeface="+mj-cs"/>
              </a:rPr>
              <a:t>第三章</a:t>
            </a:r>
            <a:endParaRPr lang="en-US" altLang="zh-TW" sz="8800" b="1" cap="all">
              <a:latin typeface="+mj-lt"/>
              <a:ea typeface="+mj-ea"/>
              <a:cs typeface="+mj-cs"/>
            </a:endParaRPr>
          </a:p>
          <a:p>
            <a:pPr algn="r" defTabSz="914400">
              <a:lnSpc>
                <a:spcPct val="80000"/>
              </a:lnSpc>
              <a:spcBef>
                <a:spcPct val="0"/>
              </a:spcBef>
              <a:spcAft>
                <a:spcPts val="600"/>
              </a:spcAft>
            </a:pPr>
            <a:r>
              <a:rPr lang="zh-TW" altLang="en-US" sz="8800" b="1" cap="all">
                <a:latin typeface="+mj-lt"/>
                <a:ea typeface="+mj-ea"/>
                <a:cs typeface="+mj-cs"/>
              </a:rPr>
              <a:t>完善專案</a:t>
            </a:r>
            <a:endParaRPr lang="en-US" altLang="zh-TW" sz="8800" b="1" cap="all">
              <a:latin typeface="+mj-lt"/>
              <a:ea typeface="+mj-ea"/>
              <a:cs typeface="+mj-cs"/>
            </a:endParaRPr>
          </a:p>
        </p:txBody>
      </p:sp>
      <p:sp>
        <p:nvSpPr>
          <p:cNvPr id="43" name="Rectangle 42">
            <a:extLst>
              <a:ext uri="{FF2B5EF4-FFF2-40B4-BE49-F238E27FC236}">
                <a16:creationId xmlns:a16="http://schemas.microsoft.com/office/drawing/2014/main" id="{ECE9EEEA-5DB7-4DC7-AF9F-74D1C19B7E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928117"/>
            <a:ext cx="10351008" cy="80683"/>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DF199147-B958-49C0-9BE2-65BDD892F2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85470" y="1110053"/>
            <a:ext cx="3386371" cy="4580301"/>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EF70505D-EC2C-4D1A-86DE-2583778074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5780565"/>
            <a:ext cx="10351008" cy="80683"/>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48">
            <a:extLst>
              <a:ext uri="{FF2B5EF4-FFF2-40B4-BE49-F238E27FC236}">
                <a16:creationId xmlns:a16="http://schemas.microsoft.com/office/drawing/2014/main" id="{2DF20BDF-18D7-4E94-9BA1-9CEB40470CB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6920" y="5257800"/>
            <a:ext cx="1080904" cy="1080902"/>
            <a:chOff x="9646920" y="5257800"/>
            <a:chExt cx="1080904" cy="1080902"/>
          </a:xfrm>
        </p:grpSpPr>
        <p:sp>
          <p:nvSpPr>
            <p:cNvPr id="50" name="Oval 49">
              <a:extLst>
                <a:ext uri="{FF2B5EF4-FFF2-40B4-BE49-F238E27FC236}">
                  <a16:creationId xmlns:a16="http://schemas.microsoft.com/office/drawing/2014/main" id="{98F42242-4089-4E5D-95C3-C113C73DA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46920" y="5257800"/>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51" name="Oval 50">
              <a:extLst>
                <a:ext uri="{FF2B5EF4-FFF2-40B4-BE49-F238E27FC236}">
                  <a16:creationId xmlns:a16="http://schemas.microsoft.com/office/drawing/2014/main" id="{796F87F1-ABB5-42FB-86BD-EED111CD3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55011" y="5365890"/>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5" name="投影片編號版面配置區 4">
            <a:extLst>
              <a:ext uri="{FF2B5EF4-FFF2-40B4-BE49-F238E27FC236}">
                <a16:creationId xmlns:a16="http://schemas.microsoft.com/office/drawing/2014/main" id="{5D23B375-A6D2-4583-8FE9-BFCCCFBD241B}"/>
              </a:ext>
            </a:extLst>
          </p:cNvPr>
          <p:cNvSpPr>
            <a:spLocks noGrp="1"/>
          </p:cNvSpPr>
          <p:nvPr>
            <p:ph type="sldNum" sz="quarter" idx="12"/>
          </p:nvPr>
        </p:nvSpPr>
        <p:spPr>
          <a:xfrm>
            <a:off x="9592056" y="5477256"/>
            <a:ext cx="1193868" cy="640080"/>
          </a:xfrm>
        </p:spPr>
        <p:txBody>
          <a:bodyPr vert="horz" lIns="91440" tIns="45720" rIns="91440" bIns="45720" rtlCol="0" anchor="ctr">
            <a:normAutofit/>
          </a:bodyPr>
          <a:lstStyle/>
          <a:p>
            <a:pPr>
              <a:spcAft>
                <a:spcPts val="600"/>
              </a:spcAft>
            </a:pPr>
            <a:fld id="{B521127C-0C56-461F-B517-0D483F216F7D}" type="slidenum">
              <a:rPr lang="en-US" altLang="zh-TW" sz="2800" b="1" kern="1200">
                <a:solidFill>
                  <a:srgbClr val="FFFFFF"/>
                </a:solidFill>
                <a:latin typeface="+mj-lt"/>
                <a:ea typeface="+mn-ea"/>
                <a:cs typeface="+mn-cs"/>
              </a:rPr>
              <a:pPr>
                <a:spcAft>
                  <a:spcPts val="600"/>
                </a:spcAft>
              </a:pPr>
              <a:t>115</a:t>
            </a:fld>
            <a:endParaRPr lang="en-US" altLang="zh-TW" sz="2800" b="1" kern="1200">
              <a:solidFill>
                <a:srgbClr val="FFFFFF"/>
              </a:solidFill>
              <a:latin typeface="+mj-lt"/>
              <a:ea typeface="+mn-ea"/>
              <a:cs typeface="+mn-cs"/>
            </a:endParaRPr>
          </a:p>
        </p:txBody>
      </p:sp>
    </p:spTree>
    <p:extLst>
      <p:ext uri="{BB962C8B-B14F-4D97-AF65-F5344CB8AC3E}">
        <p14:creationId xmlns:p14="http://schemas.microsoft.com/office/powerpoint/2010/main" val="255356832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9">
            <a:extLst>
              <a:ext uri="{FF2B5EF4-FFF2-40B4-BE49-F238E27FC236}">
                <a16:creationId xmlns:a16="http://schemas.microsoft.com/office/drawing/2014/main" id="{9A3D0CE2-91FF-49B3-A5D8-181E900D7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11">
            <a:extLst>
              <a:ext uri="{FF2B5EF4-FFF2-40B4-BE49-F238E27FC236}">
                <a16:creationId xmlns:a16="http://schemas.microsoft.com/office/drawing/2014/main" id="{58AEBD96-C315-4F53-9D9E-0E20E993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13">
            <a:extLst>
              <a:ext uri="{FF2B5EF4-FFF2-40B4-BE49-F238E27FC236}">
                <a16:creationId xmlns:a16="http://schemas.microsoft.com/office/drawing/2014/main" id="{78916AAA-66F6-4DFA-88ED-7E27CF6B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1" name="Group 15">
            <a:extLst>
              <a:ext uri="{FF2B5EF4-FFF2-40B4-BE49-F238E27FC236}">
                <a16:creationId xmlns:a16="http://schemas.microsoft.com/office/drawing/2014/main" id="{A137D43F-BAD6-47F1-AA65-AEEA38A2FF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17" name="Oval 16">
              <a:extLst>
                <a:ext uri="{FF2B5EF4-FFF2-40B4-BE49-F238E27FC236}">
                  <a16:creationId xmlns:a16="http://schemas.microsoft.com/office/drawing/2014/main" id="{D512C9B2-6B22-4211-A940-FCD7C2CD0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8" name="Oval 17">
              <a:extLst>
                <a:ext uri="{FF2B5EF4-FFF2-40B4-BE49-F238E27FC236}">
                  <a16:creationId xmlns:a16="http://schemas.microsoft.com/office/drawing/2014/main" id="{85F7DB84-CDE7-46F8-90DD-9D048A7D5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sp>
      </p:grpSp>
      <p:sp useBgFill="1">
        <p:nvSpPr>
          <p:cNvPr id="13" name="Rectangle 19">
            <a:extLst>
              <a:ext uri="{FF2B5EF4-FFF2-40B4-BE49-F238E27FC236}">
                <a16:creationId xmlns:a16="http://schemas.microsoft.com/office/drawing/2014/main" id="{C3D25154-9EF7-4C33-9AAC-7B3BE089FE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文字方塊 3">
            <a:extLst>
              <a:ext uri="{FF2B5EF4-FFF2-40B4-BE49-F238E27FC236}">
                <a16:creationId xmlns:a16="http://schemas.microsoft.com/office/drawing/2014/main" id="{4C0C7DFB-F839-4192-B53B-1812E6CE4CEC}"/>
              </a:ext>
            </a:extLst>
          </p:cNvPr>
          <p:cNvSpPr txBox="1"/>
          <p:nvPr/>
        </p:nvSpPr>
        <p:spPr>
          <a:xfrm>
            <a:off x="1051560" y="643468"/>
            <a:ext cx="9966960" cy="359243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zh-TW" altLang="en-US" sz="9600" b="1" cap="all">
                <a:latin typeface="+mj-lt"/>
                <a:ea typeface="+mj-ea"/>
                <a:cs typeface="+mj-cs"/>
              </a:rPr>
              <a:t>第一節</a:t>
            </a:r>
          </a:p>
          <a:p>
            <a:pPr defTabSz="914400">
              <a:lnSpc>
                <a:spcPct val="80000"/>
              </a:lnSpc>
              <a:spcBef>
                <a:spcPct val="0"/>
              </a:spcBef>
              <a:spcAft>
                <a:spcPts val="600"/>
              </a:spcAft>
            </a:pPr>
            <a:r>
              <a:rPr lang="en-US" altLang="zh-TW" sz="9600" b="1" cap="all">
                <a:latin typeface="+mj-lt"/>
                <a:ea typeface="+mj-ea"/>
                <a:cs typeface="+mj-cs"/>
              </a:rPr>
              <a:t>MVC</a:t>
            </a:r>
            <a:r>
              <a:rPr lang="zh-TW" altLang="en-US" sz="9600" b="1" cap="all">
                <a:latin typeface="+mj-lt"/>
                <a:ea typeface="+mj-ea"/>
                <a:cs typeface="+mj-cs"/>
              </a:rPr>
              <a:t>架構</a:t>
            </a:r>
            <a:endParaRPr lang="en-US" altLang="zh-TW" sz="9600" b="1" cap="all">
              <a:latin typeface="+mj-lt"/>
              <a:ea typeface="+mj-ea"/>
              <a:cs typeface="+mj-cs"/>
            </a:endParaRPr>
          </a:p>
        </p:txBody>
      </p:sp>
      <p:sp>
        <p:nvSpPr>
          <p:cNvPr id="15" name="Rectangle 21">
            <a:extLst>
              <a:ext uri="{FF2B5EF4-FFF2-40B4-BE49-F238E27FC236}">
                <a16:creationId xmlns:a16="http://schemas.microsoft.com/office/drawing/2014/main" id="{1604E8C0-C927-4C06-A96A-BF3323BA7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95831"/>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23">
            <a:extLst>
              <a:ext uri="{FF2B5EF4-FFF2-40B4-BE49-F238E27FC236}">
                <a16:creationId xmlns:a16="http://schemas.microsoft.com/office/drawing/2014/main" id="{9DCECFD5-4C30-4892-9FF0-540E17955A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111496"/>
            <a:ext cx="1080904" cy="1080902"/>
            <a:chOff x="10245590" y="5111496"/>
            <a:chExt cx="1080904" cy="1080902"/>
          </a:xfrm>
        </p:grpSpPr>
        <p:sp>
          <p:nvSpPr>
            <p:cNvPr id="25" name="Oval 24">
              <a:extLst>
                <a:ext uri="{FF2B5EF4-FFF2-40B4-BE49-F238E27FC236}">
                  <a16:creationId xmlns:a16="http://schemas.microsoft.com/office/drawing/2014/main" id="{95C67F70-EAFE-425C-8422-591620A96D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5590" y="5111496"/>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26" name="Oval 25">
              <a:extLst>
                <a:ext uri="{FF2B5EF4-FFF2-40B4-BE49-F238E27FC236}">
                  <a16:creationId xmlns:a16="http://schemas.microsoft.com/office/drawing/2014/main" id="{D47FA16B-C217-4D91-84EA-5B0846BDDA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53681" y="5219586"/>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5" name="投影片編號版面配置區 4">
            <a:extLst>
              <a:ext uri="{FF2B5EF4-FFF2-40B4-BE49-F238E27FC236}">
                <a16:creationId xmlns:a16="http://schemas.microsoft.com/office/drawing/2014/main" id="{5D23B375-A6D2-4583-8FE9-BFCCCFBD241B}"/>
              </a:ext>
            </a:extLst>
          </p:cNvPr>
          <p:cNvSpPr>
            <a:spLocks noGrp="1"/>
          </p:cNvSpPr>
          <p:nvPr>
            <p:ph type="sldNum" sz="quarter" idx="12"/>
          </p:nvPr>
        </p:nvSpPr>
        <p:spPr>
          <a:xfrm>
            <a:off x="10189108" y="5342324"/>
            <a:ext cx="1193868" cy="640080"/>
          </a:xfrm>
        </p:spPr>
        <p:txBody>
          <a:bodyPr vert="horz" lIns="91440" tIns="45720" rIns="91440" bIns="45720" rtlCol="0" anchor="ctr">
            <a:normAutofit/>
          </a:bodyPr>
          <a:lstStyle/>
          <a:p>
            <a:pPr>
              <a:spcAft>
                <a:spcPts val="600"/>
              </a:spcAft>
            </a:pPr>
            <a:fld id="{B521127C-0C56-461F-B517-0D483F216F7D}" type="slidenum">
              <a:rPr lang="en-US" altLang="zh-TW" sz="2800" b="1" kern="1200">
                <a:solidFill>
                  <a:srgbClr val="FFFFFF"/>
                </a:solidFill>
                <a:latin typeface="+mj-lt"/>
                <a:ea typeface="+mn-ea"/>
                <a:cs typeface="+mn-cs"/>
              </a:rPr>
              <a:pPr>
                <a:spcAft>
                  <a:spcPts val="600"/>
                </a:spcAft>
              </a:pPr>
              <a:t>116</a:t>
            </a:fld>
            <a:endParaRPr lang="en-US" altLang="zh-TW" sz="2800" b="1" kern="1200">
              <a:solidFill>
                <a:srgbClr val="FFFFFF"/>
              </a:solidFill>
              <a:latin typeface="+mj-lt"/>
              <a:ea typeface="+mn-ea"/>
              <a:cs typeface="+mn-cs"/>
            </a:endParaRPr>
          </a:p>
        </p:txBody>
      </p:sp>
    </p:spTree>
    <p:extLst>
      <p:ext uri="{BB962C8B-B14F-4D97-AF65-F5344CB8AC3E}">
        <p14:creationId xmlns:p14="http://schemas.microsoft.com/office/powerpoint/2010/main" val="342550476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sz="half" idx="2"/>
          </p:nvPr>
        </p:nvSpPr>
        <p:spPr>
          <a:xfrm>
            <a:off x="8331200" y="608653"/>
            <a:ext cx="3860800" cy="6249347"/>
          </a:xfrm>
        </p:spPr>
        <p:txBody>
          <a:bodyPr>
            <a:noAutofit/>
          </a:bodyPr>
          <a:lstStyle/>
          <a:p>
            <a:pPr algn="just">
              <a:spcBef>
                <a:spcPts val="1200"/>
              </a:spcBef>
            </a:pPr>
            <a:r>
              <a:rPr lang="en-US" altLang="zh-TW" sz="1900" b="1">
                <a:latin typeface="Consolas" panose="020B0609020204030204" pitchFamily="49" charset="0"/>
                <a:ea typeface="+mj-ea"/>
              </a:rPr>
              <a:t>MVC</a:t>
            </a:r>
            <a:r>
              <a:rPr lang="zh-TW" altLang="en-US" sz="1900" b="1">
                <a:latin typeface="Consolas" panose="020B0609020204030204" pitchFamily="49" charset="0"/>
                <a:ea typeface="+mj-ea"/>
              </a:rPr>
              <a:t>架構是一種軟體架構。</a:t>
            </a:r>
            <a:r>
              <a:rPr lang="en-US" altLang="zh-TW" sz="1900" b="1">
                <a:latin typeface="Consolas" panose="020B0609020204030204" pitchFamily="49" charset="0"/>
                <a:ea typeface="+mj-ea"/>
              </a:rPr>
              <a:t>MVC</a:t>
            </a:r>
            <a:r>
              <a:rPr lang="zh-TW" altLang="en-US" sz="1900" b="1">
                <a:latin typeface="Consolas" panose="020B0609020204030204" pitchFamily="49" charset="0"/>
                <a:ea typeface="+mj-ea"/>
              </a:rPr>
              <a:t>模式的目的是實現一種動態的程式設計，使後續對程式的修改和擴充簡化，並且使程式某一部分的重複利用成為可能。</a:t>
            </a:r>
            <a:endParaRPr lang="en-US" altLang="zh-TW" sz="1900" b="1">
              <a:latin typeface="Consolas" panose="020B0609020204030204" pitchFamily="49" charset="0"/>
              <a:ea typeface="+mj-ea"/>
            </a:endParaRPr>
          </a:p>
          <a:p>
            <a:pPr algn="just">
              <a:spcBef>
                <a:spcPts val="1200"/>
              </a:spcBef>
            </a:pPr>
            <a:r>
              <a:rPr lang="zh-TW" altLang="en-US" sz="1900" b="1">
                <a:latin typeface="Consolas" panose="020B0609020204030204" pitchFamily="49" charset="0"/>
                <a:ea typeface="+mj-ea"/>
              </a:rPr>
              <a:t>除此之外，此模式透過對複雜度的簡化，使程式結構更加直覺。軟體系統透過對自身基本部分分離的同時也賦予了各個基本部分應有的功能。</a:t>
            </a:r>
            <a:endParaRPr lang="en-US" altLang="zh-TW" sz="1900" b="1">
              <a:latin typeface="Consolas" panose="020B0609020204030204" pitchFamily="49" charset="0"/>
              <a:ea typeface="+mj-ea"/>
            </a:endParaRPr>
          </a:p>
          <a:p>
            <a:pPr algn="r">
              <a:spcBef>
                <a:spcPts val="1200"/>
              </a:spcBef>
            </a:pPr>
            <a:r>
              <a:rPr lang="en-US" altLang="zh-TW" sz="1900" b="1">
                <a:latin typeface="Consolas" panose="020B0609020204030204" pitchFamily="49" charset="0"/>
                <a:ea typeface="+mj-ea"/>
              </a:rPr>
              <a:t>&lt;</a:t>
            </a:r>
            <a:r>
              <a:rPr lang="zh-TW" altLang="en-US" sz="1900" b="1">
                <a:latin typeface="Consolas" panose="020B0609020204030204" pitchFamily="49" charset="0"/>
                <a:ea typeface="+mj-ea"/>
              </a:rPr>
              <a:t>維基百科</a:t>
            </a:r>
            <a:r>
              <a:rPr lang="en-US" altLang="zh-TW" sz="1900" b="1">
                <a:latin typeface="Consolas" panose="020B0609020204030204" pitchFamily="49" charset="0"/>
                <a:ea typeface="+mj-ea"/>
              </a:rPr>
              <a:t>&gt;</a:t>
            </a:r>
          </a:p>
          <a:p>
            <a:pPr algn="just">
              <a:spcBef>
                <a:spcPts val="1200"/>
              </a:spcBef>
            </a:pPr>
            <a:r>
              <a:rPr lang="zh-TW" altLang="en-US" sz="1900" b="1">
                <a:latin typeface="Consolas" panose="020B0609020204030204" pitchFamily="49" charset="0"/>
                <a:ea typeface="+mj-ea"/>
              </a:rPr>
              <a:t>在</a:t>
            </a:r>
            <a:r>
              <a:rPr lang="en-US" altLang="zh-TW" sz="1900" b="1">
                <a:latin typeface="Consolas" panose="020B0609020204030204" pitchFamily="49" charset="0"/>
                <a:ea typeface="+mj-ea"/>
              </a:rPr>
              <a:t>MVC</a:t>
            </a:r>
            <a:r>
              <a:rPr lang="zh-TW" altLang="en-US" sz="1900" b="1">
                <a:latin typeface="Consolas" panose="020B0609020204030204" pitchFamily="49" charset="0"/>
                <a:ea typeface="+mj-ea"/>
              </a:rPr>
              <a:t>架構的網路應用系統中，</a:t>
            </a:r>
            <a:r>
              <a:rPr lang="en-US" altLang="zh-TW" sz="1900" b="1">
                <a:latin typeface="Consolas" panose="020B0609020204030204" pitchFamily="49" charset="0"/>
                <a:ea typeface="+mj-ea"/>
              </a:rPr>
              <a:t>Controller</a:t>
            </a:r>
            <a:r>
              <a:rPr lang="zh-TW" altLang="en-US" sz="1900" b="1">
                <a:latin typeface="Consolas" panose="020B0609020204030204" pitchFamily="49" charset="0"/>
                <a:ea typeface="+mj-ea"/>
              </a:rPr>
              <a:t>負責處理使用者提出的請求，根據情求呼叫適當的</a:t>
            </a:r>
            <a:r>
              <a:rPr lang="en-US" altLang="zh-TW" sz="1900" b="1">
                <a:latin typeface="Consolas" panose="020B0609020204030204" pitchFamily="49" charset="0"/>
                <a:ea typeface="+mj-ea"/>
              </a:rPr>
              <a:t>Service</a:t>
            </a:r>
            <a:r>
              <a:rPr lang="zh-TW" altLang="en-US" sz="1900" b="1">
                <a:latin typeface="Consolas" panose="020B0609020204030204" pitchFamily="49" charset="0"/>
                <a:ea typeface="+mj-ea"/>
              </a:rPr>
              <a:t>元件，使用</a:t>
            </a:r>
            <a:r>
              <a:rPr lang="en-US" altLang="zh-TW" sz="1900" b="1">
                <a:latin typeface="Consolas" panose="020B0609020204030204" pitchFamily="49" charset="0"/>
                <a:ea typeface="+mj-ea"/>
              </a:rPr>
              <a:t>Model</a:t>
            </a:r>
            <a:r>
              <a:rPr lang="zh-TW" altLang="en-US" sz="1900" b="1">
                <a:latin typeface="Consolas" panose="020B0609020204030204" pitchFamily="49" charset="0"/>
                <a:ea typeface="+mj-ea"/>
              </a:rPr>
              <a:t>元件對資料進行封裝，最後根據處理的結果來呼叫適當的</a:t>
            </a:r>
            <a:r>
              <a:rPr lang="en-US" altLang="zh-TW" sz="1900" b="1">
                <a:latin typeface="Consolas" panose="020B0609020204030204" pitchFamily="49" charset="0"/>
                <a:ea typeface="+mj-ea"/>
              </a:rPr>
              <a:t>View</a:t>
            </a:r>
            <a:r>
              <a:rPr lang="zh-TW" altLang="en-US" sz="1900" b="1">
                <a:latin typeface="Consolas" panose="020B0609020204030204" pitchFamily="49" charset="0"/>
                <a:ea typeface="+mj-ea"/>
              </a:rPr>
              <a:t>元件渲染頁面，輸出給使用者。</a:t>
            </a:r>
            <a:endParaRPr lang="en-US" altLang="zh-TW" sz="1900" b="1">
              <a:latin typeface="Consolas" panose="020B0609020204030204" pitchFamily="49" charset="0"/>
              <a:ea typeface="+mj-ea"/>
            </a:endParaRPr>
          </a:p>
          <a:p>
            <a:pPr algn="just">
              <a:spcBef>
                <a:spcPts val="1200"/>
              </a:spcBef>
            </a:pPr>
            <a:endParaRPr lang="en-US" altLang="zh-TW" sz="1900" b="1">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DE0C7043-5B7F-4E55-B9C2-004C86B4F74C}"/>
              </a:ext>
            </a:extLst>
          </p:cNvPr>
          <p:cNvSpPr>
            <a:spLocks noGrp="1"/>
          </p:cNvSpPr>
          <p:nvPr>
            <p:ph type="sldNum" sz="quarter" idx="12"/>
          </p:nvPr>
        </p:nvSpPr>
        <p:spPr/>
        <p:txBody>
          <a:bodyPr/>
          <a:lstStyle/>
          <a:p>
            <a:fld id="{B521127C-0C56-461F-B517-0D483F216F7D}" type="slidenum">
              <a:rPr lang="zh-TW" altLang="en-US" smtClean="0"/>
              <a:t>117</a:t>
            </a:fld>
            <a:endParaRPr lang="zh-TW" altLang="en-US"/>
          </a:p>
        </p:txBody>
      </p:sp>
      <p:sp>
        <p:nvSpPr>
          <p:cNvPr id="9" name="矩形 8"/>
          <p:cNvSpPr/>
          <p:nvPr/>
        </p:nvSpPr>
        <p:spPr>
          <a:xfrm>
            <a:off x="8331200" y="100822"/>
            <a:ext cx="3860800" cy="507831"/>
          </a:xfrm>
          <a:prstGeom prst="rect">
            <a:avLst/>
          </a:prstGeom>
        </p:spPr>
        <p:txBody>
          <a:bodyPr wrap="square">
            <a:spAutoFit/>
          </a:bodyPr>
          <a:lstStyle/>
          <a:p>
            <a:pPr algn="ctr" defTabSz="914400">
              <a:lnSpc>
                <a:spcPct val="90000"/>
              </a:lnSpc>
              <a:spcBef>
                <a:spcPct val="0"/>
              </a:spcBef>
            </a:pPr>
            <a:r>
              <a:rPr lang="en-US" altLang="zh-TW" sz="3000" b="1">
                <a:latin typeface="+mj-lt"/>
                <a:ea typeface="+mj-ea"/>
                <a:cs typeface="+mj-cs"/>
              </a:rPr>
              <a:t>MVC</a:t>
            </a:r>
            <a:r>
              <a:rPr lang="zh-TW" altLang="en-US" sz="3000" b="1">
                <a:latin typeface="+mj-lt"/>
                <a:ea typeface="+mj-ea"/>
                <a:cs typeface="+mj-cs"/>
              </a:rPr>
              <a:t>架構</a:t>
            </a:r>
            <a:endParaRPr lang="en-US" altLang="zh-TW" sz="3000" b="1">
              <a:latin typeface="+mj-lt"/>
              <a:ea typeface="+mj-ea"/>
              <a:cs typeface="+mj-cs"/>
            </a:endParaRPr>
          </a:p>
        </p:txBody>
      </p:sp>
      <p:sp>
        <p:nvSpPr>
          <p:cNvPr id="7" name="矩形: 圓角 3">
            <a:extLst>
              <a:ext uri="{FF2B5EF4-FFF2-40B4-BE49-F238E27FC236}">
                <a16:creationId xmlns:a16="http://schemas.microsoft.com/office/drawing/2014/main" id="{4A47D828-F623-4031-89B8-F3303A0D7BD8}"/>
              </a:ext>
            </a:extLst>
          </p:cNvPr>
          <p:cNvSpPr/>
          <p:nvPr/>
        </p:nvSpPr>
        <p:spPr>
          <a:xfrm>
            <a:off x="124168" y="1691631"/>
            <a:ext cx="1280861" cy="704407"/>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a:solidFill>
                  <a:schemeClr val="tx1"/>
                </a:solidFill>
                <a:latin typeface="Consolas" panose="020B0609020204030204" pitchFamily="49" charset="0"/>
              </a:rPr>
              <a:t>Browser</a:t>
            </a:r>
            <a:endParaRPr lang="zh-TW" altLang="en-US" b="1">
              <a:solidFill>
                <a:schemeClr val="tx1"/>
              </a:solidFill>
              <a:latin typeface="Consolas" panose="020B0609020204030204" pitchFamily="49" charset="0"/>
            </a:endParaRPr>
          </a:p>
        </p:txBody>
      </p:sp>
      <p:sp>
        <p:nvSpPr>
          <p:cNvPr id="8" name="矩形 7">
            <a:extLst>
              <a:ext uri="{FF2B5EF4-FFF2-40B4-BE49-F238E27FC236}">
                <a16:creationId xmlns:a16="http://schemas.microsoft.com/office/drawing/2014/main" id="{59D7FACB-74D1-4AE0-AF1F-2C242364E4AB}"/>
              </a:ext>
            </a:extLst>
          </p:cNvPr>
          <p:cNvSpPr/>
          <p:nvPr/>
        </p:nvSpPr>
        <p:spPr>
          <a:xfrm>
            <a:off x="1765735" y="693041"/>
            <a:ext cx="4811003" cy="2727432"/>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latin typeface="Consolas" panose="020B0609020204030204" pitchFamily="49" charset="0"/>
            </a:endParaRPr>
          </a:p>
        </p:txBody>
      </p:sp>
      <p:sp>
        <p:nvSpPr>
          <p:cNvPr id="11" name="圓柱形 5">
            <a:extLst>
              <a:ext uri="{FF2B5EF4-FFF2-40B4-BE49-F238E27FC236}">
                <a16:creationId xmlns:a16="http://schemas.microsoft.com/office/drawing/2014/main" id="{948DF13F-B4B8-444C-96F4-4761821C4EC1}"/>
              </a:ext>
            </a:extLst>
          </p:cNvPr>
          <p:cNvSpPr/>
          <p:nvPr/>
        </p:nvSpPr>
        <p:spPr>
          <a:xfrm>
            <a:off x="6955551" y="1360765"/>
            <a:ext cx="1216808" cy="1391982"/>
          </a:xfrm>
          <a:prstGeom prst="can">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err="1">
                <a:solidFill>
                  <a:schemeClr val="tx1"/>
                </a:solidFill>
                <a:latin typeface="Consolas" panose="020B0609020204030204" pitchFamily="49" charset="0"/>
              </a:rPr>
              <a:t>DataBase</a:t>
            </a:r>
            <a:endParaRPr lang="zh-TW" altLang="en-US" b="1">
              <a:solidFill>
                <a:schemeClr val="tx1"/>
              </a:solidFill>
              <a:latin typeface="Consolas" panose="020B0609020204030204" pitchFamily="49" charset="0"/>
            </a:endParaRPr>
          </a:p>
        </p:txBody>
      </p:sp>
      <p:sp>
        <p:nvSpPr>
          <p:cNvPr id="12" name="矩形 11">
            <a:extLst>
              <a:ext uri="{FF2B5EF4-FFF2-40B4-BE49-F238E27FC236}">
                <a16:creationId xmlns:a16="http://schemas.microsoft.com/office/drawing/2014/main" id="{2C6F6240-5969-40DC-AFFF-27AEDEA3118E}"/>
              </a:ext>
            </a:extLst>
          </p:cNvPr>
          <p:cNvSpPr/>
          <p:nvPr/>
        </p:nvSpPr>
        <p:spPr>
          <a:xfrm>
            <a:off x="2313361" y="836928"/>
            <a:ext cx="4027269" cy="244824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latin typeface="Consolas" panose="020B0609020204030204" pitchFamily="49" charset="0"/>
            </a:endParaRPr>
          </a:p>
        </p:txBody>
      </p:sp>
      <p:sp>
        <p:nvSpPr>
          <p:cNvPr id="13" name="矩形: 圓角 7">
            <a:extLst>
              <a:ext uri="{FF2B5EF4-FFF2-40B4-BE49-F238E27FC236}">
                <a16:creationId xmlns:a16="http://schemas.microsoft.com/office/drawing/2014/main" id="{640AE626-9173-466E-B470-0268987C0EE2}"/>
              </a:ext>
            </a:extLst>
          </p:cNvPr>
          <p:cNvSpPr/>
          <p:nvPr/>
        </p:nvSpPr>
        <p:spPr>
          <a:xfrm>
            <a:off x="2695784" y="1150475"/>
            <a:ext cx="1513212" cy="712998"/>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a:solidFill>
                  <a:schemeClr val="tx1"/>
                </a:solidFill>
                <a:latin typeface="Consolas" panose="020B0609020204030204" pitchFamily="49" charset="0"/>
              </a:rPr>
              <a:t>Controller</a:t>
            </a:r>
          </a:p>
          <a:p>
            <a:pPr algn="ctr"/>
            <a:r>
              <a:rPr lang="en-US" altLang="zh-TW" b="1">
                <a:solidFill>
                  <a:schemeClr val="tx1"/>
                </a:solidFill>
                <a:latin typeface="Consolas" panose="020B0609020204030204" pitchFamily="49" charset="0"/>
              </a:rPr>
              <a:t>(Servlet)</a:t>
            </a:r>
            <a:endParaRPr lang="zh-TW" altLang="en-US" b="1">
              <a:solidFill>
                <a:schemeClr val="tx1"/>
              </a:solidFill>
              <a:latin typeface="Consolas" panose="020B0609020204030204" pitchFamily="49" charset="0"/>
            </a:endParaRPr>
          </a:p>
        </p:txBody>
      </p:sp>
      <p:sp>
        <p:nvSpPr>
          <p:cNvPr id="14" name="矩形: 圓角 9">
            <a:extLst>
              <a:ext uri="{FF2B5EF4-FFF2-40B4-BE49-F238E27FC236}">
                <a16:creationId xmlns:a16="http://schemas.microsoft.com/office/drawing/2014/main" id="{E3AC3D47-FC6D-471D-8BCA-6E372E693079}"/>
              </a:ext>
            </a:extLst>
          </p:cNvPr>
          <p:cNvSpPr/>
          <p:nvPr/>
        </p:nvSpPr>
        <p:spPr>
          <a:xfrm>
            <a:off x="2695784" y="2177020"/>
            <a:ext cx="1513212" cy="712998"/>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a:solidFill>
                  <a:schemeClr val="tx1"/>
                </a:solidFill>
                <a:latin typeface="Consolas" panose="020B0609020204030204" pitchFamily="49" charset="0"/>
              </a:rPr>
              <a:t>View</a:t>
            </a:r>
          </a:p>
          <a:p>
            <a:pPr algn="ctr"/>
            <a:r>
              <a:rPr lang="en-US" altLang="zh-TW" b="1">
                <a:solidFill>
                  <a:schemeClr val="tx1"/>
                </a:solidFill>
                <a:latin typeface="Consolas" panose="020B0609020204030204" pitchFamily="49" charset="0"/>
              </a:rPr>
              <a:t>(JSP)</a:t>
            </a:r>
            <a:endParaRPr lang="zh-TW" altLang="en-US" b="1">
              <a:solidFill>
                <a:schemeClr val="tx1"/>
              </a:solidFill>
              <a:latin typeface="Consolas" panose="020B0609020204030204" pitchFamily="49" charset="0"/>
            </a:endParaRPr>
          </a:p>
        </p:txBody>
      </p:sp>
      <p:sp>
        <p:nvSpPr>
          <p:cNvPr id="15" name="矩形: 圓角 11">
            <a:extLst>
              <a:ext uri="{FF2B5EF4-FFF2-40B4-BE49-F238E27FC236}">
                <a16:creationId xmlns:a16="http://schemas.microsoft.com/office/drawing/2014/main" id="{7CA0F8E8-04AE-4129-ADA3-B2C08D259FC6}"/>
              </a:ext>
            </a:extLst>
          </p:cNvPr>
          <p:cNvSpPr/>
          <p:nvPr/>
        </p:nvSpPr>
        <p:spPr>
          <a:xfrm>
            <a:off x="4862638" y="1683040"/>
            <a:ext cx="1155287" cy="712998"/>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a:solidFill>
                  <a:schemeClr val="tx1"/>
                </a:solidFill>
                <a:latin typeface="Consolas" panose="020B0609020204030204" pitchFamily="49" charset="0"/>
              </a:rPr>
              <a:t>Model</a:t>
            </a:r>
          </a:p>
          <a:p>
            <a:pPr algn="ctr"/>
            <a:r>
              <a:rPr lang="en-US" altLang="zh-TW" b="1">
                <a:solidFill>
                  <a:schemeClr val="tx1"/>
                </a:solidFill>
                <a:latin typeface="Consolas" panose="020B0609020204030204" pitchFamily="49" charset="0"/>
              </a:rPr>
              <a:t>(DAO)</a:t>
            </a:r>
          </a:p>
        </p:txBody>
      </p:sp>
      <p:sp>
        <p:nvSpPr>
          <p:cNvPr id="16" name="文字方塊 15">
            <a:extLst>
              <a:ext uri="{FF2B5EF4-FFF2-40B4-BE49-F238E27FC236}">
                <a16:creationId xmlns:a16="http://schemas.microsoft.com/office/drawing/2014/main" id="{CC15D116-B3EF-4835-A5B6-5FCB811DB3FF}"/>
              </a:ext>
            </a:extLst>
          </p:cNvPr>
          <p:cNvSpPr txBox="1"/>
          <p:nvPr/>
        </p:nvSpPr>
        <p:spPr>
          <a:xfrm>
            <a:off x="1224356" y="405620"/>
            <a:ext cx="1451038" cy="369332"/>
          </a:xfrm>
          <a:prstGeom prst="rect">
            <a:avLst/>
          </a:prstGeom>
          <a:noFill/>
        </p:spPr>
        <p:txBody>
          <a:bodyPr wrap="none" rtlCol="0">
            <a:spAutoFit/>
          </a:bodyPr>
          <a:lstStyle/>
          <a:p>
            <a:r>
              <a:rPr lang="en-US" altLang="zh-TW" b="1">
                <a:latin typeface="Consolas" panose="020B0609020204030204" pitchFamily="49" charset="0"/>
              </a:rPr>
              <a:t>Web Server</a:t>
            </a:r>
          </a:p>
        </p:txBody>
      </p:sp>
      <p:sp>
        <p:nvSpPr>
          <p:cNvPr id="17" name="文字方塊 16">
            <a:extLst>
              <a:ext uri="{FF2B5EF4-FFF2-40B4-BE49-F238E27FC236}">
                <a16:creationId xmlns:a16="http://schemas.microsoft.com/office/drawing/2014/main" id="{41D130D4-4550-464D-BA26-202EC3394650}"/>
              </a:ext>
            </a:extLst>
          </p:cNvPr>
          <p:cNvSpPr txBox="1"/>
          <p:nvPr/>
        </p:nvSpPr>
        <p:spPr>
          <a:xfrm>
            <a:off x="5210146" y="891346"/>
            <a:ext cx="1830950" cy="369332"/>
          </a:xfrm>
          <a:prstGeom prst="rect">
            <a:avLst/>
          </a:prstGeom>
          <a:noFill/>
        </p:spPr>
        <p:txBody>
          <a:bodyPr wrap="none" rtlCol="0">
            <a:spAutoFit/>
          </a:bodyPr>
          <a:lstStyle/>
          <a:p>
            <a:r>
              <a:rPr lang="en-US" altLang="zh-TW" b="1">
                <a:latin typeface="Consolas" panose="020B0609020204030204" pitchFamily="49" charset="0"/>
              </a:rPr>
              <a:t>Web Container</a:t>
            </a:r>
          </a:p>
        </p:txBody>
      </p:sp>
      <p:cxnSp>
        <p:nvCxnSpPr>
          <p:cNvPr id="18" name="直線單箭頭接點 17">
            <a:extLst>
              <a:ext uri="{FF2B5EF4-FFF2-40B4-BE49-F238E27FC236}">
                <a16:creationId xmlns:a16="http://schemas.microsoft.com/office/drawing/2014/main" id="{57D7CBB7-1648-47AE-B360-BD16D8828E02}"/>
              </a:ext>
            </a:extLst>
          </p:cNvPr>
          <p:cNvCxnSpPr/>
          <p:nvPr/>
        </p:nvCxnSpPr>
        <p:spPr>
          <a:xfrm flipV="1">
            <a:off x="1516303" y="1448965"/>
            <a:ext cx="1080000" cy="3693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直線單箭頭接點 18">
            <a:extLst>
              <a:ext uri="{FF2B5EF4-FFF2-40B4-BE49-F238E27FC236}">
                <a16:creationId xmlns:a16="http://schemas.microsoft.com/office/drawing/2014/main" id="{D7A440C7-4D08-435D-A324-EF31C4E1BEE7}"/>
              </a:ext>
            </a:extLst>
          </p:cNvPr>
          <p:cNvCxnSpPr>
            <a:cxnSpLocks/>
          </p:cNvCxnSpPr>
          <p:nvPr/>
        </p:nvCxnSpPr>
        <p:spPr>
          <a:xfrm flipH="1" flipV="1">
            <a:off x="1487269" y="2177020"/>
            <a:ext cx="1080000" cy="3693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直線單箭頭接點 19">
            <a:extLst>
              <a:ext uri="{FF2B5EF4-FFF2-40B4-BE49-F238E27FC236}">
                <a16:creationId xmlns:a16="http://schemas.microsoft.com/office/drawing/2014/main" id="{DF5D9E09-51DD-475E-87BA-15753F9B2209}"/>
              </a:ext>
            </a:extLst>
          </p:cNvPr>
          <p:cNvCxnSpPr>
            <a:cxnSpLocks/>
            <a:stCxn id="13" idx="2"/>
            <a:endCxn id="14" idx="0"/>
          </p:cNvCxnSpPr>
          <p:nvPr/>
        </p:nvCxnSpPr>
        <p:spPr>
          <a:xfrm>
            <a:off x="3452390" y="1863473"/>
            <a:ext cx="0" cy="3135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直線單箭頭接點 20">
            <a:extLst>
              <a:ext uri="{FF2B5EF4-FFF2-40B4-BE49-F238E27FC236}">
                <a16:creationId xmlns:a16="http://schemas.microsoft.com/office/drawing/2014/main" id="{8DAFC63C-4E17-40EF-84AB-F5CF997036D3}"/>
              </a:ext>
            </a:extLst>
          </p:cNvPr>
          <p:cNvCxnSpPr>
            <a:cxnSpLocks/>
          </p:cNvCxnSpPr>
          <p:nvPr/>
        </p:nvCxnSpPr>
        <p:spPr>
          <a:xfrm>
            <a:off x="4273485" y="1441283"/>
            <a:ext cx="502062" cy="2520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直線單箭頭接點 21">
            <a:extLst>
              <a:ext uri="{FF2B5EF4-FFF2-40B4-BE49-F238E27FC236}">
                <a16:creationId xmlns:a16="http://schemas.microsoft.com/office/drawing/2014/main" id="{8E711E46-DB81-4275-80F3-4450920A8703}"/>
              </a:ext>
            </a:extLst>
          </p:cNvPr>
          <p:cNvCxnSpPr>
            <a:cxnSpLocks/>
          </p:cNvCxnSpPr>
          <p:nvPr/>
        </p:nvCxnSpPr>
        <p:spPr>
          <a:xfrm flipH="1" flipV="1">
            <a:off x="4326995" y="1724304"/>
            <a:ext cx="471154" cy="2276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文字方塊 22">
            <a:extLst>
              <a:ext uri="{FF2B5EF4-FFF2-40B4-BE49-F238E27FC236}">
                <a16:creationId xmlns:a16="http://schemas.microsoft.com/office/drawing/2014/main" id="{64B7930C-40A3-49EF-913B-99C69E772F97}"/>
              </a:ext>
            </a:extLst>
          </p:cNvPr>
          <p:cNvSpPr txBox="1"/>
          <p:nvPr/>
        </p:nvSpPr>
        <p:spPr>
          <a:xfrm>
            <a:off x="1288817" y="1218020"/>
            <a:ext cx="1071127" cy="369332"/>
          </a:xfrm>
          <a:prstGeom prst="rect">
            <a:avLst/>
          </a:prstGeom>
          <a:noFill/>
        </p:spPr>
        <p:txBody>
          <a:bodyPr wrap="none" rtlCol="0">
            <a:spAutoFit/>
          </a:bodyPr>
          <a:lstStyle/>
          <a:p>
            <a:r>
              <a:rPr lang="en-US" altLang="zh-TW" b="1">
                <a:latin typeface="Consolas" panose="020B0609020204030204" pitchFamily="49" charset="0"/>
              </a:rPr>
              <a:t>Request</a:t>
            </a:r>
          </a:p>
        </p:txBody>
      </p:sp>
      <p:sp>
        <p:nvSpPr>
          <p:cNvPr id="24" name="文字方塊 23">
            <a:extLst>
              <a:ext uri="{FF2B5EF4-FFF2-40B4-BE49-F238E27FC236}">
                <a16:creationId xmlns:a16="http://schemas.microsoft.com/office/drawing/2014/main" id="{2FEC6675-4844-4221-BA7E-989E124DE3B6}"/>
              </a:ext>
            </a:extLst>
          </p:cNvPr>
          <p:cNvSpPr txBox="1"/>
          <p:nvPr/>
        </p:nvSpPr>
        <p:spPr>
          <a:xfrm>
            <a:off x="1224356" y="2439018"/>
            <a:ext cx="1197764" cy="369332"/>
          </a:xfrm>
          <a:prstGeom prst="rect">
            <a:avLst/>
          </a:prstGeom>
          <a:noFill/>
        </p:spPr>
        <p:txBody>
          <a:bodyPr wrap="none" rtlCol="0">
            <a:spAutoFit/>
          </a:bodyPr>
          <a:lstStyle/>
          <a:p>
            <a:r>
              <a:rPr lang="en-US" altLang="zh-TW" b="1">
                <a:latin typeface="Consolas" panose="020B0609020204030204" pitchFamily="49" charset="0"/>
              </a:rPr>
              <a:t>Response</a:t>
            </a:r>
          </a:p>
        </p:txBody>
      </p:sp>
      <p:cxnSp>
        <p:nvCxnSpPr>
          <p:cNvPr id="25" name="直線單箭頭接點 24">
            <a:extLst>
              <a:ext uri="{FF2B5EF4-FFF2-40B4-BE49-F238E27FC236}">
                <a16:creationId xmlns:a16="http://schemas.microsoft.com/office/drawing/2014/main" id="{A2880FE0-735B-45A7-9C4F-EA50B1A666E3}"/>
              </a:ext>
            </a:extLst>
          </p:cNvPr>
          <p:cNvCxnSpPr>
            <a:cxnSpLocks/>
          </p:cNvCxnSpPr>
          <p:nvPr/>
        </p:nvCxnSpPr>
        <p:spPr>
          <a:xfrm flipH="1">
            <a:off x="6126738" y="2177020"/>
            <a:ext cx="7200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線單箭頭接點 25">
            <a:extLst>
              <a:ext uri="{FF2B5EF4-FFF2-40B4-BE49-F238E27FC236}">
                <a16:creationId xmlns:a16="http://schemas.microsoft.com/office/drawing/2014/main" id="{8D669222-194B-4034-A7E8-E5546909FF91}"/>
              </a:ext>
            </a:extLst>
          </p:cNvPr>
          <p:cNvCxnSpPr>
            <a:cxnSpLocks/>
          </p:cNvCxnSpPr>
          <p:nvPr/>
        </p:nvCxnSpPr>
        <p:spPr>
          <a:xfrm>
            <a:off x="6126738" y="1942170"/>
            <a:ext cx="7200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 name="矩形 32"/>
          <p:cNvSpPr/>
          <p:nvPr/>
        </p:nvSpPr>
        <p:spPr>
          <a:xfrm>
            <a:off x="6197041" y="2164187"/>
            <a:ext cx="691215" cy="369332"/>
          </a:xfrm>
          <a:prstGeom prst="rect">
            <a:avLst/>
          </a:prstGeom>
        </p:spPr>
        <p:txBody>
          <a:bodyPr wrap="none">
            <a:spAutoFit/>
          </a:bodyPr>
          <a:lstStyle/>
          <a:p>
            <a:pPr algn="ctr"/>
            <a:r>
              <a:rPr lang="en-US" altLang="zh-TW" b="1">
                <a:latin typeface="Consolas" panose="020B0609020204030204" pitchFamily="49" charset="0"/>
              </a:rPr>
              <a:t>Bean</a:t>
            </a:r>
          </a:p>
        </p:txBody>
      </p:sp>
      <p:sp>
        <p:nvSpPr>
          <p:cNvPr id="34" name="矩形 33"/>
          <p:cNvSpPr/>
          <p:nvPr/>
        </p:nvSpPr>
        <p:spPr>
          <a:xfrm>
            <a:off x="4265500" y="1160980"/>
            <a:ext cx="691215" cy="369332"/>
          </a:xfrm>
          <a:prstGeom prst="rect">
            <a:avLst/>
          </a:prstGeom>
        </p:spPr>
        <p:txBody>
          <a:bodyPr wrap="none">
            <a:spAutoFit/>
          </a:bodyPr>
          <a:lstStyle/>
          <a:p>
            <a:pPr algn="ctr"/>
            <a:r>
              <a:rPr lang="en-US" altLang="zh-TW" b="1">
                <a:latin typeface="Consolas" panose="020B0609020204030204" pitchFamily="49" charset="0"/>
              </a:rPr>
              <a:t>Bean</a:t>
            </a:r>
          </a:p>
        </p:txBody>
      </p:sp>
      <p:sp>
        <p:nvSpPr>
          <p:cNvPr id="35" name="矩形 34"/>
          <p:cNvSpPr/>
          <p:nvPr/>
        </p:nvSpPr>
        <p:spPr>
          <a:xfrm>
            <a:off x="3418822" y="1847702"/>
            <a:ext cx="691215" cy="369332"/>
          </a:xfrm>
          <a:prstGeom prst="rect">
            <a:avLst/>
          </a:prstGeom>
        </p:spPr>
        <p:txBody>
          <a:bodyPr wrap="none">
            <a:spAutoFit/>
          </a:bodyPr>
          <a:lstStyle/>
          <a:p>
            <a:pPr algn="ctr"/>
            <a:r>
              <a:rPr lang="en-US" altLang="zh-TW" b="1">
                <a:latin typeface="Consolas" panose="020B0609020204030204" pitchFamily="49" charset="0"/>
              </a:rPr>
              <a:t>Bean</a:t>
            </a:r>
          </a:p>
        </p:txBody>
      </p:sp>
      <p:sp>
        <p:nvSpPr>
          <p:cNvPr id="37"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0" y="3801564"/>
            <a:ext cx="8274481" cy="3056435"/>
          </a:xfrm>
        </p:spPr>
        <p:txBody>
          <a:bodyPr>
            <a:noAutofit/>
          </a:bodyPr>
          <a:lstStyle/>
          <a:p>
            <a:pPr marL="342900" lvl="1" indent="-342900" algn="just"/>
            <a:r>
              <a:rPr lang="en-US" altLang="zh-TW" sz="2400">
                <a:latin typeface="Consolas" panose="020B0609020204030204" pitchFamily="49" charset="0"/>
                <a:ea typeface="+mj-ea"/>
              </a:rPr>
              <a:t>Model:</a:t>
            </a:r>
            <a:r>
              <a:rPr lang="zh-TW" altLang="en-US" sz="2400">
                <a:latin typeface="Consolas" panose="020B0609020204030204" pitchFamily="49" charset="0"/>
                <a:ea typeface="+mj-ea"/>
              </a:rPr>
              <a:t>模型</a:t>
            </a:r>
            <a:r>
              <a:rPr lang="en-US" altLang="zh-TW" sz="2400">
                <a:latin typeface="Consolas" panose="020B0609020204030204" pitchFamily="49" charset="0"/>
                <a:ea typeface="+mj-ea"/>
              </a:rPr>
              <a:t>(JavaBean</a:t>
            </a:r>
            <a:r>
              <a:rPr lang="zh-TW" altLang="en-US" sz="2400">
                <a:latin typeface="Consolas" panose="020B0609020204030204" pitchFamily="49" charset="0"/>
                <a:ea typeface="+mj-ea"/>
              </a:rPr>
              <a:t>資料載體</a:t>
            </a:r>
            <a:r>
              <a:rPr lang="en-US" altLang="zh-TW" sz="2400">
                <a:latin typeface="Consolas" panose="020B0609020204030204" pitchFamily="49" charset="0"/>
                <a:ea typeface="+mj-ea"/>
              </a:rPr>
              <a:t>+DAO</a:t>
            </a:r>
            <a:r>
              <a:rPr lang="zh-TW" altLang="en-US" sz="2400">
                <a:latin typeface="Consolas" panose="020B0609020204030204" pitchFamily="49" charset="0"/>
                <a:ea typeface="+mj-ea"/>
              </a:rPr>
              <a:t>資料存取物件</a:t>
            </a:r>
            <a:r>
              <a:rPr lang="en-US" altLang="zh-TW" sz="2400">
                <a:latin typeface="Consolas" panose="020B0609020204030204" pitchFamily="49" charset="0"/>
                <a:ea typeface="+mj-ea"/>
              </a:rPr>
              <a:t>)</a:t>
            </a:r>
          </a:p>
          <a:p>
            <a:pPr marL="891540" lvl="3" indent="-342900" algn="just"/>
            <a:r>
              <a:rPr lang="en-US" altLang="zh-TW" sz="2400">
                <a:latin typeface="Consolas" panose="020B0609020204030204" pitchFamily="49" charset="0"/>
                <a:ea typeface="+mj-ea"/>
              </a:rPr>
              <a:t>JavaBean:</a:t>
            </a:r>
            <a:r>
              <a:rPr lang="zh-TW" altLang="en-US" sz="2400">
                <a:latin typeface="Consolas" panose="020B0609020204030204" pitchFamily="49" charset="0"/>
                <a:ea typeface="+mj-ea"/>
              </a:rPr>
              <a:t>資料載體</a:t>
            </a:r>
            <a:r>
              <a:rPr lang="en-US" altLang="zh-TW" sz="2400">
                <a:latin typeface="Consolas" panose="020B0609020204030204" pitchFamily="49" charset="0"/>
                <a:ea typeface="+mj-ea"/>
              </a:rPr>
              <a:t>(</a:t>
            </a:r>
            <a:r>
              <a:rPr lang="zh-TW" altLang="en-US" sz="2400">
                <a:latin typeface="Consolas" panose="020B0609020204030204" pitchFamily="49" charset="0"/>
                <a:ea typeface="+mj-ea"/>
              </a:rPr>
              <a:t>資料容器</a:t>
            </a:r>
            <a:r>
              <a:rPr lang="en-US" altLang="zh-TW" sz="2400">
                <a:latin typeface="Consolas" panose="020B0609020204030204" pitchFamily="49" charset="0"/>
                <a:ea typeface="+mj-ea"/>
              </a:rPr>
              <a:t>)</a:t>
            </a:r>
            <a:endParaRPr lang="zh-TW" altLang="en-US" sz="2400">
              <a:latin typeface="Consolas" panose="020B0609020204030204" pitchFamily="49" charset="0"/>
              <a:ea typeface="+mj-ea"/>
            </a:endParaRPr>
          </a:p>
          <a:p>
            <a:pPr marL="891540" lvl="3" indent="-342900" algn="just"/>
            <a:r>
              <a:rPr lang="en-US" altLang="zh-TW" sz="2400">
                <a:latin typeface="Consolas" panose="020B0609020204030204" pitchFamily="49" charset="0"/>
                <a:ea typeface="+mj-ea"/>
              </a:rPr>
              <a:t>DAO(</a:t>
            </a:r>
            <a:r>
              <a:rPr lang="en-US" altLang="zh-TW" sz="2400" b="0" i="0">
                <a:solidFill>
                  <a:srgbClr val="202124"/>
                </a:solidFill>
                <a:effectLst/>
                <a:latin typeface="Consolas" panose="020B0609020204030204" pitchFamily="49" charset="0"/>
                <a:ea typeface="+mj-ea"/>
              </a:rPr>
              <a:t>Data Access Object</a:t>
            </a:r>
            <a:r>
              <a:rPr lang="en-US" altLang="zh-TW" sz="2400">
                <a:latin typeface="Consolas" panose="020B0609020204030204" pitchFamily="49" charset="0"/>
                <a:ea typeface="+mj-ea"/>
              </a:rPr>
              <a:t>):</a:t>
            </a:r>
            <a:r>
              <a:rPr lang="zh-TW" altLang="en-US" sz="2400">
                <a:latin typeface="Consolas" panose="020B0609020204030204" pitchFamily="49" charset="0"/>
                <a:ea typeface="+mj-ea"/>
              </a:rPr>
              <a:t>資料存取物件</a:t>
            </a:r>
            <a:endParaRPr lang="en-US" altLang="zh-TW" sz="2400">
              <a:latin typeface="Consolas" panose="020B0609020204030204" pitchFamily="49" charset="0"/>
              <a:ea typeface="+mj-ea"/>
            </a:endParaRPr>
          </a:p>
          <a:p>
            <a:pPr marL="891540" lvl="3" indent="-342900" algn="just"/>
            <a:r>
              <a:rPr lang="en-US" altLang="zh-TW" sz="2400">
                <a:latin typeface="Consolas" panose="020B0609020204030204" pitchFamily="49" charset="0"/>
                <a:ea typeface="+mj-ea"/>
              </a:rPr>
              <a:t>Service:</a:t>
            </a:r>
            <a:r>
              <a:rPr lang="zh-TW" altLang="en-US" sz="2400">
                <a:latin typeface="Consolas" panose="020B0609020204030204" pitchFamily="49" charset="0"/>
                <a:ea typeface="+mj-ea"/>
              </a:rPr>
              <a:t>服務，商業邏輯主要撰寫處</a:t>
            </a:r>
            <a:endParaRPr lang="en-US" altLang="zh-TW" sz="2400">
              <a:latin typeface="Consolas" panose="020B0609020204030204" pitchFamily="49" charset="0"/>
              <a:ea typeface="+mj-ea"/>
            </a:endParaRPr>
          </a:p>
          <a:p>
            <a:pPr marL="342900" lvl="1" indent="-342900" algn="just"/>
            <a:r>
              <a:rPr lang="en-US" altLang="zh-TW" sz="2400">
                <a:latin typeface="Consolas" panose="020B0609020204030204" pitchFamily="49" charset="0"/>
                <a:ea typeface="+mj-ea"/>
              </a:rPr>
              <a:t>View:</a:t>
            </a:r>
            <a:r>
              <a:rPr lang="zh-TW" altLang="en-US" sz="2400">
                <a:latin typeface="Consolas" panose="020B0609020204030204" pitchFamily="49" charset="0"/>
                <a:ea typeface="+mj-ea"/>
              </a:rPr>
              <a:t>視圖</a:t>
            </a:r>
            <a:r>
              <a:rPr lang="en-US" altLang="zh-TW" sz="2400">
                <a:latin typeface="Consolas" panose="020B0609020204030204" pitchFamily="49" charset="0"/>
                <a:ea typeface="+mj-ea"/>
              </a:rPr>
              <a:t>(</a:t>
            </a:r>
            <a:r>
              <a:rPr lang="en-US" altLang="zh-TW" sz="2400">
                <a:solidFill>
                  <a:srgbClr val="303233"/>
                </a:solidFill>
                <a:latin typeface="Consolas" panose="020B0609020204030204" pitchFamily="49" charset="0"/>
                <a:ea typeface="+mj-ea"/>
              </a:rPr>
              <a:t>Template</a:t>
            </a:r>
            <a:r>
              <a:rPr lang="zh-TW" altLang="en-US" sz="2400">
                <a:solidFill>
                  <a:srgbClr val="303233"/>
                </a:solidFill>
                <a:latin typeface="Consolas" panose="020B0609020204030204" pitchFamily="49" charset="0"/>
                <a:ea typeface="+mj-ea"/>
              </a:rPr>
              <a:t>模板頁面，即為</a:t>
            </a:r>
            <a:r>
              <a:rPr lang="en-US" altLang="zh-TW" sz="2400">
                <a:solidFill>
                  <a:srgbClr val="303233"/>
                </a:solidFill>
                <a:latin typeface="Consolas" panose="020B0609020204030204" pitchFamily="49" charset="0"/>
                <a:ea typeface="+mj-ea"/>
              </a:rPr>
              <a:t>JSP</a:t>
            </a:r>
            <a:r>
              <a:rPr lang="en-US" altLang="zh-TW" sz="2400">
                <a:latin typeface="Consolas" panose="020B0609020204030204" pitchFamily="49" charset="0"/>
                <a:ea typeface="+mj-ea"/>
              </a:rPr>
              <a:t>)</a:t>
            </a:r>
          </a:p>
          <a:p>
            <a:pPr marL="342900" lvl="1" indent="-342900" algn="just"/>
            <a:r>
              <a:rPr lang="en-US" altLang="zh-TW" sz="2400">
                <a:latin typeface="Consolas" panose="020B0609020204030204" pitchFamily="49" charset="0"/>
                <a:ea typeface="+mj-ea"/>
              </a:rPr>
              <a:t>Controller:</a:t>
            </a:r>
            <a:r>
              <a:rPr lang="zh-TW" altLang="en-US" sz="2400">
                <a:latin typeface="Consolas" panose="020B0609020204030204" pitchFamily="49" charset="0"/>
                <a:ea typeface="+mj-ea"/>
              </a:rPr>
              <a:t>控制器</a:t>
            </a:r>
            <a:r>
              <a:rPr lang="en-US" altLang="zh-TW" sz="2400">
                <a:latin typeface="Consolas" panose="020B0609020204030204" pitchFamily="49" charset="0"/>
                <a:ea typeface="+mj-ea"/>
              </a:rPr>
              <a:t>(</a:t>
            </a:r>
            <a:r>
              <a:rPr lang="zh-TW" altLang="en-US" sz="2400">
                <a:latin typeface="Consolas" panose="020B0609020204030204" pitchFamily="49" charset="0"/>
                <a:ea typeface="+mj-ea"/>
              </a:rPr>
              <a:t>呼叫</a:t>
            </a:r>
            <a:r>
              <a:rPr lang="en-US" altLang="zh-TW" sz="2400">
                <a:latin typeface="Consolas" panose="020B0609020204030204" pitchFamily="49" charset="0"/>
                <a:ea typeface="+mj-ea"/>
              </a:rPr>
              <a:t>Service</a:t>
            </a:r>
            <a:r>
              <a:rPr lang="zh-TW" altLang="en-US" sz="2400">
                <a:latin typeface="Consolas" panose="020B0609020204030204" pitchFamily="49" charset="0"/>
                <a:ea typeface="+mj-ea"/>
              </a:rPr>
              <a:t>商業邏輯、控制導向</a:t>
            </a:r>
            <a:r>
              <a:rPr lang="en-US" altLang="zh-TW" sz="2400">
                <a:latin typeface="Consolas" panose="020B0609020204030204" pitchFamily="49" charset="0"/>
                <a:ea typeface="+mj-ea"/>
              </a:rPr>
              <a:t>)</a:t>
            </a:r>
          </a:p>
          <a:p>
            <a:pPr marL="342900" lvl="1" indent="-342900" algn="just"/>
            <a:endParaRPr lang="en-US" altLang="zh-TW" sz="2400">
              <a:latin typeface="Consolas" panose="020B0609020204030204" pitchFamily="49" charset="0"/>
              <a:ea typeface="+mj-ea"/>
            </a:endParaRPr>
          </a:p>
        </p:txBody>
      </p:sp>
      <mc:AlternateContent xmlns:mc="http://schemas.openxmlformats.org/markup-compatibility/2006" xmlns:p14="http://schemas.microsoft.com/office/powerpoint/2010/main">
        <mc:Choice Requires="p14">
          <p:contentPart p14:bwMode="auto" r:id="rId3">
            <p14:nvContentPartPr>
              <p14:cNvPr id="41" name="筆跡 40">
                <a:extLst>
                  <a:ext uri="{FF2B5EF4-FFF2-40B4-BE49-F238E27FC236}">
                    <a16:creationId xmlns:a16="http://schemas.microsoft.com/office/drawing/2014/main" id="{152EA7B9-908E-2805-EFE9-000D5F9C3332}"/>
                  </a:ext>
                </a:extLst>
              </p14:cNvPr>
              <p14:cNvContentPartPr/>
              <p14:nvPr/>
            </p14:nvContentPartPr>
            <p14:xfrm>
              <a:off x="3428205" y="6112947"/>
              <a:ext cx="3219450" cy="95250"/>
            </p14:xfrm>
          </p:contentPart>
        </mc:Choice>
        <mc:Fallback xmlns="">
          <p:pic>
            <p:nvPicPr>
              <p:cNvPr id="41" name="筆跡 40">
                <a:extLst>
                  <a:ext uri="{FF2B5EF4-FFF2-40B4-BE49-F238E27FC236}">
                    <a16:creationId xmlns:a16="http://schemas.microsoft.com/office/drawing/2014/main" id="{152EA7B9-908E-2805-EFE9-000D5F9C3332}"/>
                  </a:ext>
                </a:extLst>
              </p:cNvPr>
              <p:cNvPicPr/>
              <p:nvPr/>
            </p:nvPicPr>
            <p:blipFill>
              <a:blip r:embed="rId4"/>
              <a:stretch>
                <a:fillRect/>
              </a:stretch>
            </p:blipFill>
            <p:spPr>
              <a:xfrm>
                <a:off x="3374163" y="6000379"/>
                <a:ext cx="3327173" cy="320763"/>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2" name="筆跡 41">
                <a:extLst>
                  <a:ext uri="{FF2B5EF4-FFF2-40B4-BE49-F238E27FC236}">
                    <a16:creationId xmlns:a16="http://schemas.microsoft.com/office/drawing/2014/main" id="{EB99B31E-859C-1507-0CC1-3AFF31F742C8}"/>
                  </a:ext>
                </a:extLst>
              </p14:cNvPr>
              <p14:cNvContentPartPr/>
              <p14:nvPr/>
            </p14:nvContentPartPr>
            <p14:xfrm>
              <a:off x="4331075" y="1071170"/>
              <a:ext cx="666749" cy="695325"/>
            </p14:xfrm>
          </p:contentPart>
        </mc:Choice>
        <mc:Fallback xmlns="">
          <p:pic>
            <p:nvPicPr>
              <p:cNvPr id="42" name="筆跡 41">
                <a:extLst>
                  <a:ext uri="{FF2B5EF4-FFF2-40B4-BE49-F238E27FC236}">
                    <a16:creationId xmlns:a16="http://schemas.microsoft.com/office/drawing/2014/main" id="{EB99B31E-859C-1507-0CC1-3AFF31F742C8}"/>
                  </a:ext>
                </a:extLst>
              </p:cNvPr>
              <p:cNvPicPr/>
              <p:nvPr/>
            </p:nvPicPr>
            <p:blipFill>
              <a:blip r:embed="rId6"/>
              <a:stretch>
                <a:fillRect/>
              </a:stretch>
            </p:blipFill>
            <p:spPr>
              <a:xfrm>
                <a:off x="4313538" y="1053119"/>
                <a:ext cx="702180" cy="731066"/>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3" name="筆跡 42">
                <a:extLst>
                  <a:ext uri="{FF2B5EF4-FFF2-40B4-BE49-F238E27FC236}">
                    <a16:creationId xmlns:a16="http://schemas.microsoft.com/office/drawing/2014/main" id="{E3F834BA-D75D-3617-2D36-7D32F4B0B450}"/>
                  </a:ext>
                </a:extLst>
              </p14:cNvPr>
              <p14:cNvContentPartPr/>
              <p14:nvPr/>
            </p14:nvContentPartPr>
            <p14:xfrm>
              <a:off x="4430917" y="281394"/>
              <a:ext cx="123825" cy="581025"/>
            </p14:xfrm>
          </p:contentPart>
        </mc:Choice>
        <mc:Fallback xmlns="">
          <p:pic>
            <p:nvPicPr>
              <p:cNvPr id="43" name="筆跡 42">
                <a:extLst>
                  <a:ext uri="{FF2B5EF4-FFF2-40B4-BE49-F238E27FC236}">
                    <a16:creationId xmlns:a16="http://schemas.microsoft.com/office/drawing/2014/main" id="{E3F834BA-D75D-3617-2D36-7D32F4B0B450}"/>
                  </a:ext>
                </a:extLst>
              </p:cNvPr>
              <p:cNvPicPr/>
              <p:nvPr/>
            </p:nvPicPr>
            <p:blipFill>
              <a:blip r:embed="rId8"/>
              <a:stretch>
                <a:fillRect/>
              </a:stretch>
            </p:blipFill>
            <p:spPr>
              <a:xfrm>
                <a:off x="4413124" y="263549"/>
                <a:ext cx="159774" cy="616358"/>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4" name="筆跡 43">
                <a:extLst>
                  <a:ext uri="{FF2B5EF4-FFF2-40B4-BE49-F238E27FC236}">
                    <a16:creationId xmlns:a16="http://schemas.microsoft.com/office/drawing/2014/main" id="{E8BB63D5-F07F-D92E-BFB8-FAC90AA23688}"/>
                  </a:ext>
                </a:extLst>
              </p14:cNvPr>
              <p14:cNvContentPartPr/>
              <p14:nvPr/>
            </p14:nvContentPartPr>
            <p14:xfrm>
              <a:off x="4514935" y="265527"/>
              <a:ext cx="152400" cy="190500"/>
            </p14:xfrm>
          </p:contentPart>
        </mc:Choice>
        <mc:Fallback xmlns="">
          <p:pic>
            <p:nvPicPr>
              <p:cNvPr id="44" name="筆跡 43">
                <a:extLst>
                  <a:ext uri="{FF2B5EF4-FFF2-40B4-BE49-F238E27FC236}">
                    <a16:creationId xmlns:a16="http://schemas.microsoft.com/office/drawing/2014/main" id="{E8BB63D5-F07F-D92E-BFB8-FAC90AA23688}"/>
                  </a:ext>
                </a:extLst>
              </p:cNvPr>
              <p:cNvPicPr/>
              <p:nvPr/>
            </p:nvPicPr>
            <p:blipFill>
              <a:blip r:embed="rId10"/>
              <a:stretch>
                <a:fillRect/>
              </a:stretch>
            </p:blipFill>
            <p:spPr>
              <a:xfrm>
                <a:off x="4496749" y="248305"/>
                <a:ext cx="188409" cy="225296"/>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5" name="筆跡 44">
                <a:extLst>
                  <a:ext uri="{FF2B5EF4-FFF2-40B4-BE49-F238E27FC236}">
                    <a16:creationId xmlns:a16="http://schemas.microsoft.com/office/drawing/2014/main" id="{FA43A7F1-F6E1-61F2-E6BD-59AD0138183C}"/>
                  </a:ext>
                </a:extLst>
              </p14:cNvPr>
              <p14:cNvContentPartPr/>
              <p14:nvPr/>
            </p14:nvContentPartPr>
            <p14:xfrm>
              <a:off x="4721793" y="305649"/>
              <a:ext cx="152400" cy="161925"/>
            </p14:xfrm>
          </p:contentPart>
        </mc:Choice>
        <mc:Fallback xmlns="">
          <p:pic>
            <p:nvPicPr>
              <p:cNvPr id="45" name="筆跡 44">
                <a:extLst>
                  <a:ext uri="{FF2B5EF4-FFF2-40B4-BE49-F238E27FC236}">
                    <a16:creationId xmlns:a16="http://schemas.microsoft.com/office/drawing/2014/main" id="{FA43A7F1-F6E1-61F2-E6BD-59AD0138183C}"/>
                  </a:ext>
                </a:extLst>
              </p:cNvPr>
              <p:cNvPicPr/>
              <p:nvPr/>
            </p:nvPicPr>
            <p:blipFill>
              <a:blip r:embed="rId12"/>
              <a:stretch>
                <a:fillRect/>
              </a:stretch>
            </p:blipFill>
            <p:spPr>
              <a:xfrm>
                <a:off x="4704665" y="287290"/>
                <a:ext cx="186655" cy="198276"/>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6" name="筆跡 45">
                <a:extLst>
                  <a:ext uri="{FF2B5EF4-FFF2-40B4-BE49-F238E27FC236}">
                    <a16:creationId xmlns:a16="http://schemas.microsoft.com/office/drawing/2014/main" id="{3E55E9C4-0796-35A8-859C-4A10A222C6D7}"/>
                  </a:ext>
                </a:extLst>
              </p14:cNvPr>
              <p14:cNvContentPartPr/>
              <p14:nvPr/>
            </p14:nvContentPartPr>
            <p14:xfrm>
              <a:off x="4778290" y="346323"/>
              <a:ext cx="428625" cy="476250"/>
            </p14:xfrm>
          </p:contentPart>
        </mc:Choice>
        <mc:Fallback xmlns="">
          <p:pic>
            <p:nvPicPr>
              <p:cNvPr id="46" name="筆跡 45">
                <a:extLst>
                  <a:ext uri="{FF2B5EF4-FFF2-40B4-BE49-F238E27FC236}">
                    <a16:creationId xmlns:a16="http://schemas.microsoft.com/office/drawing/2014/main" id="{3E55E9C4-0796-35A8-859C-4A10A222C6D7}"/>
                  </a:ext>
                </a:extLst>
              </p:cNvPr>
              <p:cNvPicPr/>
              <p:nvPr/>
            </p:nvPicPr>
            <p:blipFill>
              <a:blip r:embed="rId14"/>
              <a:stretch>
                <a:fillRect/>
              </a:stretch>
            </p:blipFill>
            <p:spPr>
              <a:xfrm>
                <a:off x="4760386" y="328432"/>
                <a:ext cx="464075" cy="511674"/>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47" name="筆跡 46">
                <a:extLst>
                  <a:ext uri="{FF2B5EF4-FFF2-40B4-BE49-F238E27FC236}">
                    <a16:creationId xmlns:a16="http://schemas.microsoft.com/office/drawing/2014/main" id="{B0AB271B-F643-7C1F-FF6D-8879EEFDE78C}"/>
                  </a:ext>
                </a:extLst>
              </p14:cNvPr>
              <p14:cNvContentPartPr/>
              <p14:nvPr/>
            </p14:nvContentPartPr>
            <p14:xfrm>
              <a:off x="5332153" y="321115"/>
              <a:ext cx="28575" cy="47625"/>
            </p14:xfrm>
          </p:contentPart>
        </mc:Choice>
        <mc:Fallback xmlns="">
          <p:pic>
            <p:nvPicPr>
              <p:cNvPr id="47" name="筆跡 46">
                <a:extLst>
                  <a:ext uri="{FF2B5EF4-FFF2-40B4-BE49-F238E27FC236}">
                    <a16:creationId xmlns:a16="http://schemas.microsoft.com/office/drawing/2014/main" id="{B0AB271B-F643-7C1F-FF6D-8879EEFDE78C}"/>
                  </a:ext>
                </a:extLst>
              </p:cNvPr>
              <p:cNvPicPr/>
              <p:nvPr/>
            </p:nvPicPr>
            <p:blipFill>
              <a:blip r:embed="rId16"/>
              <a:stretch>
                <a:fillRect/>
              </a:stretch>
            </p:blipFill>
            <p:spPr>
              <a:xfrm>
                <a:off x="5310828" y="302511"/>
                <a:ext cx="70798" cy="844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48" name="筆跡 47">
                <a:extLst>
                  <a:ext uri="{FF2B5EF4-FFF2-40B4-BE49-F238E27FC236}">
                    <a16:creationId xmlns:a16="http://schemas.microsoft.com/office/drawing/2014/main" id="{1A08F83E-9515-0B41-E45C-B74742EBF114}"/>
                  </a:ext>
                </a:extLst>
              </p14:cNvPr>
              <p14:cNvContentPartPr/>
              <p14:nvPr/>
            </p14:nvContentPartPr>
            <p14:xfrm>
              <a:off x="5339975" y="524462"/>
              <a:ext cx="9525" cy="19050"/>
            </p14:xfrm>
          </p:contentPart>
        </mc:Choice>
        <mc:Fallback xmlns="">
          <p:pic>
            <p:nvPicPr>
              <p:cNvPr id="48" name="筆跡 47">
                <a:extLst>
                  <a:ext uri="{FF2B5EF4-FFF2-40B4-BE49-F238E27FC236}">
                    <a16:creationId xmlns:a16="http://schemas.microsoft.com/office/drawing/2014/main" id="{1A08F83E-9515-0B41-E45C-B74742EBF114}"/>
                  </a:ext>
                </a:extLst>
              </p:cNvPr>
              <p:cNvPicPr/>
              <p:nvPr/>
            </p:nvPicPr>
            <p:blipFill>
              <a:blip r:embed="rId18"/>
              <a:stretch>
                <a:fillRect/>
              </a:stretch>
            </p:blipFill>
            <p:spPr>
              <a:xfrm>
                <a:off x="5297545" y="507176"/>
                <a:ext cx="95250" cy="53975"/>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49" name="筆跡 48">
                <a:extLst>
                  <a:ext uri="{FF2B5EF4-FFF2-40B4-BE49-F238E27FC236}">
                    <a16:creationId xmlns:a16="http://schemas.microsoft.com/office/drawing/2014/main" id="{AAE6BAD0-A759-C97D-ECD1-126B4EBDE46D}"/>
                  </a:ext>
                </a:extLst>
              </p14:cNvPr>
              <p14:cNvContentPartPr/>
              <p14:nvPr/>
            </p14:nvContentPartPr>
            <p14:xfrm>
              <a:off x="5477911" y="317499"/>
              <a:ext cx="57150" cy="285750"/>
            </p14:xfrm>
          </p:contentPart>
        </mc:Choice>
        <mc:Fallback xmlns="">
          <p:pic>
            <p:nvPicPr>
              <p:cNvPr id="49" name="筆跡 48">
                <a:extLst>
                  <a:ext uri="{FF2B5EF4-FFF2-40B4-BE49-F238E27FC236}">
                    <a16:creationId xmlns:a16="http://schemas.microsoft.com/office/drawing/2014/main" id="{AAE6BAD0-A759-C97D-ECD1-126B4EBDE46D}"/>
                  </a:ext>
                </a:extLst>
              </p:cNvPr>
              <p:cNvPicPr/>
              <p:nvPr/>
            </p:nvPicPr>
            <p:blipFill>
              <a:blip r:embed="rId20"/>
              <a:stretch>
                <a:fillRect/>
              </a:stretch>
            </p:blipFill>
            <p:spPr>
              <a:xfrm>
                <a:off x="5459488" y="299728"/>
                <a:ext cx="94373" cy="320936"/>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50" name="筆跡 49">
                <a:extLst>
                  <a:ext uri="{FF2B5EF4-FFF2-40B4-BE49-F238E27FC236}">
                    <a16:creationId xmlns:a16="http://schemas.microsoft.com/office/drawing/2014/main" id="{75B53824-0AA3-0069-D5EB-54D7F79A542B}"/>
                  </a:ext>
                </a:extLst>
              </p14:cNvPr>
              <p14:cNvContentPartPr/>
              <p14:nvPr/>
            </p14:nvContentPartPr>
            <p14:xfrm>
              <a:off x="5607536" y="355129"/>
              <a:ext cx="28575" cy="257175"/>
            </p14:xfrm>
          </p:contentPart>
        </mc:Choice>
        <mc:Fallback xmlns="">
          <p:pic>
            <p:nvPicPr>
              <p:cNvPr id="50" name="筆跡 49">
                <a:extLst>
                  <a:ext uri="{FF2B5EF4-FFF2-40B4-BE49-F238E27FC236}">
                    <a16:creationId xmlns:a16="http://schemas.microsoft.com/office/drawing/2014/main" id="{75B53824-0AA3-0069-D5EB-54D7F79A542B}"/>
                  </a:ext>
                </a:extLst>
              </p:cNvPr>
              <p:cNvPicPr/>
              <p:nvPr/>
            </p:nvPicPr>
            <p:blipFill>
              <a:blip r:embed="rId22"/>
              <a:stretch>
                <a:fillRect/>
              </a:stretch>
            </p:blipFill>
            <p:spPr>
              <a:xfrm>
                <a:off x="5589113" y="337602"/>
                <a:ext cx="65798" cy="292586"/>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51" name="筆跡 50">
                <a:extLst>
                  <a:ext uri="{FF2B5EF4-FFF2-40B4-BE49-F238E27FC236}">
                    <a16:creationId xmlns:a16="http://schemas.microsoft.com/office/drawing/2014/main" id="{0E77BA10-D586-9493-556B-B077E2CA833B}"/>
                  </a:ext>
                </a:extLst>
              </p14:cNvPr>
              <p14:cNvContentPartPr/>
              <p14:nvPr/>
            </p14:nvContentPartPr>
            <p14:xfrm>
              <a:off x="5761729" y="339930"/>
              <a:ext cx="200024" cy="247650"/>
            </p14:xfrm>
          </p:contentPart>
        </mc:Choice>
        <mc:Fallback xmlns="">
          <p:pic>
            <p:nvPicPr>
              <p:cNvPr id="51" name="筆跡 50">
                <a:extLst>
                  <a:ext uri="{FF2B5EF4-FFF2-40B4-BE49-F238E27FC236}">
                    <a16:creationId xmlns:a16="http://schemas.microsoft.com/office/drawing/2014/main" id="{0E77BA10-D586-9493-556B-B077E2CA833B}"/>
                  </a:ext>
                </a:extLst>
              </p:cNvPr>
              <p:cNvPicPr/>
              <p:nvPr/>
            </p:nvPicPr>
            <p:blipFill>
              <a:blip r:embed="rId24"/>
              <a:stretch>
                <a:fillRect/>
              </a:stretch>
            </p:blipFill>
            <p:spPr>
              <a:xfrm>
                <a:off x="5743973" y="321640"/>
                <a:ext cx="235898" cy="283865"/>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52" name="筆跡 51">
                <a:extLst>
                  <a:ext uri="{FF2B5EF4-FFF2-40B4-BE49-F238E27FC236}">
                    <a16:creationId xmlns:a16="http://schemas.microsoft.com/office/drawing/2014/main" id="{62AEAD34-041C-59FC-B0E4-E1776F426088}"/>
                  </a:ext>
                </a:extLst>
              </p14:cNvPr>
              <p14:cNvContentPartPr/>
              <p14:nvPr/>
            </p14:nvContentPartPr>
            <p14:xfrm>
              <a:off x="5973998" y="618536"/>
              <a:ext cx="9525" cy="9525"/>
            </p14:xfrm>
          </p:contentPart>
        </mc:Choice>
        <mc:Fallback xmlns="">
          <p:pic>
            <p:nvPicPr>
              <p:cNvPr id="52" name="筆跡 51">
                <a:extLst>
                  <a:ext uri="{FF2B5EF4-FFF2-40B4-BE49-F238E27FC236}">
                    <a16:creationId xmlns:a16="http://schemas.microsoft.com/office/drawing/2014/main" id="{62AEAD34-041C-59FC-B0E4-E1776F426088}"/>
                  </a:ext>
                </a:extLst>
              </p:cNvPr>
              <p:cNvPicPr/>
              <p:nvPr/>
            </p:nvPicPr>
            <p:blipFill>
              <a:blip r:embed="rId26"/>
              <a:stretch>
                <a:fillRect/>
              </a:stretch>
            </p:blipFill>
            <p:spPr>
              <a:xfrm>
                <a:off x="5497748" y="576106"/>
                <a:ext cx="952500" cy="9525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53" name="筆跡 52">
                <a:extLst>
                  <a:ext uri="{FF2B5EF4-FFF2-40B4-BE49-F238E27FC236}">
                    <a16:creationId xmlns:a16="http://schemas.microsoft.com/office/drawing/2014/main" id="{F6A891EB-67CE-653A-3A10-DE9B0B213D14}"/>
                  </a:ext>
                </a:extLst>
              </p14:cNvPr>
              <p14:cNvContentPartPr/>
              <p14:nvPr/>
            </p14:nvContentPartPr>
            <p14:xfrm>
              <a:off x="6180960" y="175380"/>
              <a:ext cx="85725" cy="28575"/>
            </p14:xfrm>
          </p:contentPart>
        </mc:Choice>
        <mc:Fallback xmlns="">
          <p:pic>
            <p:nvPicPr>
              <p:cNvPr id="53" name="筆跡 52">
                <a:extLst>
                  <a:ext uri="{FF2B5EF4-FFF2-40B4-BE49-F238E27FC236}">
                    <a16:creationId xmlns:a16="http://schemas.microsoft.com/office/drawing/2014/main" id="{F6A891EB-67CE-653A-3A10-DE9B0B213D14}"/>
                  </a:ext>
                </a:extLst>
              </p:cNvPr>
              <p:cNvPicPr/>
              <p:nvPr/>
            </p:nvPicPr>
            <p:blipFill>
              <a:blip r:embed="rId28"/>
              <a:stretch>
                <a:fillRect/>
              </a:stretch>
            </p:blipFill>
            <p:spPr>
              <a:xfrm>
                <a:off x="6164090" y="157956"/>
                <a:ext cx="119808" cy="63074"/>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54" name="筆跡 53">
                <a:extLst>
                  <a:ext uri="{FF2B5EF4-FFF2-40B4-BE49-F238E27FC236}">
                    <a16:creationId xmlns:a16="http://schemas.microsoft.com/office/drawing/2014/main" id="{7A7BB054-8354-70F6-FC0B-5D8A4BA2312D}"/>
                  </a:ext>
                </a:extLst>
              </p14:cNvPr>
              <p14:cNvContentPartPr/>
              <p14:nvPr/>
            </p14:nvContentPartPr>
            <p14:xfrm>
              <a:off x="6162145" y="238451"/>
              <a:ext cx="66675" cy="19050"/>
            </p14:xfrm>
          </p:contentPart>
        </mc:Choice>
        <mc:Fallback xmlns="">
          <p:pic>
            <p:nvPicPr>
              <p:cNvPr id="54" name="筆跡 53">
                <a:extLst>
                  <a:ext uri="{FF2B5EF4-FFF2-40B4-BE49-F238E27FC236}">
                    <a16:creationId xmlns:a16="http://schemas.microsoft.com/office/drawing/2014/main" id="{7A7BB054-8354-70F6-FC0B-5D8A4BA2312D}"/>
                  </a:ext>
                </a:extLst>
              </p:cNvPr>
              <p:cNvPicPr/>
              <p:nvPr/>
            </p:nvPicPr>
            <p:blipFill>
              <a:blip r:embed="rId30"/>
              <a:stretch>
                <a:fillRect/>
              </a:stretch>
            </p:blipFill>
            <p:spPr>
              <a:xfrm>
                <a:off x="6145728" y="223568"/>
                <a:ext cx="99845" cy="48518"/>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55" name="筆跡 54">
                <a:extLst>
                  <a:ext uri="{FF2B5EF4-FFF2-40B4-BE49-F238E27FC236}">
                    <a16:creationId xmlns:a16="http://schemas.microsoft.com/office/drawing/2014/main" id="{9DC84B64-0A2F-BA3E-14C2-6590875BF3B9}"/>
                  </a:ext>
                </a:extLst>
              </p14:cNvPr>
              <p14:cNvContentPartPr/>
              <p14:nvPr/>
            </p14:nvContentPartPr>
            <p14:xfrm>
              <a:off x="6364281" y="138759"/>
              <a:ext cx="85725" cy="114300"/>
            </p14:xfrm>
          </p:contentPart>
        </mc:Choice>
        <mc:Fallback xmlns="">
          <p:pic>
            <p:nvPicPr>
              <p:cNvPr id="55" name="筆跡 54">
                <a:extLst>
                  <a:ext uri="{FF2B5EF4-FFF2-40B4-BE49-F238E27FC236}">
                    <a16:creationId xmlns:a16="http://schemas.microsoft.com/office/drawing/2014/main" id="{9DC84B64-0A2F-BA3E-14C2-6590875BF3B9}"/>
                  </a:ext>
                </a:extLst>
              </p:cNvPr>
              <p:cNvPicPr/>
              <p:nvPr/>
            </p:nvPicPr>
            <p:blipFill>
              <a:blip r:embed="rId32"/>
              <a:stretch>
                <a:fillRect/>
              </a:stretch>
            </p:blipFill>
            <p:spPr>
              <a:xfrm>
                <a:off x="6347136" y="121684"/>
                <a:ext cx="120365" cy="148799"/>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56" name="筆跡 55">
                <a:extLst>
                  <a:ext uri="{FF2B5EF4-FFF2-40B4-BE49-F238E27FC236}">
                    <a16:creationId xmlns:a16="http://schemas.microsoft.com/office/drawing/2014/main" id="{791C8B51-31F4-B8E1-E158-BEB7396E76BC}"/>
                  </a:ext>
                </a:extLst>
              </p14:cNvPr>
              <p14:cNvContentPartPr/>
              <p14:nvPr/>
            </p14:nvContentPartPr>
            <p14:xfrm>
              <a:off x="6322194" y="270462"/>
              <a:ext cx="38100" cy="19050"/>
            </p14:xfrm>
          </p:contentPart>
        </mc:Choice>
        <mc:Fallback xmlns="">
          <p:pic>
            <p:nvPicPr>
              <p:cNvPr id="56" name="筆跡 55">
                <a:extLst>
                  <a:ext uri="{FF2B5EF4-FFF2-40B4-BE49-F238E27FC236}">
                    <a16:creationId xmlns:a16="http://schemas.microsoft.com/office/drawing/2014/main" id="{791C8B51-31F4-B8E1-E158-BEB7396E76BC}"/>
                  </a:ext>
                </a:extLst>
              </p:cNvPr>
              <p:cNvPicPr/>
              <p:nvPr/>
            </p:nvPicPr>
            <p:blipFill>
              <a:blip r:embed="rId34"/>
              <a:stretch>
                <a:fillRect/>
              </a:stretch>
            </p:blipFill>
            <p:spPr>
              <a:xfrm>
                <a:off x="6304051" y="250196"/>
                <a:ext cx="74023" cy="59177"/>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57" name="筆跡 56">
                <a:extLst>
                  <a:ext uri="{FF2B5EF4-FFF2-40B4-BE49-F238E27FC236}">
                    <a16:creationId xmlns:a16="http://schemas.microsoft.com/office/drawing/2014/main" id="{B645F5CC-3BD2-382D-37C7-AA835E62E6DA}"/>
                  </a:ext>
                </a:extLst>
              </p14:cNvPr>
              <p14:cNvContentPartPr/>
              <p14:nvPr/>
            </p14:nvContentPartPr>
            <p14:xfrm>
              <a:off x="6340886" y="289277"/>
              <a:ext cx="57150" cy="28575"/>
            </p14:xfrm>
          </p:contentPart>
        </mc:Choice>
        <mc:Fallback xmlns="">
          <p:pic>
            <p:nvPicPr>
              <p:cNvPr id="57" name="筆跡 56">
                <a:extLst>
                  <a:ext uri="{FF2B5EF4-FFF2-40B4-BE49-F238E27FC236}">
                    <a16:creationId xmlns:a16="http://schemas.microsoft.com/office/drawing/2014/main" id="{B645F5CC-3BD2-382D-37C7-AA835E62E6DA}"/>
                  </a:ext>
                </a:extLst>
              </p:cNvPr>
              <p:cNvPicPr/>
              <p:nvPr/>
            </p:nvPicPr>
            <p:blipFill>
              <a:blip r:embed="rId36"/>
              <a:stretch>
                <a:fillRect/>
              </a:stretch>
            </p:blipFill>
            <p:spPr>
              <a:xfrm>
                <a:off x="6324316" y="271326"/>
                <a:ext cx="90628" cy="64843"/>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58" name="筆跡 57">
                <a:extLst>
                  <a:ext uri="{FF2B5EF4-FFF2-40B4-BE49-F238E27FC236}">
                    <a16:creationId xmlns:a16="http://schemas.microsoft.com/office/drawing/2014/main" id="{BBE6C41B-6E21-7007-5902-5C2AFDEB553B}"/>
                  </a:ext>
                </a:extLst>
              </p14:cNvPr>
              <p14:cNvContentPartPr/>
              <p14:nvPr/>
            </p14:nvContentPartPr>
            <p14:xfrm>
              <a:off x="6170444" y="383351"/>
              <a:ext cx="28575" cy="133350"/>
            </p14:xfrm>
          </p:contentPart>
        </mc:Choice>
        <mc:Fallback xmlns="">
          <p:pic>
            <p:nvPicPr>
              <p:cNvPr id="58" name="筆跡 57">
                <a:extLst>
                  <a:ext uri="{FF2B5EF4-FFF2-40B4-BE49-F238E27FC236}">
                    <a16:creationId xmlns:a16="http://schemas.microsoft.com/office/drawing/2014/main" id="{BBE6C41B-6E21-7007-5902-5C2AFDEB553B}"/>
                  </a:ext>
                </a:extLst>
              </p:cNvPr>
              <p:cNvPicPr/>
              <p:nvPr/>
            </p:nvPicPr>
            <p:blipFill>
              <a:blip r:embed="rId38"/>
              <a:stretch>
                <a:fillRect/>
              </a:stretch>
            </p:blipFill>
            <p:spPr>
              <a:xfrm>
                <a:off x="6153369" y="365927"/>
                <a:ext cx="63074" cy="168554"/>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59" name="筆跡 58">
                <a:extLst>
                  <a:ext uri="{FF2B5EF4-FFF2-40B4-BE49-F238E27FC236}">
                    <a16:creationId xmlns:a16="http://schemas.microsoft.com/office/drawing/2014/main" id="{3A459248-269B-D4A1-0E49-45E17E5AC5B9}"/>
                  </a:ext>
                </a:extLst>
              </p14:cNvPr>
              <p14:cNvContentPartPr/>
              <p14:nvPr/>
            </p14:nvContentPartPr>
            <p14:xfrm>
              <a:off x="6199775" y="413499"/>
              <a:ext cx="171450" cy="180975"/>
            </p14:xfrm>
          </p:contentPart>
        </mc:Choice>
        <mc:Fallback xmlns="">
          <p:pic>
            <p:nvPicPr>
              <p:cNvPr id="59" name="筆跡 58">
                <a:extLst>
                  <a:ext uri="{FF2B5EF4-FFF2-40B4-BE49-F238E27FC236}">
                    <a16:creationId xmlns:a16="http://schemas.microsoft.com/office/drawing/2014/main" id="{3A459248-269B-D4A1-0E49-45E17E5AC5B9}"/>
                  </a:ext>
                </a:extLst>
              </p:cNvPr>
              <p:cNvPicPr/>
              <p:nvPr/>
            </p:nvPicPr>
            <p:blipFill>
              <a:blip r:embed="rId40"/>
              <a:stretch>
                <a:fillRect/>
              </a:stretch>
            </p:blipFill>
            <p:spPr>
              <a:xfrm>
                <a:off x="6181747" y="395581"/>
                <a:ext cx="207874" cy="216453"/>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60" name="筆跡 59">
                <a:extLst>
                  <a:ext uri="{FF2B5EF4-FFF2-40B4-BE49-F238E27FC236}">
                    <a16:creationId xmlns:a16="http://schemas.microsoft.com/office/drawing/2014/main" id="{3AB9AB65-6609-1DF0-D377-EDC4406AAA61}"/>
                  </a:ext>
                </a:extLst>
              </p14:cNvPr>
              <p14:cNvContentPartPr/>
              <p14:nvPr/>
            </p14:nvContentPartPr>
            <p14:xfrm>
              <a:off x="6218590" y="477425"/>
              <a:ext cx="57150" cy="38100"/>
            </p14:xfrm>
          </p:contentPart>
        </mc:Choice>
        <mc:Fallback xmlns="">
          <p:pic>
            <p:nvPicPr>
              <p:cNvPr id="60" name="筆跡 59">
                <a:extLst>
                  <a:ext uri="{FF2B5EF4-FFF2-40B4-BE49-F238E27FC236}">
                    <a16:creationId xmlns:a16="http://schemas.microsoft.com/office/drawing/2014/main" id="{3AB9AB65-6609-1DF0-D377-EDC4406AAA61}"/>
                  </a:ext>
                </a:extLst>
              </p:cNvPr>
              <p:cNvPicPr/>
              <p:nvPr/>
            </p:nvPicPr>
            <p:blipFill>
              <a:blip r:embed="rId42"/>
              <a:stretch>
                <a:fillRect/>
              </a:stretch>
            </p:blipFill>
            <p:spPr>
              <a:xfrm>
                <a:off x="6201781" y="460297"/>
                <a:ext cx="90431" cy="72705"/>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61" name="筆跡 60">
                <a:extLst>
                  <a:ext uri="{FF2B5EF4-FFF2-40B4-BE49-F238E27FC236}">
                    <a16:creationId xmlns:a16="http://schemas.microsoft.com/office/drawing/2014/main" id="{8A2A7A82-AAE0-43F7-829A-4EB4DBFCDC7A}"/>
                  </a:ext>
                </a:extLst>
              </p14:cNvPr>
              <p14:cNvContentPartPr/>
              <p14:nvPr/>
            </p14:nvContentPartPr>
            <p14:xfrm>
              <a:off x="6180961" y="543277"/>
              <a:ext cx="57150" cy="57150"/>
            </p14:xfrm>
          </p:contentPart>
        </mc:Choice>
        <mc:Fallback xmlns="">
          <p:pic>
            <p:nvPicPr>
              <p:cNvPr id="61" name="筆跡 60">
                <a:extLst>
                  <a:ext uri="{FF2B5EF4-FFF2-40B4-BE49-F238E27FC236}">
                    <a16:creationId xmlns:a16="http://schemas.microsoft.com/office/drawing/2014/main" id="{8A2A7A82-AAE0-43F7-829A-4EB4DBFCDC7A}"/>
                  </a:ext>
                </a:extLst>
              </p:cNvPr>
              <p:cNvPicPr/>
              <p:nvPr/>
            </p:nvPicPr>
            <p:blipFill>
              <a:blip r:embed="rId44"/>
              <a:stretch>
                <a:fillRect/>
              </a:stretch>
            </p:blipFill>
            <p:spPr>
              <a:xfrm>
                <a:off x="6163010" y="527090"/>
                <a:ext cx="93418" cy="89854"/>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62" name="筆跡 61">
                <a:extLst>
                  <a:ext uri="{FF2B5EF4-FFF2-40B4-BE49-F238E27FC236}">
                    <a16:creationId xmlns:a16="http://schemas.microsoft.com/office/drawing/2014/main" id="{EBA50A0B-777F-A795-340E-575267166144}"/>
                  </a:ext>
                </a:extLst>
              </p14:cNvPr>
              <p14:cNvContentPartPr/>
              <p14:nvPr/>
            </p14:nvContentPartPr>
            <p14:xfrm>
              <a:off x="6162146" y="646759"/>
              <a:ext cx="190500" cy="76200"/>
            </p14:xfrm>
          </p:contentPart>
        </mc:Choice>
        <mc:Fallback xmlns="">
          <p:pic>
            <p:nvPicPr>
              <p:cNvPr id="62" name="筆跡 61">
                <a:extLst>
                  <a:ext uri="{FF2B5EF4-FFF2-40B4-BE49-F238E27FC236}">
                    <a16:creationId xmlns:a16="http://schemas.microsoft.com/office/drawing/2014/main" id="{EBA50A0B-777F-A795-340E-575267166144}"/>
                  </a:ext>
                </a:extLst>
              </p:cNvPr>
              <p:cNvPicPr/>
              <p:nvPr/>
            </p:nvPicPr>
            <p:blipFill>
              <a:blip r:embed="rId46"/>
              <a:stretch>
                <a:fillRect/>
              </a:stretch>
            </p:blipFill>
            <p:spPr>
              <a:xfrm>
                <a:off x="6144126" y="628702"/>
                <a:ext cx="226908" cy="111953"/>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63" name="筆跡 62">
                <a:extLst>
                  <a:ext uri="{FF2B5EF4-FFF2-40B4-BE49-F238E27FC236}">
                    <a16:creationId xmlns:a16="http://schemas.microsoft.com/office/drawing/2014/main" id="{8BF5BBD8-6798-1953-D9D3-EC79C02AEF54}"/>
                  </a:ext>
                </a:extLst>
              </p14:cNvPr>
              <p14:cNvContentPartPr/>
              <p14:nvPr/>
            </p14:nvContentPartPr>
            <p14:xfrm>
              <a:off x="6623108" y="294085"/>
              <a:ext cx="180975" cy="47625"/>
            </p14:xfrm>
          </p:contentPart>
        </mc:Choice>
        <mc:Fallback xmlns="">
          <p:pic>
            <p:nvPicPr>
              <p:cNvPr id="63" name="筆跡 62">
                <a:extLst>
                  <a:ext uri="{FF2B5EF4-FFF2-40B4-BE49-F238E27FC236}">
                    <a16:creationId xmlns:a16="http://schemas.microsoft.com/office/drawing/2014/main" id="{8BF5BBD8-6798-1953-D9D3-EC79C02AEF54}"/>
                  </a:ext>
                </a:extLst>
              </p:cNvPr>
              <p:cNvPicPr/>
              <p:nvPr/>
            </p:nvPicPr>
            <p:blipFill>
              <a:blip r:embed="rId48"/>
              <a:stretch>
                <a:fillRect/>
              </a:stretch>
            </p:blipFill>
            <p:spPr>
              <a:xfrm>
                <a:off x="6605572" y="276045"/>
                <a:ext cx="215697" cy="83344"/>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64" name="筆跡 63">
                <a:extLst>
                  <a:ext uri="{FF2B5EF4-FFF2-40B4-BE49-F238E27FC236}">
                    <a16:creationId xmlns:a16="http://schemas.microsoft.com/office/drawing/2014/main" id="{C968D8BA-A2B2-8BAE-AF60-6796341DCA17}"/>
                  </a:ext>
                </a:extLst>
              </p14:cNvPr>
              <p14:cNvContentPartPr/>
              <p14:nvPr/>
            </p14:nvContentPartPr>
            <p14:xfrm>
              <a:off x="6682068" y="208432"/>
              <a:ext cx="95250" cy="247650"/>
            </p14:xfrm>
          </p:contentPart>
        </mc:Choice>
        <mc:Fallback xmlns="">
          <p:pic>
            <p:nvPicPr>
              <p:cNvPr id="64" name="筆跡 63">
                <a:extLst>
                  <a:ext uri="{FF2B5EF4-FFF2-40B4-BE49-F238E27FC236}">
                    <a16:creationId xmlns:a16="http://schemas.microsoft.com/office/drawing/2014/main" id="{C968D8BA-A2B2-8BAE-AF60-6796341DCA17}"/>
                  </a:ext>
                </a:extLst>
              </p:cNvPr>
              <p:cNvPicPr/>
              <p:nvPr/>
            </p:nvPicPr>
            <p:blipFill>
              <a:blip r:embed="rId50"/>
              <a:stretch>
                <a:fillRect/>
              </a:stretch>
            </p:blipFill>
            <p:spPr>
              <a:xfrm>
                <a:off x="6663765" y="190820"/>
                <a:ext cx="132229" cy="283234"/>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65" name="筆跡 64">
                <a:extLst>
                  <a:ext uri="{FF2B5EF4-FFF2-40B4-BE49-F238E27FC236}">
                    <a16:creationId xmlns:a16="http://schemas.microsoft.com/office/drawing/2014/main" id="{C2643285-6C4A-6EF8-C9E1-CA2090064790}"/>
                  </a:ext>
                </a:extLst>
              </p14:cNvPr>
              <p14:cNvContentPartPr/>
              <p14:nvPr/>
            </p14:nvContentPartPr>
            <p14:xfrm>
              <a:off x="6660738" y="246062"/>
              <a:ext cx="57150" cy="66675"/>
            </p14:xfrm>
          </p:contentPart>
        </mc:Choice>
        <mc:Fallback xmlns="">
          <p:pic>
            <p:nvPicPr>
              <p:cNvPr id="65" name="筆跡 64">
                <a:extLst>
                  <a:ext uri="{FF2B5EF4-FFF2-40B4-BE49-F238E27FC236}">
                    <a16:creationId xmlns:a16="http://schemas.microsoft.com/office/drawing/2014/main" id="{C2643285-6C4A-6EF8-C9E1-CA2090064790}"/>
                  </a:ext>
                </a:extLst>
              </p:cNvPr>
              <p:cNvPicPr/>
              <p:nvPr/>
            </p:nvPicPr>
            <p:blipFill>
              <a:blip r:embed="rId52"/>
              <a:stretch>
                <a:fillRect/>
              </a:stretch>
            </p:blipFill>
            <p:spPr>
              <a:xfrm>
                <a:off x="6642062" y="226903"/>
                <a:ext cx="94129" cy="104611"/>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66" name="筆跡 65">
                <a:extLst>
                  <a:ext uri="{FF2B5EF4-FFF2-40B4-BE49-F238E27FC236}">
                    <a16:creationId xmlns:a16="http://schemas.microsoft.com/office/drawing/2014/main" id="{D27FCF5A-7D49-141D-0A53-28BA1DD70B37}"/>
                  </a:ext>
                </a:extLst>
              </p14:cNvPr>
              <p14:cNvContentPartPr/>
              <p14:nvPr/>
            </p14:nvContentPartPr>
            <p14:xfrm>
              <a:off x="6797492" y="227247"/>
              <a:ext cx="57150" cy="57150"/>
            </p14:xfrm>
          </p:contentPart>
        </mc:Choice>
        <mc:Fallback xmlns="">
          <p:pic>
            <p:nvPicPr>
              <p:cNvPr id="66" name="筆跡 65">
                <a:extLst>
                  <a:ext uri="{FF2B5EF4-FFF2-40B4-BE49-F238E27FC236}">
                    <a16:creationId xmlns:a16="http://schemas.microsoft.com/office/drawing/2014/main" id="{D27FCF5A-7D49-141D-0A53-28BA1DD70B37}"/>
                  </a:ext>
                </a:extLst>
              </p:cNvPr>
              <p:cNvPicPr/>
              <p:nvPr/>
            </p:nvPicPr>
            <p:blipFill>
              <a:blip r:embed="rId54"/>
              <a:stretch>
                <a:fillRect/>
              </a:stretch>
            </p:blipFill>
            <p:spPr>
              <a:xfrm>
                <a:off x="6780683" y="210966"/>
                <a:ext cx="90431" cy="90044"/>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67" name="筆跡 66">
                <a:extLst>
                  <a:ext uri="{FF2B5EF4-FFF2-40B4-BE49-F238E27FC236}">
                    <a16:creationId xmlns:a16="http://schemas.microsoft.com/office/drawing/2014/main" id="{ACADC98A-21E5-AED3-EB49-666D4E17F73E}"/>
                  </a:ext>
                </a:extLst>
              </p14:cNvPr>
              <p14:cNvContentPartPr/>
              <p14:nvPr/>
            </p14:nvContentPartPr>
            <p14:xfrm>
              <a:off x="6606089" y="424803"/>
              <a:ext cx="57150" cy="38100"/>
            </p14:xfrm>
          </p:contentPart>
        </mc:Choice>
        <mc:Fallback xmlns="">
          <p:pic>
            <p:nvPicPr>
              <p:cNvPr id="67" name="筆跡 66">
                <a:extLst>
                  <a:ext uri="{FF2B5EF4-FFF2-40B4-BE49-F238E27FC236}">
                    <a16:creationId xmlns:a16="http://schemas.microsoft.com/office/drawing/2014/main" id="{ACADC98A-21E5-AED3-EB49-666D4E17F73E}"/>
                  </a:ext>
                </a:extLst>
              </p:cNvPr>
              <p:cNvPicPr/>
              <p:nvPr/>
            </p:nvPicPr>
            <p:blipFill>
              <a:blip r:embed="rId56"/>
              <a:stretch>
                <a:fillRect/>
              </a:stretch>
            </p:blipFill>
            <p:spPr>
              <a:xfrm>
                <a:off x="6587413" y="404942"/>
                <a:ext cx="94129" cy="78227"/>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68" name="筆跡 67">
                <a:extLst>
                  <a:ext uri="{FF2B5EF4-FFF2-40B4-BE49-F238E27FC236}">
                    <a16:creationId xmlns:a16="http://schemas.microsoft.com/office/drawing/2014/main" id="{003F2DA1-E319-8D2E-0CEE-FDDBB3AD201C}"/>
                  </a:ext>
                </a:extLst>
              </p14:cNvPr>
              <p14:cNvContentPartPr/>
              <p14:nvPr/>
            </p14:nvContentPartPr>
            <p14:xfrm>
              <a:off x="6717182" y="424803"/>
              <a:ext cx="66675" cy="38100"/>
            </p14:xfrm>
          </p:contentPart>
        </mc:Choice>
        <mc:Fallback xmlns="">
          <p:pic>
            <p:nvPicPr>
              <p:cNvPr id="68" name="筆跡 67">
                <a:extLst>
                  <a:ext uri="{FF2B5EF4-FFF2-40B4-BE49-F238E27FC236}">
                    <a16:creationId xmlns:a16="http://schemas.microsoft.com/office/drawing/2014/main" id="{003F2DA1-E319-8D2E-0CEE-FDDBB3AD201C}"/>
                  </a:ext>
                </a:extLst>
              </p:cNvPr>
              <p:cNvPicPr/>
              <p:nvPr/>
            </p:nvPicPr>
            <p:blipFill>
              <a:blip r:embed="rId58"/>
              <a:stretch>
                <a:fillRect/>
              </a:stretch>
            </p:blipFill>
            <p:spPr>
              <a:xfrm>
                <a:off x="6700086" y="407355"/>
                <a:ext cx="100525" cy="73351"/>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69" name="筆跡 68">
                <a:extLst>
                  <a:ext uri="{FF2B5EF4-FFF2-40B4-BE49-F238E27FC236}">
                    <a16:creationId xmlns:a16="http://schemas.microsoft.com/office/drawing/2014/main" id="{5025235F-21A2-1AF8-78B1-92F316374669}"/>
                  </a:ext>
                </a:extLst>
              </p14:cNvPr>
              <p14:cNvContentPartPr/>
              <p14:nvPr/>
            </p14:nvContentPartPr>
            <p14:xfrm>
              <a:off x="6594886" y="533965"/>
              <a:ext cx="9525" cy="9525"/>
            </p14:xfrm>
          </p:contentPart>
        </mc:Choice>
        <mc:Fallback xmlns="">
          <p:pic>
            <p:nvPicPr>
              <p:cNvPr id="69" name="筆跡 68">
                <a:extLst>
                  <a:ext uri="{FF2B5EF4-FFF2-40B4-BE49-F238E27FC236}">
                    <a16:creationId xmlns:a16="http://schemas.microsoft.com/office/drawing/2014/main" id="{5025235F-21A2-1AF8-78B1-92F316374669}"/>
                  </a:ext>
                </a:extLst>
              </p:cNvPr>
              <p:cNvPicPr/>
              <p:nvPr/>
            </p:nvPicPr>
            <p:blipFill>
              <a:blip r:embed="rId60"/>
              <a:stretch>
                <a:fillRect/>
              </a:stretch>
            </p:blipFill>
            <p:spPr>
              <a:xfrm>
                <a:off x="6118636" y="490670"/>
                <a:ext cx="952500" cy="9525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70" name="筆跡 69">
                <a:extLst>
                  <a:ext uri="{FF2B5EF4-FFF2-40B4-BE49-F238E27FC236}">
                    <a16:creationId xmlns:a16="http://schemas.microsoft.com/office/drawing/2014/main" id="{10CF7744-84CB-CF99-C6A5-D252A0BF78AB}"/>
                  </a:ext>
                </a:extLst>
              </p14:cNvPr>
              <p14:cNvContentPartPr/>
              <p14:nvPr/>
            </p14:nvContentPartPr>
            <p14:xfrm>
              <a:off x="6886515" y="341122"/>
              <a:ext cx="161925" cy="19050"/>
            </p14:xfrm>
          </p:contentPart>
        </mc:Choice>
        <mc:Fallback xmlns="">
          <p:pic>
            <p:nvPicPr>
              <p:cNvPr id="70" name="筆跡 69">
                <a:extLst>
                  <a:ext uri="{FF2B5EF4-FFF2-40B4-BE49-F238E27FC236}">
                    <a16:creationId xmlns:a16="http://schemas.microsoft.com/office/drawing/2014/main" id="{10CF7744-84CB-CF99-C6A5-D252A0BF78AB}"/>
                  </a:ext>
                </a:extLst>
              </p:cNvPr>
              <p:cNvPicPr/>
              <p:nvPr/>
            </p:nvPicPr>
            <p:blipFill>
              <a:blip r:embed="rId62"/>
              <a:stretch>
                <a:fillRect/>
              </a:stretch>
            </p:blipFill>
            <p:spPr>
              <a:xfrm>
                <a:off x="6868400" y="322446"/>
                <a:ext cx="198524" cy="56029"/>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71" name="筆跡 70">
                <a:extLst>
                  <a:ext uri="{FF2B5EF4-FFF2-40B4-BE49-F238E27FC236}">
                    <a16:creationId xmlns:a16="http://schemas.microsoft.com/office/drawing/2014/main" id="{7E5EC35C-87F5-BDDB-B29F-92DB89004C9F}"/>
                  </a:ext>
                </a:extLst>
              </p14:cNvPr>
              <p14:cNvContentPartPr/>
              <p14:nvPr/>
            </p14:nvContentPartPr>
            <p14:xfrm>
              <a:off x="6953005" y="236654"/>
              <a:ext cx="66675" cy="371475"/>
            </p14:xfrm>
          </p:contentPart>
        </mc:Choice>
        <mc:Fallback xmlns="">
          <p:pic>
            <p:nvPicPr>
              <p:cNvPr id="71" name="筆跡 70">
                <a:extLst>
                  <a:ext uri="{FF2B5EF4-FFF2-40B4-BE49-F238E27FC236}">
                    <a16:creationId xmlns:a16="http://schemas.microsoft.com/office/drawing/2014/main" id="{7E5EC35C-87F5-BDDB-B29F-92DB89004C9F}"/>
                  </a:ext>
                </a:extLst>
              </p:cNvPr>
              <p:cNvPicPr/>
              <p:nvPr/>
            </p:nvPicPr>
            <p:blipFill>
              <a:blip r:embed="rId64"/>
              <a:stretch>
                <a:fillRect/>
              </a:stretch>
            </p:blipFill>
            <p:spPr>
              <a:xfrm>
                <a:off x="6934688" y="219185"/>
                <a:ext cx="102943" cy="406769"/>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72" name="筆跡 71">
                <a:extLst>
                  <a:ext uri="{FF2B5EF4-FFF2-40B4-BE49-F238E27FC236}">
                    <a16:creationId xmlns:a16="http://schemas.microsoft.com/office/drawing/2014/main" id="{87F1EC22-820B-B49B-2BDF-C5A16E3A7968}"/>
                  </a:ext>
                </a:extLst>
              </p14:cNvPr>
              <p14:cNvContentPartPr/>
              <p14:nvPr/>
            </p14:nvContentPartPr>
            <p14:xfrm>
              <a:off x="6914738" y="180210"/>
              <a:ext cx="47625" cy="66675"/>
            </p14:xfrm>
          </p:contentPart>
        </mc:Choice>
        <mc:Fallback xmlns="">
          <p:pic>
            <p:nvPicPr>
              <p:cNvPr id="72" name="筆跡 71">
                <a:extLst>
                  <a:ext uri="{FF2B5EF4-FFF2-40B4-BE49-F238E27FC236}">
                    <a16:creationId xmlns:a16="http://schemas.microsoft.com/office/drawing/2014/main" id="{87F1EC22-820B-B49B-2BDF-C5A16E3A7968}"/>
                  </a:ext>
                </a:extLst>
              </p:cNvPr>
              <p:cNvPicPr/>
              <p:nvPr/>
            </p:nvPicPr>
            <p:blipFill>
              <a:blip r:embed="rId66"/>
              <a:stretch>
                <a:fillRect/>
              </a:stretch>
            </p:blipFill>
            <p:spPr>
              <a:xfrm>
                <a:off x="6895610" y="163015"/>
                <a:ext cx="86272" cy="101416"/>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73" name="筆跡 72">
                <a:extLst>
                  <a:ext uri="{FF2B5EF4-FFF2-40B4-BE49-F238E27FC236}">
                    <a16:creationId xmlns:a16="http://schemas.microsoft.com/office/drawing/2014/main" id="{83DDF8C1-C41C-B68F-AFD3-E6B7A344B7B9}"/>
                  </a:ext>
                </a:extLst>
              </p14:cNvPr>
              <p14:cNvContentPartPr/>
              <p14:nvPr/>
            </p14:nvContentPartPr>
            <p14:xfrm>
              <a:off x="6933552" y="293099"/>
              <a:ext cx="28575" cy="9525"/>
            </p14:xfrm>
          </p:contentPart>
        </mc:Choice>
        <mc:Fallback xmlns="">
          <p:pic>
            <p:nvPicPr>
              <p:cNvPr id="73" name="筆跡 72">
                <a:extLst>
                  <a:ext uri="{FF2B5EF4-FFF2-40B4-BE49-F238E27FC236}">
                    <a16:creationId xmlns:a16="http://schemas.microsoft.com/office/drawing/2014/main" id="{83DDF8C1-C41C-B68F-AFD3-E6B7A344B7B9}"/>
                  </a:ext>
                </a:extLst>
              </p:cNvPr>
              <p:cNvPicPr/>
              <p:nvPr/>
            </p:nvPicPr>
            <p:blipFill>
              <a:blip r:embed="rId68"/>
              <a:stretch>
                <a:fillRect/>
              </a:stretch>
            </p:blipFill>
            <p:spPr>
              <a:xfrm>
                <a:off x="6914105" y="279492"/>
                <a:ext cx="67866" cy="36467"/>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74" name="筆跡 73">
                <a:extLst>
                  <a:ext uri="{FF2B5EF4-FFF2-40B4-BE49-F238E27FC236}">
                    <a16:creationId xmlns:a16="http://schemas.microsoft.com/office/drawing/2014/main" id="{F18CCA15-98D4-2A8C-E15B-88E1FD10CAB0}"/>
                  </a:ext>
                </a:extLst>
              </p14:cNvPr>
              <p14:cNvContentPartPr/>
              <p14:nvPr/>
            </p14:nvContentPartPr>
            <p14:xfrm>
              <a:off x="7215775" y="275270"/>
              <a:ext cx="104775" cy="19050"/>
            </p14:xfrm>
          </p:contentPart>
        </mc:Choice>
        <mc:Fallback xmlns="">
          <p:pic>
            <p:nvPicPr>
              <p:cNvPr id="74" name="筆跡 73">
                <a:extLst>
                  <a:ext uri="{FF2B5EF4-FFF2-40B4-BE49-F238E27FC236}">
                    <a16:creationId xmlns:a16="http://schemas.microsoft.com/office/drawing/2014/main" id="{F18CCA15-98D4-2A8C-E15B-88E1FD10CAB0}"/>
                  </a:ext>
                </a:extLst>
              </p:cNvPr>
              <p:cNvPicPr/>
              <p:nvPr/>
            </p:nvPicPr>
            <p:blipFill>
              <a:blip r:embed="rId70"/>
              <a:stretch>
                <a:fillRect/>
              </a:stretch>
            </p:blipFill>
            <p:spPr>
              <a:xfrm>
                <a:off x="7198072" y="256967"/>
                <a:ext cx="140543" cy="56029"/>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75" name="筆跡 74">
                <a:extLst>
                  <a:ext uri="{FF2B5EF4-FFF2-40B4-BE49-F238E27FC236}">
                    <a16:creationId xmlns:a16="http://schemas.microsoft.com/office/drawing/2014/main" id="{921E086B-E453-64C8-60BD-5B6D66DAFE91}"/>
                  </a:ext>
                </a:extLst>
              </p14:cNvPr>
              <p14:cNvContentPartPr/>
              <p14:nvPr/>
            </p14:nvContentPartPr>
            <p14:xfrm>
              <a:off x="7244354" y="189618"/>
              <a:ext cx="57150" cy="152400"/>
            </p14:xfrm>
          </p:contentPart>
        </mc:Choice>
        <mc:Fallback xmlns="">
          <p:pic>
            <p:nvPicPr>
              <p:cNvPr id="75" name="筆跡 74">
                <a:extLst>
                  <a:ext uri="{FF2B5EF4-FFF2-40B4-BE49-F238E27FC236}">
                    <a16:creationId xmlns:a16="http://schemas.microsoft.com/office/drawing/2014/main" id="{921E086B-E453-64C8-60BD-5B6D66DAFE91}"/>
                  </a:ext>
                </a:extLst>
              </p:cNvPr>
              <p:cNvPicPr/>
              <p:nvPr/>
            </p:nvPicPr>
            <p:blipFill>
              <a:blip r:embed="rId72"/>
              <a:stretch>
                <a:fillRect/>
              </a:stretch>
            </p:blipFill>
            <p:spPr>
              <a:xfrm>
                <a:off x="7226517" y="172251"/>
                <a:ext cx="93187" cy="187487"/>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76" name="筆跡 75">
                <a:extLst>
                  <a:ext uri="{FF2B5EF4-FFF2-40B4-BE49-F238E27FC236}">
                    <a16:creationId xmlns:a16="http://schemas.microsoft.com/office/drawing/2014/main" id="{462C0C05-FB3F-8A7B-516D-4C71B9FADB09}"/>
                  </a:ext>
                </a:extLst>
              </p14:cNvPr>
              <p14:cNvContentPartPr/>
              <p14:nvPr/>
            </p14:nvContentPartPr>
            <p14:xfrm>
              <a:off x="7159332" y="358203"/>
              <a:ext cx="295275" cy="28575"/>
            </p14:xfrm>
          </p:contentPart>
        </mc:Choice>
        <mc:Fallback xmlns="">
          <p:pic>
            <p:nvPicPr>
              <p:cNvPr id="76" name="筆跡 75">
                <a:extLst>
                  <a:ext uri="{FF2B5EF4-FFF2-40B4-BE49-F238E27FC236}">
                    <a16:creationId xmlns:a16="http://schemas.microsoft.com/office/drawing/2014/main" id="{462C0C05-FB3F-8A7B-516D-4C71B9FADB09}"/>
                  </a:ext>
                </a:extLst>
              </p:cNvPr>
              <p:cNvPicPr/>
              <p:nvPr/>
            </p:nvPicPr>
            <p:blipFill>
              <a:blip r:embed="rId74"/>
              <a:stretch>
                <a:fillRect/>
              </a:stretch>
            </p:blipFill>
            <p:spPr>
              <a:xfrm>
                <a:off x="7141060" y="341333"/>
                <a:ext cx="331453" cy="62658"/>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77" name="筆跡 76">
                <a:extLst>
                  <a:ext uri="{FF2B5EF4-FFF2-40B4-BE49-F238E27FC236}">
                    <a16:creationId xmlns:a16="http://schemas.microsoft.com/office/drawing/2014/main" id="{7EF1D5AB-64E0-CE71-FFB3-CFDB84876B0A}"/>
                  </a:ext>
                </a:extLst>
              </p14:cNvPr>
              <p14:cNvContentPartPr/>
              <p14:nvPr/>
            </p14:nvContentPartPr>
            <p14:xfrm>
              <a:off x="7178145" y="471839"/>
              <a:ext cx="104775" cy="9525"/>
            </p14:xfrm>
          </p:contentPart>
        </mc:Choice>
        <mc:Fallback xmlns="">
          <p:pic>
            <p:nvPicPr>
              <p:cNvPr id="77" name="筆跡 76">
                <a:extLst>
                  <a:ext uri="{FF2B5EF4-FFF2-40B4-BE49-F238E27FC236}">
                    <a16:creationId xmlns:a16="http://schemas.microsoft.com/office/drawing/2014/main" id="{7EF1D5AB-64E0-CE71-FFB3-CFDB84876B0A}"/>
                  </a:ext>
                </a:extLst>
              </p:cNvPr>
              <p:cNvPicPr/>
              <p:nvPr/>
            </p:nvPicPr>
            <p:blipFill>
              <a:blip r:embed="rId76"/>
              <a:stretch>
                <a:fillRect/>
              </a:stretch>
            </p:blipFill>
            <p:spPr>
              <a:xfrm>
                <a:off x="7161201" y="459225"/>
                <a:ext cx="139008" cy="35011"/>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78" name="筆跡 77">
                <a:extLst>
                  <a:ext uri="{FF2B5EF4-FFF2-40B4-BE49-F238E27FC236}">
                    <a16:creationId xmlns:a16="http://schemas.microsoft.com/office/drawing/2014/main" id="{1577C1F0-2000-4568-4E82-047EE869B908}"/>
                  </a:ext>
                </a:extLst>
              </p14:cNvPr>
              <p14:cNvContentPartPr/>
              <p14:nvPr/>
            </p14:nvContentPartPr>
            <p14:xfrm>
              <a:off x="7143600" y="509469"/>
              <a:ext cx="95250" cy="104775"/>
            </p14:xfrm>
          </p:contentPart>
        </mc:Choice>
        <mc:Fallback xmlns="">
          <p:pic>
            <p:nvPicPr>
              <p:cNvPr id="78" name="筆跡 77">
                <a:extLst>
                  <a:ext uri="{FF2B5EF4-FFF2-40B4-BE49-F238E27FC236}">
                    <a16:creationId xmlns:a16="http://schemas.microsoft.com/office/drawing/2014/main" id="{1577C1F0-2000-4568-4E82-047EE869B908}"/>
                  </a:ext>
                </a:extLst>
              </p:cNvPr>
              <p:cNvPicPr/>
              <p:nvPr/>
            </p:nvPicPr>
            <p:blipFill>
              <a:blip r:embed="rId78"/>
              <a:stretch>
                <a:fillRect/>
              </a:stretch>
            </p:blipFill>
            <p:spPr>
              <a:xfrm>
                <a:off x="7125763" y="492006"/>
                <a:ext cx="130567" cy="139351"/>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79" name="筆跡 78">
                <a:extLst>
                  <a:ext uri="{FF2B5EF4-FFF2-40B4-BE49-F238E27FC236}">
                    <a16:creationId xmlns:a16="http://schemas.microsoft.com/office/drawing/2014/main" id="{17AE361F-77CE-0F69-9A10-CC5F9466D6B8}"/>
                  </a:ext>
                </a:extLst>
              </p14:cNvPr>
              <p14:cNvContentPartPr/>
              <p14:nvPr/>
            </p14:nvContentPartPr>
            <p14:xfrm>
              <a:off x="7178146" y="575321"/>
              <a:ext cx="38100" cy="38100"/>
            </p14:xfrm>
          </p:contentPart>
        </mc:Choice>
        <mc:Fallback xmlns="">
          <p:pic>
            <p:nvPicPr>
              <p:cNvPr id="79" name="筆跡 78">
                <a:extLst>
                  <a:ext uri="{FF2B5EF4-FFF2-40B4-BE49-F238E27FC236}">
                    <a16:creationId xmlns:a16="http://schemas.microsoft.com/office/drawing/2014/main" id="{17AE361F-77CE-0F69-9A10-CC5F9466D6B8}"/>
                  </a:ext>
                </a:extLst>
              </p:cNvPr>
              <p:cNvPicPr/>
              <p:nvPr/>
            </p:nvPicPr>
            <p:blipFill>
              <a:blip r:embed="rId80"/>
              <a:stretch>
                <a:fillRect/>
              </a:stretch>
            </p:blipFill>
            <p:spPr>
              <a:xfrm>
                <a:off x="7162458" y="558312"/>
                <a:ext cx="69797" cy="71778"/>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80" name="筆跡 79">
                <a:extLst>
                  <a:ext uri="{FF2B5EF4-FFF2-40B4-BE49-F238E27FC236}">
                    <a16:creationId xmlns:a16="http://schemas.microsoft.com/office/drawing/2014/main" id="{00F7D917-FE04-9F8E-99D4-BFD657AAB2B5}"/>
                  </a:ext>
                </a:extLst>
              </p14:cNvPr>
              <p14:cNvContentPartPr/>
              <p14:nvPr/>
            </p14:nvContentPartPr>
            <p14:xfrm>
              <a:off x="7174419" y="594136"/>
              <a:ext cx="9525" cy="47625"/>
            </p14:xfrm>
          </p:contentPart>
        </mc:Choice>
        <mc:Fallback xmlns="">
          <p:pic>
            <p:nvPicPr>
              <p:cNvPr id="80" name="筆跡 79">
                <a:extLst>
                  <a:ext uri="{FF2B5EF4-FFF2-40B4-BE49-F238E27FC236}">
                    <a16:creationId xmlns:a16="http://schemas.microsoft.com/office/drawing/2014/main" id="{00F7D917-FE04-9F8E-99D4-BFD657AAB2B5}"/>
                  </a:ext>
                </a:extLst>
              </p:cNvPr>
              <p:cNvPicPr/>
              <p:nvPr/>
            </p:nvPicPr>
            <p:blipFill>
              <a:blip r:embed="rId82"/>
              <a:stretch>
                <a:fillRect/>
              </a:stretch>
            </p:blipFill>
            <p:spPr>
              <a:xfrm>
                <a:off x="7131124" y="577714"/>
                <a:ext cx="95250" cy="80141"/>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81" name="筆跡 80">
                <a:extLst>
                  <a:ext uri="{FF2B5EF4-FFF2-40B4-BE49-F238E27FC236}">
                    <a16:creationId xmlns:a16="http://schemas.microsoft.com/office/drawing/2014/main" id="{FD173F24-3960-C69B-9799-5A5C244DF18B}"/>
                  </a:ext>
                </a:extLst>
              </p14:cNvPr>
              <p14:cNvContentPartPr/>
              <p14:nvPr/>
            </p14:nvContentPartPr>
            <p14:xfrm>
              <a:off x="7102886" y="688210"/>
              <a:ext cx="85725" cy="28575"/>
            </p14:xfrm>
          </p:contentPart>
        </mc:Choice>
        <mc:Fallback xmlns="">
          <p:pic>
            <p:nvPicPr>
              <p:cNvPr id="81" name="筆跡 80">
                <a:extLst>
                  <a:ext uri="{FF2B5EF4-FFF2-40B4-BE49-F238E27FC236}">
                    <a16:creationId xmlns:a16="http://schemas.microsoft.com/office/drawing/2014/main" id="{FD173F24-3960-C69B-9799-5A5C244DF18B}"/>
                  </a:ext>
                </a:extLst>
              </p:cNvPr>
              <p:cNvPicPr/>
              <p:nvPr/>
            </p:nvPicPr>
            <p:blipFill>
              <a:blip r:embed="rId84"/>
              <a:stretch>
                <a:fillRect/>
              </a:stretch>
            </p:blipFill>
            <p:spPr>
              <a:xfrm>
                <a:off x="7084780" y="669411"/>
                <a:ext cx="122306" cy="65798"/>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82" name="筆跡 81">
                <a:extLst>
                  <a:ext uri="{FF2B5EF4-FFF2-40B4-BE49-F238E27FC236}">
                    <a16:creationId xmlns:a16="http://schemas.microsoft.com/office/drawing/2014/main" id="{51534F02-2AD6-9BAB-A324-8A81FEAD0617}"/>
                  </a:ext>
                </a:extLst>
              </p14:cNvPr>
              <p14:cNvContentPartPr/>
              <p14:nvPr/>
            </p14:nvContentPartPr>
            <p14:xfrm>
              <a:off x="7144529" y="434210"/>
              <a:ext cx="76200" cy="390525"/>
            </p14:xfrm>
          </p:contentPart>
        </mc:Choice>
        <mc:Fallback xmlns="">
          <p:pic>
            <p:nvPicPr>
              <p:cNvPr id="82" name="筆跡 81">
                <a:extLst>
                  <a:ext uri="{FF2B5EF4-FFF2-40B4-BE49-F238E27FC236}">
                    <a16:creationId xmlns:a16="http://schemas.microsoft.com/office/drawing/2014/main" id="{51534F02-2AD6-9BAB-A324-8A81FEAD0617}"/>
                  </a:ext>
                </a:extLst>
              </p:cNvPr>
              <p:cNvPicPr/>
              <p:nvPr/>
            </p:nvPicPr>
            <p:blipFill>
              <a:blip r:embed="rId86"/>
              <a:stretch>
                <a:fillRect/>
              </a:stretch>
            </p:blipFill>
            <p:spPr>
              <a:xfrm>
                <a:off x="7127934" y="416443"/>
                <a:ext cx="109728" cy="425704"/>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83" name="筆跡 82">
                <a:extLst>
                  <a:ext uri="{FF2B5EF4-FFF2-40B4-BE49-F238E27FC236}">
                    <a16:creationId xmlns:a16="http://schemas.microsoft.com/office/drawing/2014/main" id="{96405419-F71B-CD74-4A1D-9C470F22556F}"/>
                  </a:ext>
                </a:extLst>
              </p14:cNvPr>
              <p14:cNvContentPartPr/>
              <p14:nvPr/>
            </p14:nvContentPartPr>
            <p14:xfrm>
              <a:off x="7365639" y="340136"/>
              <a:ext cx="38100" cy="333375"/>
            </p14:xfrm>
          </p:contentPart>
        </mc:Choice>
        <mc:Fallback xmlns="">
          <p:pic>
            <p:nvPicPr>
              <p:cNvPr id="83" name="筆跡 82">
                <a:extLst>
                  <a:ext uri="{FF2B5EF4-FFF2-40B4-BE49-F238E27FC236}">
                    <a16:creationId xmlns:a16="http://schemas.microsoft.com/office/drawing/2014/main" id="{96405419-F71B-CD74-4A1D-9C470F22556F}"/>
                  </a:ext>
                </a:extLst>
              </p:cNvPr>
              <p:cNvPicPr/>
              <p:nvPr/>
            </p:nvPicPr>
            <p:blipFill>
              <a:blip r:embed="rId88"/>
              <a:stretch>
                <a:fillRect/>
              </a:stretch>
            </p:blipFill>
            <p:spPr>
              <a:xfrm>
                <a:off x="7347155" y="322037"/>
                <a:ext cx="75446" cy="36921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84" name="筆跡 83">
                <a:extLst>
                  <a:ext uri="{FF2B5EF4-FFF2-40B4-BE49-F238E27FC236}">
                    <a16:creationId xmlns:a16="http://schemas.microsoft.com/office/drawing/2014/main" id="{B04F1A9C-4D29-B122-BAE1-06F1BD6D1EE9}"/>
                  </a:ext>
                </a:extLst>
              </p14:cNvPr>
              <p14:cNvContentPartPr/>
              <p14:nvPr/>
            </p14:nvContentPartPr>
            <p14:xfrm>
              <a:off x="7422328" y="255469"/>
              <a:ext cx="9525" cy="209550"/>
            </p14:xfrm>
          </p:contentPart>
        </mc:Choice>
        <mc:Fallback xmlns="">
          <p:pic>
            <p:nvPicPr>
              <p:cNvPr id="84" name="筆跡 83">
                <a:extLst>
                  <a:ext uri="{FF2B5EF4-FFF2-40B4-BE49-F238E27FC236}">
                    <a16:creationId xmlns:a16="http://schemas.microsoft.com/office/drawing/2014/main" id="{B04F1A9C-4D29-B122-BAE1-06F1BD6D1EE9}"/>
                  </a:ext>
                </a:extLst>
              </p:cNvPr>
              <p:cNvPicPr/>
              <p:nvPr/>
            </p:nvPicPr>
            <p:blipFill>
              <a:blip r:embed="rId90"/>
              <a:stretch>
                <a:fillRect/>
              </a:stretch>
            </p:blipFill>
            <p:spPr>
              <a:xfrm>
                <a:off x="7405319" y="237887"/>
                <a:ext cx="43203" cy="245073"/>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85" name="筆跡 84">
                <a:extLst>
                  <a:ext uri="{FF2B5EF4-FFF2-40B4-BE49-F238E27FC236}">
                    <a16:creationId xmlns:a16="http://schemas.microsoft.com/office/drawing/2014/main" id="{9EE76B54-9F45-2F2A-D342-B24E2E864611}"/>
                  </a:ext>
                </a:extLst>
              </p14:cNvPr>
              <p14:cNvContentPartPr/>
              <p14:nvPr/>
            </p14:nvContentPartPr>
            <p14:xfrm>
              <a:off x="7267389" y="500062"/>
              <a:ext cx="171450" cy="133350"/>
            </p14:xfrm>
          </p:contentPart>
        </mc:Choice>
        <mc:Fallback xmlns="">
          <p:pic>
            <p:nvPicPr>
              <p:cNvPr id="85" name="筆跡 84">
                <a:extLst>
                  <a:ext uri="{FF2B5EF4-FFF2-40B4-BE49-F238E27FC236}">
                    <a16:creationId xmlns:a16="http://schemas.microsoft.com/office/drawing/2014/main" id="{9EE76B54-9F45-2F2A-D342-B24E2E864611}"/>
                  </a:ext>
                </a:extLst>
              </p:cNvPr>
              <p:cNvPicPr/>
              <p:nvPr/>
            </p:nvPicPr>
            <p:blipFill>
              <a:blip r:embed="rId92"/>
              <a:stretch>
                <a:fillRect/>
              </a:stretch>
            </p:blipFill>
            <p:spPr>
              <a:xfrm>
                <a:off x="7250067" y="481845"/>
                <a:ext cx="206447" cy="16942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86" name="筆跡 85">
                <a:extLst>
                  <a:ext uri="{FF2B5EF4-FFF2-40B4-BE49-F238E27FC236}">
                    <a16:creationId xmlns:a16="http://schemas.microsoft.com/office/drawing/2014/main" id="{759AD3F9-BE11-22AE-761E-1466B16AB04B}"/>
                  </a:ext>
                </a:extLst>
              </p14:cNvPr>
              <p14:cNvContentPartPr/>
              <p14:nvPr/>
            </p14:nvContentPartPr>
            <p14:xfrm>
              <a:off x="7552940" y="330729"/>
              <a:ext cx="161925" cy="76200"/>
            </p14:xfrm>
          </p:contentPart>
        </mc:Choice>
        <mc:Fallback xmlns="">
          <p:pic>
            <p:nvPicPr>
              <p:cNvPr id="86" name="筆跡 85">
                <a:extLst>
                  <a:ext uri="{FF2B5EF4-FFF2-40B4-BE49-F238E27FC236}">
                    <a16:creationId xmlns:a16="http://schemas.microsoft.com/office/drawing/2014/main" id="{759AD3F9-BE11-22AE-761E-1466B16AB04B}"/>
                  </a:ext>
                </a:extLst>
              </p:cNvPr>
              <p:cNvPicPr/>
              <p:nvPr/>
            </p:nvPicPr>
            <p:blipFill>
              <a:blip r:embed="rId94"/>
              <a:stretch>
                <a:fillRect/>
              </a:stretch>
            </p:blipFill>
            <p:spPr>
              <a:xfrm>
                <a:off x="7534908" y="313680"/>
                <a:ext cx="197628" cy="110647"/>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87" name="筆跡 86">
                <a:extLst>
                  <a:ext uri="{FF2B5EF4-FFF2-40B4-BE49-F238E27FC236}">
                    <a16:creationId xmlns:a16="http://schemas.microsoft.com/office/drawing/2014/main" id="{1B115D69-C135-933B-93BB-FEF4281DA620}"/>
                  </a:ext>
                </a:extLst>
              </p14:cNvPr>
              <p14:cNvContentPartPr/>
              <p14:nvPr/>
            </p14:nvContentPartPr>
            <p14:xfrm>
              <a:off x="7585603" y="405988"/>
              <a:ext cx="38100" cy="304800"/>
            </p14:xfrm>
          </p:contentPart>
        </mc:Choice>
        <mc:Fallback xmlns="">
          <p:pic>
            <p:nvPicPr>
              <p:cNvPr id="87" name="筆跡 86">
                <a:extLst>
                  <a:ext uri="{FF2B5EF4-FFF2-40B4-BE49-F238E27FC236}">
                    <a16:creationId xmlns:a16="http://schemas.microsoft.com/office/drawing/2014/main" id="{1B115D69-C135-933B-93BB-FEF4281DA620}"/>
                  </a:ext>
                </a:extLst>
              </p:cNvPr>
              <p:cNvPicPr/>
              <p:nvPr/>
            </p:nvPicPr>
            <p:blipFill>
              <a:blip r:embed="rId96"/>
              <a:stretch>
                <a:fillRect/>
              </a:stretch>
            </p:blipFill>
            <p:spPr>
              <a:xfrm>
                <a:off x="7565964" y="388184"/>
                <a:ext cx="76986" cy="340051"/>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88" name="筆跡 87">
                <a:extLst>
                  <a:ext uri="{FF2B5EF4-FFF2-40B4-BE49-F238E27FC236}">
                    <a16:creationId xmlns:a16="http://schemas.microsoft.com/office/drawing/2014/main" id="{400D2E31-D780-D83C-56DA-7407FFA90FE1}"/>
                  </a:ext>
                </a:extLst>
              </p14:cNvPr>
              <p14:cNvContentPartPr/>
              <p14:nvPr/>
            </p14:nvContentPartPr>
            <p14:xfrm>
              <a:off x="7751999" y="430667"/>
              <a:ext cx="95250" cy="38100"/>
            </p14:xfrm>
          </p:contentPart>
        </mc:Choice>
        <mc:Fallback xmlns="">
          <p:pic>
            <p:nvPicPr>
              <p:cNvPr id="88" name="筆跡 87">
                <a:extLst>
                  <a:ext uri="{FF2B5EF4-FFF2-40B4-BE49-F238E27FC236}">
                    <a16:creationId xmlns:a16="http://schemas.microsoft.com/office/drawing/2014/main" id="{400D2E31-D780-D83C-56DA-7407FFA90FE1}"/>
                  </a:ext>
                </a:extLst>
              </p:cNvPr>
              <p:cNvPicPr/>
              <p:nvPr/>
            </p:nvPicPr>
            <p:blipFill>
              <a:blip r:embed="rId98"/>
              <a:stretch>
                <a:fillRect/>
              </a:stretch>
            </p:blipFill>
            <p:spPr>
              <a:xfrm>
                <a:off x="7733175" y="414102"/>
                <a:ext cx="132522" cy="70899"/>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89" name="筆跡 88">
                <a:extLst>
                  <a:ext uri="{FF2B5EF4-FFF2-40B4-BE49-F238E27FC236}">
                    <a16:creationId xmlns:a16="http://schemas.microsoft.com/office/drawing/2014/main" id="{6AD3CC48-01F0-3C4E-5899-59BBBD328AAC}"/>
                  </a:ext>
                </a:extLst>
              </p14:cNvPr>
              <p14:cNvContentPartPr/>
              <p14:nvPr/>
            </p14:nvContentPartPr>
            <p14:xfrm>
              <a:off x="7680348" y="349543"/>
              <a:ext cx="171450" cy="466725"/>
            </p14:xfrm>
          </p:contentPart>
        </mc:Choice>
        <mc:Fallback xmlns="">
          <p:pic>
            <p:nvPicPr>
              <p:cNvPr id="89" name="筆跡 88">
                <a:extLst>
                  <a:ext uri="{FF2B5EF4-FFF2-40B4-BE49-F238E27FC236}">
                    <a16:creationId xmlns:a16="http://schemas.microsoft.com/office/drawing/2014/main" id="{6AD3CC48-01F0-3C4E-5899-59BBBD328AAC}"/>
                  </a:ext>
                </a:extLst>
              </p:cNvPr>
              <p:cNvPicPr/>
              <p:nvPr/>
            </p:nvPicPr>
            <p:blipFill>
              <a:blip r:embed="rId100"/>
              <a:stretch>
                <a:fillRect/>
              </a:stretch>
            </p:blipFill>
            <p:spPr>
              <a:xfrm>
                <a:off x="7662745" y="331924"/>
                <a:ext cx="206303" cy="502323"/>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90" name="筆跡 89">
                <a:extLst>
                  <a:ext uri="{FF2B5EF4-FFF2-40B4-BE49-F238E27FC236}">
                    <a16:creationId xmlns:a16="http://schemas.microsoft.com/office/drawing/2014/main" id="{967994DC-9800-951E-BE23-B385F7CC7530}"/>
                  </a:ext>
                </a:extLst>
              </p14:cNvPr>
              <p14:cNvContentPartPr/>
              <p14:nvPr/>
            </p14:nvContentPartPr>
            <p14:xfrm>
              <a:off x="7650200" y="518876"/>
              <a:ext cx="123825" cy="85725"/>
            </p14:xfrm>
          </p:contentPart>
        </mc:Choice>
        <mc:Fallback xmlns="">
          <p:pic>
            <p:nvPicPr>
              <p:cNvPr id="90" name="筆跡 89">
                <a:extLst>
                  <a:ext uri="{FF2B5EF4-FFF2-40B4-BE49-F238E27FC236}">
                    <a16:creationId xmlns:a16="http://schemas.microsoft.com/office/drawing/2014/main" id="{967994DC-9800-951E-BE23-B385F7CC7530}"/>
                  </a:ext>
                </a:extLst>
              </p:cNvPr>
              <p:cNvPicPr/>
              <p:nvPr/>
            </p:nvPicPr>
            <p:blipFill>
              <a:blip r:embed="rId102"/>
              <a:stretch>
                <a:fillRect/>
              </a:stretch>
            </p:blipFill>
            <p:spPr>
              <a:xfrm>
                <a:off x="7631774" y="502074"/>
                <a:ext cx="160309" cy="119672"/>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91" name="筆跡 90">
                <a:extLst>
                  <a:ext uri="{FF2B5EF4-FFF2-40B4-BE49-F238E27FC236}">
                    <a16:creationId xmlns:a16="http://schemas.microsoft.com/office/drawing/2014/main" id="{AF179409-F61A-B31A-BDE8-0275B45FC69E}"/>
                  </a:ext>
                </a:extLst>
              </p14:cNvPr>
              <p14:cNvContentPartPr/>
              <p14:nvPr/>
            </p14:nvContentPartPr>
            <p14:xfrm>
              <a:off x="7733182" y="556506"/>
              <a:ext cx="123825" cy="95250"/>
            </p14:xfrm>
          </p:contentPart>
        </mc:Choice>
        <mc:Fallback xmlns="">
          <p:pic>
            <p:nvPicPr>
              <p:cNvPr id="91" name="筆跡 90">
                <a:extLst>
                  <a:ext uri="{FF2B5EF4-FFF2-40B4-BE49-F238E27FC236}">
                    <a16:creationId xmlns:a16="http://schemas.microsoft.com/office/drawing/2014/main" id="{AF179409-F61A-B31A-BDE8-0275B45FC69E}"/>
                  </a:ext>
                </a:extLst>
              </p:cNvPr>
              <p:cNvPicPr/>
              <p:nvPr/>
            </p:nvPicPr>
            <p:blipFill>
              <a:blip r:embed="rId104"/>
              <a:stretch>
                <a:fillRect/>
              </a:stretch>
            </p:blipFill>
            <p:spPr>
              <a:xfrm>
                <a:off x="7715888" y="538867"/>
                <a:ext cx="158067" cy="130175"/>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92" name="筆跡 91">
                <a:extLst>
                  <a:ext uri="{FF2B5EF4-FFF2-40B4-BE49-F238E27FC236}">
                    <a16:creationId xmlns:a16="http://schemas.microsoft.com/office/drawing/2014/main" id="{D5F306EB-53F2-6EA4-C440-0631B8F1E281}"/>
                  </a:ext>
                </a:extLst>
              </p14:cNvPr>
              <p14:cNvContentPartPr/>
              <p14:nvPr/>
            </p14:nvContentPartPr>
            <p14:xfrm>
              <a:off x="7667332" y="652376"/>
              <a:ext cx="152400" cy="47625"/>
            </p14:xfrm>
          </p:contentPart>
        </mc:Choice>
        <mc:Fallback xmlns="">
          <p:pic>
            <p:nvPicPr>
              <p:cNvPr id="92" name="筆跡 91">
                <a:extLst>
                  <a:ext uri="{FF2B5EF4-FFF2-40B4-BE49-F238E27FC236}">
                    <a16:creationId xmlns:a16="http://schemas.microsoft.com/office/drawing/2014/main" id="{D5F306EB-53F2-6EA4-C440-0631B8F1E281}"/>
                  </a:ext>
                </a:extLst>
              </p:cNvPr>
              <p:cNvPicPr/>
              <p:nvPr/>
            </p:nvPicPr>
            <p:blipFill>
              <a:blip r:embed="rId106"/>
              <a:stretch>
                <a:fillRect/>
              </a:stretch>
            </p:blipFill>
            <p:spPr>
              <a:xfrm>
                <a:off x="7649207" y="632858"/>
                <a:ext cx="189020" cy="86272"/>
              </a:xfrm>
              <a:prstGeom prst="rect">
                <a:avLst/>
              </a:prstGeom>
            </p:spPr>
          </p:pic>
        </mc:Fallback>
      </mc:AlternateContent>
    </p:spTree>
    <p:extLst>
      <p:ext uri="{BB962C8B-B14F-4D97-AF65-F5344CB8AC3E}">
        <p14:creationId xmlns:p14="http://schemas.microsoft.com/office/powerpoint/2010/main" val="20356416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344480" y="865884"/>
            <a:ext cx="11606728" cy="5772025"/>
          </a:xfrm>
        </p:spPr>
        <p:txBody>
          <a:bodyPr>
            <a:normAutofit/>
          </a:bodyPr>
          <a:lstStyle/>
          <a:p>
            <a:pPr marL="360000" lvl="1" indent="-360000" algn="just"/>
            <a:r>
              <a:rPr lang="zh-TW" altLang="en-US" sz="2500">
                <a:latin typeface="Consolas" panose="020B0609020204030204" pitchFamily="49" charset="0"/>
                <a:ea typeface="+mj-ea"/>
              </a:rPr>
              <a:t>主要負責管理資料與邏輯。</a:t>
            </a:r>
            <a:endParaRPr lang="en-US" altLang="zh-TW" sz="2500">
              <a:latin typeface="Consolas" panose="020B0609020204030204" pitchFamily="49" charset="0"/>
              <a:ea typeface="+mj-ea"/>
            </a:endParaRPr>
          </a:p>
          <a:p>
            <a:pPr marL="360000" lvl="1" indent="-360000" algn="just"/>
            <a:r>
              <a:rPr lang="zh-TW" altLang="en-US" sz="2500">
                <a:latin typeface="Consolas" panose="020B0609020204030204" pitchFamily="49" charset="0"/>
                <a:ea typeface="+mj-ea"/>
              </a:rPr>
              <a:t>裡面通常會有「資料載體」</a:t>
            </a:r>
            <a:r>
              <a:rPr lang="en-US" altLang="zh-TW" sz="2500">
                <a:latin typeface="Consolas" panose="020B0609020204030204" pitchFamily="49" charset="0"/>
                <a:ea typeface="+mj-ea"/>
              </a:rPr>
              <a:t>JavaBean</a:t>
            </a:r>
            <a:r>
              <a:rPr lang="zh-TW" altLang="en-US" sz="2500">
                <a:latin typeface="Consolas" panose="020B0609020204030204" pitchFamily="49" charset="0"/>
                <a:ea typeface="+mj-ea"/>
              </a:rPr>
              <a:t>、「資料存取物件」</a:t>
            </a:r>
            <a:r>
              <a:rPr lang="en-US" altLang="zh-TW" sz="2500">
                <a:latin typeface="Consolas" panose="020B0609020204030204" pitchFamily="49" charset="0"/>
                <a:ea typeface="+mj-ea"/>
              </a:rPr>
              <a:t>DAO</a:t>
            </a:r>
            <a:r>
              <a:rPr lang="zh-TW" altLang="en-US" sz="2500">
                <a:latin typeface="Consolas" panose="020B0609020204030204" pitchFamily="49" charset="0"/>
                <a:ea typeface="+mj-ea"/>
              </a:rPr>
              <a:t>、「商業邏輯處理」</a:t>
            </a:r>
            <a:r>
              <a:rPr lang="en-US" altLang="zh-TW" sz="2500">
                <a:latin typeface="Consolas" panose="020B0609020204030204" pitchFamily="49" charset="0"/>
                <a:ea typeface="+mj-ea"/>
              </a:rPr>
              <a:t>Service</a:t>
            </a:r>
            <a:r>
              <a:rPr lang="zh-TW" altLang="en-US" sz="2500">
                <a:latin typeface="Consolas" panose="020B0609020204030204" pitchFamily="49" charset="0"/>
                <a:ea typeface="+mj-ea"/>
              </a:rPr>
              <a:t>。不過在嚴格定義下，</a:t>
            </a:r>
            <a:r>
              <a:rPr lang="en-US" altLang="zh-TW" sz="2500">
                <a:latin typeface="Consolas" panose="020B0609020204030204" pitchFamily="49" charset="0"/>
                <a:ea typeface="+mj-ea"/>
              </a:rPr>
              <a:t>DAO</a:t>
            </a:r>
            <a:r>
              <a:rPr lang="zh-TW" altLang="en-US" sz="2500">
                <a:latin typeface="Consolas" panose="020B0609020204030204" pitchFamily="49" charset="0"/>
                <a:ea typeface="+mj-ea"/>
              </a:rPr>
              <a:t>跟</a:t>
            </a:r>
            <a:r>
              <a:rPr lang="en-US" altLang="zh-TW" sz="2500">
                <a:latin typeface="Consolas" panose="020B0609020204030204" pitchFamily="49" charset="0"/>
                <a:ea typeface="+mj-ea"/>
              </a:rPr>
              <a:t>Service</a:t>
            </a:r>
            <a:r>
              <a:rPr lang="zh-TW" altLang="en-US" sz="2500">
                <a:latin typeface="Consolas" panose="020B0609020204030204" pitchFamily="49" charset="0"/>
                <a:ea typeface="+mj-ea"/>
              </a:rPr>
              <a:t>應該分割出來。但現階段而言都放在同一個</a:t>
            </a:r>
            <a:r>
              <a:rPr lang="en-US" altLang="zh-TW" sz="2500">
                <a:latin typeface="Consolas" panose="020B0609020204030204" pitchFamily="49" charset="0"/>
                <a:ea typeface="+mj-ea"/>
              </a:rPr>
              <a:t>package</a:t>
            </a:r>
            <a:r>
              <a:rPr lang="zh-TW" altLang="en-US" sz="2500">
                <a:latin typeface="Consolas" panose="020B0609020204030204" pitchFamily="49" charset="0"/>
                <a:ea typeface="+mj-ea"/>
              </a:rPr>
              <a:t>下即可。</a:t>
            </a:r>
            <a:endParaRPr lang="en-US" altLang="zh-TW" sz="2500">
              <a:latin typeface="Consolas" panose="020B0609020204030204" pitchFamily="49" charset="0"/>
              <a:ea typeface="+mj-ea"/>
            </a:endParaRPr>
          </a:p>
          <a:p>
            <a:pPr marL="360000" lvl="1" indent="-360000" algn="just"/>
            <a:endParaRPr lang="en-US" altLang="zh-TW" sz="2500">
              <a:latin typeface="Consolas" panose="020B0609020204030204" pitchFamily="49" charset="0"/>
              <a:ea typeface="+mj-ea"/>
            </a:endParaRPr>
          </a:p>
          <a:p>
            <a:pPr marL="360000" lvl="1" indent="-360000" algn="just"/>
            <a:r>
              <a:rPr lang="zh-TW" altLang="en-US" sz="2500">
                <a:latin typeface="Consolas" panose="020B0609020204030204" pitchFamily="49" charset="0"/>
                <a:ea typeface="+mj-ea"/>
              </a:rPr>
              <a:t>關於</a:t>
            </a:r>
            <a:r>
              <a:rPr lang="en-US" altLang="zh-TW" sz="2500">
                <a:latin typeface="Consolas" panose="020B0609020204030204" pitchFamily="49" charset="0"/>
                <a:ea typeface="+mj-ea"/>
              </a:rPr>
              <a:t>package</a:t>
            </a:r>
            <a:r>
              <a:rPr lang="zh-TW" altLang="en-US" sz="2500">
                <a:latin typeface="Consolas" panose="020B0609020204030204" pitchFamily="49" charset="0"/>
                <a:ea typeface="+mj-ea"/>
              </a:rPr>
              <a:t>的命名，有依系統分割或依功能分割的規劃法，如：</a:t>
            </a:r>
            <a:endParaRPr lang="en-US" altLang="zh-TW" sz="2500">
              <a:latin typeface="Consolas" panose="020B0609020204030204" pitchFamily="49" charset="0"/>
              <a:ea typeface="+mj-ea"/>
            </a:endParaRPr>
          </a:p>
          <a:p>
            <a:pPr marL="274320" lvl="2" indent="0" algn="just">
              <a:buNone/>
            </a:pPr>
            <a:r>
              <a:rPr lang="en-US" altLang="zh-TW" sz="2300">
                <a:latin typeface="Consolas" panose="020B0609020204030204" pitchFamily="49" charset="0"/>
                <a:ea typeface="+mj-ea"/>
              </a:rPr>
              <a:t>【</a:t>
            </a:r>
            <a:r>
              <a:rPr lang="zh-TW" altLang="en-US" sz="2300">
                <a:latin typeface="Consolas" panose="020B0609020204030204" pitchFamily="49" charset="0"/>
                <a:ea typeface="+mj-ea"/>
              </a:rPr>
              <a:t>依系統</a:t>
            </a:r>
            <a:r>
              <a:rPr lang="en-US" altLang="zh-TW" sz="2300">
                <a:latin typeface="Consolas" panose="020B0609020204030204" pitchFamily="49" charset="0"/>
                <a:ea typeface="+mj-ea"/>
              </a:rPr>
              <a:t>】</a:t>
            </a:r>
          </a:p>
          <a:p>
            <a:pPr marL="634320" lvl="2" indent="-360000" algn="just"/>
            <a:r>
              <a:rPr lang="en-US" altLang="zh-TW" sz="2300">
                <a:solidFill>
                  <a:srgbClr val="FF0000"/>
                </a:solidFill>
                <a:latin typeface="Consolas" panose="020B0609020204030204" pitchFamily="49" charset="0"/>
                <a:ea typeface="+mj-ea"/>
              </a:rPr>
              <a:t>tw.com.eeit.shop.model.bean.</a:t>
            </a:r>
            <a:r>
              <a:rPr lang="en-US" altLang="zh-TW" sz="2300">
                <a:solidFill>
                  <a:srgbClr val="0070C0"/>
                </a:solidFill>
                <a:latin typeface="Consolas" panose="020B0609020204030204" pitchFamily="49" charset="0"/>
                <a:ea typeface="+mj-ea"/>
              </a:rPr>
              <a:t>Product</a:t>
            </a:r>
          </a:p>
          <a:p>
            <a:pPr marL="634320" lvl="2" indent="-360000" algn="just"/>
            <a:r>
              <a:rPr lang="en-US" altLang="zh-TW" sz="2300">
                <a:solidFill>
                  <a:srgbClr val="FF0000"/>
                </a:solidFill>
                <a:latin typeface="Consolas" panose="020B0609020204030204" pitchFamily="49" charset="0"/>
              </a:rPr>
              <a:t>tw.com.eeit.shop.model.dao.</a:t>
            </a:r>
            <a:r>
              <a:rPr lang="en-US" altLang="zh-TW" sz="2300">
                <a:solidFill>
                  <a:srgbClr val="0070C0"/>
                </a:solidFill>
                <a:latin typeface="Consolas" panose="020B0609020204030204" pitchFamily="49" charset="0"/>
                <a:ea typeface="+mj-ea"/>
              </a:rPr>
              <a:t>ProductDAO</a:t>
            </a:r>
          </a:p>
          <a:p>
            <a:pPr marL="634320" lvl="2" indent="-360000" algn="just"/>
            <a:r>
              <a:rPr lang="en-US" altLang="zh-TW" sz="2300">
                <a:solidFill>
                  <a:srgbClr val="FF0000"/>
                </a:solidFill>
                <a:latin typeface="Consolas" panose="020B0609020204030204" pitchFamily="49" charset="0"/>
              </a:rPr>
              <a:t>tw.com.eeit.shop.model.dao.</a:t>
            </a:r>
            <a:r>
              <a:rPr lang="en-US" altLang="zh-TW" sz="2300">
                <a:solidFill>
                  <a:srgbClr val="0070C0"/>
                </a:solidFill>
                <a:latin typeface="Consolas" panose="020B0609020204030204" pitchFamily="49" charset="0"/>
                <a:ea typeface="+mj-ea"/>
              </a:rPr>
              <a:t>ProductDAOImpl</a:t>
            </a:r>
          </a:p>
          <a:p>
            <a:pPr marL="634320" lvl="2" indent="-360000" algn="just"/>
            <a:endParaRPr lang="en-US" altLang="zh-TW" sz="2300">
              <a:solidFill>
                <a:srgbClr val="0070C0"/>
              </a:solidFill>
              <a:latin typeface="Consolas" panose="020B0609020204030204" pitchFamily="49" charset="0"/>
              <a:ea typeface="+mj-ea"/>
            </a:endParaRPr>
          </a:p>
          <a:p>
            <a:pPr marL="274320" lvl="2" indent="0" algn="just">
              <a:buNone/>
            </a:pPr>
            <a:r>
              <a:rPr lang="en-US" altLang="zh-TW" sz="2300">
                <a:latin typeface="Consolas" panose="020B0609020204030204" pitchFamily="49" charset="0"/>
                <a:ea typeface="+mj-ea"/>
              </a:rPr>
              <a:t>【</a:t>
            </a:r>
            <a:r>
              <a:rPr lang="zh-TW" altLang="en-US" sz="2300">
                <a:latin typeface="Consolas" panose="020B0609020204030204" pitchFamily="49" charset="0"/>
                <a:ea typeface="+mj-ea"/>
              </a:rPr>
              <a:t>依功能</a:t>
            </a:r>
            <a:r>
              <a:rPr lang="en-US" altLang="zh-TW" sz="2300">
                <a:latin typeface="Consolas" panose="020B0609020204030204" pitchFamily="49" charset="0"/>
                <a:ea typeface="+mj-ea"/>
              </a:rPr>
              <a:t>】</a:t>
            </a:r>
          </a:p>
          <a:p>
            <a:pPr marL="634320" lvl="2" indent="-360000" algn="just"/>
            <a:r>
              <a:rPr lang="en-US" altLang="zh-TW" sz="2300">
                <a:latin typeface="Consolas" panose="020B0609020204030204" pitchFamily="49" charset="0"/>
                <a:ea typeface="+mj-ea"/>
              </a:rPr>
              <a:t>tw.com.eeit.</a:t>
            </a:r>
            <a:r>
              <a:rPr lang="en-US" altLang="zh-TW" sz="2300">
                <a:solidFill>
                  <a:srgbClr val="007E39"/>
                </a:solidFill>
                <a:latin typeface="Consolas" panose="020B0609020204030204" pitchFamily="49" charset="0"/>
                <a:ea typeface="+mj-ea"/>
              </a:rPr>
              <a:t>model</a:t>
            </a:r>
            <a:r>
              <a:rPr lang="en-US" altLang="zh-TW" sz="2300">
                <a:latin typeface="Consolas" panose="020B0609020204030204" pitchFamily="49" charset="0"/>
                <a:ea typeface="+mj-ea"/>
              </a:rPr>
              <a:t>.bean.</a:t>
            </a:r>
            <a:r>
              <a:rPr lang="en-US" altLang="zh-TW" sz="2300">
                <a:solidFill>
                  <a:srgbClr val="007E39"/>
                </a:solidFill>
                <a:latin typeface="Consolas" panose="020B0609020204030204" pitchFamily="49" charset="0"/>
                <a:ea typeface="+mj-ea"/>
              </a:rPr>
              <a:t>shop</a:t>
            </a:r>
            <a:r>
              <a:rPr lang="en-US" altLang="zh-TW" sz="2300">
                <a:latin typeface="Consolas" panose="020B0609020204030204" pitchFamily="49" charset="0"/>
                <a:ea typeface="+mj-ea"/>
              </a:rPr>
              <a:t>.bean.Product</a:t>
            </a:r>
          </a:p>
          <a:p>
            <a:pPr marL="634320" lvl="2" indent="-360000" algn="just"/>
            <a:r>
              <a:rPr lang="en-US" altLang="zh-TW" sz="2300">
                <a:latin typeface="Consolas" panose="020B0609020204030204" pitchFamily="49" charset="0"/>
              </a:rPr>
              <a:t>tw.com.eeit.</a:t>
            </a:r>
            <a:r>
              <a:rPr lang="en-US" altLang="zh-TW" sz="2300">
                <a:solidFill>
                  <a:srgbClr val="007E39"/>
                </a:solidFill>
                <a:latin typeface="Consolas" panose="020B0609020204030204" pitchFamily="49" charset="0"/>
              </a:rPr>
              <a:t>model</a:t>
            </a:r>
            <a:r>
              <a:rPr lang="en-US" altLang="zh-TW" sz="2300">
                <a:latin typeface="Consolas" panose="020B0609020204030204" pitchFamily="49" charset="0"/>
              </a:rPr>
              <a:t>.dao.</a:t>
            </a:r>
            <a:r>
              <a:rPr lang="en-US" altLang="zh-TW" sz="2300">
                <a:solidFill>
                  <a:srgbClr val="007E39"/>
                </a:solidFill>
                <a:latin typeface="Consolas" panose="020B0609020204030204" pitchFamily="49" charset="0"/>
              </a:rPr>
              <a:t>shop</a:t>
            </a:r>
            <a:r>
              <a:rPr lang="en-US" altLang="zh-TW" sz="2300">
                <a:latin typeface="Consolas" panose="020B0609020204030204" pitchFamily="49" charset="0"/>
              </a:rPr>
              <a:t>.ProductDAO</a:t>
            </a:r>
          </a:p>
          <a:p>
            <a:pPr marL="634320" lvl="2" indent="-360000" algn="just"/>
            <a:endParaRPr lang="en-US" altLang="zh-TW" sz="2300">
              <a:latin typeface="Consolas" panose="020B0609020204030204" pitchFamily="49" charset="0"/>
              <a:ea typeface="+mj-ea"/>
            </a:endParaRPr>
          </a:p>
        </p:txBody>
      </p:sp>
      <p:sp>
        <p:nvSpPr>
          <p:cNvPr id="6" name="文字方塊 5">
            <a:extLst>
              <a:ext uri="{FF2B5EF4-FFF2-40B4-BE49-F238E27FC236}">
                <a16:creationId xmlns:a16="http://schemas.microsoft.com/office/drawing/2014/main" id="{028049E8-A75C-4B10-8F78-D3880109CA58}"/>
              </a:ext>
            </a:extLst>
          </p:cNvPr>
          <p:cNvSpPr txBox="1"/>
          <p:nvPr/>
        </p:nvSpPr>
        <p:spPr>
          <a:xfrm>
            <a:off x="204969" y="117822"/>
            <a:ext cx="1479993"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zh-TW" sz="3200">
                <a:latin typeface="Consolas" panose="020B0609020204030204" pitchFamily="49" charset="0"/>
                <a:ea typeface="+mj-ea"/>
              </a:rPr>
              <a:t>Model</a:t>
            </a:r>
            <a:endParaRPr lang="zh-TW" altLang="en-US" sz="3200">
              <a:latin typeface="Consolas" panose="020B0609020204030204" pitchFamily="49" charset="0"/>
              <a:ea typeface="+mj-ea"/>
            </a:endParaRPr>
          </a:p>
        </p:txBody>
      </p:sp>
      <p:sp>
        <p:nvSpPr>
          <p:cNvPr id="2" name="投影片編號版面配置區 1">
            <a:extLst>
              <a:ext uri="{FF2B5EF4-FFF2-40B4-BE49-F238E27FC236}">
                <a16:creationId xmlns:a16="http://schemas.microsoft.com/office/drawing/2014/main" id="{D0788519-AEC7-4D38-B554-888693BC28C2}"/>
              </a:ext>
            </a:extLst>
          </p:cNvPr>
          <p:cNvSpPr>
            <a:spLocks noGrp="1"/>
          </p:cNvSpPr>
          <p:nvPr>
            <p:ph type="sldNum" sz="quarter" idx="12"/>
          </p:nvPr>
        </p:nvSpPr>
        <p:spPr/>
        <p:txBody>
          <a:bodyPr/>
          <a:lstStyle/>
          <a:p>
            <a:fld id="{B521127C-0C56-461F-B517-0D483F216F7D}" type="slidenum">
              <a:rPr lang="zh-TW" altLang="en-US" smtClean="0">
                <a:latin typeface="Consolas" panose="020B0609020204030204" pitchFamily="49" charset="0"/>
              </a:rPr>
              <a:t>118</a:t>
            </a:fld>
            <a:endParaRPr lang="zh-TW" altLang="en-US">
              <a:latin typeface="Consolas" panose="020B0609020204030204" pitchFamily="49" charset="0"/>
            </a:endParaRPr>
          </a:p>
        </p:txBody>
      </p:sp>
      <p:sp>
        <p:nvSpPr>
          <p:cNvPr id="5" name="文字方塊 4">
            <a:extLst>
              <a:ext uri="{FF2B5EF4-FFF2-40B4-BE49-F238E27FC236}">
                <a16:creationId xmlns:a16="http://schemas.microsoft.com/office/drawing/2014/main" id="{B216EBD8-8DDB-46EC-B8F8-91F6582B8639}"/>
              </a:ext>
            </a:extLst>
          </p:cNvPr>
          <p:cNvSpPr txBox="1"/>
          <p:nvPr/>
        </p:nvSpPr>
        <p:spPr>
          <a:xfrm>
            <a:off x="8245619" y="3900620"/>
            <a:ext cx="2518969" cy="553998"/>
          </a:xfrm>
          <a:prstGeom prst="rect">
            <a:avLst/>
          </a:prstGeom>
          <a:noFill/>
        </p:spPr>
        <p:txBody>
          <a:bodyPr wrap="square" rtlCol="0">
            <a:spAutoFit/>
          </a:bodyPr>
          <a:lstStyle/>
          <a:p>
            <a:r>
              <a:rPr lang="zh-TW" altLang="en-US" sz="3000">
                <a:solidFill>
                  <a:srgbClr val="FF0000"/>
                </a:solidFill>
                <a:latin typeface="+mj-ea"/>
                <a:ea typeface="+mj-ea"/>
              </a:rPr>
              <a:t>包裹</a:t>
            </a:r>
            <a:r>
              <a:rPr lang="zh-TW" altLang="en-US" sz="3000">
                <a:latin typeface="+mj-ea"/>
                <a:ea typeface="+mj-ea"/>
              </a:rPr>
              <a:t> </a:t>
            </a:r>
            <a:r>
              <a:rPr lang="en-US" altLang="zh-TW" sz="3000">
                <a:latin typeface="+mj-ea"/>
                <a:ea typeface="+mj-ea"/>
              </a:rPr>
              <a:t>+</a:t>
            </a:r>
            <a:r>
              <a:rPr lang="zh-TW" altLang="en-US" sz="3000">
                <a:latin typeface="+mj-ea"/>
                <a:ea typeface="+mj-ea"/>
              </a:rPr>
              <a:t> </a:t>
            </a:r>
            <a:r>
              <a:rPr lang="zh-TW" altLang="en-US" sz="3000">
                <a:solidFill>
                  <a:srgbClr val="0070C0"/>
                </a:solidFill>
                <a:latin typeface="+mj-ea"/>
                <a:ea typeface="+mj-ea"/>
              </a:rPr>
              <a:t>類別</a:t>
            </a:r>
          </a:p>
        </p:txBody>
      </p:sp>
      <mc:AlternateContent xmlns:mc="http://schemas.openxmlformats.org/markup-compatibility/2006" xmlns:p14="http://schemas.microsoft.com/office/powerpoint/2010/main">
        <mc:Choice Requires="p14">
          <p:contentPart p14:bwMode="auto" r:id="rId2">
            <p14:nvContentPartPr>
              <p14:cNvPr id="4" name="筆跡 3">
                <a:extLst>
                  <a:ext uri="{FF2B5EF4-FFF2-40B4-BE49-F238E27FC236}">
                    <a16:creationId xmlns:a16="http://schemas.microsoft.com/office/drawing/2014/main" id="{21B2C1C0-A11D-7513-A14C-7DAF6EF5D84A}"/>
                  </a:ext>
                </a:extLst>
              </p14:cNvPr>
              <p14:cNvContentPartPr/>
              <p14:nvPr/>
            </p14:nvContentPartPr>
            <p14:xfrm>
              <a:off x="5749774" y="1412207"/>
              <a:ext cx="828675" cy="742950"/>
            </p14:xfrm>
          </p:contentPart>
        </mc:Choice>
        <mc:Fallback xmlns="">
          <p:pic>
            <p:nvPicPr>
              <p:cNvPr id="4" name="筆跡 3">
                <a:extLst>
                  <a:ext uri="{FF2B5EF4-FFF2-40B4-BE49-F238E27FC236}">
                    <a16:creationId xmlns:a16="http://schemas.microsoft.com/office/drawing/2014/main" id="{21B2C1C0-A11D-7513-A14C-7DAF6EF5D84A}"/>
                  </a:ext>
                </a:extLst>
              </p:cNvPr>
              <p:cNvPicPr/>
              <p:nvPr/>
            </p:nvPicPr>
            <p:blipFill>
              <a:blip r:embed="rId3"/>
              <a:stretch>
                <a:fillRect/>
              </a:stretch>
            </p:blipFill>
            <p:spPr>
              <a:xfrm>
                <a:off x="5731681" y="1394139"/>
                <a:ext cx="864500" cy="778724"/>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筆跡 6">
                <a:extLst>
                  <a:ext uri="{FF2B5EF4-FFF2-40B4-BE49-F238E27FC236}">
                    <a16:creationId xmlns:a16="http://schemas.microsoft.com/office/drawing/2014/main" id="{B4AF044B-CECB-F71F-9CA8-4FE44872D538}"/>
                  </a:ext>
                </a:extLst>
              </p14:cNvPr>
              <p14:cNvContentPartPr/>
              <p14:nvPr/>
            </p14:nvContentPartPr>
            <p14:xfrm>
              <a:off x="6129854" y="2133129"/>
              <a:ext cx="295275" cy="342900"/>
            </p14:xfrm>
          </p:contentPart>
        </mc:Choice>
        <mc:Fallback xmlns="">
          <p:pic>
            <p:nvPicPr>
              <p:cNvPr id="7" name="筆跡 6">
                <a:extLst>
                  <a:ext uri="{FF2B5EF4-FFF2-40B4-BE49-F238E27FC236}">
                    <a16:creationId xmlns:a16="http://schemas.microsoft.com/office/drawing/2014/main" id="{B4AF044B-CECB-F71F-9CA8-4FE44872D538}"/>
                  </a:ext>
                </a:extLst>
              </p:cNvPr>
              <p:cNvPicPr/>
              <p:nvPr/>
            </p:nvPicPr>
            <p:blipFill>
              <a:blip r:embed="rId5"/>
              <a:stretch>
                <a:fillRect/>
              </a:stretch>
            </p:blipFill>
            <p:spPr>
              <a:xfrm>
                <a:off x="6111627" y="2115498"/>
                <a:ext cx="331364" cy="378521"/>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筆跡 7">
                <a:extLst>
                  <a:ext uri="{FF2B5EF4-FFF2-40B4-BE49-F238E27FC236}">
                    <a16:creationId xmlns:a16="http://schemas.microsoft.com/office/drawing/2014/main" id="{69E68557-0909-2A9D-3CCF-CF81D34A09D9}"/>
                  </a:ext>
                </a:extLst>
              </p14:cNvPr>
              <p14:cNvContentPartPr/>
              <p14:nvPr/>
            </p14:nvContentPartPr>
            <p14:xfrm>
              <a:off x="6312665" y="2217796"/>
              <a:ext cx="381000" cy="342900"/>
            </p14:xfrm>
          </p:contentPart>
        </mc:Choice>
        <mc:Fallback xmlns="">
          <p:pic>
            <p:nvPicPr>
              <p:cNvPr id="8" name="筆跡 7">
                <a:extLst>
                  <a:ext uri="{FF2B5EF4-FFF2-40B4-BE49-F238E27FC236}">
                    <a16:creationId xmlns:a16="http://schemas.microsoft.com/office/drawing/2014/main" id="{69E68557-0909-2A9D-3CCF-CF81D34A09D9}"/>
                  </a:ext>
                </a:extLst>
              </p:cNvPr>
              <p:cNvPicPr/>
              <p:nvPr/>
            </p:nvPicPr>
            <p:blipFill>
              <a:blip r:embed="rId7"/>
              <a:stretch>
                <a:fillRect/>
              </a:stretch>
            </p:blipFill>
            <p:spPr>
              <a:xfrm>
                <a:off x="6294811" y="2200239"/>
                <a:ext cx="416351" cy="378372"/>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筆跡 8">
                <a:extLst>
                  <a:ext uri="{FF2B5EF4-FFF2-40B4-BE49-F238E27FC236}">
                    <a16:creationId xmlns:a16="http://schemas.microsoft.com/office/drawing/2014/main" id="{A770BEA2-414B-CD6F-6A5A-01006792BF3A}"/>
                  </a:ext>
                </a:extLst>
              </p14:cNvPr>
              <p14:cNvContentPartPr/>
              <p14:nvPr/>
            </p14:nvContentPartPr>
            <p14:xfrm>
              <a:off x="6847144" y="2238194"/>
              <a:ext cx="238125" cy="323850"/>
            </p14:xfrm>
          </p:contentPart>
        </mc:Choice>
        <mc:Fallback xmlns="">
          <p:pic>
            <p:nvPicPr>
              <p:cNvPr id="9" name="筆跡 8">
                <a:extLst>
                  <a:ext uri="{FF2B5EF4-FFF2-40B4-BE49-F238E27FC236}">
                    <a16:creationId xmlns:a16="http://schemas.microsoft.com/office/drawing/2014/main" id="{A770BEA2-414B-CD6F-6A5A-01006792BF3A}"/>
                  </a:ext>
                </a:extLst>
              </p:cNvPr>
              <p:cNvPicPr/>
              <p:nvPr/>
            </p:nvPicPr>
            <p:blipFill>
              <a:blip r:embed="rId9"/>
              <a:stretch>
                <a:fillRect/>
              </a:stretch>
            </p:blipFill>
            <p:spPr>
              <a:xfrm>
                <a:off x="6829438" y="2220182"/>
                <a:ext cx="273898" cy="359513"/>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筆跡 9">
                <a:extLst>
                  <a:ext uri="{FF2B5EF4-FFF2-40B4-BE49-F238E27FC236}">
                    <a16:creationId xmlns:a16="http://schemas.microsoft.com/office/drawing/2014/main" id="{D23E472C-F038-EFEA-0A57-D488F1955DA6}"/>
                  </a:ext>
                </a:extLst>
              </p14:cNvPr>
              <p14:cNvContentPartPr/>
              <p14:nvPr/>
            </p14:nvContentPartPr>
            <p14:xfrm>
              <a:off x="7204769" y="2243878"/>
              <a:ext cx="238125" cy="371475"/>
            </p14:xfrm>
          </p:contentPart>
        </mc:Choice>
        <mc:Fallback xmlns="">
          <p:pic>
            <p:nvPicPr>
              <p:cNvPr id="10" name="筆跡 9">
                <a:extLst>
                  <a:ext uri="{FF2B5EF4-FFF2-40B4-BE49-F238E27FC236}">
                    <a16:creationId xmlns:a16="http://schemas.microsoft.com/office/drawing/2014/main" id="{D23E472C-F038-EFEA-0A57-D488F1955DA6}"/>
                  </a:ext>
                </a:extLst>
              </p:cNvPr>
              <p:cNvPicPr/>
              <p:nvPr/>
            </p:nvPicPr>
            <p:blipFill>
              <a:blip r:embed="rId11"/>
              <a:stretch>
                <a:fillRect/>
              </a:stretch>
            </p:blipFill>
            <p:spPr>
              <a:xfrm>
                <a:off x="7186729" y="2225828"/>
                <a:ext cx="273844" cy="407215"/>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 name="筆跡 10">
                <a:extLst>
                  <a:ext uri="{FF2B5EF4-FFF2-40B4-BE49-F238E27FC236}">
                    <a16:creationId xmlns:a16="http://schemas.microsoft.com/office/drawing/2014/main" id="{94FADA03-EAAC-85FE-C731-DCD3037E6B10}"/>
                  </a:ext>
                </a:extLst>
              </p14:cNvPr>
              <p14:cNvContentPartPr/>
              <p14:nvPr/>
            </p14:nvContentPartPr>
            <p14:xfrm>
              <a:off x="7563042" y="2260538"/>
              <a:ext cx="266700" cy="371475"/>
            </p14:xfrm>
          </p:contentPart>
        </mc:Choice>
        <mc:Fallback xmlns="">
          <p:pic>
            <p:nvPicPr>
              <p:cNvPr id="11" name="筆跡 10">
                <a:extLst>
                  <a:ext uri="{FF2B5EF4-FFF2-40B4-BE49-F238E27FC236}">
                    <a16:creationId xmlns:a16="http://schemas.microsoft.com/office/drawing/2014/main" id="{94FADA03-EAAC-85FE-C731-DCD3037E6B10}"/>
                  </a:ext>
                </a:extLst>
              </p:cNvPr>
              <p:cNvPicPr/>
              <p:nvPr/>
            </p:nvPicPr>
            <p:blipFill>
              <a:blip r:embed="rId13"/>
              <a:stretch>
                <a:fillRect/>
              </a:stretch>
            </p:blipFill>
            <p:spPr>
              <a:xfrm>
                <a:off x="7545310" y="2242610"/>
                <a:ext cx="302525" cy="406973"/>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筆跡 11">
                <a:extLst>
                  <a:ext uri="{FF2B5EF4-FFF2-40B4-BE49-F238E27FC236}">
                    <a16:creationId xmlns:a16="http://schemas.microsoft.com/office/drawing/2014/main" id="{BF61543D-53F3-834C-56FF-98F809A108FE}"/>
                  </a:ext>
                </a:extLst>
              </p14:cNvPr>
              <p14:cNvContentPartPr/>
              <p14:nvPr/>
            </p14:nvContentPartPr>
            <p14:xfrm>
              <a:off x="7930068" y="2283537"/>
              <a:ext cx="47625" cy="342900"/>
            </p14:xfrm>
          </p:contentPart>
        </mc:Choice>
        <mc:Fallback xmlns="">
          <p:pic>
            <p:nvPicPr>
              <p:cNvPr id="12" name="筆跡 11">
                <a:extLst>
                  <a:ext uri="{FF2B5EF4-FFF2-40B4-BE49-F238E27FC236}">
                    <a16:creationId xmlns:a16="http://schemas.microsoft.com/office/drawing/2014/main" id="{BF61543D-53F3-834C-56FF-98F809A108FE}"/>
                  </a:ext>
                </a:extLst>
              </p:cNvPr>
              <p:cNvPicPr/>
              <p:nvPr/>
            </p:nvPicPr>
            <p:blipFill>
              <a:blip r:embed="rId15"/>
              <a:stretch>
                <a:fillRect/>
              </a:stretch>
            </p:blipFill>
            <p:spPr>
              <a:xfrm>
                <a:off x="7912653" y="2265471"/>
                <a:ext cx="82811" cy="378671"/>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3" name="筆跡 12">
                <a:extLst>
                  <a:ext uri="{FF2B5EF4-FFF2-40B4-BE49-F238E27FC236}">
                    <a16:creationId xmlns:a16="http://schemas.microsoft.com/office/drawing/2014/main" id="{938F44F4-E5FE-9683-16B2-B0372F0D4E67}"/>
                  </a:ext>
                </a:extLst>
              </p14:cNvPr>
              <p14:cNvContentPartPr/>
              <p14:nvPr/>
            </p14:nvContentPartPr>
            <p14:xfrm>
              <a:off x="7944506" y="2274501"/>
              <a:ext cx="209550" cy="381000"/>
            </p14:xfrm>
          </p:contentPart>
        </mc:Choice>
        <mc:Fallback xmlns="">
          <p:pic>
            <p:nvPicPr>
              <p:cNvPr id="13" name="筆跡 12">
                <a:extLst>
                  <a:ext uri="{FF2B5EF4-FFF2-40B4-BE49-F238E27FC236}">
                    <a16:creationId xmlns:a16="http://schemas.microsoft.com/office/drawing/2014/main" id="{938F44F4-E5FE-9683-16B2-B0372F0D4E67}"/>
                  </a:ext>
                </a:extLst>
              </p:cNvPr>
              <p:cNvPicPr/>
              <p:nvPr/>
            </p:nvPicPr>
            <p:blipFill>
              <a:blip r:embed="rId17"/>
              <a:stretch>
                <a:fillRect/>
              </a:stretch>
            </p:blipFill>
            <p:spPr>
              <a:xfrm>
                <a:off x="7927278" y="2256872"/>
                <a:ext cx="244358" cy="416618"/>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4" name="筆跡 13">
                <a:extLst>
                  <a:ext uri="{FF2B5EF4-FFF2-40B4-BE49-F238E27FC236}">
                    <a16:creationId xmlns:a16="http://schemas.microsoft.com/office/drawing/2014/main" id="{424CCDC4-DBEC-995F-0154-83CB3CF4337D}"/>
                  </a:ext>
                </a:extLst>
              </p14:cNvPr>
              <p14:cNvContentPartPr/>
              <p14:nvPr/>
            </p14:nvContentPartPr>
            <p14:xfrm>
              <a:off x="8399697" y="2481203"/>
              <a:ext cx="123825" cy="133350"/>
            </p14:xfrm>
          </p:contentPart>
        </mc:Choice>
        <mc:Fallback xmlns="">
          <p:pic>
            <p:nvPicPr>
              <p:cNvPr id="14" name="筆跡 13">
                <a:extLst>
                  <a:ext uri="{FF2B5EF4-FFF2-40B4-BE49-F238E27FC236}">
                    <a16:creationId xmlns:a16="http://schemas.microsoft.com/office/drawing/2014/main" id="{424CCDC4-DBEC-995F-0154-83CB3CF4337D}"/>
                  </a:ext>
                </a:extLst>
              </p:cNvPr>
              <p:cNvPicPr/>
              <p:nvPr/>
            </p:nvPicPr>
            <p:blipFill>
              <a:blip r:embed="rId19"/>
              <a:stretch>
                <a:fillRect/>
              </a:stretch>
            </p:blipFill>
            <p:spPr>
              <a:xfrm>
                <a:off x="8382158" y="2463591"/>
                <a:ext cx="158552" cy="168934"/>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5" name="筆跡 14">
                <a:extLst>
                  <a:ext uri="{FF2B5EF4-FFF2-40B4-BE49-F238E27FC236}">
                    <a16:creationId xmlns:a16="http://schemas.microsoft.com/office/drawing/2014/main" id="{1826321D-A710-FF6B-F459-A49A2423919B}"/>
                  </a:ext>
                </a:extLst>
              </p14:cNvPr>
              <p14:cNvContentPartPr/>
              <p14:nvPr/>
            </p14:nvContentPartPr>
            <p14:xfrm>
              <a:off x="8589094" y="2471796"/>
              <a:ext cx="114300" cy="190500"/>
            </p14:xfrm>
          </p:contentPart>
        </mc:Choice>
        <mc:Fallback xmlns="">
          <p:pic>
            <p:nvPicPr>
              <p:cNvPr id="15" name="筆跡 14">
                <a:extLst>
                  <a:ext uri="{FF2B5EF4-FFF2-40B4-BE49-F238E27FC236}">
                    <a16:creationId xmlns:a16="http://schemas.microsoft.com/office/drawing/2014/main" id="{1826321D-A710-FF6B-F459-A49A2423919B}"/>
                  </a:ext>
                </a:extLst>
              </p:cNvPr>
              <p:cNvPicPr/>
              <p:nvPr/>
            </p:nvPicPr>
            <p:blipFill>
              <a:blip r:embed="rId21"/>
              <a:stretch>
                <a:fillRect/>
              </a:stretch>
            </p:blipFill>
            <p:spPr>
              <a:xfrm>
                <a:off x="8571455" y="2454124"/>
                <a:ext cx="149225" cy="22549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筆跡 15">
                <a:extLst>
                  <a:ext uri="{FF2B5EF4-FFF2-40B4-BE49-F238E27FC236}">
                    <a16:creationId xmlns:a16="http://schemas.microsoft.com/office/drawing/2014/main" id="{EACA7CE8-5BC1-703C-014A-1E35B351C2C3}"/>
                  </a:ext>
                </a:extLst>
              </p14:cNvPr>
              <p14:cNvContentPartPr/>
              <p14:nvPr/>
            </p14:nvContentPartPr>
            <p14:xfrm>
              <a:off x="8793767" y="2266357"/>
              <a:ext cx="85725" cy="409575"/>
            </p14:xfrm>
          </p:contentPart>
        </mc:Choice>
        <mc:Fallback xmlns="">
          <p:pic>
            <p:nvPicPr>
              <p:cNvPr id="16" name="筆跡 15">
                <a:extLst>
                  <a:ext uri="{FF2B5EF4-FFF2-40B4-BE49-F238E27FC236}">
                    <a16:creationId xmlns:a16="http://schemas.microsoft.com/office/drawing/2014/main" id="{EACA7CE8-5BC1-703C-014A-1E35B351C2C3}"/>
                  </a:ext>
                </a:extLst>
              </p:cNvPr>
              <p:cNvPicPr/>
              <p:nvPr/>
            </p:nvPicPr>
            <p:blipFill>
              <a:blip r:embed="rId23"/>
              <a:stretch>
                <a:fillRect/>
              </a:stretch>
            </p:blipFill>
            <p:spPr>
              <a:xfrm>
                <a:off x="8776409" y="2248425"/>
                <a:ext cx="120794" cy="445081"/>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7" name="筆跡 16">
                <a:extLst>
                  <a:ext uri="{FF2B5EF4-FFF2-40B4-BE49-F238E27FC236}">
                    <a16:creationId xmlns:a16="http://schemas.microsoft.com/office/drawing/2014/main" id="{7D2C6F35-B0EA-FAA4-7C81-D89055636BCA}"/>
                  </a:ext>
                </a:extLst>
              </p14:cNvPr>
              <p14:cNvContentPartPr/>
              <p14:nvPr/>
            </p14:nvContentPartPr>
            <p14:xfrm>
              <a:off x="8984368" y="2495861"/>
              <a:ext cx="95250" cy="104775"/>
            </p14:xfrm>
          </p:contentPart>
        </mc:Choice>
        <mc:Fallback xmlns="">
          <p:pic>
            <p:nvPicPr>
              <p:cNvPr id="17" name="筆跡 16">
                <a:extLst>
                  <a:ext uri="{FF2B5EF4-FFF2-40B4-BE49-F238E27FC236}">
                    <a16:creationId xmlns:a16="http://schemas.microsoft.com/office/drawing/2014/main" id="{7D2C6F35-B0EA-FAA4-7C81-D89055636BCA}"/>
                  </a:ext>
                </a:extLst>
              </p:cNvPr>
              <p:cNvPicPr/>
              <p:nvPr/>
            </p:nvPicPr>
            <p:blipFill>
              <a:blip r:embed="rId25"/>
              <a:stretch>
                <a:fillRect/>
              </a:stretch>
            </p:blipFill>
            <p:spPr>
              <a:xfrm>
                <a:off x="8965837" y="2477655"/>
                <a:ext cx="131942" cy="141558"/>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8" name="筆跡 17">
                <a:extLst>
                  <a:ext uri="{FF2B5EF4-FFF2-40B4-BE49-F238E27FC236}">
                    <a16:creationId xmlns:a16="http://schemas.microsoft.com/office/drawing/2014/main" id="{E1DBFFEA-AD6D-90EB-B5DD-950EBA6A7333}"/>
                  </a:ext>
                </a:extLst>
              </p14:cNvPr>
              <p14:cNvContentPartPr/>
              <p14:nvPr/>
            </p14:nvContentPartPr>
            <p14:xfrm>
              <a:off x="8739550" y="2490610"/>
              <a:ext cx="400050" cy="447675"/>
            </p14:xfrm>
          </p:contentPart>
        </mc:Choice>
        <mc:Fallback xmlns="">
          <p:pic>
            <p:nvPicPr>
              <p:cNvPr id="18" name="筆跡 17">
                <a:extLst>
                  <a:ext uri="{FF2B5EF4-FFF2-40B4-BE49-F238E27FC236}">
                    <a16:creationId xmlns:a16="http://schemas.microsoft.com/office/drawing/2014/main" id="{E1DBFFEA-AD6D-90EB-B5DD-950EBA6A7333}"/>
                  </a:ext>
                </a:extLst>
              </p:cNvPr>
              <p:cNvPicPr/>
              <p:nvPr/>
            </p:nvPicPr>
            <p:blipFill>
              <a:blip r:embed="rId27"/>
              <a:stretch>
                <a:fillRect/>
              </a:stretch>
            </p:blipFill>
            <p:spPr>
              <a:xfrm>
                <a:off x="8721770" y="2472803"/>
                <a:ext cx="435254" cy="482933"/>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9" name="筆跡 18">
                <a:extLst>
                  <a:ext uri="{FF2B5EF4-FFF2-40B4-BE49-F238E27FC236}">
                    <a16:creationId xmlns:a16="http://schemas.microsoft.com/office/drawing/2014/main" id="{8D3EE094-1196-B01B-87EA-75C90D83E7D2}"/>
                  </a:ext>
                </a:extLst>
              </p14:cNvPr>
              <p14:cNvContentPartPr/>
              <p14:nvPr/>
            </p14:nvContentPartPr>
            <p14:xfrm>
              <a:off x="6722266" y="1493197"/>
              <a:ext cx="1209675" cy="695325"/>
            </p14:xfrm>
          </p:contentPart>
        </mc:Choice>
        <mc:Fallback xmlns="">
          <p:pic>
            <p:nvPicPr>
              <p:cNvPr id="19" name="筆跡 18">
                <a:extLst>
                  <a:ext uri="{FF2B5EF4-FFF2-40B4-BE49-F238E27FC236}">
                    <a16:creationId xmlns:a16="http://schemas.microsoft.com/office/drawing/2014/main" id="{8D3EE094-1196-B01B-87EA-75C90D83E7D2}"/>
                  </a:ext>
                </a:extLst>
              </p:cNvPr>
              <p:cNvPicPr/>
              <p:nvPr/>
            </p:nvPicPr>
            <p:blipFill>
              <a:blip r:embed="rId29"/>
              <a:stretch>
                <a:fillRect/>
              </a:stretch>
            </p:blipFill>
            <p:spPr>
              <a:xfrm>
                <a:off x="6704340" y="1475304"/>
                <a:ext cx="1245169" cy="730753"/>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 name="筆跡 19">
                <a:extLst>
                  <a:ext uri="{FF2B5EF4-FFF2-40B4-BE49-F238E27FC236}">
                    <a16:creationId xmlns:a16="http://schemas.microsoft.com/office/drawing/2014/main" id="{61079E77-5FA1-D4DB-4825-137CF6B208B3}"/>
                  </a:ext>
                </a:extLst>
              </p14:cNvPr>
              <p14:cNvContentPartPr/>
              <p14:nvPr/>
            </p14:nvContentPartPr>
            <p14:xfrm>
              <a:off x="7360376" y="751853"/>
              <a:ext cx="685800" cy="790575"/>
            </p14:xfrm>
          </p:contentPart>
        </mc:Choice>
        <mc:Fallback xmlns="">
          <p:pic>
            <p:nvPicPr>
              <p:cNvPr id="20" name="筆跡 19">
                <a:extLst>
                  <a:ext uri="{FF2B5EF4-FFF2-40B4-BE49-F238E27FC236}">
                    <a16:creationId xmlns:a16="http://schemas.microsoft.com/office/drawing/2014/main" id="{61079E77-5FA1-D4DB-4825-137CF6B208B3}"/>
                  </a:ext>
                </a:extLst>
              </p:cNvPr>
              <p:cNvPicPr/>
              <p:nvPr/>
            </p:nvPicPr>
            <p:blipFill>
              <a:blip r:embed="rId31"/>
              <a:stretch>
                <a:fillRect/>
              </a:stretch>
            </p:blipFill>
            <p:spPr>
              <a:xfrm>
                <a:off x="7342451" y="733861"/>
                <a:ext cx="721291" cy="826199"/>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筆跡 20">
                <a:extLst>
                  <a:ext uri="{FF2B5EF4-FFF2-40B4-BE49-F238E27FC236}">
                    <a16:creationId xmlns:a16="http://schemas.microsoft.com/office/drawing/2014/main" id="{B54BAC54-F4FA-A7B1-27BC-2867E01CBBEE}"/>
                  </a:ext>
                </a:extLst>
              </p14:cNvPr>
              <p14:cNvContentPartPr/>
              <p14:nvPr/>
            </p14:nvContentPartPr>
            <p14:xfrm>
              <a:off x="7981391" y="519827"/>
              <a:ext cx="361950" cy="542925"/>
            </p14:xfrm>
          </p:contentPart>
        </mc:Choice>
        <mc:Fallback xmlns="">
          <p:pic>
            <p:nvPicPr>
              <p:cNvPr id="21" name="筆跡 20">
                <a:extLst>
                  <a:ext uri="{FF2B5EF4-FFF2-40B4-BE49-F238E27FC236}">
                    <a16:creationId xmlns:a16="http://schemas.microsoft.com/office/drawing/2014/main" id="{B54BAC54-F4FA-A7B1-27BC-2867E01CBBEE}"/>
                  </a:ext>
                </a:extLst>
              </p:cNvPr>
              <p:cNvPicPr/>
              <p:nvPr/>
            </p:nvPicPr>
            <p:blipFill>
              <a:blip r:embed="rId33"/>
              <a:stretch>
                <a:fillRect/>
              </a:stretch>
            </p:blipFill>
            <p:spPr>
              <a:xfrm>
                <a:off x="7963419" y="501693"/>
                <a:ext cx="397534" cy="57883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筆跡 21">
                <a:extLst>
                  <a:ext uri="{FF2B5EF4-FFF2-40B4-BE49-F238E27FC236}">
                    <a16:creationId xmlns:a16="http://schemas.microsoft.com/office/drawing/2014/main" id="{187CDEBC-713C-FFB5-B29E-D42CAA0B6603}"/>
                  </a:ext>
                </a:extLst>
              </p14:cNvPr>
              <p14:cNvContentPartPr/>
              <p14:nvPr/>
            </p14:nvContentPartPr>
            <p14:xfrm>
              <a:off x="8500434" y="88758"/>
              <a:ext cx="323850" cy="523875"/>
            </p14:xfrm>
          </p:contentPart>
        </mc:Choice>
        <mc:Fallback xmlns="">
          <p:pic>
            <p:nvPicPr>
              <p:cNvPr id="22" name="筆跡 21">
                <a:extLst>
                  <a:ext uri="{FF2B5EF4-FFF2-40B4-BE49-F238E27FC236}">
                    <a16:creationId xmlns:a16="http://schemas.microsoft.com/office/drawing/2014/main" id="{187CDEBC-713C-FFB5-B29E-D42CAA0B6603}"/>
                  </a:ext>
                </a:extLst>
              </p:cNvPr>
              <p:cNvPicPr/>
              <p:nvPr/>
            </p:nvPicPr>
            <p:blipFill>
              <a:blip r:embed="rId35"/>
              <a:stretch>
                <a:fillRect/>
              </a:stretch>
            </p:blipFill>
            <p:spPr>
              <a:xfrm>
                <a:off x="8482502" y="70842"/>
                <a:ext cx="359355" cy="559349"/>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3" name="筆跡 22">
                <a:extLst>
                  <a:ext uri="{FF2B5EF4-FFF2-40B4-BE49-F238E27FC236}">
                    <a16:creationId xmlns:a16="http://schemas.microsoft.com/office/drawing/2014/main" id="{1618F9F7-E7F7-905D-BFF7-67BCE90D5A3E}"/>
                  </a:ext>
                </a:extLst>
              </p14:cNvPr>
              <p14:cNvContentPartPr/>
              <p14:nvPr/>
            </p14:nvContentPartPr>
            <p14:xfrm>
              <a:off x="8755950" y="376040"/>
              <a:ext cx="123825" cy="152400"/>
            </p14:xfrm>
          </p:contentPart>
        </mc:Choice>
        <mc:Fallback xmlns="">
          <p:pic>
            <p:nvPicPr>
              <p:cNvPr id="23" name="筆跡 22">
                <a:extLst>
                  <a:ext uri="{FF2B5EF4-FFF2-40B4-BE49-F238E27FC236}">
                    <a16:creationId xmlns:a16="http://schemas.microsoft.com/office/drawing/2014/main" id="{1618F9F7-E7F7-905D-BFF7-67BCE90D5A3E}"/>
                  </a:ext>
                </a:extLst>
              </p:cNvPr>
              <p:cNvPicPr/>
              <p:nvPr/>
            </p:nvPicPr>
            <p:blipFill>
              <a:blip r:embed="rId37"/>
              <a:stretch>
                <a:fillRect/>
              </a:stretch>
            </p:blipFill>
            <p:spPr>
              <a:xfrm>
                <a:off x="8738465" y="357940"/>
                <a:ext cx="159153" cy="188238"/>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4" name="筆跡 23">
                <a:extLst>
                  <a:ext uri="{FF2B5EF4-FFF2-40B4-BE49-F238E27FC236}">
                    <a16:creationId xmlns:a16="http://schemas.microsoft.com/office/drawing/2014/main" id="{1C598EFD-7286-7B85-8673-5A22EA6E3721}"/>
                  </a:ext>
                </a:extLst>
              </p14:cNvPr>
              <p14:cNvContentPartPr/>
              <p14:nvPr/>
            </p14:nvContentPartPr>
            <p14:xfrm>
              <a:off x="8758994" y="439392"/>
              <a:ext cx="361950" cy="419100"/>
            </p14:xfrm>
          </p:contentPart>
        </mc:Choice>
        <mc:Fallback xmlns="">
          <p:pic>
            <p:nvPicPr>
              <p:cNvPr id="24" name="筆跡 23">
                <a:extLst>
                  <a:ext uri="{FF2B5EF4-FFF2-40B4-BE49-F238E27FC236}">
                    <a16:creationId xmlns:a16="http://schemas.microsoft.com/office/drawing/2014/main" id="{1C598EFD-7286-7B85-8673-5A22EA6E3721}"/>
                  </a:ext>
                </a:extLst>
              </p:cNvPr>
              <p:cNvPicPr/>
              <p:nvPr/>
            </p:nvPicPr>
            <p:blipFill>
              <a:blip r:embed="rId39"/>
              <a:stretch>
                <a:fillRect/>
              </a:stretch>
            </p:blipFill>
            <p:spPr>
              <a:xfrm>
                <a:off x="8740915" y="421573"/>
                <a:ext cx="397747" cy="454381"/>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5" name="筆跡 24">
                <a:extLst>
                  <a:ext uri="{FF2B5EF4-FFF2-40B4-BE49-F238E27FC236}">
                    <a16:creationId xmlns:a16="http://schemas.microsoft.com/office/drawing/2014/main" id="{8D003985-5016-2914-7688-D3AC441992D5}"/>
                  </a:ext>
                </a:extLst>
              </p14:cNvPr>
              <p14:cNvContentPartPr/>
              <p14:nvPr/>
            </p14:nvContentPartPr>
            <p14:xfrm>
              <a:off x="9209357" y="458611"/>
              <a:ext cx="47625" cy="171450"/>
            </p14:xfrm>
          </p:contentPart>
        </mc:Choice>
        <mc:Fallback xmlns="">
          <p:pic>
            <p:nvPicPr>
              <p:cNvPr id="25" name="筆跡 24">
                <a:extLst>
                  <a:ext uri="{FF2B5EF4-FFF2-40B4-BE49-F238E27FC236}">
                    <a16:creationId xmlns:a16="http://schemas.microsoft.com/office/drawing/2014/main" id="{8D003985-5016-2914-7688-D3AC441992D5}"/>
                  </a:ext>
                </a:extLst>
              </p:cNvPr>
              <p:cNvPicPr/>
              <p:nvPr/>
            </p:nvPicPr>
            <p:blipFill>
              <a:blip r:embed="rId41"/>
              <a:stretch>
                <a:fillRect/>
              </a:stretch>
            </p:blipFill>
            <p:spPr>
              <a:xfrm>
                <a:off x="9191942" y="440622"/>
                <a:ext cx="82811" cy="207796"/>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6" name="筆跡 25">
                <a:extLst>
                  <a:ext uri="{FF2B5EF4-FFF2-40B4-BE49-F238E27FC236}">
                    <a16:creationId xmlns:a16="http://schemas.microsoft.com/office/drawing/2014/main" id="{C8DC4DE7-4842-FB06-7278-212B5FAF0424}"/>
                  </a:ext>
                </a:extLst>
              </p14:cNvPr>
              <p14:cNvContentPartPr/>
              <p14:nvPr/>
            </p14:nvContentPartPr>
            <p14:xfrm>
              <a:off x="9312970" y="298685"/>
              <a:ext cx="19050" cy="38100"/>
            </p14:xfrm>
          </p:contentPart>
        </mc:Choice>
        <mc:Fallback xmlns="">
          <p:pic>
            <p:nvPicPr>
              <p:cNvPr id="26" name="筆跡 25">
                <a:extLst>
                  <a:ext uri="{FF2B5EF4-FFF2-40B4-BE49-F238E27FC236}">
                    <a16:creationId xmlns:a16="http://schemas.microsoft.com/office/drawing/2014/main" id="{C8DC4DE7-4842-FB06-7278-212B5FAF0424}"/>
                  </a:ext>
                </a:extLst>
              </p:cNvPr>
              <p:cNvPicPr/>
              <p:nvPr/>
            </p:nvPicPr>
            <p:blipFill>
              <a:blip r:embed="rId43"/>
              <a:stretch>
                <a:fillRect/>
              </a:stretch>
            </p:blipFill>
            <p:spPr>
              <a:xfrm>
                <a:off x="9295652" y="279439"/>
                <a:ext cx="53340" cy="76986"/>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7" name="筆跡 26">
                <a:extLst>
                  <a:ext uri="{FF2B5EF4-FFF2-40B4-BE49-F238E27FC236}">
                    <a16:creationId xmlns:a16="http://schemas.microsoft.com/office/drawing/2014/main" id="{89D79A98-7650-06B1-EF9B-CBB282A805C7}"/>
                  </a:ext>
                </a:extLst>
              </p14:cNvPr>
              <p14:cNvContentPartPr/>
              <p14:nvPr/>
            </p14:nvContentPartPr>
            <p14:xfrm>
              <a:off x="9353093" y="430388"/>
              <a:ext cx="171450" cy="180975"/>
            </p14:xfrm>
          </p:contentPart>
        </mc:Choice>
        <mc:Fallback xmlns="">
          <p:pic>
            <p:nvPicPr>
              <p:cNvPr id="27" name="筆跡 26">
                <a:extLst>
                  <a:ext uri="{FF2B5EF4-FFF2-40B4-BE49-F238E27FC236}">
                    <a16:creationId xmlns:a16="http://schemas.microsoft.com/office/drawing/2014/main" id="{89D79A98-7650-06B1-EF9B-CBB282A805C7}"/>
                  </a:ext>
                </a:extLst>
              </p:cNvPr>
              <p:cNvPicPr/>
              <p:nvPr/>
            </p:nvPicPr>
            <p:blipFill>
              <a:blip r:embed="rId45"/>
              <a:stretch>
                <a:fillRect/>
              </a:stretch>
            </p:blipFill>
            <p:spPr>
              <a:xfrm>
                <a:off x="9335065" y="412254"/>
                <a:ext cx="207874" cy="2168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8" name="筆跡 27">
                <a:extLst>
                  <a:ext uri="{FF2B5EF4-FFF2-40B4-BE49-F238E27FC236}">
                    <a16:creationId xmlns:a16="http://schemas.microsoft.com/office/drawing/2014/main" id="{C2E92571-AC0F-E911-75E7-98EC990631C0}"/>
                  </a:ext>
                </a:extLst>
              </p14:cNvPr>
              <p14:cNvContentPartPr/>
              <p14:nvPr/>
            </p14:nvContentPartPr>
            <p14:xfrm>
              <a:off x="9887479" y="279056"/>
              <a:ext cx="133350" cy="19050"/>
            </p14:xfrm>
          </p:contentPart>
        </mc:Choice>
        <mc:Fallback xmlns="">
          <p:pic>
            <p:nvPicPr>
              <p:cNvPr id="28" name="筆跡 27">
                <a:extLst>
                  <a:ext uri="{FF2B5EF4-FFF2-40B4-BE49-F238E27FC236}">
                    <a16:creationId xmlns:a16="http://schemas.microsoft.com/office/drawing/2014/main" id="{C2E92571-AC0F-E911-75E7-98EC990631C0}"/>
                  </a:ext>
                </a:extLst>
              </p:cNvPr>
              <p:cNvPicPr/>
              <p:nvPr/>
            </p:nvPicPr>
            <p:blipFill>
              <a:blip r:embed="rId47"/>
              <a:stretch>
                <a:fillRect/>
              </a:stretch>
            </p:blipFill>
            <p:spPr>
              <a:xfrm>
                <a:off x="9869429" y="262047"/>
                <a:ext cx="169819" cy="52728"/>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9" name="筆跡 28">
                <a:extLst>
                  <a:ext uri="{FF2B5EF4-FFF2-40B4-BE49-F238E27FC236}">
                    <a16:creationId xmlns:a16="http://schemas.microsoft.com/office/drawing/2014/main" id="{05456353-A7BB-D13E-7293-550078FBCAE1}"/>
                  </a:ext>
                </a:extLst>
              </p14:cNvPr>
              <p14:cNvContentPartPr/>
              <p14:nvPr/>
            </p14:nvContentPartPr>
            <p14:xfrm>
              <a:off x="9762185" y="308092"/>
              <a:ext cx="152400" cy="285750"/>
            </p14:xfrm>
          </p:contentPart>
        </mc:Choice>
        <mc:Fallback xmlns="">
          <p:pic>
            <p:nvPicPr>
              <p:cNvPr id="29" name="筆跡 28">
                <a:extLst>
                  <a:ext uri="{FF2B5EF4-FFF2-40B4-BE49-F238E27FC236}">
                    <a16:creationId xmlns:a16="http://schemas.microsoft.com/office/drawing/2014/main" id="{05456353-A7BB-D13E-7293-550078FBCAE1}"/>
                  </a:ext>
                </a:extLst>
              </p:cNvPr>
              <p:cNvPicPr/>
              <p:nvPr/>
            </p:nvPicPr>
            <p:blipFill>
              <a:blip r:embed="rId49"/>
              <a:stretch>
                <a:fillRect/>
              </a:stretch>
            </p:blipFill>
            <p:spPr>
              <a:xfrm>
                <a:off x="9744340" y="290075"/>
                <a:ext cx="187734" cy="321424"/>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0" name="筆跡 29">
                <a:extLst>
                  <a:ext uri="{FF2B5EF4-FFF2-40B4-BE49-F238E27FC236}">
                    <a16:creationId xmlns:a16="http://schemas.microsoft.com/office/drawing/2014/main" id="{468899E2-7DFA-5D56-CE39-3D4B92B47DB2}"/>
                  </a:ext>
                </a:extLst>
              </p14:cNvPr>
              <p14:cNvContentPartPr/>
              <p14:nvPr/>
            </p14:nvContentPartPr>
            <p14:xfrm>
              <a:off x="9810092" y="481041"/>
              <a:ext cx="152400" cy="38100"/>
            </p14:xfrm>
          </p:contentPart>
        </mc:Choice>
        <mc:Fallback xmlns="">
          <p:pic>
            <p:nvPicPr>
              <p:cNvPr id="30" name="筆跡 29">
                <a:extLst>
                  <a:ext uri="{FF2B5EF4-FFF2-40B4-BE49-F238E27FC236}">
                    <a16:creationId xmlns:a16="http://schemas.microsoft.com/office/drawing/2014/main" id="{468899E2-7DFA-5D56-CE39-3D4B92B47DB2}"/>
                  </a:ext>
                </a:extLst>
              </p:cNvPr>
              <p:cNvPicPr/>
              <p:nvPr/>
            </p:nvPicPr>
            <p:blipFill>
              <a:blip r:embed="rId51"/>
              <a:stretch>
                <a:fillRect/>
              </a:stretch>
            </p:blipFill>
            <p:spPr>
              <a:xfrm>
                <a:off x="9792184" y="461594"/>
                <a:ext cx="188581" cy="77391"/>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1" name="筆跡 30">
                <a:extLst>
                  <a:ext uri="{FF2B5EF4-FFF2-40B4-BE49-F238E27FC236}">
                    <a16:creationId xmlns:a16="http://schemas.microsoft.com/office/drawing/2014/main" id="{67D609F4-EDE7-911F-DB8C-9B86A1A6C065}"/>
                  </a:ext>
                </a:extLst>
              </p14:cNvPr>
              <p14:cNvContentPartPr/>
              <p14:nvPr/>
            </p14:nvContentPartPr>
            <p14:xfrm>
              <a:off x="9967182" y="554209"/>
              <a:ext cx="171450" cy="180975"/>
            </p14:xfrm>
          </p:contentPart>
        </mc:Choice>
        <mc:Fallback xmlns="">
          <p:pic>
            <p:nvPicPr>
              <p:cNvPr id="31" name="筆跡 30">
                <a:extLst>
                  <a:ext uri="{FF2B5EF4-FFF2-40B4-BE49-F238E27FC236}">
                    <a16:creationId xmlns:a16="http://schemas.microsoft.com/office/drawing/2014/main" id="{67D609F4-EDE7-911F-DB8C-9B86A1A6C065}"/>
                  </a:ext>
                </a:extLst>
              </p:cNvPr>
              <p:cNvPicPr/>
              <p:nvPr/>
            </p:nvPicPr>
            <p:blipFill>
              <a:blip r:embed="rId53"/>
              <a:stretch>
                <a:fillRect/>
              </a:stretch>
            </p:blipFill>
            <p:spPr>
              <a:xfrm>
                <a:off x="9949533" y="535780"/>
                <a:ext cx="207109" cy="217465"/>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2" name="筆跡 31">
                <a:extLst>
                  <a:ext uri="{FF2B5EF4-FFF2-40B4-BE49-F238E27FC236}">
                    <a16:creationId xmlns:a16="http://schemas.microsoft.com/office/drawing/2014/main" id="{DE6FD3A4-56B4-323E-5061-7D379F2E2148}"/>
                  </a:ext>
                </a:extLst>
              </p14:cNvPr>
              <p14:cNvContentPartPr/>
              <p14:nvPr/>
            </p14:nvContentPartPr>
            <p14:xfrm>
              <a:off x="10124834" y="615233"/>
              <a:ext cx="123825" cy="133350"/>
            </p14:xfrm>
          </p:contentPart>
        </mc:Choice>
        <mc:Fallback xmlns="">
          <p:pic>
            <p:nvPicPr>
              <p:cNvPr id="32" name="筆跡 31">
                <a:extLst>
                  <a:ext uri="{FF2B5EF4-FFF2-40B4-BE49-F238E27FC236}">
                    <a16:creationId xmlns:a16="http://schemas.microsoft.com/office/drawing/2014/main" id="{DE6FD3A4-56B4-323E-5061-7D379F2E2148}"/>
                  </a:ext>
                </a:extLst>
              </p:cNvPr>
              <p:cNvPicPr/>
              <p:nvPr/>
            </p:nvPicPr>
            <p:blipFill>
              <a:blip r:embed="rId55"/>
              <a:stretch>
                <a:fillRect/>
              </a:stretch>
            </p:blipFill>
            <p:spPr>
              <a:xfrm>
                <a:off x="10106888" y="597621"/>
                <a:ext cx="159357" cy="168934"/>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3" name="筆跡 32">
                <a:extLst>
                  <a:ext uri="{FF2B5EF4-FFF2-40B4-BE49-F238E27FC236}">
                    <a16:creationId xmlns:a16="http://schemas.microsoft.com/office/drawing/2014/main" id="{A31C4DFB-BF2E-BB39-04E1-2105604E17A7}"/>
                  </a:ext>
                </a:extLst>
              </p14:cNvPr>
              <p14:cNvContentPartPr/>
              <p14:nvPr/>
            </p14:nvContentPartPr>
            <p14:xfrm>
              <a:off x="10282952" y="607845"/>
              <a:ext cx="104775" cy="142875"/>
            </p14:xfrm>
          </p:contentPart>
        </mc:Choice>
        <mc:Fallback xmlns="">
          <p:pic>
            <p:nvPicPr>
              <p:cNvPr id="33" name="筆跡 32">
                <a:extLst>
                  <a:ext uri="{FF2B5EF4-FFF2-40B4-BE49-F238E27FC236}">
                    <a16:creationId xmlns:a16="http://schemas.microsoft.com/office/drawing/2014/main" id="{A31C4DFB-BF2E-BB39-04E1-2105604E17A7}"/>
                  </a:ext>
                </a:extLst>
              </p:cNvPr>
              <p:cNvPicPr/>
              <p:nvPr/>
            </p:nvPicPr>
            <p:blipFill>
              <a:blip r:embed="rId57"/>
              <a:stretch>
                <a:fillRect/>
              </a:stretch>
            </p:blipFill>
            <p:spPr>
              <a:xfrm>
                <a:off x="10265431" y="590430"/>
                <a:ext cx="139466" cy="178061"/>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4" name="筆跡 33">
                <a:extLst>
                  <a:ext uri="{FF2B5EF4-FFF2-40B4-BE49-F238E27FC236}">
                    <a16:creationId xmlns:a16="http://schemas.microsoft.com/office/drawing/2014/main" id="{E04B521F-75ED-1AEA-3041-377F63E2BB41}"/>
                  </a:ext>
                </a:extLst>
              </p14:cNvPr>
              <p14:cNvContentPartPr/>
              <p14:nvPr/>
            </p14:nvContentPartPr>
            <p14:xfrm>
              <a:off x="10480145" y="628930"/>
              <a:ext cx="85725" cy="19050"/>
            </p14:xfrm>
          </p:contentPart>
        </mc:Choice>
        <mc:Fallback xmlns="">
          <p:pic>
            <p:nvPicPr>
              <p:cNvPr id="34" name="筆跡 33">
                <a:extLst>
                  <a:ext uri="{FF2B5EF4-FFF2-40B4-BE49-F238E27FC236}">
                    <a16:creationId xmlns:a16="http://schemas.microsoft.com/office/drawing/2014/main" id="{E04B521F-75ED-1AEA-3041-377F63E2BB41}"/>
                  </a:ext>
                </a:extLst>
              </p:cNvPr>
              <p:cNvPicPr/>
              <p:nvPr/>
            </p:nvPicPr>
            <p:blipFill>
              <a:blip r:embed="rId59"/>
              <a:stretch>
                <a:fillRect/>
              </a:stretch>
            </p:blipFill>
            <p:spPr>
              <a:xfrm>
                <a:off x="10463000" y="610627"/>
                <a:ext cx="120365" cy="56029"/>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5" name="筆跡 34">
                <a:extLst>
                  <a:ext uri="{FF2B5EF4-FFF2-40B4-BE49-F238E27FC236}">
                    <a16:creationId xmlns:a16="http://schemas.microsoft.com/office/drawing/2014/main" id="{C11C6FB1-207D-B6EB-00D5-AD8F558AEB8B}"/>
                  </a:ext>
                </a:extLst>
              </p14:cNvPr>
              <p14:cNvContentPartPr/>
              <p14:nvPr/>
            </p14:nvContentPartPr>
            <p14:xfrm>
              <a:off x="10512055" y="552684"/>
              <a:ext cx="104775" cy="219075"/>
            </p14:xfrm>
          </p:contentPart>
        </mc:Choice>
        <mc:Fallback xmlns="">
          <p:pic>
            <p:nvPicPr>
              <p:cNvPr id="35" name="筆跡 34">
                <a:extLst>
                  <a:ext uri="{FF2B5EF4-FFF2-40B4-BE49-F238E27FC236}">
                    <a16:creationId xmlns:a16="http://schemas.microsoft.com/office/drawing/2014/main" id="{C11C6FB1-207D-B6EB-00D5-AD8F558AEB8B}"/>
                  </a:ext>
                </a:extLst>
              </p:cNvPr>
              <p:cNvPicPr/>
              <p:nvPr/>
            </p:nvPicPr>
            <p:blipFill>
              <a:blip r:embed="rId61"/>
              <a:stretch>
                <a:fillRect/>
              </a:stretch>
            </p:blipFill>
            <p:spPr>
              <a:xfrm>
                <a:off x="10494822" y="534727"/>
                <a:ext cx="138896" cy="25463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6" name="筆跡 35">
                <a:extLst>
                  <a:ext uri="{FF2B5EF4-FFF2-40B4-BE49-F238E27FC236}">
                    <a16:creationId xmlns:a16="http://schemas.microsoft.com/office/drawing/2014/main" id="{6E5C1489-49B7-95CD-2085-67EFCC4BE30F}"/>
                  </a:ext>
                </a:extLst>
              </p14:cNvPr>
              <p14:cNvContentPartPr/>
              <p14:nvPr/>
            </p14:nvContentPartPr>
            <p14:xfrm>
              <a:off x="10642466" y="656166"/>
              <a:ext cx="38100" cy="95250"/>
            </p14:xfrm>
          </p:contentPart>
        </mc:Choice>
        <mc:Fallback xmlns="">
          <p:pic>
            <p:nvPicPr>
              <p:cNvPr id="36" name="筆跡 35">
                <a:extLst>
                  <a:ext uri="{FF2B5EF4-FFF2-40B4-BE49-F238E27FC236}">
                    <a16:creationId xmlns:a16="http://schemas.microsoft.com/office/drawing/2014/main" id="{6E5C1489-49B7-95CD-2085-67EFCC4BE30F}"/>
                  </a:ext>
                </a:extLst>
              </p:cNvPr>
              <p:cNvPicPr/>
              <p:nvPr/>
            </p:nvPicPr>
            <p:blipFill>
              <a:blip r:embed="rId63"/>
              <a:stretch>
                <a:fillRect/>
              </a:stretch>
            </p:blipFill>
            <p:spPr>
              <a:xfrm>
                <a:off x="10623608" y="638146"/>
                <a:ext cx="76200" cy="131658"/>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7" name="筆跡 36">
                <a:extLst>
                  <a:ext uri="{FF2B5EF4-FFF2-40B4-BE49-F238E27FC236}">
                    <a16:creationId xmlns:a16="http://schemas.microsoft.com/office/drawing/2014/main" id="{08082436-0D6D-D5D8-C6E9-A449FB159D4E}"/>
                  </a:ext>
                </a:extLst>
              </p14:cNvPr>
              <p14:cNvContentPartPr/>
              <p14:nvPr/>
            </p14:nvContentPartPr>
            <p14:xfrm>
              <a:off x="10745295" y="533870"/>
              <a:ext cx="28575" cy="38100"/>
            </p14:xfrm>
          </p:contentPart>
        </mc:Choice>
        <mc:Fallback xmlns="">
          <p:pic>
            <p:nvPicPr>
              <p:cNvPr id="37" name="筆跡 36">
                <a:extLst>
                  <a:ext uri="{FF2B5EF4-FFF2-40B4-BE49-F238E27FC236}">
                    <a16:creationId xmlns:a16="http://schemas.microsoft.com/office/drawing/2014/main" id="{08082436-0D6D-D5D8-C6E9-A449FB159D4E}"/>
                  </a:ext>
                </a:extLst>
              </p:cNvPr>
              <p:cNvPicPr/>
              <p:nvPr/>
            </p:nvPicPr>
            <p:blipFill>
              <a:blip r:embed="rId65"/>
              <a:stretch>
                <a:fillRect/>
              </a:stretch>
            </p:blipFill>
            <p:spPr>
              <a:xfrm>
                <a:off x="10726245" y="514820"/>
                <a:ext cx="66294" cy="76589"/>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8" name="筆跡 37">
                <a:extLst>
                  <a:ext uri="{FF2B5EF4-FFF2-40B4-BE49-F238E27FC236}">
                    <a16:creationId xmlns:a16="http://schemas.microsoft.com/office/drawing/2014/main" id="{BC16D41D-07BE-8F97-367C-C0B06ADB1E46}"/>
                  </a:ext>
                </a:extLst>
              </p14:cNvPr>
              <p14:cNvContentPartPr/>
              <p14:nvPr/>
            </p14:nvContentPartPr>
            <p14:xfrm>
              <a:off x="10729368" y="627944"/>
              <a:ext cx="142875" cy="123825"/>
            </p14:xfrm>
          </p:contentPart>
        </mc:Choice>
        <mc:Fallback xmlns="">
          <p:pic>
            <p:nvPicPr>
              <p:cNvPr id="38" name="筆跡 37">
                <a:extLst>
                  <a:ext uri="{FF2B5EF4-FFF2-40B4-BE49-F238E27FC236}">
                    <a16:creationId xmlns:a16="http://schemas.microsoft.com/office/drawing/2014/main" id="{BC16D41D-07BE-8F97-367C-C0B06ADB1E46}"/>
                  </a:ext>
                </a:extLst>
              </p:cNvPr>
              <p:cNvPicPr/>
              <p:nvPr/>
            </p:nvPicPr>
            <p:blipFill>
              <a:blip r:embed="rId67"/>
              <a:stretch>
                <a:fillRect/>
              </a:stretch>
            </p:blipFill>
            <p:spPr>
              <a:xfrm>
                <a:off x="10712082" y="610306"/>
                <a:ext cx="177800" cy="159461"/>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9" name="筆跡 38">
                <a:extLst>
                  <a:ext uri="{FF2B5EF4-FFF2-40B4-BE49-F238E27FC236}">
                    <a16:creationId xmlns:a16="http://schemas.microsoft.com/office/drawing/2014/main" id="{3018AB25-943C-1075-F772-5A593DA314EE}"/>
                  </a:ext>
                </a:extLst>
              </p14:cNvPr>
              <p14:cNvContentPartPr/>
              <p14:nvPr/>
            </p14:nvContentPartPr>
            <p14:xfrm>
              <a:off x="10887030" y="616397"/>
              <a:ext cx="142875" cy="285750"/>
            </p14:xfrm>
          </p:contentPart>
        </mc:Choice>
        <mc:Fallback xmlns="">
          <p:pic>
            <p:nvPicPr>
              <p:cNvPr id="39" name="筆跡 38">
                <a:extLst>
                  <a:ext uri="{FF2B5EF4-FFF2-40B4-BE49-F238E27FC236}">
                    <a16:creationId xmlns:a16="http://schemas.microsoft.com/office/drawing/2014/main" id="{3018AB25-943C-1075-F772-5A593DA314EE}"/>
                  </a:ext>
                </a:extLst>
              </p:cNvPr>
              <p:cNvPicPr/>
              <p:nvPr/>
            </p:nvPicPr>
            <p:blipFill>
              <a:blip r:embed="rId69"/>
              <a:stretch>
                <a:fillRect/>
              </a:stretch>
            </p:blipFill>
            <p:spPr>
              <a:xfrm>
                <a:off x="10869347" y="598829"/>
                <a:ext cx="177886" cy="321245"/>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0" name="筆跡 39">
                <a:extLst>
                  <a:ext uri="{FF2B5EF4-FFF2-40B4-BE49-F238E27FC236}">
                    <a16:creationId xmlns:a16="http://schemas.microsoft.com/office/drawing/2014/main" id="{B20F9676-FC64-478B-2BA0-D9768436DEAF}"/>
                  </a:ext>
                </a:extLst>
              </p14:cNvPr>
              <p14:cNvContentPartPr/>
              <p14:nvPr/>
            </p14:nvContentPartPr>
            <p14:xfrm>
              <a:off x="5342294" y="4122694"/>
              <a:ext cx="104775" cy="285750"/>
            </p14:xfrm>
          </p:contentPart>
        </mc:Choice>
        <mc:Fallback xmlns="">
          <p:pic>
            <p:nvPicPr>
              <p:cNvPr id="40" name="筆跡 39">
                <a:extLst>
                  <a:ext uri="{FF2B5EF4-FFF2-40B4-BE49-F238E27FC236}">
                    <a16:creationId xmlns:a16="http://schemas.microsoft.com/office/drawing/2014/main" id="{B20F9676-FC64-478B-2BA0-D9768436DEAF}"/>
                  </a:ext>
                </a:extLst>
              </p:cNvPr>
              <p:cNvPicPr/>
              <p:nvPr/>
            </p:nvPicPr>
            <p:blipFill>
              <a:blip r:embed="rId71"/>
              <a:stretch>
                <a:fillRect/>
              </a:stretch>
            </p:blipFill>
            <p:spPr>
              <a:xfrm>
                <a:off x="5324712" y="4105214"/>
                <a:ext cx="140298" cy="321067"/>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1" name="筆跡 40">
                <a:extLst>
                  <a:ext uri="{FF2B5EF4-FFF2-40B4-BE49-F238E27FC236}">
                    <a16:creationId xmlns:a16="http://schemas.microsoft.com/office/drawing/2014/main" id="{B7F66C8A-1E02-9079-0CE6-8CD2062F33DC}"/>
                  </a:ext>
                </a:extLst>
              </p14:cNvPr>
              <p14:cNvContentPartPr/>
              <p14:nvPr/>
            </p14:nvContentPartPr>
            <p14:xfrm>
              <a:off x="6950241" y="4146315"/>
              <a:ext cx="95250" cy="352425"/>
            </p14:xfrm>
          </p:contentPart>
        </mc:Choice>
        <mc:Fallback xmlns="">
          <p:pic>
            <p:nvPicPr>
              <p:cNvPr id="41" name="筆跡 40">
                <a:extLst>
                  <a:ext uri="{FF2B5EF4-FFF2-40B4-BE49-F238E27FC236}">
                    <a16:creationId xmlns:a16="http://schemas.microsoft.com/office/drawing/2014/main" id="{B7F66C8A-1E02-9079-0CE6-8CD2062F33DC}"/>
                  </a:ext>
                </a:extLst>
              </p:cNvPr>
              <p:cNvPicPr/>
              <p:nvPr/>
            </p:nvPicPr>
            <p:blipFill>
              <a:blip r:embed="rId73"/>
              <a:stretch>
                <a:fillRect/>
              </a:stretch>
            </p:blipFill>
            <p:spPr>
              <a:xfrm>
                <a:off x="6933269" y="4128765"/>
                <a:ext cx="129540" cy="387882"/>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2" name="筆跡 41">
                <a:extLst>
                  <a:ext uri="{FF2B5EF4-FFF2-40B4-BE49-F238E27FC236}">
                    <a16:creationId xmlns:a16="http://schemas.microsoft.com/office/drawing/2014/main" id="{1AFC21CA-E73C-44EE-01AE-9AA9C4405173}"/>
                  </a:ext>
                </a:extLst>
              </p14:cNvPr>
              <p14:cNvContentPartPr/>
              <p14:nvPr/>
            </p14:nvContentPartPr>
            <p14:xfrm>
              <a:off x="6964105" y="3715339"/>
              <a:ext cx="333375" cy="428625"/>
            </p14:xfrm>
          </p:contentPart>
        </mc:Choice>
        <mc:Fallback xmlns="">
          <p:pic>
            <p:nvPicPr>
              <p:cNvPr id="42" name="筆跡 41">
                <a:extLst>
                  <a:ext uri="{FF2B5EF4-FFF2-40B4-BE49-F238E27FC236}">
                    <a16:creationId xmlns:a16="http://schemas.microsoft.com/office/drawing/2014/main" id="{1AFC21CA-E73C-44EE-01AE-9AA9C4405173}"/>
                  </a:ext>
                </a:extLst>
              </p:cNvPr>
              <p:cNvPicPr/>
              <p:nvPr/>
            </p:nvPicPr>
            <p:blipFill>
              <a:blip r:embed="rId75"/>
              <a:stretch>
                <a:fillRect/>
              </a:stretch>
            </p:blipFill>
            <p:spPr>
              <a:xfrm>
                <a:off x="6946046" y="3697808"/>
                <a:ext cx="369132" cy="464046"/>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3" name="筆跡 42">
                <a:extLst>
                  <a:ext uri="{FF2B5EF4-FFF2-40B4-BE49-F238E27FC236}">
                    <a16:creationId xmlns:a16="http://schemas.microsoft.com/office/drawing/2014/main" id="{E951A7F5-B780-D15B-B1F0-511E5C1357E8}"/>
                  </a:ext>
                </a:extLst>
              </p14:cNvPr>
              <p14:cNvContentPartPr/>
              <p14:nvPr/>
            </p14:nvContentPartPr>
            <p14:xfrm>
              <a:off x="7296285" y="3592133"/>
              <a:ext cx="123825" cy="209550"/>
            </p14:xfrm>
          </p:contentPart>
        </mc:Choice>
        <mc:Fallback xmlns="">
          <p:pic>
            <p:nvPicPr>
              <p:cNvPr id="43" name="筆跡 42">
                <a:extLst>
                  <a:ext uri="{FF2B5EF4-FFF2-40B4-BE49-F238E27FC236}">
                    <a16:creationId xmlns:a16="http://schemas.microsoft.com/office/drawing/2014/main" id="{E951A7F5-B780-D15B-B1F0-511E5C1357E8}"/>
                  </a:ext>
                </a:extLst>
              </p:cNvPr>
              <p:cNvPicPr/>
              <p:nvPr/>
            </p:nvPicPr>
            <p:blipFill>
              <a:blip r:embed="rId77"/>
              <a:stretch>
                <a:fillRect/>
              </a:stretch>
            </p:blipFill>
            <p:spPr>
              <a:xfrm>
                <a:off x="7278894" y="3574551"/>
                <a:ext cx="158259" cy="245073"/>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5" name="筆跡 44">
                <a:extLst>
                  <a:ext uri="{FF2B5EF4-FFF2-40B4-BE49-F238E27FC236}">
                    <a16:creationId xmlns:a16="http://schemas.microsoft.com/office/drawing/2014/main" id="{E7968A34-789B-0A1E-D9E8-B2B10D5B8A61}"/>
                  </a:ext>
                </a:extLst>
              </p14:cNvPr>
              <p14:cNvContentPartPr/>
              <p14:nvPr/>
            </p14:nvContentPartPr>
            <p14:xfrm>
              <a:off x="7602639" y="3527221"/>
              <a:ext cx="114300" cy="238125"/>
            </p14:xfrm>
          </p:contentPart>
        </mc:Choice>
        <mc:Fallback xmlns="">
          <p:pic>
            <p:nvPicPr>
              <p:cNvPr id="45" name="筆跡 44">
                <a:extLst>
                  <a:ext uri="{FF2B5EF4-FFF2-40B4-BE49-F238E27FC236}">
                    <a16:creationId xmlns:a16="http://schemas.microsoft.com/office/drawing/2014/main" id="{E7968A34-789B-0A1E-D9E8-B2B10D5B8A61}"/>
                  </a:ext>
                </a:extLst>
              </p:cNvPr>
              <p:cNvPicPr/>
              <p:nvPr/>
            </p:nvPicPr>
            <p:blipFill>
              <a:blip r:embed="rId79"/>
              <a:stretch>
                <a:fillRect/>
              </a:stretch>
            </p:blipFill>
            <p:spPr>
              <a:xfrm>
                <a:off x="7585246" y="3509935"/>
                <a:ext cx="149442" cy="27305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6" name="筆跡 45">
                <a:extLst>
                  <a:ext uri="{FF2B5EF4-FFF2-40B4-BE49-F238E27FC236}">
                    <a16:creationId xmlns:a16="http://schemas.microsoft.com/office/drawing/2014/main" id="{CEE51A9E-F1FA-12FF-0E0E-3C27A2A00E57}"/>
                  </a:ext>
                </a:extLst>
              </p14:cNvPr>
              <p14:cNvContentPartPr/>
              <p14:nvPr/>
            </p14:nvContentPartPr>
            <p14:xfrm>
              <a:off x="7535628" y="3761212"/>
              <a:ext cx="190500" cy="19050"/>
            </p14:xfrm>
          </p:contentPart>
        </mc:Choice>
        <mc:Fallback xmlns="">
          <p:pic>
            <p:nvPicPr>
              <p:cNvPr id="46" name="筆跡 45">
                <a:extLst>
                  <a:ext uri="{FF2B5EF4-FFF2-40B4-BE49-F238E27FC236}">
                    <a16:creationId xmlns:a16="http://schemas.microsoft.com/office/drawing/2014/main" id="{CEE51A9E-F1FA-12FF-0E0E-3C27A2A00E57}"/>
                  </a:ext>
                </a:extLst>
              </p:cNvPr>
              <p:cNvPicPr/>
              <p:nvPr/>
            </p:nvPicPr>
            <p:blipFill>
              <a:blip r:embed="rId81"/>
              <a:stretch>
                <a:fillRect/>
              </a:stretch>
            </p:blipFill>
            <p:spPr>
              <a:xfrm>
                <a:off x="7517724" y="3745849"/>
                <a:ext cx="225950" cy="49469"/>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7" name="筆跡 46">
                <a:extLst>
                  <a:ext uri="{FF2B5EF4-FFF2-40B4-BE49-F238E27FC236}">
                    <a16:creationId xmlns:a16="http://schemas.microsoft.com/office/drawing/2014/main" id="{9D2088C2-9D39-4768-C4BE-FB7AF60B6471}"/>
                  </a:ext>
                </a:extLst>
              </p14:cNvPr>
              <p14:cNvContentPartPr/>
              <p14:nvPr/>
            </p14:nvContentPartPr>
            <p14:xfrm>
              <a:off x="7751277" y="3685351"/>
              <a:ext cx="104775" cy="133350"/>
            </p14:xfrm>
          </p:contentPart>
        </mc:Choice>
        <mc:Fallback xmlns="">
          <p:pic>
            <p:nvPicPr>
              <p:cNvPr id="47" name="筆跡 46">
                <a:extLst>
                  <a:ext uri="{FF2B5EF4-FFF2-40B4-BE49-F238E27FC236}">
                    <a16:creationId xmlns:a16="http://schemas.microsoft.com/office/drawing/2014/main" id="{9D2088C2-9D39-4768-C4BE-FB7AF60B6471}"/>
                  </a:ext>
                </a:extLst>
              </p:cNvPr>
              <p:cNvPicPr/>
              <p:nvPr/>
            </p:nvPicPr>
            <p:blipFill>
              <a:blip r:embed="rId83"/>
              <a:stretch>
                <a:fillRect/>
              </a:stretch>
            </p:blipFill>
            <p:spPr>
              <a:xfrm>
                <a:off x="7733579" y="3666881"/>
                <a:ext cx="139818"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8" name="筆跡 47">
                <a:extLst>
                  <a:ext uri="{FF2B5EF4-FFF2-40B4-BE49-F238E27FC236}">
                    <a16:creationId xmlns:a16="http://schemas.microsoft.com/office/drawing/2014/main" id="{0D7D1253-099C-2015-7812-2E0D57B13A2D}"/>
                  </a:ext>
                </a:extLst>
              </p14:cNvPr>
              <p14:cNvContentPartPr/>
              <p14:nvPr/>
            </p14:nvContentPartPr>
            <p14:xfrm>
              <a:off x="7949552" y="3647467"/>
              <a:ext cx="85725" cy="9525"/>
            </p14:xfrm>
          </p:contentPart>
        </mc:Choice>
        <mc:Fallback xmlns="">
          <p:pic>
            <p:nvPicPr>
              <p:cNvPr id="48" name="筆跡 47">
                <a:extLst>
                  <a:ext uri="{FF2B5EF4-FFF2-40B4-BE49-F238E27FC236}">
                    <a16:creationId xmlns:a16="http://schemas.microsoft.com/office/drawing/2014/main" id="{0D7D1253-099C-2015-7812-2E0D57B13A2D}"/>
                  </a:ext>
                </a:extLst>
              </p:cNvPr>
              <p:cNvPicPr/>
              <p:nvPr/>
            </p:nvPicPr>
            <p:blipFill>
              <a:blip r:embed="rId85"/>
              <a:stretch>
                <a:fillRect/>
              </a:stretch>
            </p:blipFill>
            <p:spPr>
              <a:xfrm>
                <a:off x="7931524" y="3630798"/>
                <a:ext cx="122149" cy="43203"/>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9" name="筆跡 48">
                <a:extLst>
                  <a:ext uri="{FF2B5EF4-FFF2-40B4-BE49-F238E27FC236}">
                    <a16:creationId xmlns:a16="http://schemas.microsoft.com/office/drawing/2014/main" id="{C1BE6949-FC10-AC04-34D5-ABC9DE7C0B81}"/>
                  </a:ext>
                </a:extLst>
              </p14:cNvPr>
              <p14:cNvContentPartPr/>
              <p14:nvPr/>
            </p14:nvContentPartPr>
            <p14:xfrm>
              <a:off x="7959716" y="3598558"/>
              <a:ext cx="66675" cy="228600"/>
            </p14:xfrm>
          </p:contentPart>
        </mc:Choice>
        <mc:Fallback xmlns="">
          <p:pic>
            <p:nvPicPr>
              <p:cNvPr id="49" name="筆跡 48">
                <a:extLst>
                  <a:ext uri="{FF2B5EF4-FFF2-40B4-BE49-F238E27FC236}">
                    <a16:creationId xmlns:a16="http://schemas.microsoft.com/office/drawing/2014/main" id="{C1BE6949-FC10-AC04-34D5-ABC9DE7C0B81}"/>
                  </a:ext>
                </a:extLst>
              </p:cNvPr>
              <p:cNvPicPr/>
              <p:nvPr/>
            </p:nvPicPr>
            <p:blipFill>
              <a:blip r:embed="rId87"/>
              <a:stretch>
                <a:fillRect/>
              </a:stretch>
            </p:blipFill>
            <p:spPr>
              <a:xfrm>
                <a:off x="7941399" y="3581001"/>
                <a:ext cx="102943" cy="264072"/>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0" name="筆跡 49">
                <a:extLst>
                  <a:ext uri="{FF2B5EF4-FFF2-40B4-BE49-F238E27FC236}">
                    <a16:creationId xmlns:a16="http://schemas.microsoft.com/office/drawing/2014/main" id="{6EEB4FCE-2240-B89A-7B9D-A947AE267D68}"/>
                  </a:ext>
                </a:extLst>
              </p14:cNvPr>
              <p14:cNvContentPartPr/>
              <p14:nvPr/>
            </p14:nvContentPartPr>
            <p14:xfrm>
              <a:off x="8053035" y="3656554"/>
              <a:ext cx="114300" cy="133350"/>
            </p14:xfrm>
          </p:contentPart>
        </mc:Choice>
        <mc:Fallback xmlns="">
          <p:pic>
            <p:nvPicPr>
              <p:cNvPr id="50" name="筆跡 49">
                <a:extLst>
                  <a:ext uri="{FF2B5EF4-FFF2-40B4-BE49-F238E27FC236}">
                    <a16:creationId xmlns:a16="http://schemas.microsoft.com/office/drawing/2014/main" id="{6EEB4FCE-2240-B89A-7B9D-A947AE267D68}"/>
                  </a:ext>
                </a:extLst>
              </p:cNvPr>
              <p:cNvPicPr/>
              <p:nvPr/>
            </p:nvPicPr>
            <p:blipFill>
              <a:blip r:embed="rId89"/>
              <a:stretch>
                <a:fillRect/>
              </a:stretch>
            </p:blipFill>
            <p:spPr>
              <a:xfrm>
                <a:off x="8035120" y="3638631"/>
                <a:ext cx="149772" cy="168838"/>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1" name="筆跡 50">
                <a:extLst>
                  <a:ext uri="{FF2B5EF4-FFF2-40B4-BE49-F238E27FC236}">
                    <a16:creationId xmlns:a16="http://schemas.microsoft.com/office/drawing/2014/main" id="{E958166A-85A7-A9F3-9F21-65A26723CDC6}"/>
                  </a:ext>
                </a:extLst>
              </p14:cNvPr>
              <p14:cNvContentPartPr/>
              <p14:nvPr/>
            </p14:nvContentPartPr>
            <p14:xfrm>
              <a:off x="8195636" y="3654931"/>
              <a:ext cx="123825" cy="161925"/>
            </p14:xfrm>
          </p:contentPart>
        </mc:Choice>
        <mc:Fallback xmlns="">
          <p:pic>
            <p:nvPicPr>
              <p:cNvPr id="51" name="筆跡 50">
                <a:extLst>
                  <a:ext uri="{FF2B5EF4-FFF2-40B4-BE49-F238E27FC236}">
                    <a16:creationId xmlns:a16="http://schemas.microsoft.com/office/drawing/2014/main" id="{E958166A-85A7-A9F3-9F21-65A26723CDC6}"/>
                  </a:ext>
                </a:extLst>
              </p:cNvPr>
              <p:cNvPicPr/>
              <p:nvPr/>
            </p:nvPicPr>
            <p:blipFill>
              <a:blip r:embed="rId91"/>
              <a:stretch>
                <a:fillRect/>
              </a:stretch>
            </p:blipFill>
            <p:spPr>
              <a:xfrm>
                <a:off x="8177632" y="3636778"/>
                <a:ext cx="160201" cy="197868"/>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2" name="筆跡 51">
                <a:extLst>
                  <a:ext uri="{FF2B5EF4-FFF2-40B4-BE49-F238E27FC236}">
                    <a16:creationId xmlns:a16="http://schemas.microsoft.com/office/drawing/2014/main" id="{0F88ADF4-D44D-9800-70AE-92E7B1F82FE6}"/>
                  </a:ext>
                </a:extLst>
              </p14:cNvPr>
              <p14:cNvContentPartPr/>
              <p14:nvPr/>
            </p14:nvContentPartPr>
            <p14:xfrm>
              <a:off x="8363478" y="3647721"/>
              <a:ext cx="9525" cy="9525"/>
            </p14:xfrm>
          </p:contentPart>
        </mc:Choice>
        <mc:Fallback xmlns="">
          <p:pic>
            <p:nvPicPr>
              <p:cNvPr id="52" name="筆跡 51">
                <a:extLst>
                  <a:ext uri="{FF2B5EF4-FFF2-40B4-BE49-F238E27FC236}">
                    <a16:creationId xmlns:a16="http://schemas.microsoft.com/office/drawing/2014/main" id="{0F88ADF4-D44D-9800-70AE-92E7B1F82FE6}"/>
                  </a:ext>
                </a:extLst>
              </p:cNvPr>
              <p:cNvPicPr/>
              <p:nvPr/>
            </p:nvPicPr>
            <p:blipFill>
              <a:blip r:embed="rId93"/>
              <a:stretch>
                <a:fillRect/>
              </a:stretch>
            </p:blipFill>
            <p:spPr>
              <a:xfrm>
                <a:off x="7887228" y="3171471"/>
                <a:ext cx="952500" cy="9525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3" name="筆跡 52">
                <a:extLst>
                  <a:ext uri="{FF2B5EF4-FFF2-40B4-BE49-F238E27FC236}">
                    <a16:creationId xmlns:a16="http://schemas.microsoft.com/office/drawing/2014/main" id="{F48AA3CD-0A8F-13AB-1DB0-D62149C7BC51}"/>
                  </a:ext>
                </a:extLst>
              </p14:cNvPr>
              <p14:cNvContentPartPr/>
              <p14:nvPr/>
            </p14:nvContentPartPr>
            <p14:xfrm>
              <a:off x="8436612" y="3657129"/>
              <a:ext cx="228600" cy="19050"/>
            </p14:xfrm>
          </p:contentPart>
        </mc:Choice>
        <mc:Fallback xmlns="">
          <p:pic>
            <p:nvPicPr>
              <p:cNvPr id="53" name="筆跡 52">
                <a:extLst>
                  <a:ext uri="{FF2B5EF4-FFF2-40B4-BE49-F238E27FC236}">
                    <a16:creationId xmlns:a16="http://schemas.microsoft.com/office/drawing/2014/main" id="{F48AA3CD-0A8F-13AB-1DB0-D62149C7BC51}"/>
                  </a:ext>
                </a:extLst>
              </p:cNvPr>
              <p:cNvPicPr/>
              <p:nvPr/>
            </p:nvPicPr>
            <p:blipFill>
              <a:blip r:embed="rId95"/>
              <a:stretch>
                <a:fillRect/>
              </a:stretch>
            </p:blipFill>
            <p:spPr>
              <a:xfrm>
                <a:off x="8419000" y="3639178"/>
                <a:ext cx="264184" cy="55318"/>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4" name="筆跡 53">
                <a:extLst>
                  <a:ext uri="{FF2B5EF4-FFF2-40B4-BE49-F238E27FC236}">
                    <a16:creationId xmlns:a16="http://schemas.microsoft.com/office/drawing/2014/main" id="{CC3E6E2C-1BC5-14F0-819B-5F34DBBAC4D5}"/>
                  </a:ext>
                </a:extLst>
              </p14:cNvPr>
              <p14:cNvContentPartPr/>
              <p14:nvPr/>
            </p14:nvContentPartPr>
            <p14:xfrm>
              <a:off x="8419084" y="3474217"/>
              <a:ext cx="200024" cy="485775"/>
            </p14:xfrm>
          </p:contentPart>
        </mc:Choice>
        <mc:Fallback xmlns="">
          <p:pic>
            <p:nvPicPr>
              <p:cNvPr id="54" name="筆跡 53">
                <a:extLst>
                  <a:ext uri="{FF2B5EF4-FFF2-40B4-BE49-F238E27FC236}">
                    <a16:creationId xmlns:a16="http://schemas.microsoft.com/office/drawing/2014/main" id="{CC3E6E2C-1BC5-14F0-819B-5F34DBBAC4D5}"/>
                  </a:ext>
                </a:extLst>
              </p:cNvPr>
              <p:cNvPicPr/>
              <p:nvPr/>
            </p:nvPicPr>
            <p:blipFill>
              <a:blip r:embed="rId97"/>
              <a:stretch>
                <a:fillRect/>
              </a:stretch>
            </p:blipFill>
            <p:spPr>
              <a:xfrm>
                <a:off x="8401328" y="3456185"/>
                <a:ext cx="235898" cy="521478"/>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5" name="筆跡 54">
                <a:extLst>
                  <a:ext uri="{FF2B5EF4-FFF2-40B4-BE49-F238E27FC236}">
                    <a16:creationId xmlns:a16="http://schemas.microsoft.com/office/drawing/2014/main" id="{DE52E61B-65BC-E2B2-7739-A199AF4683BB}"/>
                  </a:ext>
                </a:extLst>
              </p14:cNvPr>
              <p14:cNvContentPartPr/>
              <p14:nvPr/>
            </p14:nvContentPartPr>
            <p14:xfrm>
              <a:off x="8626510" y="3763952"/>
              <a:ext cx="142875" cy="152400"/>
            </p14:xfrm>
          </p:contentPart>
        </mc:Choice>
        <mc:Fallback xmlns="">
          <p:pic>
            <p:nvPicPr>
              <p:cNvPr id="55" name="筆跡 54">
                <a:extLst>
                  <a:ext uri="{FF2B5EF4-FFF2-40B4-BE49-F238E27FC236}">
                    <a16:creationId xmlns:a16="http://schemas.microsoft.com/office/drawing/2014/main" id="{DE52E61B-65BC-E2B2-7739-A199AF4683BB}"/>
                  </a:ext>
                </a:extLst>
              </p:cNvPr>
              <p:cNvPicPr/>
              <p:nvPr/>
            </p:nvPicPr>
            <p:blipFill>
              <a:blip r:embed="rId99"/>
              <a:stretch>
                <a:fillRect/>
              </a:stretch>
            </p:blipFill>
            <p:spPr>
              <a:xfrm>
                <a:off x="8608425" y="3746001"/>
                <a:ext cx="178684" cy="188302"/>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6" name="筆跡 55">
                <a:extLst>
                  <a:ext uri="{FF2B5EF4-FFF2-40B4-BE49-F238E27FC236}">
                    <a16:creationId xmlns:a16="http://schemas.microsoft.com/office/drawing/2014/main" id="{94698911-60C9-6C0F-855F-9C32A35BA1DF}"/>
                  </a:ext>
                </a:extLst>
              </p14:cNvPr>
              <p14:cNvContentPartPr/>
              <p14:nvPr/>
            </p14:nvContentPartPr>
            <p14:xfrm>
              <a:off x="8779730" y="3783041"/>
              <a:ext cx="161925" cy="142875"/>
            </p14:xfrm>
          </p:contentPart>
        </mc:Choice>
        <mc:Fallback xmlns="">
          <p:pic>
            <p:nvPicPr>
              <p:cNvPr id="56" name="筆跡 55">
                <a:extLst>
                  <a:ext uri="{FF2B5EF4-FFF2-40B4-BE49-F238E27FC236}">
                    <a16:creationId xmlns:a16="http://schemas.microsoft.com/office/drawing/2014/main" id="{94698911-60C9-6C0F-855F-9C32A35BA1DF}"/>
                  </a:ext>
                </a:extLst>
              </p:cNvPr>
              <p:cNvPicPr/>
              <p:nvPr/>
            </p:nvPicPr>
            <p:blipFill>
              <a:blip r:embed="rId101"/>
              <a:stretch>
                <a:fillRect/>
              </a:stretch>
            </p:blipFill>
            <p:spPr>
              <a:xfrm>
                <a:off x="8762519" y="3765575"/>
                <a:ext cx="196698" cy="177458"/>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7" name="筆跡 56">
                <a:extLst>
                  <a:ext uri="{FF2B5EF4-FFF2-40B4-BE49-F238E27FC236}">
                    <a16:creationId xmlns:a16="http://schemas.microsoft.com/office/drawing/2014/main" id="{051674C0-6777-B2F0-E7E1-3FA3B3DC5E1E}"/>
                  </a:ext>
                </a:extLst>
              </p14:cNvPr>
              <p14:cNvContentPartPr/>
              <p14:nvPr/>
            </p14:nvContentPartPr>
            <p14:xfrm>
              <a:off x="8953716" y="3787499"/>
              <a:ext cx="161925" cy="133350"/>
            </p14:xfrm>
          </p:contentPart>
        </mc:Choice>
        <mc:Fallback xmlns="">
          <p:pic>
            <p:nvPicPr>
              <p:cNvPr id="57" name="筆跡 56">
                <a:extLst>
                  <a:ext uri="{FF2B5EF4-FFF2-40B4-BE49-F238E27FC236}">
                    <a16:creationId xmlns:a16="http://schemas.microsoft.com/office/drawing/2014/main" id="{051674C0-6777-B2F0-E7E1-3FA3B3DC5E1E}"/>
                  </a:ext>
                </a:extLst>
              </p:cNvPr>
              <p:cNvPicPr/>
              <p:nvPr/>
            </p:nvPicPr>
            <p:blipFill>
              <a:blip r:embed="rId103"/>
              <a:stretch>
                <a:fillRect/>
              </a:stretch>
            </p:blipFill>
            <p:spPr>
              <a:xfrm>
                <a:off x="8936467" y="3769671"/>
                <a:ext cx="196774" cy="168649"/>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1" name="筆跡 60">
                <a:extLst>
                  <a:ext uri="{FF2B5EF4-FFF2-40B4-BE49-F238E27FC236}">
                    <a16:creationId xmlns:a16="http://schemas.microsoft.com/office/drawing/2014/main" id="{43E556F2-88DD-1AEA-0608-0BD23F56A52C}"/>
                  </a:ext>
                </a:extLst>
              </p14:cNvPr>
              <p14:cNvContentPartPr/>
              <p14:nvPr/>
            </p14:nvContentPartPr>
            <p14:xfrm>
              <a:off x="318968" y="3316088"/>
              <a:ext cx="266700" cy="371475"/>
            </p14:xfrm>
          </p:contentPart>
        </mc:Choice>
        <mc:Fallback xmlns="">
          <p:pic>
            <p:nvPicPr>
              <p:cNvPr id="61" name="筆跡 60">
                <a:extLst>
                  <a:ext uri="{FF2B5EF4-FFF2-40B4-BE49-F238E27FC236}">
                    <a16:creationId xmlns:a16="http://schemas.microsoft.com/office/drawing/2014/main" id="{43E556F2-88DD-1AEA-0608-0BD23F56A52C}"/>
                  </a:ext>
                </a:extLst>
              </p:cNvPr>
              <p:cNvPicPr/>
              <p:nvPr/>
            </p:nvPicPr>
            <p:blipFill>
              <a:blip r:embed="rId105"/>
              <a:stretch>
                <a:fillRect/>
              </a:stretch>
            </p:blipFill>
            <p:spPr>
              <a:xfrm>
                <a:off x="300676" y="3298211"/>
                <a:ext cx="302919" cy="406871"/>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2" name="筆跡 61">
                <a:extLst>
                  <a:ext uri="{FF2B5EF4-FFF2-40B4-BE49-F238E27FC236}">
                    <a16:creationId xmlns:a16="http://schemas.microsoft.com/office/drawing/2014/main" id="{6EC1C935-D8BA-C24C-23B0-DBBC94388D6A}"/>
                  </a:ext>
                </a:extLst>
              </p14:cNvPr>
              <p14:cNvContentPartPr/>
              <p14:nvPr/>
            </p14:nvContentPartPr>
            <p14:xfrm>
              <a:off x="388875" y="4974369"/>
              <a:ext cx="238125" cy="438150"/>
            </p14:xfrm>
          </p:contentPart>
        </mc:Choice>
        <mc:Fallback xmlns="">
          <p:pic>
            <p:nvPicPr>
              <p:cNvPr id="62" name="筆跡 61">
                <a:extLst>
                  <a:ext uri="{FF2B5EF4-FFF2-40B4-BE49-F238E27FC236}">
                    <a16:creationId xmlns:a16="http://schemas.microsoft.com/office/drawing/2014/main" id="{6EC1C935-D8BA-C24C-23B0-DBBC94388D6A}"/>
                  </a:ext>
                </a:extLst>
              </p:cNvPr>
              <p:cNvPicPr/>
              <p:nvPr/>
            </p:nvPicPr>
            <p:blipFill>
              <a:blip r:embed="rId107"/>
              <a:stretch>
                <a:fillRect/>
              </a:stretch>
            </p:blipFill>
            <p:spPr>
              <a:xfrm>
                <a:off x="371276" y="4956500"/>
                <a:ext cx="273682" cy="473531"/>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4" name="筆跡 63">
                <a:extLst>
                  <a:ext uri="{FF2B5EF4-FFF2-40B4-BE49-F238E27FC236}">
                    <a16:creationId xmlns:a16="http://schemas.microsoft.com/office/drawing/2014/main" id="{56330E28-460F-D55F-8B6B-CA5AE182CFD1}"/>
                  </a:ext>
                </a:extLst>
              </p14:cNvPr>
              <p14:cNvContentPartPr/>
              <p14:nvPr/>
            </p14:nvContentPartPr>
            <p14:xfrm>
              <a:off x="7751572" y="4654316"/>
              <a:ext cx="428625" cy="200024"/>
            </p14:xfrm>
          </p:contentPart>
        </mc:Choice>
        <mc:Fallback xmlns="">
          <p:pic>
            <p:nvPicPr>
              <p:cNvPr id="64" name="筆跡 63">
                <a:extLst>
                  <a:ext uri="{FF2B5EF4-FFF2-40B4-BE49-F238E27FC236}">
                    <a16:creationId xmlns:a16="http://schemas.microsoft.com/office/drawing/2014/main" id="{56330E28-460F-D55F-8B6B-CA5AE182CFD1}"/>
                  </a:ext>
                </a:extLst>
              </p:cNvPr>
              <p:cNvPicPr/>
              <p:nvPr/>
            </p:nvPicPr>
            <p:blipFill>
              <a:blip r:embed="rId109"/>
              <a:stretch>
                <a:fillRect/>
              </a:stretch>
            </p:blipFill>
            <p:spPr>
              <a:xfrm>
                <a:off x="7734041" y="4636231"/>
                <a:ext cx="464046" cy="235833"/>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5" name="筆跡 64">
                <a:extLst>
                  <a:ext uri="{FF2B5EF4-FFF2-40B4-BE49-F238E27FC236}">
                    <a16:creationId xmlns:a16="http://schemas.microsoft.com/office/drawing/2014/main" id="{7EC043E5-157A-06D8-AEF2-D735567500DC}"/>
                  </a:ext>
                </a:extLst>
              </p14:cNvPr>
              <p14:cNvContentPartPr/>
              <p14:nvPr/>
            </p14:nvContentPartPr>
            <p14:xfrm>
              <a:off x="8069997" y="4682536"/>
              <a:ext cx="161925" cy="352425"/>
            </p14:xfrm>
          </p:contentPart>
        </mc:Choice>
        <mc:Fallback xmlns="">
          <p:pic>
            <p:nvPicPr>
              <p:cNvPr id="65" name="筆跡 64">
                <a:extLst>
                  <a:ext uri="{FF2B5EF4-FFF2-40B4-BE49-F238E27FC236}">
                    <a16:creationId xmlns:a16="http://schemas.microsoft.com/office/drawing/2014/main" id="{7EC043E5-157A-06D8-AEF2-D735567500DC}"/>
                  </a:ext>
                </a:extLst>
              </p:cNvPr>
              <p:cNvPicPr/>
              <p:nvPr/>
            </p:nvPicPr>
            <p:blipFill>
              <a:blip r:embed="rId111"/>
              <a:stretch>
                <a:fillRect/>
              </a:stretch>
            </p:blipFill>
            <p:spPr>
              <a:xfrm>
                <a:off x="8051638" y="4664737"/>
                <a:ext cx="198276" cy="387668"/>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6" name="筆跡 65">
                <a:extLst>
                  <a:ext uri="{FF2B5EF4-FFF2-40B4-BE49-F238E27FC236}">
                    <a16:creationId xmlns:a16="http://schemas.microsoft.com/office/drawing/2014/main" id="{43DF943B-05C2-827C-C156-AD098FE8EF7D}"/>
                  </a:ext>
                </a:extLst>
              </p14:cNvPr>
              <p14:cNvContentPartPr/>
              <p14:nvPr/>
            </p14:nvContentPartPr>
            <p14:xfrm>
              <a:off x="8405580" y="4742984"/>
              <a:ext cx="180975" cy="47625"/>
            </p14:xfrm>
          </p:contentPart>
        </mc:Choice>
        <mc:Fallback xmlns="">
          <p:pic>
            <p:nvPicPr>
              <p:cNvPr id="66" name="筆跡 65">
                <a:extLst>
                  <a:ext uri="{FF2B5EF4-FFF2-40B4-BE49-F238E27FC236}">
                    <a16:creationId xmlns:a16="http://schemas.microsoft.com/office/drawing/2014/main" id="{43DF943B-05C2-827C-C156-AD098FE8EF7D}"/>
                  </a:ext>
                </a:extLst>
              </p:cNvPr>
              <p:cNvPicPr/>
              <p:nvPr/>
            </p:nvPicPr>
            <p:blipFill>
              <a:blip r:embed="rId113"/>
              <a:stretch>
                <a:fillRect/>
              </a:stretch>
            </p:blipFill>
            <p:spPr>
              <a:xfrm>
                <a:off x="8387556" y="4723304"/>
                <a:ext cx="217391" cy="86591"/>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7" name="筆跡 66">
                <a:extLst>
                  <a:ext uri="{FF2B5EF4-FFF2-40B4-BE49-F238E27FC236}">
                    <a16:creationId xmlns:a16="http://schemas.microsoft.com/office/drawing/2014/main" id="{E1FAC60A-83BD-21A8-ED83-EA4FC74ADF69}"/>
                  </a:ext>
                </a:extLst>
              </p14:cNvPr>
              <p14:cNvContentPartPr/>
              <p14:nvPr/>
            </p14:nvContentPartPr>
            <p14:xfrm>
              <a:off x="8297467" y="4616685"/>
              <a:ext cx="257175" cy="419100"/>
            </p14:xfrm>
          </p:contentPart>
        </mc:Choice>
        <mc:Fallback xmlns="">
          <p:pic>
            <p:nvPicPr>
              <p:cNvPr id="67" name="筆跡 66">
                <a:extLst>
                  <a:ext uri="{FF2B5EF4-FFF2-40B4-BE49-F238E27FC236}">
                    <a16:creationId xmlns:a16="http://schemas.microsoft.com/office/drawing/2014/main" id="{E1FAC60A-83BD-21A8-ED83-EA4FC74ADF69}"/>
                  </a:ext>
                </a:extLst>
              </p:cNvPr>
              <p:cNvPicPr/>
              <p:nvPr/>
            </p:nvPicPr>
            <p:blipFill>
              <a:blip r:embed="rId115"/>
              <a:stretch>
                <a:fillRect/>
              </a:stretch>
            </p:blipFill>
            <p:spPr>
              <a:xfrm>
                <a:off x="8279643" y="4598744"/>
                <a:ext cx="293187" cy="454623"/>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8" name="筆跡 67">
                <a:extLst>
                  <a:ext uri="{FF2B5EF4-FFF2-40B4-BE49-F238E27FC236}">
                    <a16:creationId xmlns:a16="http://schemas.microsoft.com/office/drawing/2014/main" id="{F12AA29F-22E2-5A63-3A49-1A6FDCAAD92A}"/>
                  </a:ext>
                </a:extLst>
              </p14:cNvPr>
              <p14:cNvContentPartPr/>
              <p14:nvPr/>
            </p14:nvContentPartPr>
            <p14:xfrm>
              <a:off x="8466961" y="4804833"/>
              <a:ext cx="114300" cy="190500"/>
            </p14:xfrm>
          </p:contentPart>
        </mc:Choice>
        <mc:Fallback xmlns="">
          <p:pic>
            <p:nvPicPr>
              <p:cNvPr id="68" name="筆跡 67">
                <a:extLst>
                  <a:ext uri="{FF2B5EF4-FFF2-40B4-BE49-F238E27FC236}">
                    <a16:creationId xmlns:a16="http://schemas.microsoft.com/office/drawing/2014/main" id="{F12AA29F-22E2-5A63-3A49-1A6FDCAAD92A}"/>
                  </a:ext>
                </a:extLst>
              </p:cNvPr>
              <p:cNvPicPr/>
              <p:nvPr/>
            </p:nvPicPr>
            <p:blipFill>
              <a:blip r:embed="rId117"/>
              <a:stretch>
                <a:fillRect/>
              </a:stretch>
            </p:blipFill>
            <p:spPr>
              <a:xfrm>
                <a:off x="8449010" y="4786409"/>
                <a:ext cx="150568" cy="226979"/>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69" name="筆跡 68">
                <a:extLst>
                  <a:ext uri="{FF2B5EF4-FFF2-40B4-BE49-F238E27FC236}">
                    <a16:creationId xmlns:a16="http://schemas.microsoft.com/office/drawing/2014/main" id="{68DF6565-5D42-AEC1-A04F-6B92CD501B83}"/>
                  </a:ext>
                </a:extLst>
              </p14:cNvPr>
              <p14:cNvContentPartPr/>
              <p14:nvPr/>
            </p14:nvContentPartPr>
            <p14:xfrm>
              <a:off x="8731892" y="4590033"/>
              <a:ext cx="123825" cy="47625"/>
            </p14:xfrm>
          </p:contentPart>
        </mc:Choice>
        <mc:Fallback xmlns="">
          <p:pic>
            <p:nvPicPr>
              <p:cNvPr id="69" name="筆跡 68">
                <a:extLst>
                  <a:ext uri="{FF2B5EF4-FFF2-40B4-BE49-F238E27FC236}">
                    <a16:creationId xmlns:a16="http://schemas.microsoft.com/office/drawing/2014/main" id="{68DF6565-5D42-AEC1-A04F-6B92CD501B83}"/>
                  </a:ext>
                </a:extLst>
              </p:cNvPr>
              <p:cNvPicPr/>
              <p:nvPr/>
            </p:nvPicPr>
            <p:blipFill>
              <a:blip r:embed="rId119"/>
              <a:stretch>
                <a:fillRect/>
              </a:stretch>
            </p:blipFill>
            <p:spPr>
              <a:xfrm>
                <a:off x="8714253" y="4571283"/>
                <a:ext cx="158750" cy="8475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0" name="筆跡 69">
                <a:extLst>
                  <a:ext uri="{FF2B5EF4-FFF2-40B4-BE49-F238E27FC236}">
                    <a16:creationId xmlns:a16="http://schemas.microsoft.com/office/drawing/2014/main" id="{C3AB1E68-8CEB-5E6C-E698-8725D770DB3D}"/>
                  </a:ext>
                </a:extLst>
              </p14:cNvPr>
              <p14:cNvContentPartPr/>
              <p14:nvPr/>
            </p14:nvContentPartPr>
            <p14:xfrm>
              <a:off x="8735230" y="4532018"/>
              <a:ext cx="95250" cy="295275"/>
            </p14:xfrm>
          </p:contentPart>
        </mc:Choice>
        <mc:Fallback xmlns="">
          <p:pic>
            <p:nvPicPr>
              <p:cNvPr id="70" name="筆跡 69">
                <a:extLst>
                  <a:ext uri="{FF2B5EF4-FFF2-40B4-BE49-F238E27FC236}">
                    <a16:creationId xmlns:a16="http://schemas.microsoft.com/office/drawing/2014/main" id="{C3AB1E68-8CEB-5E6C-E698-8725D770DB3D}"/>
                  </a:ext>
                </a:extLst>
              </p:cNvPr>
              <p:cNvPicPr/>
              <p:nvPr/>
            </p:nvPicPr>
            <p:blipFill>
              <a:blip r:embed="rId121"/>
              <a:stretch>
                <a:fillRect/>
              </a:stretch>
            </p:blipFill>
            <p:spPr>
              <a:xfrm>
                <a:off x="8718258" y="4514544"/>
                <a:ext cx="129540" cy="3305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1" name="筆跡 70">
                <a:extLst>
                  <a:ext uri="{FF2B5EF4-FFF2-40B4-BE49-F238E27FC236}">
                    <a16:creationId xmlns:a16="http://schemas.microsoft.com/office/drawing/2014/main" id="{7F6CE42E-FD28-8C1E-05B8-CCDD586FC79F}"/>
                  </a:ext>
                </a:extLst>
              </p14:cNvPr>
              <p14:cNvContentPartPr/>
              <p14:nvPr/>
            </p14:nvContentPartPr>
            <p14:xfrm>
              <a:off x="8714283" y="4660913"/>
              <a:ext cx="85725" cy="85725"/>
            </p14:xfrm>
          </p:contentPart>
        </mc:Choice>
        <mc:Fallback xmlns="">
          <p:pic>
            <p:nvPicPr>
              <p:cNvPr id="71" name="筆跡 70">
                <a:extLst>
                  <a:ext uri="{FF2B5EF4-FFF2-40B4-BE49-F238E27FC236}">
                    <a16:creationId xmlns:a16="http://schemas.microsoft.com/office/drawing/2014/main" id="{7F6CE42E-FD28-8C1E-05B8-CCDD586FC79F}"/>
                  </a:ext>
                </a:extLst>
              </p:cNvPr>
              <p:cNvPicPr/>
              <p:nvPr/>
            </p:nvPicPr>
            <p:blipFill>
              <a:blip r:embed="rId123"/>
              <a:stretch>
                <a:fillRect/>
              </a:stretch>
            </p:blipFill>
            <p:spPr>
              <a:xfrm>
                <a:off x="8695566" y="4642490"/>
                <a:ext cx="122785" cy="122948"/>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2" name="筆跡 71">
                <a:extLst>
                  <a:ext uri="{FF2B5EF4-FFF2-40B4-BE49-F238E27FC236}">
                    <a16:creationId xmlns:a16="http://schemas.microsoft.com/office/drawing/2014/main" id="{C80C3B98-A9E4-057C-14E4-F1B6423F9891}"/>
                  </a:ext>
                </a:extLst>
              </p14:cNvPr>
              <p14:cNvContentPartPr/>
              <p14:nvPr/>
            </p14:nvContentPartPr>
            <p14:xfrm>
              <a:off x="8796219" y="4660187"/>
              <a:ext cx="66675" cy="28575"/>
            </p14:xfrm>
          </p:contentPart>
        </mc:Choice>
        <mc:Fallback xmlns="">
          <p:pic>
            <p:nvPicPr>
              <p:cNvPr id="72" name="筆跡 71">
                <a:extLst>
                  <a:ext uri="{FF2B5EF4-FFF2-40B4-BE49-F238E27FC236}">
                    <a16:creationId xmlns:a16="http://schemas.microsoft.com/office/drawing/2014/main" id="{C80C3B98-A9E4-057C-14E4-F1B6423F9891}"/>
                  </a:ext>
                </a:extLst>
              </p:cNvPr>
              <p:cNvPicPr/>
              <p:nvPr/>
            </p:nvPicPr>
            <p:blipFill>
              <a:blip r:embed="rId125"/>
              <a:stretch>
                <a:fillRect/>
              </a:stretch>
            </p:blipFill>
            <p:spPr>
              <a:xfrm>
                <a:off x="8779296" y="4638862"/>
                <a:ext cx="100182" cy="70798"/>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3" name="筆跡 72">
                <a:extLst>
                  <a:ext uri="{FF2B5EF4-FFF2-40B4-BE49-F238E27FC236}">
                    <a16:creationId xmlns:a16="http://schemas.microsoft.com/office/drawing/2014/main" id="{FDFD28AC-A21E-8D68-3252-E53EB4BB36FF}"/>
                  </a:ext>
                </a:extLst>
              </p14:cNvPr>
              <p14:cNvContentPartPr/>
              <p14:nvPr/>
            </p14:nvContentPartPr>
            <p14:xfrm>
              <a:off x="8886133" y="4637516"/>
              <a:ext cx="95250" cy="133350"/>
            </p14:xfrm>
          </p:contentPart>
        </mc:Choice>
        <mc:Fallback xmlns="">
          <p:pic>
            <p:nvPicPr>
              <p:cNvPr id="73" name="筆跡 72">
                <a:extLst>
                  <a:ext uri="{FF2B5EF4-FFF2-40B4-BE49-F238E27FC236}">
                    <a16:creationId xmlns:a16="http://schemas.microsoft.com/office/drawing/2014/main" id="{FDFD28AC-A21E-8D68-3252-E53EB4BB36FF}"/>
                  </a:ext>
                </a:extLst>
              </p:cNvPr>
              <p:cNvPicPr/>
              <p:nvPr/>
            </p:nvPicPr>
            <p:blipFill>
              <a:blip r:embed="rId127"/>
              <a:stretch>
                <a:fillRect/>
              </a:stretch>
            </p:blipFill>
            <p:spPr>
              <a:xfrm>
                <a:off x="8867886" y="4620411"/>
                <a:ext cx="131379" cy="1675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4" name="筆跡 73">
                <a:extLst>
                  <a:ext uri="{FF2B5EF4-FFF2-40B4-BE49-F238E27FC236}">
                    <a16:creationId xmlns:a16="http://schemas.microsoft.com/office/drawing/2014/main" id="{E19C1126-EE86-2638-F5DE-C259A0B4E81D}"/>
                  </a:ext>
                </a:extLst>
              </p14:cNvPr>
              <p14:cNvContentPartPr/>
              <p14:nvPr/>
            </p14:nvContentPartPr>
            <p14:xfrm>
              <a:off x="8889815" y="4563365"/>
              <a:ext cx="85725" cy="209550"/>
            </p14:xfrm>
          </p:contentPart>
        </mc:Choice>
        <mc:Fallback xmlns="">
          <p:pic>
            <p:nvPicPr>
              <p:cNvPr id="74" name="筆跡 73">
                <a:extLst>
                  <a:ext uri="{FF2B5EF4-FFF2-40B4-BE49-F238E27FC236}">
                    <a16:creationId xmlns:a16="http://schemas.microsoft.com/office/drawing/2014/main" id="{E19C1126-EE86-2638-F5DE-C259A0B4E81D}"/>
                  </a:ext>
                </a:extLst>
              </p:cNvPr>
              <p:cNvPicPr/>
              <p:nvPr/>
            </p:nvPicPr>
            <p:blipFill>
              <a:blip r:embed="rId129"/>
              <a:stretch>
                <a:fillRect/>
              </a:stretch>
            </p:blipFill>
            <p:spPr>
              <a:xfrm>
                <a:off x="8872166" y="4545753"/>
                <a:ext cx="121384" cy="245134"/>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5" name="筆跡 74">
                <a:extLst>
                  <a:ext uri="{FF2B5EF4-FFF2-40B4-BE49-F238E27FC236}">
                    <a16:creationId xmlns:a16="http://schemas.microsoft.com/office/drawing/2014/main" id="{775DB53F-BBD5-CBB1-76E0-6ED7541C7F40}"/>
                  </a:ext>
                </a:extLst>
              </p14:cNvPr>
              <p14:cNvContentPartPr/>
              <p14:nvPr/>
            </p14:nvContentPartPr>
            <p14:xfrm>
              <a:off x="8720961" y="4853227"/>
              <a:ext cx="171450" cy="38100"/>
            </p14:xfrm>
          </p:contentPart>
        </mc:Choice>
        <mc:Fallback xmlns="">
          <p:pic>
            <p:nvPicPr>
              <p:cNvPr id="75" name="筆跡 74">
                <a:extLst>
                  <a:ext uri="{FF2B5EF4-FFF2-40B4-BE49-F238E27FC236}">
                    <a16:creationId xmlns:a16="http://schemas.microsoft.com/office/drawing/2014/main" id="{775DB53F-BBD5-CBB1-76E0-6ED7541C7F40}"/>
                  </a:ext>
                </a:extLst>
              </p:cNvPr>
              <p:cNvPicPr/>
              <p:nvPr/>
            </p:nvPicPr>
            <p:blipFill>
              <a:blip r:embed="rId131"/>
              <a:stretch>
                <a:fillRect/>
              </a:stretch>
            </p:blipFill>
            <p:spPr>
              <a:xfrm>
                <a:off x="8702760" y="4834924"/>
                <a:ext cx="207487" cy="75079"/>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76" name="筆跡 75">
                <a:extLst>
                  <a:ext uri="{FF2B5EF4-FFF2-40B4-BE49-F238E27FC236}">
                    <a16:creationId xmlns:a16="http://schemas.microsoft.com/office/drawing/2014/main" id="{6ED4D9D1-1FF1-1AC3-5044-16B98EE06162}"/>
                  </a:ext>
                </a:extLst>
              </p14:cNvPr>
              <p14:cNvContentPartPr/>
              <p14:nvPr/>
            </p14:nvContentPartPr>
            <p14:xfrm>
              <a:off x="8690122" y="4767203"/>
              <a:ext cx="152400" cy="409575"/>
            </p14:xfrm>
          </p:contentPart>
        </mc:Choice>
        <mc:Fallback xmlns="">
          <p:pic>
            <p:nvPicPr>
              <p:cNvPr id="76" name="筆跡 75">
                <a:extLst>
                  <a:ext uri="{FF2B5EF4-FFF2-40B4-BE49-F238E27FC236}">
                    <a16:creationId xmlns:a16="http://schemas.microsoft.com/office/drawing/2014/main" id="{6ED4D9D1-1FF1-1AC3-5044-16B98EE06162}"/>
                  </a:ext>
                </a:extLst>
              </p:cNvPr>
              <p:cNvPicPr/>
              <p:nvPr/>
            </p:nvPicPr>
            <p:blipFill>
              <a:blip r:embed="rId133"/>
              <a:stretch>
                <a:fillRect/>
              </a:stretch>
            </p:blipFill>
            <p:spPr>
              <a:xfrm>
                <a:off x="8672592" y="4749691"/>
                <a:ext cx="187817" cy="444957"/>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77" name="筆跡 76">
                <a:extLst>
                  <a:ext uri="{FF2B5EF4-FFF2-40B4-BE49-F238E27FC236}">
                    <a16:creationId xmlns:a16="http://schemas.microsoft.com/office/drawing/2014/main" id="{D152FE58-731C-874B-F77C-B3B26D67C312}"/>
                  </a:ext>
                </a:extLst>
              </p14:cNvPr>
              <p14:cNvContentPartPr/>
              <p14:nvPr/>
            </p14:nvContentPartPr>
            <p14:xfrm>
              <a:off x="8655653" y="4977769"/>
              <a:ext cx="266700" cy="85725"/>
            </p14:xfrm>
          </p:contentPart>
        </mc:Choice>
        <mc:Fallback xmlns="">
          <p:pic>
            <p:nvPicPr>
              <p:cNvPr id="77" name="筆跡 76">
                <a:extLst>
                  <a:ext uri="{FF2B5EF4-FFF2-40B4-BE49-F238E27FC236}">
                    <a16:creationId xmlns:a16="http://schemas.microsoft.com/office/drawing/2014/main" id="{D152FE58-731C-874B-F77C-B3B26D67C312}"/>
                  </a:ext>
                </a:extLst>
              </p:cNvPr>
              <p:cNvPicPr/>
              <p:nvPr/>
            </p:nvPicPr>
            <p:blipFill>
              <a:blip r:embed="rId135"/>
              <a:stretch>
                <a:fillRect/>
              </a:stretch>
            </p:blipFill>
            <p:spPr>
              <a:xfrm>
                <a:off x="8637461" y="4960554"/>
                <a:ext cx="302721" cy="120507"/>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78" name="筆跡 77">
                <a:extLst>
                  <a:ext uri="{FF2B5EF4-FFF2-40B4-BE49-F238E27FC236}">
                    <a16:creationId xmlns:a16="http://schemas.microsoft.com/office/drawing/2014/main" id="{4D8D72AE-1AAC-DD9A-A393-6F637067B3B0}"/>
                  </a:ext>
                </a:extLst>
              </p14:cNvPr>
              <p14:cNvContentPartPr/>
              <p14:nvPr/>
            </p14:nvContentPartPr>
            <p14:xfrm>
              <a:off x="9176131" y="4737973"/>
              <a:ext cx="161925" cy="28575"/>
            </p14:xfrm>
          </p:contentPart>
        </mc:Choice>
        <mc:Fallback xmlns="">
          <p:pic>
            <p:nvPicPr>
              <p:cNvPr id="78" name="筆跡 77">
                <a:extLst>
                  <a:ext uri="{FF2B5EF4-FFF2-40B4-BE49-F238E27FC236}">
                    <a16:creationId xmlns:a16="http://schemas.microsoft.com/office/drawing/2014/main" id="{4D8D72AE-1AAC-DD9A-A393-6F637067B3B0}"/>
                  </a:ext>
                </a:extLst>
              </p:cNvPr>
              <p:cNvPicPr/>
              <p:nvPr/>
            </p:nvPicPr>
            <p:blipFill>
              <a:blip r:embed="rId137"/>
              <a:stretch>
                <a:fillRect/>
              </a:stretch>
            </p:blipFill>
            <p:spPr>
              <a:xfrm>
                <a:off x="9158882" y="4720898"/>
                <a:ext cx="196774" cy="63074"/>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79" name="筆跡 78">
                <a:extLst>
                  <a:ext uri="{FF2B5EF4-FFF2-40B4-BE49-F238E27FC236}">
                    <a16:creationId xmlns:a16="http://schemas.microsoft.com/office/drawing/2014/main" id="{A844415B-A0A4-550D-0535-21ABD636F178}"/>
                  </a:ext>
                </a:extLst>
              </p14:cNvPr>
              <p14:cNvContentPartPr/>
              <p14:nvPr/>
            </p14:nvContentPartPr>
            <p14:xfrm>
              <a:off x="9119878" y="4654315"/>
              <a:ext cx="161925" cy="485775"/>
            </p14:xfrm>
          </p:contentPart>
        </mc:Choice>
        <mc:Fallback xmlns="">
          <p:pic>
            <p:nvPicPr>
              <p:cNvPr id="79" name="筆跡 78">
                <a:extLst>
                  <a:ext uri="{FF2B5EF4-FFF2-40B4-BE49-F238E27FC236}">
                    <a16:creationId xmlns:a16="http://schemas.microsoft.com/office/drawing/2014/main" id="{A844415B-A0A4-550D-0535-21ABD636F178}"/>
                  </a:ext>
                </a:extLst>
              </p:cNvPr>
              <p:cNvPicPr/>
              <p:nvPr/>
            </p:nvPicPr>
            <p:blipFill>
              <a:blip r:embed="rId139"/>
              <a:stretch>
                <a:fillRect/>
              </a:stretch>
            </p:blipFill>
            <p:spPr>
              <a:xfrm>
                <a:off x="9102667" y="4636350"/>
                <a:ext cx="196698" cy="521346"/>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0" name="筆跡 79">
                <a:extLst>
                  <a:ext uri="{FF2B5EF4-FFF2-40B4-BE49-F238E27FC236}">
                    <a16:creationId xmlns:a16="http://schemas.microsoft.com/office/drawing/2014/main" id="{EA0743EA-C461-8FC9-B383-0164EE410FE7}"/>
                  </a:ext>
                </a:extLst>
              </p14:cNvPr>
              <p14:cNvContentPartPr/>
              <p14:nvPr/>
            </p14:nvContentPartPr>
            <p14:xfrm>
              <a:off x="9113031" y="4798351"/>
              <a:ext cx="142875" cy="171450"/>
            </p14:xfrm>
          </p:contentPart>
        </mc:Choice>
        <mc:Fallback xmlns="">
          <p:pic>
            <p:nvPicPr>
              <p:cNvPr id="80" name="筆跡 79">
                <a:extLst>
                  <a:ext uri="{FF2B5EF4-FFF2-40B4-BE49-F238E27FC236}">
                    <a16:creationId xmlns:a16="http://schemas.microsoft.com/office/drawing/2014/main" id="{EA0743EA-C461-8FC9-B383-0164EE410FE7}"/>
                  </a:ext>
                </a:extLst>
              </p:cNvPr>
              <p:cNvPicPr/>
              <p:nvPr/>
            </p:nvPicPr>
            <p:blipFill>
              <a:blip r:embed="rId141"/>
              <a:stretch>
                <a:fillRect/>
              </a:stretch>
            </p:blipFill>
            <p:spPr>
              <a:xfrm>
                <a:off x="9094900" y="4780492"/>
                <a:ext cx="178775" cy="206812"/>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1" name="筆跡 80">
                <a:extLst>
                  <a:ext uri="{FF2B5EF4-FFF2-40B4-BE49-F238E27FC236}">
                    <a16:creationId xmlns:a16="http://schemas.microsoft.com/office/drawing/2014/main" id="{7C7FB5F6-77B8-BF3A-5BAE-2DC254AF80D1}"/>
                  </a:ext>
                </a:extLst>
              </p14:cNvPr>
              <p14:cNvContentPartPr/>
              <p14:nvPr/>
            </p14:nvContentPartPr>
            <p14:xfrm>
              <a:off x="9181923" y="4862663"/>
              <a:ext cx="180975" cy="104775"/>
            </p14:xfrm>
          </p:contentPart>
        </mc:Choice>
        <mc:Fallback xmlns="">
          <p:pic>
            <p:nvPicPr>
              <p:cNvPr id="81" name="筆跡 80">
                <a:extLst>
                  <a:ext uri="{FF2B5EF4-FFF2-40B4-BE49-F238E27FC236}">
                    <a16:creationId xmlns:a16="http://schemas.microsoft.com/office/drawing/2014/main" id="{7C7FB5F6-77B8-BF3A-5BAE-2DC254AF80D1}"/>
                  </a:ext>
                </a:extLst>
              </p:cNvPr>
              <p:cNvPicPr/>
              <p:nvPr/>
            </p:nvPicPr>
            <p:blipFill>
              <a:blip r:embed="rId143"/>
              <a:stretch>
                <a:fillRect/>
              </a:stretch>
            </p:blipFill>
            <p:spPr>
              <a:xfrm>
                <a:off x="9163936" y="4845142"/>
                <a:ext cx="217317" cy="139466"/>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2" name="筆跡 81">
                <a:extLst>
                  <a:ext uri="{FF2B5EF4-FFF2-40B4-BE49-F238E27FC236}">
                    <a16:creationId xmlns:a16="http://schemas.microsoft.com/office/drawing/2014/main" id="{C0A6543D-F836-9050-D689-C6D35435BAD8}"/>
                  </a:ext>
                </a:extLst>
              </p14:cNvPr>
              <p14:cNvContentPartPr/>
              <p14:nvPr/>
            </p14:nvContentPartPr>
            <p14:xfrm>
              <a:off x="9459989" y="4707224"/>
              <a:ext cx="161925" cy="38100"/>
            </p14:xfrm>
          </p:contentPart>
        </mc:Choice>
        <mc:Fallback xmlns="">
          <p:pic>
            <p:nvPicPr>
              <p:cNvPr id="82" name="筆跡 81">
                <a:extLst>
                  <a:ext uri="{FF2B5EF4-FFF2-40B4-BE49-F238E27FC236}">
                    <a16:creationId xmlns:a16="http://schemas.microsoft.com/office/drawing/2014/main" id="{C0A6543D-F836-9050-D689-C6D35435BAD8}"/>
                  </a:ext>
                </a:extLst>
              </p:cNvPr>
              <p:cNvPicPr/>
              <p:nvPr/>
            </p:nvPicPr>
            <p:blipFill>
              <a:blip r:embed="rId145"/>
              <a:stretch>
                <a:fillRect/>
              </a:stretch>
            </p:blipFill>
            <p:spPr>
              <a:xfrm>
                <a:off x="9442513" y="4689252"/>
                <a:ext cx="197235" cy="73684"/>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83" name="筆跡 82">
                <a:extLst>
                  <a:ext uri="{FF2B5EF4-FFF2-40B4-BE49-F238E27FC236}">
                    <a16:creationId xmlns:a16="http://schemas.microsoft.com/office/drawing/2014/main" id="{E3C1AC40-0D48-1E69-839B-B46C0B0AAEB6}"/>
                  </a:ext>
                </a:extLst>
              </p14:cNvPr>
              <p14:cNvContentPartPr/>
              <p14:nvPr/>
            </p14:nvContentPartPr>
            <p14:xfrm>
              <a:off x="9421091" y="4729573"/>
              <a:ext cx="133350" cy="123825"/>
            </p14:xfrm>
          </p:contentPart>
        </mc:Choice>
        <mc:Fallback xmlns="">
          <p:pic>
            <p:nvPicPr>
              <p:cNvPr id="83" name="筆跡 82">
                <a:extLst>
                  <a:ext uri="{FF2B5EF4-FFF2-40B4-BE49-F238E27FC236}">
                    <a16:creationId xmlns:a16="http://schemas.microsoft.com/office/drawing/2014/main" id="{E3C1AC40-0D48-1E69-839B-B46C0B0AAEB6}"/>
                  </a:ext>
                </a:extLst>
              </p:cNvPr>
              <p:cNvPicPr/>
              <p:nvPr/>
            </p:nvPicPr>
            <p:blipFill>
              <a:blip r:embed="rId147"/>
              <a:stretch>
                <a:fillRect/>
              </a:stretch>
            </p:blipFill>
            <p:spPr>
              <a:xfrm>
                <a:off x="9402570" y="4711679"/>
                <a:ext cx="170021" cy="159255"/>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84" name="筆跡 83">
                <a:extLst>
                  <a:ext uri="{FF2B5EF4-FFF2-40B4-BE49-F238E27FC236}">
                    <a16:creationId xmlns:a16="http://schemas.microsoft.com/office/drawing/2014/main" id="{9B4DB9FD-1E08-BB65-DF87-0A5F41E522CF}"/>
                  </a:ext>
                </a:extLst>
              </p14:cNvPr>
              <p14:cNvContentPartPr/>
              <p14:nvPr/>
            </p14:nvContentPartPr>
            <p14:xfrm>
              <a:off x="9474733" y="4597870"/>
              <a:ext cx="85725" cy="209550"/>
            </p14:xfrm>
          </p:contentPart>
        </mc:Choice>
        <mc:Fallback xmlns="">
          <p:pic>
            <p:nvPicPr>
              <p:cNvPr id="84" name="筆跡 83">
                <a:extLst>
                  <a:ext uri="{FF2B5EF4-FFF2-40B4-BE49-F238E27FC236}">
                    <a16:creationId xmlns:a16="http://schemas.microsoft.com/office/drawing/2014/main" id="{9B4DB9FD-1E08-BB65-DF87-0A5F41E522CF}"/>
                  </a:ext>
                </a:extLst>
              </p:cNvPr>
              <p:cNvPicPr/>
              <p:nvPr/>
            </p:nvPicPr>
            <p:blipFill>
              <a:blip r:embed="rId149"/>
              <a:stretch>
                <a:fillRect/>
              </a:stretch>
            </p:blipFill>
            <p:spPr>
              <a:xfrm>
                <a:off x="9456705" y="4580613"/>
                <a:ext cx="122149" cy="244416"/>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85" name="筆跡 84">
                <a:extLst>
                  <a:ext uri="{FF2B5EF4-FFF2-40B4-BE49-F238E27FC236}">
                    <a16:creationId xmlns:a16="http://schemas.microsoft.com/office/drawing/2014/main" id="{34E825CA-D300-697C-8796-4FC897AF8510}"/>
                  </a:ext>
                </a:extLst>
              </p14:cNvPr>
              <p14:cNvContentPartPr/>
              <p14:nvPr/>
            </p14:nvContentPartPr>
            <p14:xfrm>
              <a:off x="9512366" y="4663722"/>
              <a:ext cx="85725" cy="190500"/>
            </p14:xfrm>
          </p:contentPart>
        </mc:Choice>
        <mc:Fallback xmlns="">
          <p:pic>
            <p:nvPicPr>
              <p:cNvPr id="85" name="筆跡 84">
                <a:extLst>
                  <a:ext uri="{FF2B5EF4-FFF2-40B4-BE49-F238E27FC236}">
                    <a16:creationId xmlns:a16="http://schemas.microsoft.com/office/drawing/2014/main" id="{34E825CA-D300-697C-8796-4FC897AF8510}"/>
                  </a:ext>
                </a:extLst>
              </p:cNvPr>
              <p:cNvPicPr/>
              <p:nvPr/>
            </p:nvPicPr>
            <p:blipFill>
              <a:blip r:embed="rId151"/>
              <a:stretch>
                <a:fillRect/>
              </a:stretch>
            </p:blipFill>
            <p:spPr>
              <a:xfrm>
                <a:off x="9493970" y="4645784"/>
                <a:ext cx="122149" cy="226017"/>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86" name="筆跡 85">
                <a:extLst>
                  <a:ext uri="{FF2B5EF4-FFF2-40B4-BE49-F238E27FC236}">
                    <a16:creationId xmlns:a16="http://schemas.microsoft.com/office/drawing/2014/main" id="{A9F5B01A-62F6-43F5-9446-352AC0E856D0}"/>
                  </a:ext>
                </a:extLst>
              </p14:cNvPr>
              <p14:cNvContentPartPr/>
              <p14:nvPr/>
            </p14:nvContentPartPr>
            <p14:xfrm>
              <a:off x="9316588" y="5000261"/>
              <a:ext cx="76200" cy="142875"/>
            </p14:xfrm>
          </p:contentPart>
        </mc:Choice>
        <mc:Fallback xmlns="">
          <p:pic>
            <p:nvPicPr>
              <p:cNvPr id="86" name="筆跡 85">
                <a:extLst>
                  <a:ext uri="{FF2B5EF4-FFF2-40B4-BE49-F238E27FC236}">
                    <a16:creationId xmlns:a16="http://schemas.microsoft.com/office/drawing/2014/main" id="{A9F5B01A-62F6-43F5-9446-352AC0E856D0}"/>
                  </a:ext>
                </a:extLst>
              </p:cNvPr>
              <p:cNvPicPr/>
              <p:nvPr/>
            </p:nvPicPr>
            <p:blipFill>
              <a:blip r:embed="rId153"/>
              <a:stretch>
                <a:fillRect/>
              </a:stretch>
            </p:blipFill>
            <p:spPr>
              <a:xfrm>
                <a:off x="9298104" y="4982666"/>
                <a:ext cx="113546" cy="177714"/>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87" name="筆跡 86">
                <a:extLst>
                  <a:ext uri="{FF2B5EF4-FFF2-40B4-BE49-F238E27FC236}">
                    <a16:creationId xmlns:a16="http://schemas.microsoft.com/office/drawing/2014/main" id="{F2D6925F-D8D8-EC69-A906-6B4D9AF6900F}"/>
                  </a:ext>
                </a:extLst>
              </p14:cNvPr>
              <p14:cNvContentPartPr/>
              <p14:nvPr/>
            </p14:nvContentPartPr>
            <p14:xfrm>
              <a:off x="9388886" y="4982095"/>
              <a:ext cx="161925" cy="209550"/>
            </p14:xfrm>
          </p:contentPart>
        </mc:Choice>
        <mc:Fallback xmlns="">
          <p:pic>
            <p:nvPicPr>
              <p:cNvPr id="87" name="筆跡 86">
                <a:extLst>
                  <a:ext uri="{FF2B5EF4-FFF2-40B4-BE49-F238E27FC236}">
                    <a16:creationId xmlns:a16="http://schemas.microsoft.com/office/drawing/2014/main" id="{F2D6925F-D8D8-EC69-A906-6B4D9AF6900F}"/>
                  </a:ext>
                </a:extLst>
              </p:cNvPr>
              <p:cNvPicPr/>
              <p:nvPr/>
            </p:nvPicPr>
            <p:blipFill>
              <a:blip r:embed="rId155"/>
              <a:stretch>
                <a:fillRect/>
              </a:stretch>
            </p:blipFill>
            <p:spPr>
              <a:xfrm>
                <a:off x="9371448" y="4963810"/>
                <a:ext cx="197157" cy="245755"/>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88" name="筆跡 87">
                <a:extLst>
                  <a:ext uri="{FF2B5EF4-FFF2-40B4-BE49-F238E27FC236}">
                    <a16:creationId xmlns:a16="http://schemas.microsoft.com/office/drawing/2014/main" id="{AE183D73-AA5F-001D-058D-1A02AA6D96BB}"/>
                  </a:ext>
                </a:extLst>
              </p14:cNvPr>
              <p14:cNvContentPartPr/>
              <p14:nvPr/>
            </p14:nvContentPartPr>
            <p14:xfrm>
              <a:off x="9398295" y="5040018"/>
              <a:ext cx="95250" cy="28575"/>
            </p14:xfrm>
          </p:contentPart>
        </mc:Choice>
        <mc:Fallback xmlns="">
          <p:pic>
            <p:nvPicPr>
              <p:cNvPr id="88" name="筆跡 87">
                <a:extLst>
                  <a:ext uri="{FF2B5EF4-FFF2-40B4-BE49-F238E27FC236}">
                    <a16:creationId xmlns:a16="http://schemas.microsoft.com/office/drawing/2014/main" id="{AE183D73-AA5F-001D-058D-1A02AA6D96BB}"/>
                  </a:ext>
                </a:extLst>
              </p:cNvPr>
              <p:cNvPicPr/>
              <p:nvPr/>
            </p:nvPicPr>
            <p:blipFill>
              <a:blip r:embed="rId157"/>
              <a:stretch>
                <a:fillRect/>
              </a:stretch>
            </p:blipFill>
            <p:spPr>
              <a:xfrm>
                <a:off x="9380064" y="5022379"/>
                <a:ext cx="132085" cy="6350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89" name="筆跡 88">
                <a:extLst>
                  <a:ext uri="{FF2B5EF4-FFF2-40B4-BE49-F238E27FC236}">
                    <a16:creationId xmlns:a16="http://schemas.microsoft.com/office/drawing/2014/main" id="{B27A7935-1D73-5992-917C-BF8BA71C9349}"/>
                  </a:ext>
                </a:extLst>
              </p14:cNvPr>
              <p14:cNvContentPartPr/>
              <p14:nvPr/>
            </p14:nvContentPartPr>
            <p14:xfrm>
              <a:off x="9388886" y="5068240"/>
              <a:ext cx="114300" cy="9525"/>
            </p14:xfrm>
          </p:contentPart>
        </mc:Choice>
        <mc:Fallback xmlns="">
          <p:pic>
            <p:nvPicPr>
              <p:cNvPr id="89" name="筆跡 88">
                <a:extLst>
                  <a:ext uri="{FF2B5EF4-FFF2-40B4-BE49-F238E27FC236}">
                    <a16:creationId xmlns:a16="http://schemas.microsoft.com/office/drawing/2014/main" id="{B27A7935-1D73-5992-917C-BF8BA71C9349}"/>
                  </a:ext>
                </a:extLst>
              </p:cNvPr>
              <p:cNvPicPr/>
              <p:nvPr/>
            </p:nvPicPr>
            <p:blipFill>
              <a:blip r:embed="rId159"/>
              <a:stretch>
                <a:fillRect/>
              </a:stretch>
            </p:blipFill>
            <p:spPr>
              <a:xfrm>
                <a:off x="9370819" y="5051571"/>
                <a:ext cx="150802" cy="43203"/>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0" name="筆跡 89">
                <a:extLst>
                  <a:ext uri="{FF2B5EF4-FFF2-40B4-BE49-F238E27FC236}">
                    <a16:creationId xmlns:a16="http://schemas.microsoft.com/office/drawing/2014/main" id="{CABF26EE-181E-DEB5-3766-CA0FBE63CD3D}"/>
                  </a:ext>
                </a:extLst>
              </p14:cNvPr>
              <p14:cNvContentPartPr/>
              <p14:nvPr/>
            </p14:nvContentPartPr>
            <p14:xfrm>
              <a:off x="9393962" y="4842463"/>
              <a:ext cx="104775" cy="285750"/>
            </p14:xfrm>
          </p:contentPart>
        </mc:Choice>
        <mc:Fallback xmlns="">
          <p:pic>
            <p:nvPicPr>
              <p:cNvPr id="90" name="筆跡 89">
                <a:extLst>
                  <a:ext uri="{FF2B5EF4-FFF2-40B4-BE49-F238E27FC236}">
                    <a16:creationId xmlns:a16="http://schemas.microsoft.com/office/drawing/2014/main" id="{CABF26EE-181E-DEB5-3766-CA0FBE63CD3D}"/>
                  </a:ext>
                </a:extLst>
              </p:cNvPr>
              <p:cNvPicPr/>
              <p:nvPr/>
            </p:nvPicPr>
            <p:blipFill>
              <a:blip r:embed="rId161"/>
              <a:stretch>
                <a:fillRect/>
              </a:stretch>
            </p:blipFill>
            <p:spPr>
              <a:xfrm>
                <a:off x="9376499" y="4824446"/>
                <a:ext cx="139351" cy="321424"/>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1" name="筆跡 90">
                <a:extLst>
                  <a:ext uri="{FF2B5EF4-FFF2-40B4-BE49-F238E27FC236}">
                    <a16:creationId xmlns:a16="http://schemas.microsoft.com/office/drawing/2014/main" id="{441D279D-1304-F916-7109-D67B1CC25D28}"/>
                  </a:ext>
                </a:extLst>
              </p14:cNvPr>
              <p14:cNvContentPartPr/>
              <p14:nvPr/>
            </p14:nvContentPartPr>
            <p14:xfrm>
              <a:off x="9689972" y="4825173"/>
              <a:ext cx="85725" cy="266700"/>
            </p14:xfrm>
          </p:contentPart>
        </mc:Choice>
        <mc:Fallback xmlns="">
          <p:pic>
            <p:nvPicPr>
              <p:cNvPr id="91" name="筆跡 90">
                <a:extLst>
                  <a:ext uri="{FF2B5EF4-FFF2-40B4-BE49-F238E27FC236}">
                    <a16:creationId xmlns:a16="http://schemas.microsoft.com/office/drawing/2014/main" id="{441D279D-1304-F916-7109-D67B1CC25D28}"/>
                  </a:ext>
                </a:extLst>
              </p:cNvPr>
              <p:cNvPicPr/>
              <p:nvPr/>
            </p:nvPicPr>
            <p:blipFill>
              <a:blip r:embed="rId163"/>
              <a:stretch>
                <a:fillRect/>
              </a:stretch>
            </p:blipFill>
            <p:spPr>
              <a:xfrm>
                <a:off x="9671810" y="4807030"/>
                <a:ext cx="121686" cy="302623"/>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92" name="筆跡 91">
                <a:extLst>
                  <a:ext uri="{FF2B5EF4-FFF2-40B4-BE49-F238E27FC236}">
                    <a16:creationId xmlns:a16="http://schemas.microsoft.com/office/drawing/2014/main" id="{C28FD8F7-7417-4B14-B53E-59EF7434C5CF}"/>
                  </a:ext>
                </a:extLst>
              </p14:cNvPr>
              <p14:cNvContentPartPr/>
              <p14:nvPr/>
            </p14:nvContentPartPr>
            <p14:xfrm>
              <a:off x="9783998" y="4848396"/>
              <a:ext cx="133350" cy="276225"/>
            </p14:xfrm>
          </p:contentPart>
        </mc:Choice>
        <mc:Fallback xmlns="">
          <p:pic>
            <p:nvPicPr>
              <p:cNvPr id="92" name="筆跡 91">
                <a:extLst>
                  <a:ext uri="{FF2B5EF4-FFF2-40B4-BE49-F238E27FC236}">
                    <a16:creationId xmlns:a16="http://schemas.microsoft.com/office/drawing/2014/main" id="{C28FD8F7-7417-4B14-B53E-59EF7434C5CF}"/>
                  </a:ext>
                </a:extLst>
              </p:cNvPr>
              <p:cNvPicPr/>
              <p:nvPr/>
            </p:nvPicPr>
            <p:blipFill>
              <a:blip r:embed="rId165"/>
              <a:stretch>
                <a:fillRect/>
              </a:stretch>
            </p:blipFill>
            <p:spPr>
              <a:xfrm>
                <a:off x="9765477" y="4831066"/>
                <a:ext cx="170021" cy="311239"/>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93" name="筆跡 92">
                <a:extLst>
                  <a:ext uri="{FF2B5EF4-FFF2-40B4-BE49-F238E27FC236}">
                    <a16:creationId xmlns:a16="http://schemas.microsoft.com/office/drawing/2014/main" id="{E4915102-C602-5EB0-2533-A023CC89325C}"/>
                  </a:ext>
                </a:extLst>
              </p14:cNvPr>
              <p14:cNvContentPartPr/>
              <p14:nvPr/>
            </p14:nvContentPartPr>
            <p14:xfrm>
              <a:off x="9802812" y="4962631"/>
              <a:ext cx="28575" cy="47625"/>
            </p14:xfrm>
          </p:contentPart>
        </mc:Choice>
        <mc:Fallback xmlns="">
          <p:pic>
            <p:nvPicPr>
              <p:cNvPr id="93" name="筆跡 92">
                <a:extLst>
                  <a:ext uri="{FF2B5EF4-FFF2-40B4-BE49-F238E27FC236}">
                    <a16:creationId xmlns:a16="http://schemas.microsoft.com/office/drawing/2014/main" id="{E4915102-C602-5EB0-2533-A023CC89325C}"/>
                  </a:ext>
                </a:extLst>
              </p:cNvPr>
              <p:cNvPicPr/>
              <p:nvPr/>
            </p:nvPicPr>
            <p:blipFill>
              <a:blip r:embed="rId167"/>
              <a:stretch>
                <a:fillRect/>
              </a:stretch>
            </p:blipFill>
            <p:spPr>
              <a:xfrm>
                <a:off x="9784727" y="4945216"/>
                <a:ext cx="64384" cy="82811"/>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94" name="筆跡 93">
                <a:extLst>
                  <a:ext uri="{FF2B5EF4-FFF2-40B4-BE49-F238E27FC236}">
                    <a16:creationId xmlns:a16="http://schemas.microsoft.com/office/drawing/2014/main" id="{FFE0E971-7A2F-4795-A4A8-5F7579249FED}"/>
                  </a:ext>
                </a:extLst>
              </p14:cNvPr>
              <p14:cNvContentPartPr/>
              <p14:nvPr/>
            </p14:nvContentPartPr>
            <p14:xfrm>
              <a:off x="9746368" y="5064110"/>
              <a:ext cx="66675" cy="9525"/>
            </p14:xfrm>
          </p:contentPart>
        </mc:Choice>
        <mc:Fallback xmlns="">
          <p:pic>
            <p:nvPicPr>
              <p:cNvPr id="94" name="筆跡 93">
                <a:extLst>
                  <a:ext uri="{FF2B5EF4-FFF2-40B4-BE49-F238E27FC236}">
                    <a16:creationId xmlns:a16="http://schemas.microsoft.com/office/drawing/2014/main" id="{FFE0E971-7A2F-4795-A4A8-5F7579249FED}"/>
                  </a:ext>
                </a:extLst>
              </p:cNvPr>
              <p:cNvPicPr/>
              <p:nvPr/>
            </p:nvPicPr>
            <p:blipFill>
              <a:blip r:embed="rId169"/>
              <a:stretch>
                <a:fillRect/>
              </a:stretch>
            </p:blipFill>
            <p:spPr>
              <a:xfrm>
                <a:off x="9727592" y="5052143"/>
                <a:ext cx="104611" cy="33704"/>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95" name="筆跡 94">
                <a:extLst>
                  <a:ext uri="{FF2B5EF4-FFF2-40B4-BE49-F238E27FC236}">
                    <a16:creationId xmlns:a16="http://schemas.microsoft.com/office/drawing/2014/main" id="{BB727AC9-F056-4CA4-16ED-D85D8F5FE441}"/>
                  </a:ext>
                </a:extLst>
              </p14:cNvPr>
              <p14:cNvContentPartPr/>
              <p14:nvPr/>
            </p14:nvContentPartPr>
            <p14:xfrm>
              <a:off x="10069835" y="4750974"/>
              <a:ext cx="66675" cy="19050"/>
            </p14:xfrm>
          </p:contentPart>
        </mc:Choice>
        <mc:Fallback xmlns="">
          <p:pic>
            <p:nvPicPr>
              <p:cNvPr id="95" name="筆跡 94">
                <a:extLst>
                  <a:ext uri="{FF2B5EF4-FFF2-40B4-BE49-F238E27FC236}">
                    <a16:creationId xmlns:a16="http://schemas.microsoft.com/office/drawing/2014/main" id="{BB727AC9-F056-4CA4-16ED-D85D8F5FE441}"/>
                  </a:ext>
                </a:extLst>
              </p:cNvPr>
              <p:cNvPicPr/>
              <p:nvPr/>
            </p:nvPicPr>
            <p:blipFill>
              <a:blip r:embed="rId171"/>
              <a:stretch>
                <a:fillRect/>
              </a:stretch>
            </p:blipFill>
            <p:spPr>
              <a:xfrm>
                <a:off x="10053335" y="4730267"/>
                <a:ext cx="100013" cy="60049"/>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96" name="筆跡 95">
                <a:extLst>
                  <a:ext uri="{FF2B5EF4-FFF2-40B4-BE49-F238E27FC236}">
                    <a16:creationId xmlns:a16="http://schemas.microsoft.com/office/drawing/2014/main" id="{177694B4-50C9-CC29-2E97-BCB7AE07149C}"/>
                  </a:ext>
                </a:extLst>
              </p14:cNvPr>
              <p14:cNvContentPartPr/>
              <p14:nvPr/>
            </p14:nvContentPartPr>
            <p14:xfrm>
              <a:off x="10081213" y="4720167"/>
              <a:ext cx="57150" cy="95250"/>
            </p14:xfrm>
          </p:contentPart>
        </mc:Choice>
        <mc:Fallback xmlns="">
          <p:pic>
            <p:nvPicPr>
              <p:cNvPr id="96" name="筆跡 95">
                <a:extLst>
                  <a:ext uri="{FF2B5EF4-FFF2-40B4-BE49-F238E27FC236}">
                    <a16:creationId xmlns:a16="http://schemas.microsoft.com/office/drawing/2014/main" id="{177694B4-50C9-CC29-2E97-BCB7AE07149C}"/>
                  </a:ext>
                </a:extLst>
              </p:cNvPr>
              <p:cNvPicPr/>
              <p:nvPr/>
            </p:nvPicPr>
            <p:blipFill>
              <a:blip r:embed="rId173"/>
              <a:stretch>
                <a:fillRect/>
              </a:stretch>
            </p:blipFill>
            <p:spPr>
              <a:xfrm>
                <a:off x="10064204" y="4703257"/>
                <a:ext cx="90828" cy="129416"/>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97" name="筆跡 96">
                <a:extLst>
                  <a:ext uri="{FF2B5EF4-FFF2-40B4-BE49-F238E27FC236}">
                    <a16:creationId xmlns:a16="http://schemas.microsoft.com/office/drawing/2014/main" id="{64A12DAF-6D64-F4B1-6049-3DB17773553A}"/>
                  </a:ext>
                </a:extLst>
              </p14:cNvPr>
              <p14:cNvContentPartPr/>
              <p14:nvPr/>
            </p14:nvContentPartPr>
            <p14:xfrm>
              <a:off x="10037997" y="4863293"/>
              <a:ext cx="66675" cy="28575"/>
            </p14:xfrm>
          </p:contentPart>
        </mc:Choice>
        <mc:Fallback xmlns="">
          <p:pic>
            <p:nvPicPr>
              <p:cNvPr id="97" name="筆跡 96">
                <a:extLst>
                  <a:ext uri="{FF2B5EF4-FFF2-40B4-BE49-F238E27FC236}">
                    <a16:creationId xmlns:a16="http://schemas.microsoft.com/office/drawing/2014/main" id="{64A12DAF-6D64-F4B1-6049-3DB17773553A}"/>
                  </a:ext>
                </a:extLst>
              </p:cNvPr>
              <p:cNvPicPr/>
              <p:nvPr/>
            </p:nvPicPr>
            <p:blipFill>
              <a:blip r:embed="rId175"/>
              <a:stretch>
                <a:fillRect/>
              </a:stretch>
            </p:blipFill>
            <p:spPr>
              <a:xfrm>
                <a:off x="10021244" y="4847763"/>
                <a:ext cx="99845" cy="59324"/>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98" name="筆跡 97">
                <a:extLst>
                  <a:ext uri="{FF2B5EF4-FFF2-40B4-BE49-F238E27FC236}">
                    <a16:creationId xmlns:a16="http://schemas.microsoft.com/office/drawing/2014/main" id="{A6B01FB6-570A-8F55-10C6-268D2B729C2C}"/>
                  </a:ext>
                </a:extLst>
              </p14:cNvPr>
              <p14:cNvContentPartPr/>
              <p14:nvPr/>
            </p14:nvContentPartPr>
            <p14:xfrm>
              <a:off x="9990962" y="4936536"/>
              <a:ext cx="66675" cy="9525"/>
            </p14:xfrm>
          </p:contentPart>
        </mc:Choice>
        <mc:Fallback xmlns="">
          <p:pic>
            <p:nvPicPr>
              <p:cNvPr id="98" name="筆跡 97">
                <a:extLst>
                  <a:ext uri="{FF2B5EF4-FFF2-40B4-BE49-F238E27FC236}">
                    <a16:creationId xmlns:a16="http://schemas.microsoft.com/office/drawing/2014/main" id="{A6B01FB6-570A-8F55-10C6-268D2B729C2C}"/>
                  </a:ext>
                </a:extLst>
              </p:cNvPr>
              <p:cNvPicPr/>
              <p:nvPr/>
            </p:nvPicPr>
            <p:blipFill>
              <a:blip r:embed="rId177"/>
              <a:stretch>
                <a:fillRect/>
              </a:stretch>
            </p:blipFill>
            <p:spPr>
              <a:xfrm>
                <a:off x="9972441" y="4460286"/>
                <a:ext cx="103346" cy="95250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99" name="筆跡 98">
                <a:extLst>
                  <a:ext uri="{FF2B5EF4-FFF2-40B4-BE49-F238E27FC236}">
                    <a16:creationId xmlns:a16="http://schemas.microsoft.com/office/drawing/2014/main" id="{BE0AE22B-9FA7-403A-AE08-1D6E299FD4C6}"/>
                  </a:ext>
                </a:extLst>
              </p14:cNvPr>
              <p14:cNvContentPartPr/>
              <p14:nvPr/>
            </p14:nvContentPartPr>
            <p14:xfrm>
              <a:off x="9960406" y="4842463"/>
              <a:ext cx="133350" cy="342900"/>
            </p14:xfrm>
          </p:contentPart>
        </mc:Choice>
        <mc:Fallback xmlns="">
          <p:pic>
            <p:nvPicPr>
              <p:cNvPr id="99" name="筆跡 98">
                <a:extLst>
                  <a:ext uri="{FF2B5EF4-FFF2-40B4-BE49-F238E27FC236}">
                    <a16:creationId xmlns:a16="http://schemas.microsoft.com/office/drawing/2014/main" id="{BE0AE22B-9FA7-403A-AE08-1D6E299FD4C6}"/>
                  </a:ext>
                </a:extLst>
              </p:cNvPr>
              <p:cNvPicPr/>
              <p:nvPr/>
            </p:nvPicPr>
            <p:blipFill>
              <a:blip r:embed="rId179"/>
              <a:stretch>
                <a:fillRect/>
              </a:stretch>
            </p:blipFill>
            <p:spPr>
              <a:xfrm>
                <a:off x="9942888" y="4824659"/>
                <a:ext cx="168743" cy="378151"/>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00" name="筆跡 99">
                <a:extLst>
                  <a:ext uri="{FF2B5EF4-FFF2-40B4-BE49-F238E27FC236}">
                    <a16:creationId xmlns:a16="http://schemas.microsoft.com/office/drawing/2014/main" id="{46537605-1EFA-AE09-4375-6B1AC8CC510C}"/>
                  </a:ext>
                </a:extLst>
              </p14:cNvPr>
              <p14:cNvContentPartPr/>
              <p14:nvPr/>
            </p14:nvContentPartPr>
            <p14:xfrm>
              <a:off x="9953331" y="5002388"/>
              <a:ext cx="38100" cy="28575"/>
            </p14:xfrm>
          </p:contentPart>
        </mc:Choice>
        <mc:Fallback xmlns="">
          <p:pic>
            <p:nvPicPr>
              <p:cNvPr id="100" name="筆跡 99">
                <a:extLst>
                  <a:ext uri="{FF2B5EF4-FFF2-40B4-BE49-F238E27FC236}">
                    <a16:creationId xmlns:a16="http://schemas.microsoft.com/office/drawing/2014/main" id="{46537605-1EFA-AE09-4375-6B1AC8CC510C}"/>
                  </a:ext>
                </a:extLst>
              </p:cNvPr>
              <p:cNvPicPr/>
              <p:nvPr/>
            </p:nvPicPr>
            <p:blipFill>
              <a:blip r:embed="rId181"/>
              <a:stretch>
                <a:fillRect/>
              </a:stretch>
            </p:blipFill>
            <p:spPr>
              <a:xfrm>
                <a:off x="9935014" y="4982667"/>
                <a:ext cx="74368" cy="68419"/>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23" name="筆跡 122">
                <a:extLst>
                  <a:ext uri="{FF2B5EF4-FFF2-40B4-BE49-F238E27FC236}">
                    <a16:creationId xmlns:a16="http://schemas.microsoft.com/office/drawing/2014/main" id="{AFCE9037-62D4-3937-146A-603CD7EA723E}"/>
                  </a:ext>
                </a:extLst>
              </p14:cNvPr>
              <p14:cNvContentPartPr/>
              <p14:nvPr/>
            </p14:nvContentPartPr>
            <p14:xfrm>
              <a:off x="10301405" y="4851466"/>
              <a:ext cx="104775" cy="38100"/>
            </p14:xfrm>
          </p:contentPart>
        </mc:Choice>
        <mc:Fallback xmlns="">
          <p:pic>
            <p:nvPicPr>
              <p:cNvPr id="123" name="筆跡 122">
                <a:extLst>
                  <a:ext uri="{FF2B5EF4-FFF2-40B4-BE49-F238E27FC236}">
                    <a16:creationId xmlns:a16="http://schemas.microsoft.com/office/drawing/2014/main" id="{AFCE9037-62D4-3937-146A-603CD7EA723E}"/>
                  </a:ext>
                </a:extLst>
              </p:cNvPr>
              <p:cNvPicPr/>
              <p:nvPr/>
            </p:nvPicPr>
            <p:blipFill>
              <a:blip r:embed="rId183"/>
              <a:stretch>
                <a:fillRect/>
              </a:stretch>
            </p:blipFill>
            <p:spPr>
              <a:xfrm>
                <a:off x="10283942" y="4834148"/>
                <a:ext cx="139351" cy="7239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24" name="筆跡 123">
                <a:extLst>
                  <a:ext uri="{FF2B5EF4-FFF2-40B4-BE49-F238E27FC236}">
                    <a16:creationId xmlns:a16="http://schemas.microsoft.com/office/drawing/2014/main" id="{8C6AA77D-AAC1-F8C2-401E-63B4C94B58D1}"/>
                  </a:ext>
                </a:extLst>
              </p14:cNvPr>
              <p14:cNvContentPartPr/>
              <p14:nvPr/>
            </p14:nvContentPartPr>
            <p14:xfrm>
              <a:off x="10219864" y="4898907"/>
              <a:ext cx="57150" cy="133350"/>
            </p14:xfrm>
          </p:contentPart>
        </mc:Choice>
        <mc:Fallback xmlns="">
          <p:pic>
            <p:nvPicPr>
              <p:cNvPr id="124" name="筆跡 123">
                <a:extLst>
                  <a:ext uri="{FF2B5EF4-FFF2-40B4-BE49-F238E27FC236}">
                    <a16:creationId xmlns:a16="http://schemas.microsoft.com/office/drawing/2014/main" id="{8C6AA77D-AAC1-F8C2-401E-63B4C94B58D1}"/>
                  </a:ext>
                </a:extLst>
              </p:cNvPr>
              <p:cNvPicPr/>
              <p:nvPr/>
            </p:nvPicPr>
            <p:blipFill>
              <a:blip r:embed="rId185"/>
              <a:stretch>
                <a:fillRect/>
              </a:stretch>
            </p:blipFill>
            <p:spPr>
              <a:xfrm>
                <a:off x="10200686" y="4880887"/>
                <a:ext cx="95122" cy="16903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25" name="筆跡 124">
                <a:extLst>
                  <a:ext uri="{FF2B5EF4-FFF2-40B4-BE49-F238E27FC236}">
                    <a16:creationId xmlns:a16="http://schemas.microsoft.com/office/drawing/2014/main" id="{019044A8-A83E-086C-B8B6-171D28D29A75}"/>
                  </a:ext>
                </a:extLst>
              </p14:cNvPr>
              <p14:cNvContentPartPr/>
              <p14:nvPr/>
            </p14:nvContentPartPr>
            <p14:xfrm>
              <a:off x="10254368" y="4937671"/>
              <a:ext cx="114300" cy="123825"/>
            </p14:xfrm>
          </p:contentPart>
        </mc:Choice>
        <mc:Fallback xmlns="">
          <p:pic>
            <p:nvPicPr>
              <p:cNvPr id="125" name="筆跡 124">
                <a:extLst>
                  <a:ext uri="{FF2B5EF4-FFF2-40B4-BE49-F238E27FC236}">
                    <a16:creationId xmlns:a16="http://schemas.microsoft.com/office/drawing/2014/main" id="{019044A8-A83E-086C-B8B6-171D28D29A75}"/>
                  </a:ext>
                </a:extLst>
              </p:cNvPr>
              <p:cNvPicPr/>
              <p:nvPr/>
            </p:nvPicPr>
            <p:blipFill>
              <a:blip r:embed="rId187"/>
              <a:stretch>
                <a:fillRect/>
              </a:stretch>
            </p:blipFill>
            <p:spPr>
              <a:xfrm>
                <a:off x="10236675" y="4920236"/>
                <a:ext cx="149333" cy="159051"/>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26" name="筆跡 125">
                <a:extLst>
                  <a:ext uri="{FF2B5EF4-FFF2-40B4-BE49-F238E27FC236}">
                    <a16:creationId xmlns:a16="http://schemas.microsoft.com/office/drawing/2014/main" id="{D3C87F95-7F39-16FD-5150-92C38CB0957E}"/>
                  </a:ext>
                </a:extLst>
              </p14:cNvPr>
              <p14:cNvContentPartPr/>
              <p14:nvPr/>
            </p14:nvContentPartPr>
            <p14:xfrm>
              <a:off x="10291997" y="4974166"/>
              <a:ext cx="47625" cy="47625"/>
            </p14:xfrm>
          </p:contentPart>
        </mc:Choice>
        <mc:Fallback xmlns="">
          <p:pic>
            <p:nvPicPr>
              <p:cNvPr id="126" name="筆跡 125">
                <a:extLst>
                  <a:ext uri="{FF2B5EF4-FFF2-40B4-BE49-F238E27FC236}">
                    <a16:creationId xmlns:a16="http://schemas.microsoft.com/office/drawing/2014/main" id="{D3C87F95-7F39-16FD-5150-92C38CB0957E}"/>
                  </a:ext>
                </a:extLst>
              </p:cNvPr>
              <p:cNvPicPr/>
              <p:nvPr/>
            </p:nvPicPr>
            <p:blipFill>
              <a:blip r:embed="rId189"/>
              <a:stretch>
                <a:fillRect/>
              </a:stretch>
            </p:blipFill>
            <p:spPr>
              <a:xfrm>
                <a:off x="10275087" y="4957847"/>
                <a:ext cx="81791" cy="80596"/>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27" name="筆跡 126">
                <a:extLst>
                  <a:ext uri="{FF2B5EF4-FFF2-40B4-BE49-F238E27FC236}">
                    <a16:creationId xmlns:a16="http://schemas.microsoft.com/office/drawing/2014/main" id="{0294C7C1-9C17-8249-4E0D-8D99987E263B}"/>
                  </a:ext>
                </a:extLst>
              </p14:cNvPr>
              <p14:cNvContentPartPr/>
              <p14:nvPr/>
            </p14:nvContentPartPr>
            <p14:xfrm>
              <a:off x="10273182" y="5002388"/>
              <a:ext cx="66675" cy="66675"/>
            </p14:xfrm>
          </p:contentPart>
        </mc:Choice>
        <mc:Fallback xmlns="">
          <p:pic>
            <p:nvPicPr>
              <p:cNvPr id="127" name="筆跡 126">
                <a:extLst>
                  <a:ext uri="{FF2B5EF4-FFF2-40B4-BE49-F238E27FC236}">
                    <a16:creationId xmlns:a16="http://schemas.microsoft.com/office/drawing/2014/main" id="{0294C7C1-9C17-8249-4E0D-8D99987E263B}"/>
                  </a:ext>
                </a:extLst>
              </p:cNvPr>
              <p:cNvPicPr/>
              <p:nvPr/>
            </p:nvPicPr>
            <p:blipFill>
              <a:blip r:embed="rId191"/>
              <a:stretch>
                <a:fillRect/>
              </a:stretch>
            </p:blipFill>
            <p:spPr>
              <a:xfrm>
                <a:off x="10255329" y="4985971"/>
                <a:ext cx="102745" cy="99845"/>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28" name="筆跡 127">
                <a:extLst>
                  <a:ext uri="{FF2B5EF4-FFF2-40B4-BE49-F238E27FC236}">
                    <a16:creationId xmlns:a16="http://schemas.microsoft.com/office/drawing/2014/main" id="{85544454-81C1-7E75-A8C4-69D50BB3515C}"/>
                  </a:ext>
                </a:extLst>
              </p14:cNvPr>
              <p14:cNvContentPartPr/>
              <p14:nvPr/>
            </p14:nvContentPartPr>
            <p14:xfrm>
              <a:off x="10235552" y="5087911"/>
              <a:ext cx="123825" cy="9525"/>
            </p14:xfrm>
          </p:contentPart>
        </mc:Choice>
        <mc:Fallback xmlns="">
          <p:pic>
            <p:nvPicPr>
              <p:cNvPr id="128" name="筆跡 127">
                <a:extLst>
                  <a:ext uri="{FF2B5EF4-FFF2-40B4-BE49-F238E27FC236}">
                    <a16:creationId xmlns:a16="http://schemas.microsoft.com/office/drawing/2014/main" id="{85544454-81C1-7E75-A8C4-69D50BB3515C}"/>
                  </a:ext>
                </a:extLst>
              </p:cNvPr>
              <p:cNvPicPr/>
              <p:nvPr/>
            </p:nvPicPr>
            <p:blipFill>
              <a:blip r:embed="rId193"/>
              <a:stretch>
                <a:fillRect/>
              </a:stretch>
            </p:blipFill>
            <p:spPr>
              <a:xfrm>
                <a:off x="10217761" y="5076005"/>
                <a:ext cx="159051" cy="33099"/>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29" name="筆跡 128">
                <a:extLst>
                  <a:ext uri="{FF2B5EF4-FFF2-40B4-BE49-F238E27FC236}">
                    <a16:creationId xmlns:a16="http://schemas.microsoft.com/office/drawing/2014/main" id="{FE38A765-AC56-E790-D659-A1D5F2E2EF77}"/>
                  </a:ext>
                </a:extLst>
              </p14:cNvPr>
              <p14:cNvContentPartPr/>
              <p14:nvPr/>
            </p14:nvContentPartPr>
            <p14:xfrm>
              <a:off x="10215295" y="4701352"/>
              <a:ext cx="190500" cy="590550"/>
            </p14:xfrm>
          </p:contentPart>
        </mc:Choice>
        <mc:Fallback xmlns="">
          <p:pic>
            <p:nvPicPr>
              <p:cNvPr id="129" name="筆跡 128">
                <a:extLst>
                  <a:ext uri="{FF2B5EF4-FFF2-40B4-BE49-F238E27FC236}">
                    <a16:creationId xmlns:a16="http://schemas.microsoft.com/office/drawing/2014/main" id="{FE38A765-AC56-E790-D659-A1D5F2E2EF77}"/>
                  </a:ext>
                </a:extLst>
              </p:cNvPr>
              <p:cNvPicPr/>
              <p:nvPr/>
            </p:nvPicPr>
            <p:blipFill>
              <a:blip r:embed="rId195"/>
              <a:stretch>
                <a:fillRect/>
              </a:stretch>
            </p:blipFill>
            <p:spPr>
              <a:xfrm>
                <a:off x="10197255" y="4683226"/>
                <a:ext cx="226219" cy="62644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30" name="筆跡 129">
                <a:extLst>
                  <a:ext uri="{FF2B5EF4-FFF2-40B4-BE49-F238E27FC236}">
                    <a16:creationId xmlns:a16="http://schemas.microsoft.com/office/drawing/2014/main" id="{0E8329F0-28B5-D88E-7520-31BC564F6366}"/>
                  </a:ext>
                </a:extLst>
              </p14:cNvPr>
              <p14:cNvContentPartPr/>
              <p14:nvPr/>
            </p14:nvContentPartPr>
            <p14:xfrm>
              <a:off x="10543851" y="4814240"/>
              <a:ext cx="38100" cy="104775"/>
            </p14:xfrm>
          </p:contentPart>
        </mc:Choice>
        <mc:Fallback xmlns="">
          <p:pic>
            <p:nvPicPr>
              <p:cNvPr id="130" name="筆跡 129">
                <a:extLst>
                  <a:ext uri="{FF2B5EF4-FFF2-40B4-BE49-F238E27FC236}">
                    <a16:creationId xmlns:a16="http://schemas.microsoft.com/office/drawing/2014/main" id="{0E8329F0-28B5-D88E-7520-31BC564F6366}"/>
                  </a:ext>
                </a:extLst>
              </p:cNvPr>
              <p:cNvPicPr/>
              <p:nvPr/>
            </p:nvPicPr>
            <p:blipFill>
              <a:blip r:embed="rId197"/>
              <a:stretch>
                <a:fillRect/>
              </a:stretch>
            </p:blipFill>
            <p:spPr>
              <a:xfrm>
                <a:off x="10527032" y="4797352"/>
                <a:ext cx="72081" cy="138896"/>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31" name="筆跡 130">
                <a:extLst>
                  <a:ext uri="{FF2B5EF4-FFF2-40B4-BE49-F238E27FC236}">
                    <a16:creationId xmlns:a16="http://schemas.microsoft.com/office/drawing/2014/main" id="{E1010303-26A9-8EE4-190C-6C62078E3C1C}"/>
                  </a:ext>
                </a:extLst>
              </p14:cNvPr>
              <p14:cNvContentPartPr/>
              <p14:nvPr/>
            </p14:nvContentPartPr>
            <p14:xfrm>
              <a:off x="10498961" y="4917318"/>
              <a:ext cx="104775" cy="19050"/>
            </p14:xfrm>
          </p:contentPart>
        </mc:Choice>
        <mc:Fallback xmlns="">
          <p:pic>
            <p:nvPicPr>
              <p:cNvPr id="131" name="筆跡 130">
                <a:extLst>
                  <a:ext uri="{FF2B5EF4-FFF2-40B4-BE49-F238E27FC236}">
                    <a16:creationId xmlns:a16="http://schemas.microsoft.com/office/drawing/2014/main" id="{E1010303-26A9-8EE4-190C-6C62078E3C1C}"/>
                  </a:ext>
                </a:extLst>
              </p:cNvPr>
              <p:cNvPicPr/>
              <p:nvPr/>
            </p:nvPicPr>
            <p:blipFill>
              <a:blip r:embed="rId199"/>
              <a:stretch>
                <a:fillRect/>
              </a:stretch>
            </p:blipFill>
            <p:spPr>
              <a:xfrm>
                <a:off x="10480755" y="4900942"/>
                <a:ext cx="141558" cy="52137"/>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32" name="筆跡 131">
                <a:extLst>
                  <a:ext uri="{FF2B5EF4-FFF2-40B4-BE49-F238E27FC236}">
                    <a16:creationId xmlns:a16="http://schemas.microsoft.com/office/drawing/2014/main" id="{28E97041-FC1E-AD87-27C3-844E6324C2F7}"/>
                  </a:ext>
                </a:extLst>
              </p14:cNvPr>
              <p14:cNvContentPartPr/>
              <p14:nvPr/>
            </p14:nvContentPartPr>
            <p14:xfrm>
              <a:off x="10441657" y="4983574"/>
              <a:ext cx="85725" cy="38100"/>
            </p14:xfrm>
          </p:contentPart>
        </mc:Choice>
        <mc:Fallback xmlns="">
          <p:pic>
            <p:nvPicPr>
              <p:cNvPr id="132" name="筆跡 131">
                <a:extLst>
                  <a:ext uri="{FF2B5EF4-FFF2-40B4-BE49-F238E27FC236}">
                    <a16:creationId xmlns:a16="http://schemas.microsoft.com/office/drawing/2014/main" id="{28E97041-FC1E-AD87-27C3-844E6324C2F7}"/>
                  </a:ext>
                </a:extLst>
              </p:cNvPr>
              <p:cNvPicPr/>
              <p:nvPr/>
            </p:nvPicPr>
            <p:blipFill>
              <a:blip r:embed="rId201"/>
              <a:stretch>
                <a:fillRect/>
              </a:stretch>
            </p:blipFill>
            <p:spPr>
              <a:xfrm>
                <a:off x="10423723" y="4966097"/>
                <a:ext cx="121235" cy="72705"/>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33" name="筆跡 132">
                <a:extLst>
                  <a:ext uri="{FF2B5EF4-FFF2-40B4-BE49-F238E27FC236}">
                    <a16:creationId xmlns:a16="http://schemas.microsoft.com/office/drawing/2014/main" id="{41AB6DF8-7D25-CA0F-18AC-EE023AE7488F}"/>
                  </a:ext>
                </a:extLst>
              </p14:cNvPr>
              <p14:cNvContentPartPr/>
              <p14:nvPr/>
            </p14:nvContentPartPr>
            <p14:xfrm>
              <a:off x="10360591" y="5021203"/>
              <a:ext cx="238125" cy="209550"/>
            </p14:xfrm>
          </p:contentPart>
        </mc:Choice>
        <mc:Fallback xmlns="">
          <p:pic>
            <p:nvPicPr>
              <p:cNvPr id="133" name="筆跡 132">
                <a:extLst>
                  <a:ext uri="{FF2B5EF4-FFF2-40B4-BE49-F238E27FC236}">
                    <a16:creationId xmlns:a16="http://schemas.microsoft.com/office/drawing/2014/main" id="{41AB6DF8-7D25-CA0F-18AC-EE023AE7488F}"/>
                  </a:ext>
                </a:extLst>
              </p:cNvPr>
              <p:cNvPicPr/>
              <p:nvPr/>
            </p:nvPicPr>
            <p:blipFill>
              <a:blip r:embed="rId203"/>
              <a:stretch>
                <a:fillRect/>
              </a:stretch>
            </p:blipFill>
            <p:spPr>
              <a:xfrm>
                <a:off x="10342633" y="5003740"/>
                <a:ext cx="273682" cy="244831"/>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34" name="筆跡 133">
                <a:extLst>
                  <a:ext uri="{FF2B5EF4-FFF2-40B4-BE49-F238E27FC236}">
                    <a16:creationId xmlns:a16="http://schemas.microsoft.com/office/drawing/2014/main" id="{5D509953-79B9-0C0B-8057-E36ED3880271}"/>
                  </a:ext>
                </a:extLst>
              </p14:cNvPr>
              <p14:cNvContentPartPr/>
              <p14:nvPr/>
            </p14:nvContentPartPr>
            <p14:xfrm>
              <a:off x="10461331" y="5058833"/>
              <a:ext cx="190500" cy="304800"/>
            </p14:xfrm>
          </p:contentPart>
        </mc:Choice>
        <mc:Fallback xmlns="">
          <p:pic>
            <p:nvPicPr>
              <p:cNvPr id="134" name="筆跡 133">
                <a:extLst>
                  <a:ext uri="{FF2B5EF4-FFF2-40B4-BE49-F238E27FC236}">
                    <a16:creationId xmlns:a16="http://schemas.microsoft.com/office/drawing/2014/main" id="{5D509953-79B9-0C0B-8057-E36ED3880271}"/>
                  </a:ext>
                </a:extLst>
              </p:cNvPr>
              <p:cNvPicPr/>
              <p:nvPr/>
            </p:nvPicPr>
            <p:blipFill>
              <a:blip r:embed="rId205"/>
              <a:stretch>
                <a:fillRect/>
              </a:stretch>
            </p:blipFill>
            <p:spPr>
              <a:xfrm>
                <a:off x="10443276" y="5040840"/>
                <a:ext cx="226979" cy="340426"/>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35" name="筆跡 134">
                <a:extLst>
                  <a:ext uri="{FF2B5EF4-FFF2-40B4-BE49-F238E27FC236}">
                    <a16:creationId xmlns:a16="http://schemas.microsoft.com/office/drawing/2014/main" id="{F30FB2E2-0F40-940D-90EA-CF460682574A}"/>
                  </a:ext>
                </a:extLst>
              </p14:cNvPr>
              <p14:cNvContentPartPr/>
              <p14:nvPr/>
            </p14:nvContentPartPr>
            <p14:xfrm>
              <a:off x="10822428" y="4978637"/>
              <a:ext cx="171450" cy="47625"/>
            </p14:xfrm>
          </p:contentPart>
        </mc:Choice>
        <mc:Fallback xmlns="">
          <p:pic>
            <p:nvPicPr>
              <p:cNvPr id="135" name="筆跡 134">
                <a:extLst>
                  <a:ext uri="{FF2B5EF4-FFF2-40B4-BE49-F238E27FC236}">
                    <a16:creationId xmlns:a16="http://schemas.microsoft.com/office/drawing/2014/main" id="{F30FB2E2-0F40-940D-90EA-CF460682574A}"/>
                  </a:ext>
                </a:extLst>
              </p:cNvPr>
              <p:cNvPicPr/>
              <p:nvPr/>
            </p:nvPicPr>
            <p:blipFill>
              <a:blip r:embed="rId207"/>
              <a:stretch>
                <a:fillRect/>
              </a:stretch>
            </p:blipFill>
            <p:spPr>
              <a:xfrm>
                <a:off x="10804304" y="4961848"/>
                <a:ext cx="207335" cy="81545"/>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36" name="筆跡 135">
                <a:extLst>
                  <a:ext uri="{FF2B5EF4-FFF2-40B4-BE49-F238E27FC236}">
                    <a16:creationId xmlns:a16="http://schemas.microsoft.com/office/drawing/2014/main" id="{AA979284-7718-4D3D-9636-DCFAD5F84DD5}"/>
                  </a:ext>
                </a:extLst>
              </p14:cNvPr>
              <p14:cNvContentPartPr/>
              <p14:nvPr/>
            </p14:nvContentPartPr>
            <p14:xfrm>
              <a:off x="10761830" y="4795425"/>
              <a:ext cx="209550" cy="409575"/>
            </p14:xfrm>
          </p:contentPart>
        </mc:Choice>
        <mc:Fallback xmlns="">
          <p:pic>
            <p:nvPicPr>
              <p:cNvPr id="136" name="筆跡 135">
                <a:extLst>
                  <a:ext uri="{FF2B5EF4-FFF2-40B4-BE49-F238E27FC236}">
                    <a16:creationId xmlns:a16="http://schemas.microsoft.com/office/drawing/2014/main" id="{AA979284-7718-4D3D-9636-DCFAD5F84DD5}"/>
                  </a:ext>
                </a:extLst>
              </p:cNvPr>
              <p:cNvPicPr/>
              <p:nvPr/>
            </p:nvPicPr>
            <p:blipFill>
              <a:blip r:embed="rId209"/>
              <a:stretch>
                <a:fillRect/>
              </a:stretch>
            </p:blipFill>
            <p:spPr>
              <a:xfrm>
                <a:off x="10744573" y="4777555"/>
                <a:ext cx="244416" cy="444957"/>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37" name="筆跡 136">
                <a:extLst>
                  <a:ext uri="{FF2B5EF4-FFF2-40B4-BE49-F238E27FC236}">
                    <a16:creationId xmlns:a16="http://schemas.microsoft.com/office/drawing/2014/main" id="{B1880249-4638-E712-8101-CD9B7FD9E7E7}"/>
                  </a:ext>
                </a:extLst>
              </p14:cNvPr>
              <p14:cNvContentPartPr/>
              <p14:nvPr/>
            </p14:nvContentPartPr>
            <p14:xfrm>
              <a:off x="10627003" y="4851870"/>
              <a:ext cx="390525" cy="504825"/>
            </p14:xfrm>
          </p:contentPart>
        </mc:Choice>
        <mc:Fallback xmlns="">
          <p:pic>
            <p:nvPicPr>
              <p:cNvPr id="137" name="筆跡 136">
                <a:extLst>
                  <a:ext uri="{FF2B5EF4-FFF2-40B4-BE49-F238E27FC236}">
                    <a16:creationId xmlns:a16="http://schemas.microsoft.com/office/drawing/2014/main" id="{B1880249-4638-E712-8101-CD9B7FD9E7E7}"/>
                  </a:ext>
                </a:extLst>
              </p:cNvPr>
              <p:cNvPicPr/>
              <p:nvPr/>
            </p:nvPicPr>
            <p:blipFill>
              <a:blip r:embed="rId211"/>
              <a:stretch>
                <a:fillRect/>
              </a:stretch>
            </p:blipFill>
            <p:spPr>
              <a:xfrm>
                <a:off x="10609334" y="4833943"/>
                <a:ext cx="426224" cy="540321"/>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38" name="筆跡 137">
                <a:extLst>
                  <a:ext uri="{FF2B5EF4-FFF2-40B4-BE49-F238E27FC236}">
                    <a16:creationId xmlns:a16="http://schemas.microsoft.com/office/drawing/2014/main" id="{C9E792BC-B9AA-82CB-F0BE-0B29A49EE27D}"/>
                  </a:ext>
                </a:extLst>
              </p14:cNvPr>
              <p14:cNvContentPartPr/>
              <p14:nvPr/>
            </p14:nvContentPartPr>
            <p14:xfrm>
              <a:off x="10945013" y="4964758"/>
              <a:ext cx="190500" cy="333375"/>
            </p14:xfrm>
          </p:contentPart>
        </mc:Choice>
        <mc:Fallback xmlns="">
          <p:pic>
            <p:nvPicPr>
              <p:cNvPr id="138" name="筆跡 137">
                <a:extLst>
                  <a:ext uri="{FF2B5EF4-FFF2-40B4-BE49-F238E27FC236}">
                    <a16:creationId xmlns:a16="http://schemas.microsoft.com/office/drawing/2014/main" id="{C9E792BC-B9AA-82CB-F0BE-0B29A49EE27D}"/>
                  </a:ext>
                </a:extLst>
              </p:cNvPr>
              <p:cNvPicPr/>
              <p:nvPr/>
            </p:nvPicPr>
            <p:blipFill>
              <a:blip r:embed="rId213"/>
              <a:stretch>
                <a:fillRect/>
              </a:stretch>
            </p:blipFill>
            <p:spPr>
              <a:xfrm>
                <a:off x="10927439" y="4946854"/>
                <a:ext cx="225296" cy="368825"/>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39" name="筆跡 138">
                <a:extLst>
                  <a:ext uri="{FF2B5EF4-FFF2-40B4-BE49-F238E27FC236}">
                    <a16:creationId xmlns:a16="http://schemas.microsoft.com/office/drawing/2014/main" id="{5CB876F0-683B-65A2-BC69-D50329A11266}"/>
                  </a:ext>
                </a:extLst>
              </p14:cNvPr>
              <p14:cNvContentPartPr/>
              <p14:nvPr/>
            </p14:nvContentPartPr>
            <p14:xfrm>
              <a:off x="10941108" y="5162314"/>
              <a:ext cx="333375" cy="142875"/>
            </p14:xfrm>
          </p:contentPart>
        </mc:Choice>
        <mc:Fallback xmlns="">
          <p:pic>
            <p:nvPicPr>
              <p:cNvPr id="139" name="筆跡 138">
                <a:extLst>
                  <a:ext uri="{FF2B5EF4-FFF2-40B4-BE49-F238E27FC236}">
                    <a16:creationId xmlns:a16="http://schemas.microsoft.com/office/drawing/2014/main" id="{5CB876F0-683B-65A2-BC69-D50329A11266}"/>
                  </a:ext>
                </a:extLst>
              </p:cNvPr>
              <p:cNvPicPr/>
              <p:nvPr/>
            </p:nvPicPr>
            <p:blipFill>
              <a:blip r:embed="rId215"/>
              <a:stretch>
                <a:fillRect/>
              </a:stretch>
            </p:blipFill>
            <p:spPr>
              <a:xfrm>
                <a:off x="10922931" y="5144409"/>
                <a:ext cx="369366" cy="179051"/>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40" name="筆跡 139">
                <a:extLst>
                  <a:ext uri="{FF2B5EF4-FFF2-40B4-BE49-F238E27FC236}">
                    <a16:creationId xmlns:a16="http://schemas.microsoft.com/office/drawing/2014/main" id="{58F1062F-823B-74EF-73ED-AAFC19239866}"/>
                  </a:ext>
                </a:extLst>
              </p14:cNvPr>
              <p14:cNvContentPartPr/>
              <p14:nvPr/>
            </p14:nvContentPartPr>
            <p14:xfrm>
              <a:off x="11242145" y="5284611"/>
              <a:ext cx="9525" cy="9525"/>
            </p14:xfrm>
          </p:contentPart>
        </mc:Choice>
        <mc:Fallback xmlns="">
          <p:pic>
            <p:nvPicPr>
              <p:cNvPr id="140" name="筆跡 139">
                <a:extLst>
                  <a:ext uri="{FF2B5EF4-FFF2-40B4-BE49-F238E27FC236}">
                    <a16:creationId xmlns:a16="http://schemas.microsoft.com/office/drawing/2014/main" id="{58F1062F-823B-74EF-73ED-AAFC19239866}"/>
                  </a:ext>
                </a:extLst>
              </p:cNvPr>
              <p:cNvPicPr/>
              <p:nvPr/>
            </p:nvPicPr>
            <p:blipFill>
              <a:blip r:embed="rId93"/>
              <a:stretch>
                <a:fillRect/>
              </a:stretch>
            </p:blipFill>
            <p:spPr>
              <a:xfrm>
                <a:off x="10775420" y="4817886"/>
                <a:ext cx="952500" cy="952500"/>
              </a:xfrm>
              <a:prstGeom prst="rect">
                <a:avLst/>
              </a:prstGeom>
            </p:spPr>
          </p:pic>
        </mc:Fallback>
      </mc:AlternateContent>
    </p:spTree>
    <p:extLst>
      <p:ext uri="{BB962C8B-B14F-4D97-AF65-F5344CB8AC3E}">
        <p14:creationId xmlns:p14="http://schemas.microsoft.com/office/powerpoint/2010/main" val="139183490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641131" y="872359"/>
            <a:ext cx="10669997" cy="4866289"/>
          </a:xfrm>
        </p:spPr>
        <p:txBody>
          <a:bodyPr>
            <a:normAutofit/>
          </a:bodyPr>
          <a:lstStyle/>
          <a:p>
            <a:pPr marL="342900" lvl="1" indent="-342900" algn="just"/>
            <a:r>
              <a:rPr lang="zh-TW" altLang="en-US" sz="2600">
                <a:latin typeface="Consolas" panose="020B0609020204030204" pitchFamily="49" charset="0"/>
                <a:ea typeface="+mj-ea"/>
              </a:rPr>
              <a:t>主要負責渲染</a:t>
            </a:r>
            <a:r>
              <a:rPr lang="en-US" altLang="zh-TW" sz="2600">
                <a:latin typeface="Consolas" panose="020B0609020204030204" pitchFamily="49" charset="0"/>
                <a:ea typeface="+mj-ea"/>
              </a:rPr>
              <a:t>(</a:t>
            </a:r>
            <a:r>
              <a:rPr lang="zh-TW" altLang="en-US" sz="2600">
                <a:latin typeface="Consolas" panose="020B0609020204030204" pitchFamily="49" charset="0"/>
                <a:ea typeface="+mj-ea"/>
              </a:rPr>
              <a:t>回應</a:t>
            </a:r>
            <a:r>
              <a:rPr lang="en-US" altLang="zh-TW" sz="2600">
                <a:latin typeface="Consolas" panose="020B0609020204030204" pitchFamily="49" charset="0"/>
                <a:ea typeface="+mj-ea"/>
              </a:rPr>
              <a:t>)</a:t>
            </a:r>
            <a:r>
              <a:rPr lang="zh-TW" altLang="en-US" sz="2600">
                <a:latin typeface="Consolas" panose="020B0609020204030204" pitchFamily="49" charset="0"/>
                <a:ea typeface="+mj-ea"/>
              </a:rPr>
              <a:t>畫面給使用者，直白的可理解成「使用者看到的畫面」，不論這個畫面是由</a:t>
            </a:r>
            <a:r>
              <a:rPr lang="en-US" altLang="zh-TW" sz="2600">
                <a:latin typeface="Consolas" panose="020B0609020204030204" pitchFamily="49" charset="0"/>
                <a:ea typeface="+mj-ea"/>
              </a:rPr>
              <a:t>JSP</a:t>
            </a:r>
            <a:r>
              <a:rPr lang="zh-TW" altLang="en-US" sz="2600">
                <a:latin typeface="Consolas" panose="020B0609020204030204" pitchFamily="49" charset="0"/>
                <a:ea typeface="+mj-ea"/>
              </a:rPr>
              <a:t>、</a:t>
            </a:r>
            <a:r>
              <a:rPr lang="en-US" altLang="zh-TW" sz="2600">
                <a:latin typeface="Consolas" panose="020B0609020204030204" pitchFamily="49" charset="0"/>
                <a:ea typeface="+mj-ea"/>
              </a:rPr>
              <a:t>HTML</a:t>
            </a:r>
            <a:r>
              <a:rPr lang="zh-TW" altLang="en-US" sz="2600">
                <a:latin typeface="Consolas" panose="020B0609020204030204" pitchFamily="49" charset="0"/>
                <a:ea typeface="+mj-ea"/>
              </a:rPr>
              <a:t>或</a:t>
            </a:r>
            <a:r>
              <a:rPr lang="en-US" altLang="zh-TW" sz="2600">
                <a:latin typeface="Consolas" panose="020B0609020204030204" pitchFamily="49" charset="0"/>
                <a:ea typeface="+mj-ea"/>
              </a:rPr>
              <a:t>Servlet</a:t>
            </a:r>
            <a:r>
              <a:rPr lang="zh-TW" altLang="en-US" sz="2600">
                <a:latin typeface="Consolas" panose="020B0609020204030204" pitchFamily="49" charset="0"/>
                <a:ea typeface="+mj-ea"/>
              </a:rPr>
              <a:t>產生。</a:t>
            </a:r>
            <a:endParaRPr lang="en-US" altLang="zh-TW" sz="2600">
              <a:latin typeface="Consolas" panose="020B0609020204030204" pitchFamily="49" charset="0"/>
              <a:ea typeface="+mj-ea"/>
            </a:endParaRPr>
          </a:p>
          <a:p>
            <a:pPr marL="342900" lvl="1" indent="-342900" algn="just"/>
            <a:r>
              <a:rPr lang="zh-TW" altLang="en-US" sz="2600">
                <a:latin typeface="Consolas" panose="020B0609020204030204" pitchFamily="49" charset="0"/>
                <a:ea typeface="+mj-ea"/>
              </a:rPr>
              <a:t>負責產生「使用者看到的畫面」的程式稱之為</a:t>
            </a:r>
            <a:r>
              <a:rPr lang="en-US" altLang="zh-TW" sz="2600">
                <a:latin typeface="Consolas" panose="020B0609020204030204" pitchFamily="49" charset="0"/>
                <a:ea typeface="+mj-ea"/>
              </a:rPr>
              <a:t>View</a:t>
            </a:r>
            <a:r>
              <a:rPr lang="zh-TW" altLang="en-US" sz="2600">
                <a:latin typeface="Consolas" panose="020B0609020204030204" pitchFamily="49" charset="0"/>
                <a:ea typeface="+mj-ea"/>
              </a:rPr>
              <a:t>。</a:t>
            </a:r>
            <a:endParaRPr lang="en-US" altLang="zh-TW" sz="2600">
              <a:latin typeface="Consolas" panose="020B0609020204030204" pitchFamily="49" charset="0"/>
              <a:ea typeface="+mj-ea"/>
            </a:endParaRPr>
          </a:p>
          <a:p>
            <a:pPr marL="342900" lvl="1" indent="-342900" algn="just"/>
            <a:r>
              <a:rPr lang="zh-TW" altLang="en-US" sz="2600">
                <a:latin typeface="Consolas" panose="020B0609020204030204" pitchFamily="49" charset="0"/>
                <a:ea typeface="+mj-ea"/>
              </a:rPr>
              <a:t>在</a:t>
            </a:r>
            <a:r>
              <a:rPr lang="en-US" altLang="zh-TW" sz="2600">
                <a:latin typeface="Consolas" panose="020B0609020204030204" pitchFamily="49" charset="0"/>
                <a:ea typeface="+mj-ea"/>
              </a:rPr>
              <a:t>Jave web</a:t>
            </a:r>
            <a:r>
              <a:rPr lang="zh-TW" altLang="en-US" sz="2600">
                <a:latin typeface="Consolas" panose="020B0609020204030204" pitchFamily="49" charset="0"/>
                <a:ea typeface="+mj-ea"/>
              </a:rPr>
              <a:t>中，通常是由</a:t>
            </a:r>
            <a:r>
              <a:rPr lang="en-US" altLang="zh-TW" sz="2600">
                <a:latin typeface="Consolas" panose="020B0609020204030204" pitchFamily="49" charset="0"/>
                <a:ea typeface="+mj-ea"/>
              </a:rPr>
              <a:t>JSP</a:t>
            </a:r>
            <a:r>
              <a:rPr lang="zh-TW" altLang="en-US" sz="2600">
                <a:latin typeface="Consolas" panose="020B0609020204030204" pitchFamily="49" charset="0"/>
                <a:ea typeface="+mj-ea"/>
              </a:rPr>
              <a:t>扮演此角色。</a:t>
            </a:r>
            <a:endParaRPr lang="en-US" altLang="zh-TW" sz="2600">
              <a:latin typeface="Consolas" panose="020B0609020204030204" pitchFamily="49" charset="0"/>
              <a:ea typeface="+mj-ea"/>
            </a:endParaRPr>
          </a:p>
          <a:p>
            <a:pPr marL="400050" lvl="2" indent="0" algn="just">
              <a:buNone/>
            </a:pPr>
            <a:endParaRPr lang="en-US" altLang="zh-TW" sz="2600">
              <a:latin typeface="Consolas" panose="020B0609020204030204" pitchFamily="49" charset="0"/>
              <a:ea typeface="+mj-ea"/>
            </a:endParaRPr>
          </a:p>
          <a:p>
            <a:pPr marL="125730" lvl="1" indent="0" algn="just">
              <a:buNone/>
            </a:pPr>
            <a:r>
              <a:rPr lang="en-US" altLang="zh-TW" sz="2600">
                <a:latin typeface="Consolas" panose="020B0609020204030204" pitchFamily="49" charset="0"/>
                <a:ea typeface="+mj-ea"/>
              </a:rPr>
              <a:t>【</a:t>
            </a:r>
            <a:r>
              <a:rPr lang="zh-TW" altLang="en-US" sz="2600">
                <a:latin typeface="Consolas" panose="020B0609020204030204" pitchFamily="49" charset="0"/>
                <a:ea typeface="+mj-ea"/>
              </a:rPr>
              <a:t>渲染</a:t>
            </a:r>
            <a:r>
              <a:rPr lang="en-US" altLang="zh-TW" sz="2600">
                <a:latin typeface="Consolas" panose="020B0609020204030204" pitchFamily="49" charset="0"/>
                <a:ea typeface="+mj-ea"/>
              </a:rPr>
              <a:t>】</a:t>
            </a:r>
          </a:p>
          <a:p>
            <a:pPr marL="742950" lvl="2" indent="-342900" algn="just"/>
            <a:r>
              <a:rPr lang="zh-TW" altLang="en-US" sz="2600">
                <a:latin typeface="Consolas" panose="020B0609020204030204" pitchFamily="49" charset="0"/>
                <a:ea typeface="+mj-ea"/>
              </a:rPr>
              <a:t>原指在電腦繪圖中，以軟體由模型生成圖像的過程。</a:t>
            </a:r>
            <a:endParaRPr lang="en-US" altLang="zh-TW" sz="2600">
              <a:latin typeface="Consolas" panose="020B0609020204030204" pitchFamily="49" charset="0"/>
              <a:ea typeface="+mj-ea"/>
            </a:endParaRPr>
          </a:p>
          <a:p>
            <a:pPr marL="742950" lvl="2" indent="-342900" algn="just"/>
            <a:r>
              <a:rPr lang="zh-TW" altLang="en-US" sz="2600">
                <a:latin typeface="Consolas" panose="020B0609020204030204" pitchFamily="49" charset="0"/>
                <a:ea typeface="+mj-ea"/>
              </a:rPr>
              <a:t>在網頁設計中，也被拿來指「把超文本</a:t>
            </a:r>
            <a:r>
              <a:rPr lang="en-US" altLang="zh-TW" sz="2600">
                <a:latin typeface="Consolas" panose="020B0609020204030204" pitchFamily="49" charset="0"/>
                <a:ea typeface="+mj-ea"/>
              </a:rPr>
              <a:t>(HTML)</a:t>
            </a:r>
            <a:r>
              <a:rPr lang="zh-TW" altLang="en-US" sz="2600">
                <a:latin typeface="Consolas" panose="020B0609020204030204" pitchFamily="49" charset="0"/>
                <a:ea typeface="+mj-ea"/>
              </a:rPr>
              <a:t>的文字轉成畫面，呈現在瀏覽器上」的行為。</a:t>
            </a:r>
            <a:endParaRPr lang="en-US" altLang="zh-TW" sz="2600">
              <a:latin typeface="Consolas" panose="020B0609020204030204" pitchFamily="49" charset="0"/>
              <a:ea typeface="+mj-ea"/>
            </a:endParaRPr>
          </a:p>
          <a:p>
            <a:pPr marL="742950" lvl="2" indent="-342900" algn="just"/>
            <a:r>
              <a:rPr lang="zh-TW" altLang="en-US" sz="2600">
                <a:latin typeface="Consolas" panose="020B0609020204030204" pitchFamily="49" charset="0"/>
                <a:ea typeface="+mj-ea"/>
              </a:rPr>
              <a:t>在</a:t>
            </a:r>
            <a:r>
              <a:rPr lang="en-US" altLang="zh-TW" sz="2600">
                <a:latin typeface="Consolas" panose="020B0609020204030204" pitchFamily="49" charset="0"/>
                <a:ea typeface="+mj-ea"/>
              </a:rPr>
              <a:t>JSP</a:t>
            </a:r>
            <a:r>
              <a:rPr lang="zh-TW" altLang="en-US" sz="2600">
                <a:latin typeface="Consolas" panose="020B0609020204030204" pitchFamily="49" charset="0"/>
                <a:ea typeface="+mj-ea"/>
              </a:rPr>
              <a:t>中，後端渲染是指「把資料填入挖好洞的</a:t>
            </a:r>
            <a:r>
              <a:rPr lang="en-US" altLang="zh-TW" sz="2600">
                <a:latin typeface="Consolas" panose="020B0609020204030204" pitchFamily="49" charset="0"/>
                <a:ea typeface="+mj-ea"/>
              </a:rPr>
              <a:t>JSP</a:t>
            </a:r>
            <a:r>
              <a:rPr lang="zh-TW" altLang="en-US" sz="2600">
                <a:latin typeface="Consolas" panose="020B0609020204030204" pitchFamily="49" charset="0"/>
                <a:ea typeface="+mj-ea"/>
              </a:rPr>
              <a:t>頁面」，完成後回應成</a:t>
            </a:r>
            <a:r>
              <a:rPr lang="en-US" altLang="zh-TW" sz="2600">
                <a:latin typeface="Consolas" panose="020B0609020204030204" pitchFamily="49" charset="0"/>
                <a:ea typeface="+mj-ea"/>
              </a:rPr>
              <a:t>HTML</a:t>
            </a:r>
            <a:r>
              <a:rPr lang="zh-TW" altLang="en-US" sz="2600">
                <a:latin typeface="Consolas" panose="020B0609020204030204" pitchFamily="49" charset="0"/>
                <a:ea typeface="+mj-ea"/>
              </a:rPr>
              <a:t>給客戶端。</a:t>
            </a:r>
            <a:endParaRPr lang="en-US" altLang="zh-TW" sz="2600">
              <a:latin typeface="Consolas" panose="020B0609020204030204" pitchFamily="49" charset="0"/>
              <a:ea typeface="+mj-ea"/>
            </a:endParaRPr>
          </a:p>
          <a:p>
            <a:pPr marL="742950" lvl="2" indent="-342900" algn="just"/>
            <a:endParaRPr lang="en-US" altLang="zh-TW" sz="2600">
              <a:latin typeface="Consolas" panose="020B0609020204030204" pitchFamily="49" charset="0"/>
              <a:ea typeface="+mj-ea"/>
            </a:endParaRPr>
          </a:p>
          <a:p>
            <a:pPr marL="468630" lvl="1" indent="-342900" algn="just"/>
            <a:endParaRPr lang="en-US" altLang="zh-TW" sz="2600">
              <a:latin typeface="Consolas" panose="020B0609020204030204" pitchFamily="49" charset="0"/>
              <a:ea typeface="+mj-ea"/>
            </a:endParaRPr>
          </a:p>
        </p:txBody>
      </p:sp>
      <p:sp>
        <p:nvSpPr>
          <p:cNvPr id="6" name="文字方塊 5">
            <a:extLst>
              <a:ext uri="{FF2B5EF4-FFF2-40B4-BE49-F238E27FC236}">
                <a16:creationId xmlns:a16="http://schemas.microsoft.com/office/drawing/2014/main" id="{21BD539D-EA2E-4485-955C-2638A83B7B82}"/>
              </a:ext>
            </a:extLst>
          </p:cNvPr>
          <p:cNvSpPr txBox="1"/>
          <p:nvPr/>
        </p:nvSpPr>
        <p:spPr>
          <a:xfrm>
            <a:off x="204969" y="117822"/>
            <a:ext cx="1161494"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zh-TW" sz="3200">
                <a:latin typeface="Consolas" panose="020B0609020204030204" pitchFamily="49" charset="0"/>
                <a:ea typeface="+mj-ea"/>
              </a:rPr>
              <a:t>View</a:t>
            </a:r>
            <a:endParaRPr lang="zh-TW" altLang="en-US" sz="3200">
              <a:latin typeface="Consolas" panose="020B0609020204030204" pitchFamily="49" charset="0"/>
              <a:ea typeface="+mj-ea"/>
            </a:endParaRPr>
          </a:p>
        </p:txBody>
      </p:sp>
      <p:sp>
        <p:nvSpPr>
          <p:cNvPr id="2" name="投影片編號版面配置區 1">
            <a:extLst>
              <a:ext uri="{FF2B5EF4-FFF2-40B4-BE49-F238E27FC236}">
                <a16:creationId xmlns:a16="http://schemas.microsoft.com/office/drawing/2014/main" id="{68EB81F3-7E12-4A0C-977D-B9D3B3D64571}"/>
              </a:ext>
            </a:extLst>
          </p:cNvPr>
          <p:cNvSpPr>
            <a:spLocks noGrp="1"/>
          </p:cNvSpPr>
          <p:nvPr>
            <p:ph type="sldNum" sz="quarter" idx="12"/>
          </p:nvPr>
        </p:nvSpPr>
        <p:spPr/>
        <p:txBody>
          <a:bodyPr/>
          <a:lstStyle/>
          <a:p>
            <a:fld id="{B521127C-0C56-461F-B517-0D483F216F7D}" type="slidenum">
              <a:rPr lang="zh-TW" altLang="en-US" smtClean="0">
                <a:latin typeface="Consolas" panose="020B0609020204030204" pitchFamily="49" charset="0"/>
              </a:rPr>
              <a:t>119</a:t>
            </a:fld>
            <a:endParaRPr lang="zh-TW" altLang="en-US">
              <a:latin typeface="Consolas" panose="020B0609020204030204" pitchFamily="49" charset="0"/>
            </a:endParaRPr>
          </a:p>
        </p:txBody>
      </p:sp>
      <mc:AlternateContent xmlns:mc="http://schemas.openxmlformats.org/markup-compatibility/2006" xmlns:p14="http://schemas.microsoft.com/office/powerpoint/2010/main">
        <mc:Choice Requires="p14">
          <p:contentPart p14:bwMode="auto" r:id="rId2">
            <p14:nvContentPartPr>
              <p14:cNvPr id="4" name="筆跡 3">
                <a:extLst>
                  <a:ext uri="{FF2B5EF4-FFF2-40B4-BE49-F238E27FC236}">
                    <a16:creationId xmlns:a16="http://schemas.microsoft.com/office/drawing/2014/main" id="{550EB21C-8BBF-25E8-EE23-488D2775F937}"/>
                  </a:ext>
                </a:extLst>
              </p14:cNvPr>
              <p14:cNvContentPartPr/>
              <p14:nvPr/>
            </p14:nvContentPartPr>
            <p14:xfrm>
              <a:off x="5021619" y="1634536"/>
              <a:ext cx="533400" cy="66675"/>
            </p14:xfrm>
          </p:contentPart>
        </mc:Choice>
        <mc:Fallback xmlns="">
          <p:pic>
            <p:nvPicPr>
              <p:cNvPr id="4" name="筆跡 3">
                <a:extLst>
                  <a:ext uri="{FF2B5EF4-FFF2-40B4-BE49-F238E27FC236}">
                    <a16:creationId xmlns:a16="http://schemas.microsoft.com/office/drawing/2014/main" id="{550EB21C-8BBF-25E8-EE23-488D2775F937}"/>
                  </a:ext>
                </a:extLst>
              </p:cNvPr>
              <p:cNvPicPr/>
              <p:nvPr/>
            </p:nvPicPr>
            <p:blipFill>
              <a:blip r:embed="rId3"/>
              <a:stretch>
                <a:fillRect/>
              </a:stretch>
            </p:blipFill>
            <p:spPr>
              <a:xfrm>
                <a:off x="5004078" y="1617250"/>
                <a:ext cx="568841" cy="101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筆跡 4">
                <a:extLst>
                  <a:ext uri="{FF2B5EF4-FFF2-40B4-BE49-F238E27FC236}">
                    <a16:creationId xmlns:a16="http://schemas.microsoft.com/office/drawing/2014/main" id="{28947EE0-00AB-67B6-5D05-AB716A98603E}"/>
                  </a:ext>
                </a:extLst>
              </p14:cNvPr>
              <p14:cNvContentPartPr/>
              <p14:nvPr/>
            </p14:nvContentPartPr>
            <p14:xfrm>
              <a:off x="5923789" y="1605567"/>
              <a:ext cx="733425" cy="47625"/>
            </p14:xfrm>
          </p:contentPart>
        </mc:Choice>
        <mc:Fallback xmlns="">
          <p:pic>
            <p:nvPicPr>
              <p:cNvPr id="5" name="筆跡 4">
                <a:extLst>
                  <a:ext uri="{FF2B5EF4-FFF2-40B4-BE49-F238E27FC236}">
                    <a16:creationId xmlns:a16="http://schemas.microsoft.com/office/drawing/2014/main" id="{28947EE0-00AB-67B6-5D05-AB716A98603E}"/>
                  </a:ext>
                </a:extLst>
              </p:cNvPr>
              <p:cNvPicPr/>
              <p:nvPr/>
            </p:nvPicPr>
            <p:blipFill>
              <a:blip r:embed="rId5"/>
              <a:stretch>
                <a:fillRect/>
              </a:stretch>
            </p:blipFill>
            <p:spPr>
              <a:xfrm>
                <a:off x="5905866" y="1586517"/>
                <a:ext cx="768913" cy="85344"/>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筆跡 6">
                <a:extLst>
                  <a:ext uri="{FF2B5EF4-FFF2-40B4-BE49-F238E27FC236}">
                    <a16:creationId xmlns:a16="http://schemas.microsoft.com/office/drawing/2014/main" id="{3DF30D35-11E7-5688-D396-55BEB6839677}"/>
                  </a:ext>
                </a:extLst>
              </p14:cNvPr>
              <p14:cNvContentPartPr/>
              <p14:nvPr/>
            </p14:nvContentPartPr>
            <p14:xfrm>
              <a:off x="6966470" y="1548425"/>
              <a:ext cx="1171575" cy="104775"/>
            </p14:xfrm>
          </p:contentPart>
        </mc:Choice>
        <mc:Fallback xmlns="">
          <p:pic>
            <p:nvPicPr>
              <p:cNvPr id="7" name="筆跡 6">
                <a:extLst>
                  <a:ext uri="{FF2B5EF4-FFF2-40B4-BE49-F238E27FC236}">
                    <a16:creationId xmlns:a16="http://schemas.microsoft.com/office/drawing/2014/main" id="{3DF30D35-11E7-5688-D396-55BEB6839677}"/>
                  </a:ext>
                </a:extLst>
              </p:cNvPr>
              <p:cNvPicPr/>
              <p:nvPr/>
            </p:nvPicPr>
            <p:blipFill>
              <a:blip r:embed="rId7"/>
              <a:stretch>
                <a:fillRect/>
              </a:stretch>
            </p:blipFill>
            <p:spPr>
              <a:xfrm>
                <a:off x="6948545" y="1530962"/>
                <a:ext cx="1207066" cy="140056"/>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筆跡 7">
                <a:extLst>
                  <a:ext uri="{FF2B5EF4-FFF2-40B4-BE49-F238E27FC236}">
                    <a16:creationId xmlns:a16="http://schemas.microsoft.com/office/drawing/2014/main" id="{15C764F7-7626-C30E-9817-549CCB5EF61F}"/>
                  </a:ext>
                </a:extLst>
              </p14:cNvPr>
              <p14:cNvContentPartPr/>
              <p14:nvPr/>
            </p14:nvContentPartPr>
            <p14:xfrm>
              <a:off x="7885848" y="1672370"/>
              <a:ext cx="1085850" cy="495300"/>
            </p14:xfrm>
          </p:contentPart>
        </mc:Choice>
        <mc:Fallback xmlns="">
          <p:pic>
            <p:nvPicPr>
              <p:cNvPr id="8" name="筆跡 7">
                <a:extLst>
                  <a:ext uri="{FF2B5EF4-FFF2-40B4-BE49-F238E27FC236}">
                    <a16:creationId xmlns:a16="http://schemas.microsoft.com/office/drawing/2014/main" id="{15C764F7-7626-C30E-9817-549CCB5EF61F}"/>
                  </a:ext>
                </a:extLst>
              </p:cNvPr>
              <p:cNvPicPr/>
              <p:nvPr/>
            </p:nvPicPr>
            <p:blipFill>
              <a:blip r:embed="rId9"/>
              <a:stretch>
                <a:fillRect/>
              </a:stretch>
            </p:blipFill>
            <p:spPr>
              <a:xfrm>
                <a:off x="7868201" y="1654293"/>
                <a:ext cx="1121505" cy="531092"/>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筆跡 8">
                <a:extLst>
                  <a:ext uri="{FF2B5EF4-FFF2-40B4-BE49-F238E27FC236}">
                    <a16:creationId xmlns:a16="http://schemas.microsoft.com/office/drawing/2014/main" id="{E3DB38D4-A43C-5708-1AC8-12EAD5A1709B}"/>
                  </a:ext>
                </a:extLst>
              </p14:cNvPr>
              <p14:cNvContentPartPr/>
              <p14:nvPr/>
            </p14:nvContentPartPr>
            <p14:xfrm>
              <a:off x="8853878" y="1834273"/>
              <a:ext cx="238125" cy="371475"/>
            </p14:xfrm>
          </p:contentPart>
        </mc:Choice>
        <mc:Fallback xmlns="">
          <p:pic>
            <p:nvPicPr>
              <p:cNvPr id="9" name="筆跡 8">
                <a:extLst>
                  <a:ext uri="{FF2B5EF4-FFF2-40B4-BE49-F238E27FC236}">
                    <a16:creationId xmlns:a16="http://schemas.microsoft.com/office/drawing/2014/main" id="{E3DB38D4-A43C-5708-1AC8-12EAD5A1709B}"/>
                  </a:ext>
                </a:extLst>
              </p:cNvPr>
              <p:cNvPicPr/>
              <p:nvPr/>
            </p:nvPicPr>
            <p:blipFill>
              <a:blip r:embed="rId11"/>
              <a:stretch>
                <a:fillRect/>
              </a:stretch>
            </p:blipFill>
            <p:spPr>
              <a:xfrm>
                <a:off x="8836064" y="1816240"/>
                <a:ext cx="274116" cy="4071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筆跡 9">
                <a:extLst>
                  <a:ext uri="{FF2B5EF4-FFF2-40B4-BE49-F238E27FC236}">
                    <a16:creationId xmlns:a16="http://schemas.microsoft.com/office/drawing/2014/main" id="{B3E6E998-9E3C-A954-E7E6-9EB3FFFA5407}"/>
                  </a:ext>
                </a:extLst>
              </p14:cNvPr>
              <p14:cNvContentPartPr/>
              <p14:nvPr/>
            </p14:nvContentPartPr>
            <p14:xfrm>
              <a:off x="9237631" y="1774489"/>
              <a:ext cx="247650" cy="314325"/>
            </p14:xfrm>
          </p:contentPart>
        </mc:Choice>
        <mc:Fallback xmlns="">
          <p:pic>
            <p:nvPicPr>
              <p:cNvPr id="10" name="筆跡 9">
                <a:extLst>
                  <a:ext uri="{FF2B5EF4-FFF2-40B4-BE49-F238E27FC236}">
                    <a16:creationId xmlns:a16="http://schemas.microsoft.com/office/drawing/2014/main" id="{B3E6E998-9E3C-A954-E7E6-9EB3FFFA5407}"/>
                  </a:ext>
                </a:extLst>
              </p:cNvPr>
              <p:cNvPicPr/>
              <p:nvPr/>
            </p:nvPicPr>
            <p:blipFill>
              <a:blip r:embed="rId13"/>
              <a:stretch>
                <a:fillRect/>
              </a:stretch>
            </p:blipFill>
            <p:spPr>
              <a:xfrm>
                <a:off x="9219916" y="1756257"/>
                <a:ext cx="283442" cy="350425"/>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筆跡 10">
                <a:extLst>
                  <a:ext uri="{FF2B5EF4-FFF2-40B4-BE49-F238E27FC236}">
                    <a16:creationId xmlns:a16="http://schemas.microsoft.com/office/drawing/2014/main" id="{F2108121-1F38-5F48-1772-139E9CB10E24}"/>
                  </a:ext>
                </a:extLst>
              </p14:cNvPr>
              <p14:cNvContentPartPr/>
              <p14:nvPr/>
            </p14:nvContentPartPr>
            <p14:xfrm>
              <a:off x="9548331" y="1820540"/>
              <a:ext cx="209550" cy="247650"/>
            </p14:xfrm>
          </p:contentPart>
        </mc:Choice>
        <mc:Fallback xmlns="">
          <p:pic>
            <p:nvPicPr>
              <p:cNvPr id="11" name="筆跡 10">
                <a:extLst>
                  <a:ext uri="{FF2B5EF4-FFF2-40B4-BE49-F238E27FC236}">
                    <a16:creationId xmlns:a16="http://schemas.microsoft.com/office/drawing/2014/main" id="{F2108121-1F38-5F48-1772-139E9CB10E24}"/>
                  </a:ext>
                </a:extLst>
              </p:cNvPr>
              <p:cNvPicPr/>
              <p:nvPr/>
            </p:nvPicPr>
            <p:blipFill>
              <a:blip r:embed="rId15"/>
              <a:stretch>
                <a:fillRect/>
              </a:stretch>
            </p:blipFill>
            <p:spPr>
              <a:xfrm>
                <a:off x="9530658" y="1802876"/>
                <a:ext cx="245256" cy="282625"/>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筆跡 11">
                <a:extLst>
                  <a:ext uri="{FF2B5EF4-FFF2-40B4-BE49-F238E27FC236}">
                    <a16:creationId xmlns:a16="http://schemas.microsoft.com/office/drawing/2014/main" id="{C7F48392-4D89-DE58-E420-0087F7990AC5}"/>
                  </a:ext>
                </a:extLst>
              </p14:cNvPr>
              <p14:cNvContentPartPr/>
              <p14:nvPr/>
            </p14:nvContentPartPr>
            <p14:xfrm>
              <a:off x="9855957" y="1869918"/>
              <a:ext cx="152400" cy="47625"/>
            </p14:xfrm>
          </p:contentPart>
        </mc:Choice>
        <mc:Fallback xmlns="">
          <p:pic>
            <p:nvPicPr>
              <p:cNvPr id="12" name="筆跡 11">
                <a:extLst>
                  <a:ext uri="{FF2B5EF4-FFF2-40B4-BE49-F238E27FC236}">
                    <a16:creationId xmlns:a16="http://schemas.microsoft.com/office/drawing/2014/main" id="{C7F48392-4D89-DE58-E420-0087F7990AC5}"/>
                  </a:ext>
                </a:extLst>
              </p:cNvPr>
              <p:cNvPicPr/>
              <p:nvPr/>
            </p:nvPicPr>
            <p:blipFill>
              <a:blip r:embed="rId17"/>
              <a:stretch>
                <a:fillRect/>
              </a:stretch>
            </p:blipFill>
            <p:spPr>
              <a:xfrm>
                <a:off x="9838277" y="1851168"/>
                <a:ext cx="187406" cy="8475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筆跡 12">
                <a:extLst>
                  <a:ext uri="{FF2B5EF4-FFF2-40B4-BE49-F238E27FC236}">
                    <a16:creationId xmlns:a16="http://schemas.microsoft.com/office/drawing/2014/main" id="{0E9180EC-7F3D-B14C-3807-7A77F31042BB}"/>
                  </a:ext>
                </a:extLst>
              </p14:cNvPr>
              <p14:cNvContentPartPr/>
              <p14:nvPr/>
            </p14:nvContentPartPr>
            <p14:xfrm>
              <a:off x="9847678" y="1779299"/>
              <a:ext cx="133350" cy="352425"/>
            </p14:xfrm>
          </p:contentPart>
        </mc:Choice>
        <mc:Fallback xmlns="">
          <p:pic>
            <p:nvPicPr>
              <p:cNvPr id="13" name="筆跡 12">
                <a:extLst>
                  <a:ext uri="{FF2B5EF4-FFF2-40B4-BE49-F238E27FC236}">
                    <a16:creationId xmlns:a16="http://schemas.microsoft.com/office/drawing/2014/main" id="{0E9180EC-7F3D-B14C-3807-7A77F31042BB}"/>
                  </a:ext>
                </a:extLst>
              </p:cNvPr>
              <p:cNvPicPr/>
              <p:nvPr/>
            </p:nvPicPr>
            <p:blipFill>
              <a:blip r:embed="rId19"/>
              <a:stretch>
                <a:fillRect/>
              </a:stretch>
            </p:blipFill>
            <p:spPr>
              <a:xfrm>
                <a:off x="9829803" y="1761391"/>
                <a:ext cx="168743" cy="387882"/>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筆跡 13">
                <a:extLst>
                  <a:ext uri="{FF2B5EF4-FFF2-40B4-BE49-F238E27FC236}">
                    <a16:creationId xmlns:a16="http://schemas.microsoft.com/office/drawing/2014/main" id="{3129F394-8FFB-049A-CDD2-ECC96FFE870C}"/>
                  </a:ext>
                </a:extLst>
              </p14:cNvPr>
              <p14:cNvContentPartPr/>
              <p14:nvPr/>
            </p14:nvContentPartPr>
            <p14:xfrm>
              <a:off x="10105865" y="2159224"/>
              <a:ext cx="9525" cy="19050"/>
            </p14:xfrm>
          </p:contentPart>
        </mc:Choice>
        <mc:Fallback xmlns="">
          <p:pic>
            <p:nvPicPr>
              <p:cNvPr id="14" name="筆跡 13">
                <a:extLst>
                  <a:ext uri="{FF2B5EF4-FFF2-40B4-BE49-F238E27FC236}">
                    <a16:creationId xmlns:a16="http://schemas.microsoft.com/office/drawing/2014/main" id="{3129F394-8FFB-049A-CDD2-ECC96FFE870C}"/>
                  </a:ext>
                </a:extLst>
              </p:cNvPr>
              <p:cNvPicPr/>
              <p:nvPr/>
            </p:nvPicPr>
            <p:blipFill>
              <a:blip r:embed="rId21"/>
              <a:stretch>
                <a:fillRect/>
              </a:stretch>
            </p:blipFill>
            <p:spPr>
              <a:xfrm>
                <a:off x="10084217" y="2141273"/>
                <a:ext cx="52388" cy="55318"/>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筆跡 14">
                <a:extLst>
                  <a:ext uri="{FF2B5EF4-FFF2-40B4-BE49-F238E27FC236}">
                    <a16:creationId xmlns:a16="http://schemas.microsoft.com/office/drawing/2014/main" id="{E34FAA51-88E1-0E4E-CD5E-9C34678F8858}"/>
                  </a:ext>
                </a:extLst>
              </p14:cNvPr>
              <p14:cNvContentPartPr/>
              <p14:nvPr/>
            </p14:nvContentPartPr>
            <p14:xfrm>
              <a:off x="10230019" y="1852431"/>
              <a:ext cx="352425" cy="219075"/>
            </p14:xfrm>
          </p:contentPart>
        </mc:Choice>
        <mc:Fallback xmlns="">
          <p:pic>
            <p:nvPicPr>
              <p:cNvPr id="15" name="筆跡 14">
                <a:extLst>
                  <a:ext uri="{FF2B5EF4-FFF2-40B4-BE49-F238E27FC236}">
                    <a16:creationId xmlns:a16="http://schemas.microsoft.com/office/drawing/2014/main" id="{E34FAA51-88E1-0E4E-CD5E-9C34678F8858}"/>
                  </a:ext>
                </a:extLst>
              </p:cNvPr>
              <p:cNvPicPr/>
              <p:nvPr/>
            </p:nvPicPr>
            <p:blipFill>
              <a:blip r:embed="rId23"/>
              <a:stretch>
                <a:fillRect/>
              </a:stretch>
            </p:blipFill>
            <p:spPr>
              <a:xfrm>
                <a:off x="10212075" y="1834948"/>
                <a:ext cx="387955" cy="254398"/>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筆跡 15">
                <a:extLst>
                  <a:ext uri="{FF2B5EF4-FFF2-40B4-BE49-F238E27FC236}">
                    <a16:creationId xmlns:a16="http://schemas.microsoft.com/office/drawing/2014/main" id="{4EB571AE-DFDD-170F-9C8B-C2E76C731144}"/>
                  </a:ext>
                </a:extLst>
              </p14:cNvPr>
              <p14:cNvContentPartPr/>
              <p14:nvPr/>
            </p14:nvContentPartPr>
            <p14:xfrm>
              <a:off x="10567981" y="1933446"/>
              <a:ext cx="180975" cy="219075"/>
            </p14:xfrm>
          </p:contentPart>
        </mc:Choice>
        <mc:Fallback xmlns="">
          <p:pic>
            <p:nvPicPr>
              <p:cNvPr id="16" name="筆跡 15">
                <a:extLst>
                  <a:ext uri="{FF2B5EF4-FFF2-40B4-BE49-F238E27FC236}">
                    <a16:creationId xmlns:a16="http://schemas.microsoft.com/office/drawing/2014/main" id="{4EB571AE-DFDD-170F-9C8B-C2E76C731144}"/>
                  </a:ext>
                </a:extLst>
              </p:cNvPr>
              <p:cNvPicPr/>
              <p:nvPr/>
            </p:nvPicPr>
            <p:blipFill>
              <a:blip r:embed="rId25"/>
              <a:stretch>
                <a:fillRect/>
              </a:stretch>
            </p:blipFill>
            <p:spPr>
              <a:xfrm>
                <a:off x="10549664" y="1915614"/>
                <a:ext cx="217243" cy="255102"/>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筆跡 16">
                <a:extLst>
                  <a:ext uri="{FF2B5EF4-FFF2-40B4-BE49-F238E27FC236}">
                    <a16:creationId xmlns:a16="http://schemas.microsoft.com/office/drawing/2014/main" id="{F6CA6067-9294-2B80-8030-ABE5FB46DA59}"/>
                  </a:ext>
                </a:extLst>
              </p14:cNvPr>
              <p14:cNvContentPartPr/>
              <p14:nvPr/>
            </p14:nvContentPartPr>
            <p14:xfrm>
              <a:off x="10771210" y="2048463"/>
              <a:ext cx="57150" cy="152400"/>
            </p14:xfrm>
          </p:contentPart>
        </mc:Choice>
        <mc:Fallback xmlns="">
          <p:pic>
            <p:nvPicPr>
              <p:cNvPr id="17" name="筆跡 16">
                <a:extLst>
                  <a:ext uri="{FF2B5EF4-FFF2-40B4-BE49-F238E27FC236}">
                    <a16:creationId xmlns:a16="http://schemas.microsoft.com/office/drawing/2014/main" id="{F6CA6067-9294-2B80-8030-ABE5FB46DA59}"/>
                  </a:ext>
                </a:extLst>
              </p:cNvPr>
              <p:cNvPicPr/>
              <p:nvPr/>
            </p:nvPicPr>
            <p:blipFill>
              <a:blip r:embed="rId27"/>
              <a:stretch>
                <a:fillRect/>
              </a:stretch>
            </p:blipFill>
            <p:spPr>
              <a:xfrm>
                <a:off x="10753238" y="2030865"/>
                <a:ext cx="92734" cy="187244"/>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筆跡 17">
                <a:extLst>
                  <a:ext uri="{FF2B5EF4-FFF2-40B4-BE49-F238E27FC236}">
                    <a16:creationId xmlns:a16="http://schemas.microsoft.com/office/drawing/2014/main" id="{7B154897-49A6-0F2F-4156-EA79117652E5}"/>
                  </a:ext>
                </a:extLst>
              </p14:cNvPr>
              <p14:cNvContentPartPr/>
              <p14:nvPr/>
            </p14:nvContentPartPr>
            <p14:xfrm>
              <a:off x="10909585" y="1903195"/>
              <a:ext cx="9525" cy="9525"/>
            </p14:xfrm>
          </p:contentPart>
        </mc:Choice>
        <mc:Fallback xmlns="">
          <p:pic>
            <p:nvPicPr>
              <p:cNvPr id="18" name="筆跡 17">
                <a:extLst>
                  <a:ext uri="{FF2B5EF4-FFF2-40B4-BE49-F238E27FC236}">
                    <a16:creationId xmlns:a16="http://schemas.microsoft.com/office/drawing/2014/main" id="{7B154897-49A6-0F2F-4156-EA79117652E5}"/>
                  </a:ext>
                </a:extLst>
              </p:cNvPr>
              <p:cNvPicPr/>
              <p:nvPr/>
            </p:nvPicPr>
            <p:blipFill>
              <a:blip r:embed="rId29"/>
              <a:stretch>
                <a:fillRect/>
              </a:stretch>
            </p:blipFill>
            <p:spPr>
              <a:xfrm>
                <a:off x="10896620" y="1891289"/>
                <a:ext cx="35719" cy="33099"/>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筆跡 18">
                <a:extLst>
                  <a:ext uri="{FF2B5EF4-FFF2-40B4-BE49-F238E27FC236}">
                    <a16:creationId xmlns:a16="http://schemas.microsoft.com/office/drawing/2014/main" id="{991DC6AA-4838-E98C-6CA0-594775681CEC}"/>
                  </a:ext>
                </a:extLst>
              </p14:cNvPr>
              <p14:cNvContentPartPr/>
              <p14:nvPr/>
            </p14:nvContentPartPr>
            <p14:xfrm>
              <a:off x="11033056" y="1975219"/>
              <a:ext cx="171450" cy="47625"/>
            </p14:xfrm>
          </p:contentPart>
        </mc:Choice>
        <mc:Fallback xmlns="">
          <p:pic>
            <p:nvPicPr>
              <p:cNvPr id="19" name="筆跡 18">
                <a:extLst>
                  <a:ext uri="{FF2B5EF4-FFF2-40B4-BE49-F238E27FC236}">
                    <a16:creationId xmlns:a16="http://schemas.microsoft.com/office/drawing/2014/main" id="{991DC6AA-4838-E98C-6CA0-594775681CEC}"/>
                  </a:ext>
                </a:extLst>
              </p:cNvPr>
              <p:cNvPicPr/>
              <p:nvPr/>
            </p:nvPicPr>
            <p:blipFill>
              <a:blip r:embed="rId31"/>
              <a:stretch>
                <a:fillRect/>
              </a:stretch>
            </p:blipFill>
            <p:spPr>
              <a:xfrm>
                <a:off x="11015028" y="1959235"/>
                <a:ext cx="207506" cy="79919"/>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筆跡 19">
                <a:extLst>
                  <a:ext uri="{FF2B5EF4-FFF2-40B4-BE49-F238E27FC236}">
                    <a16:creationId xmlns:a16="http://schemas.microsoft.com/office/drawing/2014/main" id="{E25039B5-667E-6049-498D-A706EA7BDB2C}"/>
                  </a:ext>
                </a:extLst>
              </p14:cNvPr>
              <p14:cNvContentPartPr/>
              <p14:nvPr/>
            </p14:nvContentPartPr>
            <p14:xfrm>
              <a:off x="11007532" y="1892188"/>
              <a:ext cx="180975" cy="333375"/>
            </p14:xfrm>
          </p:contentPart>
        </mc:Choice>
        <mc:Fallback xmlns="">
          <p:pic>
            <p:nvPicPr>
              <p:cNvPr id="20" name="筆跡 19">
                <a:extLst>
                  <a:ext uri="{FF2B5EF4-FFF2-40B4-BE49-F238E27FC236}">
                    <a16:creationId xmlns:a16="http://schemas.microsoft.com/office/drawing/2014/main" id="{E25039B5-667E-6049-498D-A706EA7BDB2C}"/>
                  </a:ext>
                </a:extLst>
              </p:cNvPr>
              <p:cNvPicPr/>
              <p:nvPr/>
            </p:nvPicPr>
            <p:blipFill>
              <a:blip r:embed="rId33"/>
              <a:stretch>
                <a:fillRect/>
              </a:stretch>
            </p:blipFill>
            <p:spPr>
              <a:xfrm>
                <a:off x="10989653" y="1874360"/>
                <a:ext cx="217097" cy="368674"/>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 name="筆跡 20">
                <a:extLst>
                  <a:ext uri="{FF2B5EF4-FFF2-40B4-BE49-F238E27FC236}">
                    <a16:creationId xmlns:a16="http://schemas.microsoft.com/office/drawing/2014/main" id="{661BA96C-F568-3F18-9950-7DBB8A1EBCB6}"/>
                  </a:ext>
                </a:extLst>
              </p14:cNvPr>
              <p14:cNvContentPartPr/>
              <p14:nvPr/>
            </p14:nvContentPartPr>
            <p14:xfrm>
              <a:off x="11129307" y="2046564"/>
              <a:ext cx="257175" cy="219075"/>
            </p14:xfrm>
          </p:contentPart>
        </mc:Choice>
        <mc:Fallback xmlns="">
          <p:pic>
            <p:nvPicPr>
              <p:cNvPr id="21" name="筆跡 20">
                <a:extLst>
                  <a:ext uri="{FF2B5EF4-FFF2-40B4-BE49-F238E27FC236}">
                    <a16:creationId xmlns:a16="http://schemas.microsoft.com/office/drawing/2014/main" id="{661BA96C-F568-3F18-9950-7DBB8A1EBCB6}"/>
                  </a:ext>
                </a:extLst>
              </p:cNvPr>
              <p:cNvPicPr/>
              <p:nvPr/>
            </p:nvPicPr>
            <p:blipFill>
              <a:blip r:embed="rId35"/>
              <a:stretch>
                <a:fillRect/>
              </a:stretch>
            </p:blipFill>
            <p:spPr>
              <a:xfrm>
                <a:off x="11111247" y="2028782"/>
                <a:ext cx="292934" cy="254283"/>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2" name="筆跡 21">
                <a:extLst>
                  <a:ext uri="{FF2B5EF4-FFF2-40B4-BE49-F238E27FC236}">
                    <a16:creationId xmlns:a16="http://schemas.microsoft.com/office/drawing/2014/main" id="{7ED7DC5C-82D1-9CCC-B021-850E3225A132}"/>
                  </a:ext>
                </a:extLst>
              </p14:cNvPr>
              <p14:cNvContentPartPr/>
              <p14:nvPr/>
            </p14:nvContentPartPr>
            <p14:xfrm>
              <a:off x="3001557" y="5095968"/>
              <a:ext cx="1876425" cy="76200"/>
            </p14:xfrm>
          </p:contentPart>
        </mc:Choice>
        <mc:Fallback xmlns="">
          <p:pic>
            <p:nvPicPr>
              <p:cNvPr id="22" name="筆跡 21">
                <a:extLst>
                  <a:ext uri="{FF2B5EF4-FFF2-40B4-BE49-F238E27FC236}">
                    <a16:creationId xmlns:a16="http://schemas.microsoft.com/office/drawing/2014/main" id="{7ED7DC5C-82D1-9CCC-B021-850E3225A132}"/>
                  </a:ext>
                </a:extLst>
              </p:cNvPr>
              <p:cNvPicPr/>
              <p:nvPr/>
            </p:nvPicPr>
            <p:blipFill>
              <a:blip r:embed="rId37"/>
              <a:stretch>
                <a:fillRect/>
              </a:stretch>
            </p:blipFill>
            <p:spPr>
              <a:xfrm>
                <a:off x="2983590" y="5077930"/>
                <a:ext cx="1911999" cy="112643"/>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筆跡 22">
                <a:extLst>
                  <a:ext uri="{FF2B5EF4-FFF2-40B4-BE49-F238E27FC236}">
                    <a16:creationId xmlns:a16="http://schemas.microsoft.com/office/drawing/2014/main" id="{32269609-E1B5-58FE-73BA-D31890CE336E}"/>
                  </a:ext>
                </a:extLst>
              </p14:cNvPr>
              <p14:cNvContentPartPr/>
              <p14:nvPr/>
            </p14:nvContentPartPr>
            <p14:xfrm>
              <a:off x="4306844" y="5265795"/>
              <a:ext cx="876300" cy="485775"/>
            </p14:xfrm>
          </p:contentPart>
        </mc:Choice>
        <mc:Fallback xmlns="">
          <p:pic>
            <p:nvPicPr>
              <p:cNvPr id="23" name="筆跡 22">
                <a:extLst>
                  <a:ext uri="{FF2B5EF4-FFF2-40B4-BE49-F238E27FC236}">
                    <a16:creationId xmlns:a16="http://schemas.microsoft.com/office/drawing/2014/main" id="{32269609-E1B5-58FE-73BA-D31890CE336E}"/>
                  </a:ext>
                </a:extLst>
              </p:cNvPr>
              <p:cNvPicPr/>
              <p:nvPr/>
            </p:nvPicPr>
            <p:blipFill>
              <a:blip r:embed="rId39"/>
              <a:stretch>
                <a:fillRect/>
              </a:stretch>
            </p:blipFill>
            <p:spPr>
              <a:xfrm>
                <a:off x="4288916" y="5248045"/>
                <a:ext cx="911797" cy="521638"/>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4" name="筆跡 23">
                <a:extLst>
                  <a:ext uri="{FF2B5EF4-FFF2-40B4-BE49-F238E27FC236}">
                    <a16:creationId xmlns:a16="http://schemas.microsoft.com/office/drawing/2014/main" id="{5DF5B7C8-B5A2-ABF9-ED89-58E05CCEFA2E}"/>
                  </a:ext>
                </a:extLst>
              </p14:cNvPr>
              <p14:cNvContentPartPr/>
              <p14:nvPr/>
            </p14:nvContentPartPr>
            <p14:xfrm>
              <a:off x="5066730" y="5494159"/>
              <a:ext cx="228600" cy="361950"/>
            </p14:xfrm>
          </p:contentPart>
        </mc:Choice>
        <mc:Fallback xmlns="">
          <p:pic>
            <p:nvPicPr>
              <p:cNvPr id="24" name="筆跡 23">
                <a:extLst>
                  <a:ext uri="{FF2B5EF4-FFF2-40B4-BE49-F238E27FC236}">
                    <a16:creationId xmlns:a16="http://schemas.microsoft.com/office/drawing/2014/main" id="{5DF5B7C8-B5A2-ABF9-ED89-58E05CCEFA2E}"/>
                  </a:ext>
                </a:extLst>
              </p:cNvPr>
              <p:cNvPicPr/>
              <p:nvPr/>
            </p:nvPicPr>
            <p:blipFill>
              <a:blip r:embed="rId41"/>
              <a:stretch>
                <a:fillRect/>
              </a:stretch>
            </p:blipFill>
            <p:spPr>
              <a:xfrm>
                <a:off x="5049282" y="5476364"/>
                <a:ext cx="263851" cy="397184"/>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5" name="筆跡 24">
                <a:extLst>
                  <a:ext uri="{FF2B5EF4-FFF2-40B4-BE49-F238E27FC236}">
                    <a16:creationId xmlns:a16="http://schemas.microsoft.com/office/drawing/2014/main" id="{42340D85-F9BD-5CB0-9A7E-9C4A85755FDC}"/>
                  </a:ext>
                </a:extLst>
              </p14:cNvPr>
              <p14:cNvContentPartPr/>
              <p14:nvPr/>
            </p14:nvContentPartPr>
            <p14:xfrm>
              <a:off x="9163108" y="6611055"/>
              <a:ext cx="9525" cy="9525"/>
            </p14:xfrm>
          </p:contentPart>
        </mc:Choice>
        <mc:Fallback xmlns="">
          <p:pic>
            <p:nvPicPr>
              <p:cNvPr id="25" name="筆跡 24">
                <a:extLst>
                  <a:ext uri="{FF2B5EF4-FFF2-40B4-BE49-F238E27FC236}">
                    <a16:creationId xmlns:a16="http://schemas.microsoft.com/office/drawing/2014/main" id="{42340D85-F9BD-5CB0-9A7E-9C4A85755FDC}"/>
                  </a:ext>
                </a:extLst>
              </p:cNvPr>
              <p:cNvPicPr/>
              <p:nvPr/>
            </p:nvPicPr>
            <p:blipFill>
              <a:blip r:embed="rId43"/>
              <a:stretch>
                <a:fillRect/>
              </a:stretch>
            </p:blipFill>
            <p:spPr>
              <a:xfrm>
                <a:off x="8696383" y="6134805"/>
                <a:ext cx="952500" cy="9525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6" name="筆跡 25">
                <a:extLst>
                  <a:ext uri="{FF2B5EF4-FFF2-40B4-BE49-F238E27FC236}">
                    <a16:creationId xmlns:a16="http://schemas.microsoft.com/office/drawing/2014/main" id="{4AB4033D-75C5-185D-62D5-0536744B070A}"/>
                  </a:ext>
                </a:extLst>
              </p14:cNvPr>
              <p14:cNvContentPartPr/>
              <p14:nvPr/>
            </p14:nvContentPartPr>
            <p14:xfrm>
              <a:off x="5505944" y="5373368"/>
              <a:ext cx="304800" cy="57150"/>
            </p14:xfrm>
          </p:contentPart>
        </mc:Choice>
        <mc:Fallback xmlns="">
          <p:pic>
            <p:nvPicPr>
              <p:cNvPr id="26" name="筆跡 25">
                <a:extLst>
                  <a:ext uri="{FF2B5EF4-FFF2-40B4-BE49-F238E27FC236}">
                    <a16:creationId xmlns:a16="http://schemas.microsoft.com/office/drawing/2014/main" id="{4AB4033D-75C5-185D-62D5-0536744B070A}"/>
                  </a:ext>
                </a:extLst>
              </p:cNvPr>
              <p:cNvPicPr/>
              <p:nvPr/>
            </p:nvPicPr>
            <p:blipFill>
              <a:blip r:embed="rId45"/>
              <a:stretch>
                <a:fillRect/>
              </a:stretch>
            </p:blipFill>
            <p:spPr>
              <a:xfrm>
                <a:off x="5487780" y="5357181"/>
                <a:ext cx="340766" cy="89854"/>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7" name="筆跡 26">
                <a:extLst>
                  <a:ext uri="{FF2B5EF4-FFF2-40B4-BE49-F238E27FC236}">
                    <a16:creationId xmlns:a16="http://schemas.microsoft.com/office/drawing/2014/main" id="{7DF80238-3968-DC58-B903-F4EE355E3C18}"/>
                  </a:ext>
                </a:extLst>
              </p14:cNvPr>
              <p14:cNvContentPartPr/>
              <p14:nvPr/>
            </p14:nvContentPartPr>
            <p14:xfrm>
              <a:off x="5411851" y="5406907"/>
              <a:ext cx="266700" cy="542925"/>
            </p14:xfrm>
          </p:contentPart>
        </mc:Choice>
        <mc:Fallback xmlns="">
          <p:pic>
            <p:nvPicPr>
              <p:cNvPr id="27" name="筆跡 26">
                <a:extLst>
                  <a:ext uri="{FF2B5EF4-FFF2-40B4-BE49-F238E27FC236}">
                    <a16:creationId xmlns:a16="http://schemas.microsoft.com/office/drawing/2014/main" id="{7DF80238-3968-DC58-B903-F4EE355E3C18}"/>
                  </a:ext>
                </a:extLst>
              </p:cNvPr>
              <p:cNvPicPr/>
              <p:nvPr/>
            </p:nvPicPr>
            <p:blipFill>
              <a:blip r:embed="rId47"/>
              <a:stretch>
                <a:fillRect/>
              </a:stretch>
            </p:blipFill>
            <p:spPr>
              <a:xfrm>
                <a:off x="5393708" y="5389230"/>
                <a:ext cx="302623" cy="578639"/>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8" name="筆跡 27">
                <a:extLst>
                  <a:ext uri="{FF2B5EF4-FFF2-40B4-BE49-F238E27FC236}">
                    <a16:creationId xmlns:a16="http://schemas.microsoft.com/office/drawing/2014/main" id="{27E8EF20-F5DF-067B-FC80-A241A39A5C96}"/>
                  </a:ext>
                </a:extLst>
              </p14:cNvPr>
              <p14:cNvContentPartPr/>
              <p14:nvPr/>
            </p14:nvContentPartPr>
            <p14:xfrm>
              <a:off x="5856157" y="5356857"/>
              <a:ext cx="276225" cy="514350"/>
            </p14:xfrm>
          </p:contentPart>
        </mc:Choice>
        <mc:Fallback xmlns="">
          <p:pic>
            <p:nvPicPr>
              <p:cNvPr id="28" name="筆跡 27">
                <a:extLst>
                  <a:ext uri="{FF2B5EF4-FFF2-40B4-BE49-F238E27FC236}">
                    <a16:creationId xmlns:a16="http://schemas.microsoft.com/office/drawing/2014/main" id="{27E8EF20-F5DF-067B-FC80-A241A39A5C96}"/>
                  </a:ext>
                </a:extLst>
              </p:cNvPr>
              <p:cNvPicPr/>
              <p:nvPr/>
            </p:nvPicPr>
            <p:blipFill>
              <a:blip r:embed="rId49"/>
              <a:stretch>
                <a:fillRect/>
              </a:stretch>
            </p:blipFill>
            <p:spPr>
              <a:xfrm>
                <a:off x="5838418" y="5338910"/>
                <a:ext cx="312065" cy="549884"/>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9" name="筆跡 28">
                <a:extLst>
                  <a:ext uri="{FF2B5EF4-FFF2-40B4-BE49-F238E27FC236}">
                    <a16:creationId xmlns:a16="http://schemas.microsoft.com/office/drawing/2014/main" id="{06D24547-D309-0BCE-26C0-A8DFDE133C29}"/>
                  </a:ext>
                </a:extLst>
              </p14:cNvPr>
              <p14:cNvContentPartPr/>
              <p14:nvPr/>
            </p14:nvContentPartPr>
            <p14:xfrm>
              <a:off x="5976583" y="5668187"/>
              <a:ext cx="152400" cy="209550"/>
            </p14:xfrm>
          </p:contentPart>
        </mc:Choice>
        <mc:Fallback xmlns="">
          <p:pic>
            <p:nvPicPr>
              <p:cNvPr id="29" name="筆跡 28">
                <a:extLst>
                  <a:ext uri="{FF2B5EF4-FFF2-40B4-BE49-F238E27FC236}">
                    <a16:creationId xmlns:a16="http://schemas.microsoft.com/office/drawing/2014/main" id="{06D24547-D309-0BCE-26C0-A8DFDE133C29}"/>
                  </a:ext>
                </a:extLst>
              </p:cNvPr>
              <p:cNvPicPr/>
              <p:nvPr/>
            </p:nvPicPr>
            <p:blipFill>
              <a:blip r:embed="rId51"/>
              <a:stretch>
                <a:fillRect/>
              </a:stretch>
            </p:blipFill>
            <p:spPr>
              <a:xfrm>
                <a:off x="5959066" y="5650429"/>
                <a:ext cx="187084" cy="244712"/>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0" name="筆跡 29">
                <a:extLst>
                  <a:ext uri="{FF2B5EF4-FFF2-40B4-BE49-F238E27FC236}">
                    <a16:creationId xmlns:a16="http://schemas.microsoft.com/office/drawing/2014/main" id="{A52671C3-934C-E89D-1F44-60CA17C22CE7}"/>
                  </a:ext>
                </a:extLst>
              </p14:cNvPr>
              <p14:cNvContentPartPr/>
              <p14:nvPr/>
            </p14:nvContentPartPr>
            <p14:xfrm>
              <a:off x="6193210" y="5644032"/>
              <a:ext cx="228600" cy="266700"/>
            </p14:xfrm>
          </p:contentPart>
        </mc:Choice>
        <mc:Fallback xmlns="">
          <p:pic>
            <p:nvPicPr>
              <p:cNvPr id="30" name="筆跡 29">
                <a:extLst>
                  <a:ext uri="{FF2B5EF4-FFF2-40B4-BE49-F238E27FC236}">
                    <a16:creationId xmlns:a16="http://schemas.microsoft.com/office/drawing/2014/main" id="{A52671C3-934C-E89D-1F44-60CA17C22CE7}"/>
                  </a:ext>
                </a:extLst>
              </p:cNvPr>
              <p:cNvPicPr/>
              <p:nvPr/>
            </p:nvPicPr>
            <p:blipFill>
              <a:blip r:embed="rId53"/>
              <a:stretch>
                <a:fillRect/>
              </a:stretch>
            </p:blipFill>
            <p:spPr>
              <a:xfrm>
                <a:off x="6175067" y="5626700"/>
                <a:ext cx="264523" cy="301718"/>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1" name="筆跡 30">
                <a:extLst>
                  <a:ext uri="{FF2B5EF4-FFF2-40B4-BE49-F238E27FC236}">
                    <a16:creationId xmlns:a16="http://schemas.microsoft.com/office/drawing/2014/main" id="{958DC06D-3DCB-04ED-BB5A-A6D6C267FA08}"/>
                  </a:ext>
                </a:extLst>
              </p14:cNvPr>
              <p14:cNvContentPartPr/>
              <p14:nvPr/>
            </p14:nvContentPartPr>
            <p14:xfrm>
              <a:off x="6464316" y="5668884"/>
              <a:ext cx="190500" cy="190500"/>
            </p14:xfrm>
          </p:contentPart>
        </mc:Choice>
        <mc:Fallback xmlns="">
          <p:pic>
            <p:nvPicPr>
              <p:cNvPr id="31" name="筆跡 30">
                <a:extLst>
                  <a:ext uri="{FF2B5EF4-FFF2-40B4-BE49-F238E27FC236}">
                    <a16:creationId xmlns:a16="http://schemas.microsoft.com/office/drawing/2014/main" id="{958DC06D-3DCB-04ED-BB5A-A6D6C267FA08}"/>
                  </a:ext>
                </a:extLst>
              </p:cNvPr>
              <p:cNvPicPr/>
              <p:nvPr/>
            </p:nvPicPr>
            <p:blipFill>
              <a:blip r:embed="rId55"/>
              <a:stretch>
                <a:fillRect/>
              </a:stretch>
            </p:blipFill>
            <p:spPr>
              <a:xfrm>
                <a:off x="6445928" y="5651047"/>
                <a:ext cx="226908" cy="225817"/>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2" name="筆跡 31">
                <a:extLst>
                  <a:ext uri="{FF2B5EF4-FFF2-40B4-BE49-F238E27FC236}">
                    <a16:creationId xmlns:a16="http://schemas.microsoft.com/office/drawing/2014/main" id="{3139E658-0FC3-48C5-0925-E7BAFA71D2A4}"/>
                  </a:ext>
                </a:extLst>
              </p14:cNvPr>
              <p14:cNvContentPartPr/>
              <p14:nvPr/>
            </p14:nvContentPartPr>
            <p14:xfrm>
              <a:off x="6726363" y="5629401"/>
              <a:ext cx="152400" cy="323850"/>
            </p14:xfrm>
          </p:contentPart>
        </mc:Choice>
        <mc:Fallback xmlns="">
          <p:pic>
            <p:nvPicPr>
              <p:cNvPr id="32" name="筆跡 31">
                <a:extLst>
                  <a:ext uri="{FF2B5EF4-FFF2-40B4-BE49-F238E27FC236}">
                    <a16:creationId xmlns:a16="http://schemas.microsoft.com/office/drawing/2014/main" id="{3139E658-0FC3-48C5-0925-E7BAFA71D2A4}"/>
                  </a:ext>
                </a:extLst>
              </p:cNvPr>
              <p:cNvPicPr/>
              <p:nvPr/>
            </p:nvPicPr>
            <p:blipFill>
              <a:blip r:embed="rId57"/>
              <a:stretch>
                <a:fillRect/>
              </a:stretch>
            </p:blipFill>
            <p:spPr>
              <a:xfrm>
                <a:off x="6708133" y="5611808"/>
                <a:ext cx="188495" cy="359395"/>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4" name="筆跡 33">
                <a:extLst>
                  <a:ext uri="{FF2B5EF4-FFF2-40B4-BE49-F238E27FC236}">
                    <a16:creationId xmlns:a16="http://schemas.microsoft.com/office/drawing/2014/main" id="{B5B4DC90-FE6A-CF01-7289-80BC164827E0}"/>
                  </a:ext>
                </a:extLst>
              </p14:cNvPr>
              <p14:cNvContentPartPr/>
              <p14:nvPr/>
            </p14:nvContentPartPr>
            <p14:xfrm>
              <a:off x="6951511" y="5702152"/>
              <a:ext cx="457200" cy="638175"/>
            </p14:xfrm>
          </p:contentPart>
        </mc:Choice>
        <mc:Fallback xmlns="">
          <p:pic>
            <p:nvPicPr>
              <p:cNvPr id="34" name="筆跡 33">
                <a:extLst>
                  <a:ext uri="{FF2B5EF4-FFF2-40B4-BE49-F238E27FC236}">
                    <a16:creationId xmlns:a16="http://schemas.microsoft.com/office/drawing/2014/main" id="{B5B4DC90-FE6A-CF01-7289-80BC164827E0}"/>
                  </a:ext>
                </a:extLst>
              </p:cNvPr>
              <p:cNvPicPr/>
              <p:nvPr/>
            </p:nvPicPr>
            <p:blipFill>
              <a:blip r:embed="rId59"/>
              <a:stretch>
                <a:fillRect/>
              </a:stretch>
            </p:blipFill>
            <p:spPr>
              <a:xfrm>
                <a:off x="6933801" y="5684276"/>
                <a:ext cx="492981" cy="673570"/>
              </a:xfrm>
              <a:prstGeom prst="rect">
                <a:avLst/>
              </a:prstGeom>
            </p:spPr>
          </p:pic>
        </mc:Fallback>
      </mc:AlternateContent>
    </p:spTree>
    <p:extLst>
      <p:ext uri="{BB962C8B-B14F-4D97-AF65-F5344CB8AC3E}">
        <p14:creationId xmlns:p14="http://schemas.microsoft.com/office/powerpoint/2010/main" val="7476458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320565" y="1068238"/>
            <a:ext cx="11550869" cy="5474076"/>
          </a:xfrm>
        </p:spPr>
        <p:txBody>
          <a:bodyPr>
            <a:normAutofit/>
          </a:bodyPr>
          <a:lstStyle/>
          <a:p>
            <a:pPr marL="342900" lvl="1" indent="-342900" algn="just"/>
            <a:r>
              <a:rPr lang="zh-TW" altLang="en-US" sz="2700">
                <a:latin typeface="Consolas" panose="020B0609020204030204" pitchFamily="49" charset="0"/>
                <a:ea typeface="+mj-ea"/>
              </a:rPr>
              <a:t>負責接受使用者的動作，讀取使用者輸入的資料、進行資料的檢核、呼叫</a:t>
            </a:r>
            <a:r>
              <a:rPr lang="en-US" altLang="zh-TW" sz="2700">
                <a:latin typeface="Consolas" panose="020B0609020204030204" pitchFamily="49" charset="0"/>
                <a:ea typeface="+mj-ea"/>
              </a:rPr>
              <a:t>Model</a:t>
            </a:r>
            <a:r>
              <a:rPr lang="zh-TW" altLang="en-US" sz="2700">
                <a:latin typeface="Consolas" panose="020B0609020204030204" pitchFamily="49" charset="0"/>
                <a:ea typeface="+mj-ea"/>
              </a:rPr>
              <a:t>中元件執行處理並選擇所要呈現的</a:t>
            </a:r>
            <a:r>
              <a:rPr lang="en-US" altLang="zh-TW" sz="2700">
                <a:latin typeface="Consolas" panose="020B0609020204030204" pitchFamily="49" charset="0"/>
                <a:ea typeface="+mj-ea"/>
              </a:rPr>
              <a:t>View</a:t>
            </a:r>
            <a:r>
              <a:rPr lang="zh-TW" altLang="en-US" sz="2700">
                <a:latin typeface="Consolas" panose="020B0609020204030204" pitchFamily="49" charset="0"/>
                <a:ea typeface="+mj-ea"/>
              </a:rPr>
              <a:t>畫面等等。</a:t>
            </a:r>
          </a:p>
          <a:p>
            <a:pPr marL="742950" lvl="2" indent="-342900" algn="just"/>
            <a:r>
              <a:rPr lang="zh-TW" altLang="en-US" sz="2700">
                <a:latin typeface="Consolas" panose="020B0609020204030204" pitchFamily="49" charset="0"/>
                <a:ea typeface="+mj-ea"/>
              </a:rPr>
              <a:t>讀取使用者輸入的資料</a:t>
            </a:r>
          </a:p>
          <a:p>
            <a:pPr marL="1200150" lvl="3" indent="-342900" algn="just"/>
            <a:r>
              <a:rPr lang="en-US" altLang="zh-TW" sz="2700">
                <a:latin typeface="Consolas" panose="020B0609020204030204" pitchFamily="49" charset="0"/>
                <a:ea typeface="+mj-ea"/>
              </a:rPr>
              <a:t>String name = </a:t>
            </a:r>
            <a:r>
              <a:rPr lang="en-US" altLang="zh-TW" sz="2700" err="1">
                <a:latin typeface="Consolas" panose="020B0609020204030204" pitchFamily="49" charset="0"/>
                <a:ea typeface="+mj-ea"/>
              </a:rPr>
              <a:t>request.getParameter</a:t>
            </a:r>
            <a:r>
              <a:rPr lang="en-US" altLang="zh-TW" sz="2700">
                <a:latin typeface="Consolas" panose="020B0609020204030204" pitchFamily="49" charset="0"/>
                <a:ea typeface="+mj-ea"/>
              </a:rPr>
              <a:t>("name");</a:t>
            </a:r>
          </a:p>
          <a:p>
            <a:pPr marL="742950" lvl="2" indent="-342900" algn="just"/>
            <a:r>
              <a:rPr lang="zh-TW" altLang="en-US" sz="2700">
                <a:latin typeface="Consolas" panose="020B0609020204030204" pitchFamily="49" charset="0"/>
                <a:ea typeface="+mj-ea"/>
              </a:rPr>
              <a:t>進行資料的檢核</a:t>
            </a:r>
          </a:p>
          <a:p>
            <a:pPr marL="1200150" lvl="3" indent="-342900" algn="just"/>
            <a:r>
              <a:rPr lang="zh-TW" altLang="en-US" sz="2700">
                <a:latin typeface="Consolas" panose="020B0609020204030204" pitchFamily="49" charset="0"/>
                <a:ea typeface="+mj-ea"/>
              </a:rPr>
              <a:t>檢查使用者輸入的資料是否有錯誤，若資料正確則送至後端元件處理，若資料不正確則將頁面導向錯誤頁面的</a:t>
            </a:r>
            <a:r>
              <a:rPr lang="en-US" altLang="zh-TW" sz="2700">
                <a:latin typeface="Consolas" panose="020B0609020204030204" pitchFamily="49" charset="0"/>
                <a:ea typeface="+mj-ea"/>
              </a:rPr>
              <a:t>View</a:t>
            </a:r>
            <a:r>
              <a:rPr lang="zh-TW" altLang="en-US" sz="2700">
                <a:latin typeface="Consolas" panose="020B0609020204030204" pitchFamily="49" charset="0"/>
                <a:ea typeface="+mj-ea"/>
              </a:rPr>
              <a:t>。</a:t>
            </a:r>
          </a:p>
          <a:p>
            <a:pPr marL="742950" lvl="2" indent="-342900" algn="just"/>
            <a:r>
              <a:rPr lang="zh-TW" altLang="en-US" sz="2700">
                <a:latin typeface="Consolas" panose="020B0609020204030204" pitchFamily="49" charset="0"/>
                <a:ea typeface="+mj-ea"/>
              </a:rPr>
              <a:t>呼叫</a:t>
            </a:r>
            <a:r>
              <a:rPr lang="en-US" altLang="zh-TW" sz="2700">
                <a:latin typeface="Consolas" panose="020B0609020204030204" pitchFamily="49" charset="0"/>
                <a:ea typeface="+mj-ea"/>
              </a:rPr>
              <a:t>Model</a:t>
            </a:r>
            <a:r>
              <a:rPr lang="zh-TW" altLang="en-US" sz="2700">
                <a:latin typeface="Consolas" panose="020B0609020204030204" pitchFamily="49" charset="0"/>
                <a:ea typeface="+mj-ea"/>
              </a:rPr>
              <a:t>中元件執行處理</a:t>
            </a:r>
          </a:p>
          <a:p>
            <a:pPr marL="1200150" lvl="3" indent="-342900" algn="just"/>
            <a:r>
              <a:rPr lang="zh-TW" altLang="en-US" sz="2700">
                <a:latin typeface="Consolas" panose="020B0609020204030204" pitchFamily="49" charset="0"/>
                <a:ea typeface="+mj-ea"/>
              </a:rPr>
              <a:t>進行資料的資料的判讀並選擇呼叫對應的</a:t>
            </a:r>
            <a:r>
              <a:rPr lang="en-US" altLang="zh-TW" sz="2700">
                <a:latin typeface="Consolas" panose="020B0609020204030204" pitchFamily="49" charset="0"/>
                <a:ea typeface="+mj-ea"/>
              </a:rPr>
              <a:t>Model</a:t>
            </a:r>
            <a:r>
              <a:rPr lang="zh-TW" altLang="en-US" sz="2700">
                <a:latin typeface="Consolas" panose="020B0609020204030204" pitchFamily="49" charset="0"/>
                <a:ea typeface="+mj-ea"/>
              </a:rPr>
              <a:t>元件。</a:t>
            </a:r>
          </a:p>
          <a:p>
            <a:pPr marL="742950" lvl="2" indent="-342900" algn="just"/>
            <a:r>
              <a:rPr lang="zh-TW" altLang="en-US" sz="2700">
                <a:latin typeface="Consolas" panose="020B0609020204030204" pitchFamily="49" charset="0"/>
                <a:ea typeface="+mj-ea"/>
              </a:rPr>
              <a:t>選擇所要呈現的</a:t>
            </a:r>
            <a:r>
              <a:rPr lang="en-US" altLang="zh-TW" sz="2700">
                <a:latin typeface="Consolas" panose="020B0609020204030204" pitchFamily="49" charset="0"/>
                <a:ea typeface="+mj-ea"/>
              </a:rPr>
              <a:t>View</a:t>
            </a:r>
            <a:r>
              <a:rPr lang="zh-TW" altLang="en-US" sz="2700">
                <a:latin typeface="Consolas" panose="020B0609020204030204" pitchFamily="49" charset="0"/>
                <a:ea typeface="+mj-ea"/>
              </a:rPr>
              <a:t>畫面</a:t>
            </a:r>
          </a:p>
          <a:p>
            <a:pPr marL="1200150" lvl="3" indent="-342900" algn="just"/>
            <a:r>
              <a:rPr lang="zh-TW" altLang="en-US" sz="2700">
                <a:latin typeface="Consolas" panose="020B0609020204030204" pitchFamily="49" charset="0"/>
                <a:ea typeface="+mj-ea"/>
              </a:rPr>
              <a:t>根據執行的結果選擇適當的</a:t>
            </a:r>
            <a:r>
              <a:rPr lang="en-US" altLang="zh-TW" sz="2700">
                <a:latin typeface="Consolas" panose="020B0609020204030204" pitchFamily="49" charset="0"/>
                <a:ea typeface="+mj-ea"/>
              </a:rPr>
              <a:t>View</a:t>
            </a:r>
            <a:r>
              <a:rPr lang="zh-TW" altLang="en-US" sz="2700">
                <a:latin typeface="Consolas" panose="020B0609020204030204" pitchFamily="49" charset="0"/>
                <a:ea typeface="+mj-ea"/>
              </a:rPr>
              <a:t>元件。</a:t>
            </a:r>
            <a:endParaRPr lang="en-US" altLang="zh-TW" sz="2700">
              <a:latin typeface="Consolas" panose="020B0609020204030204" pitchFamily="49" charset="0"/>
              <a:ea typeface="+mj-ea"/>
            </a:endParaRPr>
          </a:p>
          <a:p>
            <a:pPr marL="651510" lvl="1" indent="-342900" algn="just"/>
            <a:r>
              <a:rPr lang="zh-TW" altLang="en-US" sz="2700">
                <a:latin typeface="Consolas" panose="020B0609020204030204" pitchFamily="49" charset="0"/>
                <a:ea typeface="+mj-ea"/>
              </a:rPr>
              <a:t>在前後端分離的設計模式中，會直接回應客戶端資料，而非導向</a:t>
            </a:r>
            <a:r>
              <a:rPr lang="en-US" altLang="zh-TW" sz="2700">
                <a:latin typeface="Consolas" panose="020B0609020204030204" pitchFamily="49" charset="0"/>
                <a:ea typeface="+mj-ea"/>
              </a:rPr>
              <a:t>View</a:t>
            </a:r>
            <a:r>
              <a:rPr lang="zh-TW" altLang="en-US" sz="2700">
                <a:latin typeface="Consolas" panose="020B0609020204030204" pitchFamily="49" charset="0"/>
                <a:ea typeface="+mj-ea"/>
              </a:rPr>
              <a:t>。</a:t>
            </a:r>
            <a:endParaRPr lang="en-US" altLang="zh-TW" sz="2700">
              <a:latin typeface="Consolas" panose="020B0609020204030204" pitchFamily="49" charset="0"/>
              <a:ea typeface="+mj-ea"/>
            </a:endParaRPr>
          </a:p>
        </p:txBody>
      </p:sp>
      <p:sp>
        <p:nvSpPr>
          <p:cNvPr id="6" name="文字方塊 5">
            <a:extLst>
              <a:ext uri="{FF2B5EF4-FFF2-40B4-BE49-F238E27FC236}">
                <a16:creationId xmlns:a16="http://schemas.microsoft.com/office/drawing/2014/main" id="{DAEF7909-B75E-48BA-AF94-57DC47945746}"/>
              </a:ext>
            </a:extLst>
          </p:cNvPr>
          <p:cNvSpPr txBox="1"/>
          <p:nvPr/>
        </p:nvSpPr>
        <p:spPr>
          <a:xfrm>
            <a:off x="204969" y="117822"/>
            <a:ext cx="2422484"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zh-TW" sz="3200">
                <a:latin typeface="Consolas" panose="020B0609020204030204" pitchFamily="49" charset="0"/>
                <a:ea typeface="+mj-ea"/>
              </a:rPr>
              <a:t>Controller</a:t>
            </a:r>
            <a:endParaRPr lang="zh-TW" altLang="en-US" sz="3200">
              <a:latin typeface="Consolas" panose="020B0609020204030204" pitchFamily="49" charset="0"/>
              <a:ea typeface="+mj-ea"/>
            </a:endParaRPr>
          </a:p>
        </p:txBody>
      </p:sp>
      <p:sp>
        <p:nvSpPr>
          <p:cNvPr id="2" name="投影片編號版面配置區 1">
            <a:extLst>
              <a:ext uri="{FF2B5EF4-FFF2-40B4-BE49-F238E27FC236}">
                <a16:creationId xmlns:a16="http://schemas.microsoft.com/office/drawing/2014/main" id="{E8F64F12-C8AC-4EC8-BA72-5CFF3F9D1E25}"/>
              </a:ext>
            </a:extLst>
          </p:cNvPr>
          <p:cNvSpPr>
            <a:spLocks noGrp="1"/>
          </p:cNvSpPr>
          <p:nvPr>
            <p:ph type="sldNum" sz="quarter" idx="12"/>
          </p:nvPr>
        </p:nvSpPr>
        <p:spPr/>
        <p:txBody>
          <a:bodyPr/>
          <a:lstStyle/>
          <a:p>
            <a:fld id="{B521127C-0C56-461F-B517-0D483F216F7D}" type="slidenum">
              <a:rPr lang="zh-TW" altLang="en-US" smtClean="0">
                <a:latin typeface="Consolas" panose="020B0609020204030204" pitchFamily="49" charset="0"/>
              </a:rPr>
              <a:t>120</a:t>
            </a:fld>
            <a:endParaRPr lang="zh-TW" altLang="en-US">
              <a:latin typeface="Consolas" panose="020B0609020204030204" pitchFamily="49" charset="0"/>
            </a:endParaRPr>
          </a:p>
        </p:txBody>
      </p:sp>
      <mc:AlternateContent xmlns:mc="http://schemas.openxmlformats.org/markup-compatibility/2006" xmlns:p14="http://schemas.microsoft.com/office/powerpoint/2010/main">
        <mc:Choice Requires="p14">
          <p:contentPart p14:bwMode="auto" r:id="rId2">
            <p14:nvContentPartPr>
              <p14:cNvPr id="4" name="筆跡 3">
                <a:extLst>
                  <a:ext uri="{FF2B5EF4-FFF2-40B4-BE49-F238E27FC236}">
                    <a16:creationId xmlns:a16="http://schemas.microsoft.com/office/drawing/2014/main" id="{CC5F3F19-9701-6832-2EA7-8B7FA072437A}"/>
                  </a:ext>
                </a:extLst>
              </p14:cNvPr>
              <p14:cNvContentPartPr/>
              <p14:nvPr/>
            </p14:nvContentPartPr>
            <p14:xfrm>
              <a:off x="13553189" y="236946"/>
              <a:ext cx="9525" cy="9525"/>
            </p14:xfrm>
          </p:contentPart>
        </mc:Choice>
        <mc:Fallback xmlns="">
          <p:pic>
            <p:nvPicPr>
              <p:cNvPr id="4" name="筆跡 3">
                <a:extLst>
                  <a:ext uri="{FF2B5EF4-FFF2-40B4-BE49-F238E27FC236}">
                    <a16:creationId xmlns:a16="http://schemas.microsoft.com/office/drawing/2014/main" id="{CC5F3F19-9701-6832-2EA7-8B7FA072437A}"/>
                  </a:ext>
                </a:extLst>
              </p:cNvPr>
              <p:cNvPicPr/>
              <p:nvPr/>
            </p:nvPicPr>
            <p:blipFill>
              <a:blip r:embed="rId3"/>
              <a:stretch>
                <a:fillRect/>
              </a:stretch>
            </p:blipFill>
            <p:spPr>
              <a:xfrm>
                <a:off x="13076939" y="218629"/>
                <a:ext cx="952500" cy="45793"/>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筆跡 4">
                <a:extLst>
                  <a:ext uri="{FF2B5EF4-FFF2-40B4-BE49-F238E27FC236}">
                    <a16:creationId xmlns:a16="http://schemas.microsoft.com/office/drawing/2014/main" id="{EC219247-E488-44A1-9794-77660DE4FF39}"/>
                  </a:ext>
                </a:extLst>
              </p14:cNvPr>
              <p14:cNvContentPartPr/>
              <p14:nvPr/>
            </p14:nvContentPartPr>
            <p14:xfrm>
              <a:off x="9995585" y="2349042"/>
              <a:ext cx="66675" cy="123825"/>
            </p14:xfrm>
          </p:contentPart>
        </mc:Choice>
        <mc:Fallback xmlns="">
          <p:pic>
            <p:nvPicPr>
              <p:cNvPr id="5" name="筆跡 4">
                <a:extLst>
                  <a:ext uri="{FF2B5EF4-FFF2-40B4-BE49-F238E27FC236}">
                    <a16:creationId xmlns:a16="http://schemas.microsoft.com/office/drawing/2014/main" id="{EC219247-E488-44A1-9794-77660DE4FF39}"/>
                  </a:ext>
                </a:extLst>
              </p:cNvPr>
              <p:cNvPicPr/>
              <p:nvPr/>
            </p:nvPicPr>
            <p:blipFill>
              <a:blip r:embed="rId5"/>
              <a:stretch>
                <a:fillRect/>
              </a:stretch>
            </p:blipFill>
            <p:spPr>
              <a:xfrm>
                <a:off x="9977732" y="2330670"/>
                <a:ext cx="102745" cy="160201"/>
              </a:xfrm>
              <a:prstGeom prst="rect">
                <a:avLst/>
              </a:prstGeom>
            </p:spPr>
          </p:pic>
        </mc:Fallback>
      </mc:AlternateContent>
    </p:spTree>
    <p:extLst>
      <p:ext uri="{BB962C8B-B14F-4D97-AF65-F5344CB8AC3E}">
        <p14:creationId xmlns:p14="http://schemas.microsoft.com/office/powerpoint/2010/main" val="365130516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A3D0CE2-91FF-49B3-A5D8-181E900D7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58AEBD96-C315-4F53-9D9E-0E20E993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78916AAA-66F6-4DFA-88ED-7E27CF6B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6" name="Group 15">
            <a:extLst>
              <a:ext uri="{FF2B5EF4-FFF2-40B4-BE49-F238E27FC236}">
                <a16:creationId xmlns:a16="http://schemas.microsoft.com/office/drawing/2014/main" id="{A137D43F-BAD6-47F1-AA65-AEEA38A2FF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17" name="Oval 16">
              <a:extLst>
                <a:ext uri="{FF2B5EF4-FFF2-40B4-BE49-F238E27FC236}">
                  <a16:creationId xmlns:a16="http://schemas.microsoft.com/office/drawing/2014/main" id="{D512C9B2-6B22-4211-A940-FCD7C2CD0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8" name="Oval 17">
              <a:extLst>
                <a:ext uri="{FF2B5EF4-FFF2-40B4-BE49-F238E27FC236}">
                  <a16:creationId xmlns:a16="http://schemas.microsoft.com/office/drawing/2014/main" id="{85F7DB84-CDE7-46F8-90DD-9D048A7D5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sp>
      </p:grpSp>
      <p:sp useBgFill="1">
        <p:nvSpPr>
          <p:cNvPr id="20" name="Rectangle 19">
            <a:extLst>
              <a:ext uri="{FF2B5EF4-FFF2-40B4-BE49-F238E27FC236}">
                <a16:creationId xmlns:a16="http://schemas.microsoft.com/office/drawing/2014/main" id="{C3D25154-9EF7-4C33-9AAC-7B3BE089FE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文字方塊 3">
            <a:extLst>
              <a:ext uri="{FF2B5EF4-FFF2-40B4-BE49-F238E27FC236}">
                <a16:creationId xmlns:a16="http://schemas.microsoft.com/office/drawing/2014/main" id="{4C0C7DFB-F839-4192-B53B-1812E6CE4CEC}"/>
              </a:ext>
            </a:extLst>
          </p:cNvPr>
          <p:cNvSpPr txBox="1"/>
          <p:nvPr/>
        </p:nvSpPr>
        <p:spPr>
          <a:xfrm>
            <a:off x="1051560" y="643468"/>
            <a:ext cx="9966960" cy="359243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zh-TW" altLang="en-US" sz="9600" b="1" cap="all">
                <a:latin typeface="+mj-lt"/>
                <a:ea typeface="+mj-ea"/>
                <a:cs typeface="+mj-cs"/>
              </a:rPr>
              <a:t>第二節</a:t>
            </a:r>
          </a:p>
          <a:p>
            <a:pPr defTabSz="914400">
              <a:lnSpc>
                <a:spcPct val="80000"/>
              </a:lnSpc>
              <a:spcBef>
                <a:spcPct val="0"/>
              </a:spcBef>
              <a:spcAft>
                <a:spcPts val="600"/>
              </a:spcAft>
            </a:pPr>
            <a:r>
              <a:rPr lang="en-US" altLang="zh-TW" sz="9600" b="1" cap="all">
                <a:latin typeface="+mj-lt"/>
                <a:ea typeface="+mj-ea"/>
                <a:cs typeface="+mj-cs"/>
              </a:rPr>
              <a:t>Listener</a:t>
            </a:r>
          </a:p>
        </p:txBody>
      </p:sp>
      <p:sp>
        <p:nvSpPr>
          <p:cNvPr id="22" name="Rectangle 21">
            <a:extLst>
              <a:ext uri="{FF2B5EF4-FFF2-40B4-BE49-F238E27FC236}">
                <a16:creationId xmlns:a16="http://schemas.microsoft.com/office/drawing/2014/main" id="{1604E8C0-C927-4C06-A96A-BF3323BA7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95831"/>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9DCECFD5-4C30-4892-9FF0-540E17955A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111496"/>
            <a:ext cx="1080904" cy="1080902"/>
            <a:chOff x="10245590" y="5111496"/>
            <a:chExt cx="1080904" cy="1080902"/>
          </a:xfrm>
        </p:grpSpPr>
        <p:sp>
          <p:nvSpPr>
            <p:cNvPr id="25" name="Oval 24">
              <a:extLst>
                <a:ext uri="{FF2B5EF4-FFF2-40B4-BE49-F238E27FC236}">
                  <a16:creationId xmlns:a16="http://schemas.microsoft.com/office/drawing/2014/main" id="{95C67F70-EAFE-425C-8422-591620A96D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5590" y="5111496"/>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26" name="Oval 25">
              <a:extLst>
                <a:ext uri="{FF2B5EF4-FFF2-40B4-BE49-F238E27FC236}">
                  <a16:creationId xmlns:a16="http://schemas.microsoft.com/office/drawing/2014/main" id="{D47FA16B-C217-4D91-84EA-5B0846BDDA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53681" y="5219586"/>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5" name="投影片編號版面配置區 4">
            <a:extLst>
              <a:ext uri="{FF2B5EF4-FFF2-40B4-BE49-F238E27FC236}">
                <a16:creationId xmlns:a16="http://schemas.microsoft.com/office/drawing/2014/main" id="{5D23B375-A6D2-4583-8FE9-BFCCCFBD241B}"/>
              </a:ext>
            </a:extLst>
          </p:cNvPr>
          <p:cNvSpPr>
            <a:spLocks noGrp="1"/>
          </p:cNvSpPr>
          <p:nvPr>
            <p:ph type="sldNum" sz="quarter" idx="12"/>
          </p:nvPr>
        </p:nvSpPr>
        <p:spPr>
          <a:xfrm>
            <a:off x="10189108" y="5342324"/>
            <a:ext cx="1193868" cy="640080"/>
          </a:xfrm>
        </p:spPr>
        <p:txBody>
          <a:bodyPr vert="horz" lIns="91440" tIns="45720" rIns="91440" bIns="45720" rtlCol="0" anchor="ctr">
            <a:normAutofit/>
          </a:bodyPr>
          <a:lstStyle/>
          <a:p>
            <a:pPr>
              <a:spcAft>
                <a:spcPts val="600"/>
              </a:spcAft>
            </a:pPr>
            <a:fld id="{B521127C-0C56-461F-B517-0D483F216F7D}" type="slidenum">
              <a:rPr lang="en-US" altLang="zh-TW" sz="2800" b="1" kern="1200">
                <a:solidFill>
                  <a:srgbClr val="FFFFFF"/>
                </a:solidFill>
                <a:latin typeface="+mj-lt"/>
                <a:ea typeface="+mn-ea"/>
                <a:cs typeface="+mn-cs"/>
              </a:rPr>
              <a:pPr>
                <a:spcAft>
                  <a:spcPts val="600"/>
                </a:spcAft>
              </a:pPr>
              <a:t>121</a:t>
            </a:fld>
            <a:endParaRPr lang="en-US" altLang="zh-TW" sz="2800" b="1" kern="1200">
              <a:solidFill>
                <a:srgbClr val="FFFFFF"/>
              </a:solidFill>
              <a:latin typeface="+mj-lt"/>
              <a:ea typeface="+mn-ea"/>
              <a:cs typeface="+mn-cs"/>
            </a:endParaRPr>
          </a:p>
        </p:txBody>
      </p:sp>
    </p:spTree>
    <p:extLst>
      <p:ext uri="{BB962C8B-B14F-4D97-AF65-F5344CB8AC3E}">
        <p14:creationId xmlns:p14="http://schemas.microsoft.com/office/powerpoint/2010/main" val="390790454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320565" y="1068237"/>
            <a:ext cx="11550869" cy="6344863"/>
          </a:xfrm>
        </p:spPr>
        <p:txBody>
          <a:bodyPr>
            <a:normAutofit/>
          </a:bodyPr>
          <a:lstStyle/>
          <a:p>
            <a:pPr marL="342900" lvl="1" indent="-342900" algn="just"/>
            <a:r>
              <a:rPr lang="zh-TW" altLang="en-US" sz="2500">
                <a:latin typeface="Consolas" panose="020B0609020204030204" pitchFamily="49" charset="0"/>
                <a:ea typeface="+mj-ea"/>
              </a:rPr>
              <a:t>介面用法</a:t>
            </a:r>
            <a:r>
              <a:rPr lang="en-US" altLang="zh-TW" sz="2500">
                <a:latin typeface="Consolas" panose="020B0609020204030204" pitchFamily="49" charset="0"/>
                <a:ea typeface="+mj-ea"/>
              </a:rPr>
              <a:t>:</a:t>
            </a:r>
          </a:p>
          <a:p>
            <a:pPr marL="617220" lvl="2" indent="-342900" algn="just"/>
            <a:r>
              <a:rPr lang="zh-TW" altLang="en-US" sz="2500">
                <a:latin typeface="Consolas" panose="020B0609020204030204" pitchFamily="49" charset="0"/>
                <a:ea typeface="+mj-ea"/>
              </a:rPr>
              <a:t>實作此介面為物件，在此物件「綁定</a:t>
            </a:r>
            <a:r>
              <a:rPr lang="en-US" altLang="zh-TW" sz="2500">
                <a:latin typeface="Consolas" panose="020B0609020204030204" pitchFamily="49" charset="0"/>
                <a:ea typeface="+mj-ea"/>
              </a:rPr>
              <a:t>bind</a:t>
            </a:r>
            <a:r>
              <a:rPr lang="zh-TW" altLang="en-US" sz="2500">
                <a:latin typeface="Consolas" panose="020B0609020204030204" pitchFamily="49" charset="0"/>
                <a:ea typeface="+mj-ea"/>
              </a:rPr>
              <a:t>」或「脫離</a:t>
            </a:r>
            <a:r>
              <a:rPr lang="en-US" altLang="zh-TW" sz="2500">
                <a:latin typeface="Consolas" panose="020B0609020204030204" pitchFamily="49" charset="0"/>
                <a:ea typeface="+mj-ea"/>
              </a:rPr>
              <a:t>unbind</a:t>
            </a:r>
            <a:r>
              <a:rPr lang="zh-TW" altLang="en-US" sz="2500">
                <a:latin typeface="Consolas" panose="020B0609020204030204" pitchFamily="49" charset="0"/>
                <a:ea typeface="+mj-ea"/>
              </a:rPr>
              <a:t>」自某個</a:t>
            </a:r>
            <a:r>
              <a:rPr lang="en-US" altLang="zh-TW" sz="2500">
                <a:latin typeface="Consolas" panose="020B0609020204030204" pitchFamily="49" charset="0"/>
                <a:ea typeface="+mj-ea"/>
              </a:rPr>
              <a:t>session</a:t>
            </a:r>
            <a:r>
              <a:rPr lang="zh-TW" altLang="en-US" sz="2500">
                <a:latin typeface="Consolas" panose="020B0609020204030204" pitchFamily="49" charset="0"/>
                <a:ea typeface="+mj-ea"/>
              </a:rPr>
              <a:t>時，即會得到通知、並能夠進行某種動作。</a:t>
            </a:r>
            <a:endParaRPr lang="en-US" altLang="zh-TW" sz="2500">
              <a:latin typeface="Consolas" panose="020B0609020204030204" pitchFamily="49" charset="0"/>
              <a:ea typeface="+mj-ea"/>
            </a:endParaRPr>
          </a:p>
          <a:p>
            <a:pPr marL="891540" lvl="3" indent="-342900" algn="just"/>
            <a:r>
              <a:rPr lang="en-US" altLang="zh-TW" sz="2500">
                <a:latin typeface="Consolas" panose="020B0609020204030204" pitchFamily="49" charset="0"/>
                <a:ea typeface="+mj-ea"/>
              </a:rPr>
              <a:t>implements </a:t>
            </a:r>
            <a:r>
              <a:rPr lang="en-US" altLang="zh-TW" sz="2500" err="1">
                <a:latin typeface="Consolas" panose="020B0609020204030204" pitchFamily="49" charset="0"/>
                <a:ea typeface="+mj-ea"/>
              </a:rPr>
              <a:t>HttpSessionBindingListener</a:t>
            </a:r>
            <a:endParaRPr lang="en-US" altLang="zh-TW" sz="2500">
              <a:latin typeface="Consolas" panose="020B0609020204030204" pitchFamily="49" charset="0"/>
              <a:ea typeface="+mj-ea"/>
            </a:endParaRPr>
          </a:p>
          <a:p>
            <a:pPr marL="342900" lvl="1" indent="-342900" algn="just"/>
            <a:r>
              <a:rPr lang="zh-TW" altLang="en-US" sz="2500">
                <a:latin typeface="Consolas" panose="020B0609020204030204" pitchFamily="49" charset="0"/>
                <a:ea typeface="+mj-ea"/>
              </a:rPr>
              <a:t>可實作以下兩個方法</a:t>
            </a:r>
            <a:endParaRPr lang="en-US" altLang="zh-TW" sz="2500">
              <a:latin typeface="Consolas" panose="020B0609020204030204" pitchFamily="49" charset="0"/>
              <a:ea typeface="+mj-ea"/>
            </a:endParaRPr>
          </a:p>
          <a:p>
            <a:pPr marL="617220" lvl="2" indent="-342900" algn="just"/>
            <a:r>
              <a:rPr lang="en-US" altLang="zh-TW" sz="2500">
                <a:latin typeface="Consolas" panose="020B0609020204030204" pitchFamily="49" charset="0"/>
                <a:ea typeface="+mj-ea"/>
              </a:rPr>
              <a:t>public void </a:t>
            </a:r>
            <a:r>
              <a:rPr lang="en-US" altLang="zh-TW" sz="2500" err="1">
                <a:latin typeface="Consolas" panose="020B0609020204030204" pitchFamily="49" charset="0"/>
                <a:ea typeface="+mj-ea"/>
              </a:rPr>
              <a:t>valueBound</a:t>
            </a:r>
            <a:r>
              <a:rPr lang="en-US" altLang="zh-TW" sz="2500">
                <a:latin typeface="Consolas" panose="020B0609020204030204" pitchFamily="49" charset="0"/>
                <a:ea typeface="+mj-ea"/>
              </a:rPr>
              <a:t>(HttpSessionBindingEvent event)</a:t>
            </a:r>
          </a:p>
          <a:p>
            <a:pPr marL="891540" lvl="3" indent="-342900" algn="just"/>
            <a:r>
              <a:rPr lang="zh-TW" altLang="en-US" sz="2500">
                <a:latin typeface="Consolas" panose="020B0609020204030204" pitchFamily="49" charset="0"/>
                <a:ea typeface="+mj-ea"/>
              </a:rPr>
              <a:t>當此物件被綁定</a:t>
            </a:r>
            <a:r>
              <a:rPr lang="en-US" altLang="zh-TW" sz="2500">
                <a:latin typeface="Consolas" panose="020B0609020204030204" pitchFamily="49" charset="0"/>
                <a:ea typeface="+mj-ea"/>
              </a:rPr>
              <a:t>(bind)</a:t>
            </a:r>
            <a:r>
              <a:rPr lang="zh-TW" altLang="en-US" sz="2500">
                <a:latin typeface="Consolas" panose="020B0609020204030204" pitchFamily="49" charset="0"/>
                <a:ea typeface="+mj-ea"/>
              </a:rPr>
              <a:t>到</a:t>
            </a:r>
            <a:r>
              <a:rPr lang="en-US" altLang="zh-TW" sz="2500">
                <a:latin typeface="Consolas" panose="020B0609020204030204" pitchFamily="49" charset="0"/>
                <a:ea typeface="+mj-ea"/>
              </a:rPr>
              <a:t>session</a:t>
            </a:r>
            <a:r>
              <a:rPr lang="zh-TW" altLang="en-US" sz="2500">
                <a:latin typeface="Consolas" panose="020B0609020204030204" pitchFamily="49" charset="0"/>
                <a:ea typeface="+mj-ea"/>
              </a:rPr>
              <a:t>時，此方法會啟動</a:t>
            </a:r>
            <a:endParaRPr lang="en-US" altLang="zh-TW" sz="2500">
              <a:latin typeface="Consolas" panose="020B0609020204030204" pitchFamily="49" charset="0"/>
              <a:ea typeface="+mj-ea"/>
            </a:endParaRPr>
          </a:p>
          <a:p>
            <a:pPr marL="617220" lvl="2" indent="-342900" algn="just"/>
            <a:r>
              <a:rPr lang="en-US" altLang="zh-TW" sz="2500">
                <a:latin typeface="Consolas" panose="020B0609020204030204" pitchFamily="49" charset="0"/>
                <a:ea typeface="+mj-ea"/>
              </a:rPr>
              <a:t>public void valueUnBound(HttpSessionBindingEvent event)</a:t>
            </a:r>
          </a:p>
          <a:p>
            <a:pPr marL="891540" lvl="3" indent="-342900" algn="just"/>
            <a:r>
              <a:rPr lang="zh-TW" altLang="en-US" sz="2500">
                <a:latin typeface="Consolas" panose="020B0609020204030204" pitchFamily="49" charset="0"/>
                <a:ea typeface="+mj-ea"/>
              </a:rPr>
              <a:t>當此物件脫離</a:t>
            </a:r>
            <a:r>
              <a:rPr lang="en-US" altLang="zh-TW" sz="2500">
                <a:latin typeface="Consolas" panose="020B0609020204030204" pitchFamily="49" charset="0"/>
                <a:ea typeface="+mj-ea"/>
              </a:rPr>
              <a:t>(unbind)</a:t>
            </a:r>
            <a:r>
              <a:rPr lang="zh-TW" altLang="en-US" sz="2500">
                <a:latin typeface="Consolas" panose="020B0609020204030204" pitchFamily="49" charset="0"/>
                <a:ea typeface="+mj-ea"/>
              </a:rPr>
              <a:t> </a:t>
            </a:r>
            <a:r>
              <a:rPr lang="en-US" altLang="zh-TW" sz="2500">
                <a:latin typeface="Consolas" panose="020B0609020204030204" pitchFamily="49" charset="0"/>
                <a:ea typeface="+mj-ea"/>
              </a:rPr>
              <a:t>session</a:t>
            </a:r>
            <a:r>
              <a:rPr lang="zh-TW" altLang="en-US" sz="2500">
                <a:latin typeface="Consolas" panose="020B0609020204030204" pitchFamily="49" charset="0"/>
                <a:ea typeface="+mj-ea"/>
              </a:rPr>
              <a:t>時，此方法會啟動</a:t>
            </a:r>
            <a:endParaRPr lang="en-US" altLang="zh-TW" sz="2500">
              <a:latin typeface="Consolas" panose="020B0609020204030204" pitchFamily="49" charset="0"/>
              <a:ea typeface="+mj-ea"/>
            </a:endParaRPr>
          </a:p>
          <a:p>
            <a:pPr marL="891540" lvl="3" indent="-342900" algn="just"/>
            <a:r>
              <a:rPr lang="zh-TW" altLang="en-US" sz="2500">
                <a:latin typeface="Consolas" panose="020B0609020204030204" pitchFamily="49" charset="0"/>
                <a:ea typeface="+mj-ea"/>
              </a:rPr>
              <a:t>不管是此物件自</a:t>
            </a:r>
            <a:r>
              <a:rPr lang="en-US" altLang="zh-TW" sz="2500">
                <a:latin typeface="Consolas" panose="020B0609020204030204" pitchFamily="49" charset="0"/>
                <a:ea typeface="+mj-ea"/>
              </a:rPr>
              <a:t>session</a:t>
            </a:r>
            <a:r>
              <a:rPr lang="zh-TW" altLang="en-US" sz="2500">
                <a:latin typeface="Consolas" panose="020B0609020204030204" pitchFamily="49" charset="0"/>
                <a:ea typeface="+mj-ea"/>
              </a:rPr>
              <a:t>中被移除；或此物件消失、被取代；或</a:t>
            </a:r>
            <a:r>
              <a:rPr lang="en-US" altLang="zh-TW" sz="2500">
                <a:latin typeface="Consolas" panose="020B0609020204030204" pitchFamily="49" charset="0"/>
                <a:ea typeface="+mj-ea"/>
              </a:rPr>
              <a:t>session</a:t>
            </a:r>
            <a:r>
              <a:rPr lang="zh-TW" altLang="en-US" sz="2500">
                <a:latin typeface="Consolas" panose="020B0609020204030204" pitchFamily="49" charset="0"/>
                <a:ea typeface="+mj-ea"/>
              </a:rPr>
              <a:t>本身失效，都算是脫離</a:t>
            </a:r>
            <a:r>
              <a:rPr lang="en-US" altLang="zh-TW" sz="2500">
                <a:latin typeface="Consolas" panose="020B0609020204030204" pitchFamily="49" charset="0"/>
                <a:ea typeface="+mj-ea"/>
              </a:rPr>
              <a:t>session</a:t>
            </a:r>
          </a:p>
          <a:p>
            <a:pPr marL="617220" lvl="2" indent="-342900" algn="just"/>
            <a:endParaRPr lang="en-US" altLang="zh-TW" sz="2500">
              <a:latin typeface="Consolas" panose="020B0609020204030204" pitchFamily="49" charset="0"/>
              <a:ea typeface="+mj-ea"/>
            </a:endParaRPr>
          </a:p>
        </p:txBody>
      </p:sp>
      <p:sp>
        <p:nvSpPr>
          <p:cNvPr id="6" name="文字方塊 5">
            <a:extLst>
              <a:ext uri="{FF2B5EF4-FFF2-40B4-BE49-F238E27FC236}">
                <a16:creationId xmlns:a16="http://schemas.microsoft.com/office/drawing/2014/main" id="{DAEF7909-B75E-48BA-AF94-57DC47945746}"/>
              </a:ext>
            </a:extLst>
          </p:cNvPr>
          <p:cNvSpPr txBox="1"/>
          <p:nvPr/>
        </p:nvSpPr>
        <p:spPr>
          <a:xfrm>
            <a:off x="204968" y="117822"/>
            <a:ext cx="6873926"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zh-TW" sz="3200" err="1">
                <a:latin typeface="Consolas" panose="020B0609020204030204" pitchFamily="49" charset="0"/>
                <a:ea typeface="+mj-ea"/>
              </a:rPr>
              <a:t>HttpSessionBindingListener</a:t>
            </a:r>
            <a:r>
              <a:rPr lang="zh-TW" altLang="en-US" sz="3200">
                <a:latin typeface="Consolas" panose="020B0609020204030204" pitchFamily="49" charset="0"/>
                <a:ea typeface="+mj-ea"/>
              </a:rPr>
              <a:t>介面</a:t>
            </a:r>
          </a:p>
        </p:txBody>
      </p:sp>
      <p:sp>
        <p:nvSpPr>
          <p:cNvPr id="2" name="投影片編號版面配置區 1">
            <a:extLst>
              <a:ext uri="{FF2B5EF4-FFF2-40B4-BE49-F238E27FC236}">
                <a16:creationId xmlns:a16="http://schemas.microsoft.com/office/drawing/2014/main" id="{63A4B6CE-C5B0-42F2-8656-BC29930E6C4F}"/>
              </a:ext>
            </a:extLst>
          </p:cNvPr>
          <p:cNvSpPr>
            <a:spLocks noGrp="1"/>
          </p:cNvSpPr>
          <p:nvPr>
            <p:ph type="sldNum" sz="quarter" idx="12"/>
          </p:nvPr>
        </p:nvSpPr>
        <p:spPr/>
        <p:txBody>
          <a:bodyPr/>
          <a:lstStyle/>
          <a:p>
            <a:fld id="{B521127C-0C56-461F-B517-0D483F216F7D}" type="slidenum">
              <a:rPr lang="zh-TW" altLang="en-US" smtClean="0"/>
              <a:t>122</a:t>
            </a:fld>
            <a:endParaRPr lang="zh-TW" altLang="en-US"/>
          </a:p>
        </p:txBody>
      </p:sp>
    </p:spTree>
    <p:extLst>
      <p:ext uri="{BB962C8B-B14F-4D97-AF65-F5344CB8AC3E}">
        <p14:creationId xmlns:p14="http://schemas.microsoft.com/office/powerpoint/2010/main" val="314831268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320565" y="1068237"/>
            <a:ext cx="11550869" cy="6344863"/>
          </a:xfrm>
        </p:spPr>
        <p:txBody>
          <a:bodyPr>
            <a:normAutofit/>
          </a:bodyPr>
          <a:lstStyle/>
          <a:p>
            <a:pPr marL="342900" lvl="1" indent="-342900" algn="just"/>
            <a:r>
              <a:rPr lang="zh-TW" altLang="en-US" sz="2500">
                <a:latin typeface="Consolas" panose="020B0609020204030204" pitchFamily="49" charset="0"/>
                <a:ea typeface="+mj-ea"/>
              </a:rPr>
              <a:t>介面用法</a:t>
            </a:r>
            <a:r>
              <a:rPr lang="en-US" altLang="zh-TW" sz="2500">
                <a:latin typeface="Consolas" panose="020B0609020204030204" pitchFamily="49" charset="0"/>
                <a:ea typeface="+mj-ea"/>
              </a:rPr>
              <a:t>:</a:t>
            </a:r>
          </a:p>
          <a:p>
            <a:pPr marL="617220" lvl="2" indent="-342900" algn="just"/>
            <a:r>
              <a:rPr lang="zh-TW" altLang="en-US" sz="2500">
                <a:latin typeface="Consolas" panose="020B0609020204030204" pitchFamily="49" charset="0"/>
                <a:ea typeface="+mj-ea"/>
              </a:rPr>
              <a:t>實作此介面為物件，在</a:t>
            </a:r>
            <a:r>
              <a:rPr lang="en-US" altLang="zh-TW" sz="2500">
                <a:latin typeface="Consolas" panose="020B0609020204030204" pitchFamily="49" charset="0"/>
                <a:ea typeface="+mj-ea"/>
              </a:rPr>
              <a:t>Servlet Context</a:t>
            </a:r>
            <a:r>
              <a:rPr lang="zh-TW" altLang="en-US" sz="2500">
                <a:latin typeface="Consolas" panose="020B0609020204030204" pitchFamily="49" charset="0"/>
                <a:ea typeface="+mj-ea"/>
              </a:rPr>
              <a:t>被「初始化」或「銷毀時」，即會得到通知並進行某特定動作。</a:t>
            </a:r>
            <a:endParaRPr lang="en-US" altLang="zh-TW" sz="2500">
              <a:latin typeface="Consolas" panose="020B0609020204030204" pitchFamily="49" charset="0"/>
              <a:ea typeface="+mj-ea"/>
            </a:endParaRPr>
          </a:p>
          <a:p>
            <a:pPr marL="617220" lvl="2" indent="-342900" algn="just"/>
            <a:r>
              <a:rPr lang="en-US" altLang="zh-TW" sz="2500">
                <a:latin typeface="Consolas" panose="020B0609020204030204" pitchFamily="49" charset="0"/>
                <a:ea typeface="+mj-ea"/>
              </a:rPr>
              <a:t>implements </a:t>
            </a:r>
            <a:r>
              <a:rPr lang="en-US" altLang="zh-TW" sz="2500" err="1">
                <a:latin typeface="Consolas" panose="020B0609020204030204" pitchFamily="49" charset="0"/>
                <a:ea typeface="+mj-ea"/>
              </a:rPr>
              <a:t>ServletContextListener</a:t>
            </a:r>
            <a:endParaRPr lang="en-US" altLang="zh-TW" sz="2500">
              <a:latin typeface="Consolas" panose="020B0609020204030204" pitchFamily="49" charset="0"/>
              <a:ea typeface="+mj-ea"/>
            </a:endParaRPr>
          </a:p>
          <a:p>
            <a:pPr marL="342900" lvl="1" indent="-342900" algn="just"/>
            <a:r>
              <a:rPr lang="zh-TW" altLang="en-US" sz="2500">
                <a:latin typeface="Consolas" panose="020B0609020204030204" pitchFamily="49" charset="0"/>
                <a:ea typeface="+mj-ea"/>
              </a:rPr>
              <a:t>可實作以下兩個方法</a:t>
            </a:r>
            <a:endParaRPr lang="en-US" altLang="zh-TW" sz="2500">
              <a:latin typeface="Consolas" panose="020B0609020204030204" pitchFamily="49" charset="0"/>
              <a:ea typeface="+mj-ea"/>
            </a:endParaRPr>
          </a:p>
          <a:p>
            <a:pPr marL="617220" lvl="2" indent="-342900" algn="just"/>
            <a:r>
              <a:rPr lang="en-US" altLang="zh-TW" sz="2500">
                <a:latin typeface="Consolas" panose="020B0609020204030204" pitchFamily="49" charset="0"/>
                <a:ea typeface="+mj-ea"/>
              </a:rPr>
              <a:t>public void </a:t>
            </a:r>
            <a:r>
              <a:rPr lang="en-US" altLang="zh-TW" sz="2500" err="1">
                <a:latin typeface="Consolas" panose="020B0609020204030204" pitchFamily="49" charset="0"/>
                <a:ea typeface="+mj-ea"/>
              </a:rPr>
              <a:t>contextInitialized</a:t>
            </a:r>
            <a:r>
              <a:rPr lang="en-US" altLang="zh-TW" sz="2500">
                <a:latin typeface="Consolas" panose="020B0609020204030204" pitchFamily="49" charset="0"/>
                <a:ea typeface="+mj-ea"/>
              </a:rPr>
              <a:t>(</a:t>
            </a:r>
            <a:r>
              <a:rPr lang="en-US" altLang="zh-TW" sz="2500" err="1">
                <a:latin typeface="Consolas" panose="020B0609020204030204" pitchFamily="49" charset="0"/>
                <a:ea typeface="+mj-ea"/>
              </a:rPr>
              <a:t>ServletContextEvent</a:t>
            </a:r>
            <a:r>
              <a:rPr lang="en-US" altLang="zh-TW" sz="2500">
                <a:latin typeface="Consolas" panose="020B0609020204030204" pitchFamily="49" charset="0"/>
                <a:ea typeface="+mj-ea"/>
              </a:rPr>
              <a:t> </a:t>
            </a:r>
            <a:r>
              <a:rPr lang="en-US" altLang="zh-TW" sz="2500" err="1">
                <a:latin typeface="Consolas" panose="020B0609020204030204" pitchFamily="49" charset="0"/>
                <a:ea typeface="+mj-ea"/>
              </a:rPr>
              <a:t>sce</a:t>
            </a:r>
            <a:r>
              <a:rPr lang="en-US" altLang="zh-TW" sz="2500">
                <a:latin typeface="Consolas" panose="020B0609020204030204" pitchFamily="49" charset="0"/>
                <a:ea typeface="+mj-ea"/>
              </a:rPr>
              <a:t>)</a:t>
            </a:r>
          </a:p>
          <a:p>
            <a:pPr marL="891540" lvl="3" indent="-342900" algn="just"/>
            <a:r>
              <a:rPr lang="zh-TW" altLang="en-US" sz="2500">
                <a:latin typeface="Consolas" panose="020B0609020204030204" pitchFamily="49" charset="0"/>
                <a:ea typeface="+mj-ea"/>
              </a:rPr>
              <a:t>當</a:t>
            </a:r>
            <a:r>
              <a:rPr lang="en-US" altLang="zh-TW" sz="2500">
                <a:latin typeface="Consolas" panose="020B0609020204030204" pitchFamily="49" charset="0"/>
                <a:ea typeface="+mj-ea"/>
              </a:rPr>
              <a:t>context</a:t>
            </a:r>
            <a:r>
              <a:rPr lang="zh-TW" altLang="en-US" sz="2500">
                <a:latin typeface="Consolas" panose="020B0609020204030204" pitchFamily="49" charset="0"/>
                <a:ea typeface="+mj-ea"/>
              </a:rPr>
              <a:t>啟動時，此方法會啟動</a:t>
            </a:r>
            <a:endParaRPr lang="en-US" altLang="zh-TW" sz="2500">
              <a:latin typeface="Consolas" panose="020B0609020204030204" pitchFamily="49" charset="0"/>
              <a:ea typeface="+mj-ea"/>
            </a:endParaRPr>
          </a:p>
          <a:p>
            <a:pPr marL="617220" lvl="2" indent="-342900" algn="just"/>
            <a:r>
              <a:rPr lang="en-US" altLang="zh-TW" sz="2500">
                <a:latin typeface="Consolas" panose="020B0609020204030204" pitchFamily="49" charset="0"/>
                <a:ea typeface="+mj-ea"/>
              </a:rPr>
              <a:t>public void </a:t>
            </a:r>
            <a:r>
              <a:rPr lang="en-US" altLang="zh-TW" sz="2500" err="1">
                <a:latin typeface="Consolas" panose="020B0609020204030204" pitchFamily="49" charset="0"/>
                <a:ea typeface="+mj-ea"/>
              </a:rPr>
              <a:t>contextDestroyed</a:t>
            </a:r>
            <a:r>
              <a:rPr lang="en-US" altLang="zh-TW" sz="2500">
                <a:latin typeface="Consolas" panose="020B0609020204030204" pitchFamily="49" charset="0"/>
                <a:ea typeface="+mj-ea"/>
              </a:rPr>
              <a:t>(</a:t>
            </a:r>
            <a:r>
              <a:rPr lang="en-US" altLang="zh-TW" sz="2500" err="1">
                <a:latin typeface="Consolas" panose="020B0609020204030204" pitchFamily="49" charset="0"/>
                <a:ea typeface="+mj-ea"/>
              </a:rPr>
              <a:t>ServletContextEvent</a:t>
            </a:r>
            <a:r>
              <a:rPr lang="en-US" altLang="zh-TW" sz="2500">
                <a:latin typeface="Consolas" panose="020B0609020204030204" pitchFamily="49" charset="0"/>
                <a:ea typeface="+mj-ea"/>
              </a:rPr>
              <a:t> </a:t>
            </a:r>
            <a:r>
              <a:rPr lang="en-US" altLang="zh-TW" sz="2500" err="1">
                <a:latin typeface="Consolas" panose="020B0609020204030204" pitchFamily="49" charset="0"/>
                <a:ea typeface="+mj-ea"/>
              </a:rPr>
              <a:t>sce</a:t>
            </a:r>
            <a:r>
              <a:rPr lang="en-US" altLang="zh-TW" sz="2500">
                <a:latin typeface="Consolas" panose="020B0609020204030204" pitchFamily="49" charset="0"/>
                <a:ea typeface="+mj-ea"/>
              </a:rPr>
              <a:t>)</a:t>
            </a:r>
          </a:p>
          <a:p>
            <a:pPr marL="891540" lvl="3" indent="-342900" algn="just"/>
            <a:r>
              <a:rPr lang="zh-TW" altLang="en-US" sz="2500">
                <a:latin typeface="Consolas" panose="020B0609020204030204" pitchFamily="49" charset="0"/>
                <a:ea typeface="+mj-ea"/>
              </a:rPr>
              <a:t>當</a:t>
            </a:r>
            <a:r>
              <a:rPr lang="en-US" altLang="zh-TW" sz="2500">
                <a:latin typeface="Consolas" panose="020B0609020204030204" pitchFamily="49" charset="0"/>
                <a:ea typeface="+mj-ea"/>
              </a:rPr>
              <a:t>context</a:t>
            </a:r>
            <a:r>
              <a:rPr lang="zh-TW" altLang="en-US" sz="2500">
                <a:latin typeface="Consolas" panose="020B0609020204030204" pitchFamily="49" charset="0"/>
                <a:ea typeface="+mj-ea"/>
              </a:rPr>
              <a:t>關閉時，此方法會關閉</a:t>
            </a:r>
            <a:endParaRPr lang="en-US" altLang="zh-TW" sz="2500">
              <a:latin typeface="Consolas" panose="020B0609020204030204" pitchFamily="49" charset="0"/>
              <a:ea typeface="+mj-ea"/>
            </a:endParaRPr>
          </a:p>
          <a:p>
            <a:pPr marL="342900" lvl="1" indent="-342900" algn="just"/>
            <a:r>
              <a:rPr lang="zh-TW" altLang="en-US" sz="2500">
                <a:latin typeface="Consolas" panose="020B0609020204030204" pitchFamily="49" charset="0"/>
                <a:ea typeface="+mj-ea"/>
              </a:rPr>
              <a:t>必須使用</a:t>
            </a:r>
            <a:r>
              <a:rPr lang="en-US" altLang="zh-TW" sz="2500">
                <a:latin typeface="Consolas" panose="020B0609020204030204" pitchFamily="49" charset="0"/>
                <a:ea typeface="+mj-ea"/>
              </a:rPr>
              <a:t>XML</a:t>
            </a:r>
            <a:r>
              <a:rPr lang="zh-TW" altLang="en-US" sz="2500">
                <a:latin typeface="Consolas" panose="020B0609020204030204" pitchFamily="49" charset="0"/>
                <a:ea typeface="+mj-ea"/>
              </a:rPr>
              <a:t>或</a:t>
            </a:r>
            <a:r>
              <a:rPr lang="en-US" altLang="zh-TW" sz="2500">
                <a:latin typeface="Consolas" panose="020B0609020204030204" pitchFamily="49" charset="0"/>
                <a:ea typeface="+mj-ea"/>
              </a:rPr>
              <a:t>annotation</a:t>
            </a:r>
            <a:r>
              <a:rPr lang="zh-TW" altLang="en-US" sz="2500">
                <a:latin typeface="Consolas" panose="020B0609020204030204" pitchFamily="49" charset="0"/>
                <a:ea typeface="+mj-ea"/>
              </a:rPr>
              <a:t>註冊</a:t>
            </a:r>
            <a:endParaRPr lang="en-US" altLang="zh-TW" sz="2500">
              <a:latin typeface="Consolas" panose="020B0609020204030204" pitchFamily="49" charset="0"/>
              <a:ea typeface="+mj-ea"/>
            </a:endParaRPr>
          </a:p>
          <a:p>
            <a:pPr marL="548640" lvl="3" indent="0" algn="just">
              <a:buNone/>
            </a:pPr>
            <a:r>
              <a:rPr lang="en-US" altLang="zh-TW" sz="2500">
                <a:latin typeface="Consolas" panose="020B0609020204030204" pitchFamily="49" charset="0"/>
                <a:ea typeface="+mj-ea"/>
              </a:rPr>
              <a:t>&lt;listener&gt;</a:t>
            </a:r>
          </a:p>
          <a:p>
            <a:pPr marL="822960" lvl="4" indent="0" algn="just">
              <a:buNone/>
            </a:pPr>
            <a:r>
              <a:rPr lang="en-US" altLang="zh-TW" sz="2500">
                <a:latin typeface="Consolas" panose="020B0609020204030204" pitchFamily="49" charset="0"/>
                <a:ea typeface="+mj-ea"/>
              </a:rPr>
              <a:t>&lt;listener-class&gt;</a:t>
            </a:r>
            <a:r>
              <a:rPr lang="en-US" altLang="zh-TW" sz="2500" err="1">
                <a:latin typeface="Consolas" panose="020B0609020204030204" pitchFamily="49" charset="0"/>
                <a:ea typeface="+mj-ea"/>
              </a:rPr>
              <a:t>package.class</a:t>
            </a:r>
            <a:r>
              <a:rPr lang="en-US" altLang="zh-TW" sz="2500">
                <a:latin typeface="Consolas" panose="020B0609020204030204" pitchFamily="49" charset="0"/>
                <a:ea typeface="+mj-ea"/>
              </a:rPr>
              <a:t>&lt;/listener-class&gt;</a:t>
            </a:r>
          </a:p>
          <a:p>
            <a:pPr marL="548640" lvl="3" indent="0" algn="just">
              <a:buNone/>
            </a:pPr>
            <a:r>
              <a:rPr lang="en-US" altLang="zh-TW" sz="2500">
                <a:latin typeface="Consolas" panose="020B0609020204030204" pitchFamily="49" charset="0"/>
                <a:ea typeface="+mj-ea"/>
              </a:rPr>
              <a:t>&lt;/listener&gt;</a:t>
            </a:r>
          </a:p>
        </p:txBody>
      </p:sp>
      <p:sp>
        <p:nvSpPr>
          <p:cNvPr id="6" name="文字方塊 5">
            <a:extLst>
              <a:ext uri="{FF2B5EF4-FFF2-40B4-BE49-F238E27FC236}">
                <a16:creationId xmlns:a16="http://schemas.microsoft.com/office/drawing/2014/main" id="{DAEF7909-B75E-48BA-AF94-57DC47945746}"/>
              </a:ext>
            </a:extLst>
          </p:cNvPr>
          <p:cNvSpPr txBox="1"/>
          <p:nvPr/>
        </p:nvSpPr>
        <p:spPr>
          <a:xfrm>
            <a:off x="204968" y="117822"/>
            <a:ext cx="6051994"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zh-TW" sz="3200" err="1">
                <a:latin typeface="Consolas" panose="020B0609020204030204" pitchFamily="49" charset="0"/>
                <a:ea typeface="+mj-ea"/>
              </a:rPr>
              <a:t>ServletContextListener</a:t>
            </a:r>
            <a:r>
              <a:rPr lang="zh-TW" altLang="en-US" sz="3200">
                <a:latin typeface="Consolas" panose="020B0609020204030204" pitchFamily="49" charset="0"/>
                <a:ea typeface="+mj-ea"/>
              </a:rPr>
              <a:t>介面</a:t>
            </a:r>
          </a:p>
        </p:txBody>
      </p:sp>
      <p:sp>
        <p:nvSpPr>
          <p:cNvPr id="2" name="投影片編號版面配置區 1">
            <a:extLst>
              <a:ext uri="{FF2B5EF4-FFF2-40B4-BE49-F238E27FC236}">
                <a16:creationId xmlns:a16="http://schemas.microsoft.com/office/drawing/2014/main" id="{CF7AA0A5-201A-4FAD-B5A1-C519B252A885}"/>
              </a:ext>
            </a:extLst>
          </p:cNvPr>
          <p:cNvSpPr>
            <a:spLocks noGrp="1"/>
          </p:cNvSpPr>
          <p:nvPr>
            <p:ph type="sldNum" sz="quarter" idx="12"/>
          </p:nvPr>
        </p:nvSpPr>
        <p:spPr/>
        <p:txBody>
          <a:bodyPr/>
          <a:lstStyle/>
          <a:p>
            <a:fld id="{B521127C-0C56-461F-B517-0D483F216F7D}" type="slidenum">
              <a:rPr lang="zh-TW" altLang="en-US" smtClean="0"/>
              <a:t>123</a:t>
            </a:fld>
            <a:endParaRPr lang="zh-TW" altLang="en-US"/>
          </a:p>
        </p:txBody>
      </p:sp>
      <mc:AlternateContent xmlns:mc="http://schemas.openxmlformats.org/markup-compatibility/2006" xmlns:p14="http://schemas.microsoft.com/office/powerpoint/2010/main">
        <mc:Choice Requires="p14">
          <p:contentPart p14:bwMode="auto" r:id="rId2">
            <p14:nvContentPartPr>
              <p14:cNvPr id="4" name="筆跡 3">
                <a:extLst>
                  <a:ext uri="{FF2B5EF4-FFF2-40B4-BE49-F238E27FC236}">
                    <a16:creationId xmlns:a16="http://schemas.microsoft.com/office/drawing/2014/main" id="{67BBB178-E31A-C0C7-8BF7-20B0DB9F947C}"/>
                  </a:ext>
                </a:extLst>
              </p14:cNvPr>
              <p14:cNvContentPartPr/>
              <p14:nvPr/>
            </p14:nvContentPartPr>
            <p14:xfrm>
              <a:off x="6452327" y="-27839"/>
              <a:ext cx="400050" cy="885825"/>
            </p14:xfrm>
          </p:contentPart>
        </mc:Choice>
        <mc:Fallback xmlns="">
          <p:pic>
            <p:nvPicPr>
              <p:cNvPr id="4" name="筆跡 3">
                <a:extLst>
                  <a:ext uri="{FF2B5EF4-FFF2-40B4-BE49-F238E27FC236}">
                    <a16:creationId xmlns:a16="http://schemas.microsoft.com/office/drawing/2014/main" id="{67BBB178-E31A-C0C7-8BF7-20B0DB9F947C}"/>
                  </a:ext>
                </a:extLst>
              </p:cNvPr>
              <p:cNvPicPr/>
              <p:nvPr/>
            </p:nvPicPr>
            <p:blipFill>
              <a:blip r:embed="rId3"/>
              <a:stretch>
                <a:fillRect/>
              </a:stretch>
            </p:blipFill>
            <p:spPr>
              <a:xfrm>
                <a:off x="6434404" y="-45433"/>
                <a:ext cx="435538" cy="921373"/>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筆跡 4">
                <a:extLst>
                  <a:ext uri="{FF2B5EF4-FFF2-40B4-BE49-F238E27FC236}">
                    <a16:creationId xmlns:a16="http://schemas.microsoft.com/office/drawing/2014/main" id="{DFDCBAB4-A98C-4B59-D487-EA699B305F79}"/>
                  </a:ext>
                </a:extLst>
              </p14:cNvPr>
              <p14:cNvContentPartPr/>
              <p14:nvPr/>
            </p14:nvContentPartPr>
            <p14:xfrm>
              <a:off x="7020398" y="142418"/>
              <a:ext cx="381000" cy="733425"/>
            </p14:xfrm>
          </p:contentPart>
        </mc:Choice>
        <mc:Fallback xmlns="">
          <p:pic>
            <p:nvPicPr>
              <p:cNvPr id="5" name="筆跡 4">
                <a:extLst>
                  <a:ext uri="{FF2B5EF4-FFF2-40B4-BE49-F238E27FC236}">
                    <a16:creationId xmlns:a16="http://schemas.microsoft.com/office/drawing/2014/main" id="{DFDCBAB4-A98C-4B59-D487-EA699B305F79}"/>
                  </a:ext>
                </a:extLst>
              </p:cNvPr>
              <p:cNvPicPr/>
              <p:nvPr/>
            </p:nvPicPr>
            <p:blipFill>
              <a:blip r:embed="rId5"/>
              <a:stretch>
                <a:fillRect/>
              </a:stretch>
            </p:blipFill>
            <p:spPr>
              <a:xfrm>
                <a:off x="7002544" y="124530"/>
                <a:ext cx="416351" cy="768844"/>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筆跡 7">
                <a:extLst>
                  <a:ext uri="{FF2B5EF4-FFF2-40B4-BE49-F238E27FC236}">
                    <a16:creationId xmlns:a16="http://schemas.microsoft.com/office/drawing/2014/main" id="{A8F8E1C7-B505-D431-6D7E-81107E54D6D1}"/>
                  </a:ext>
                </a:extLst>
              </p14:cNvPr>
              <p14:cNvContentPartPr/>
              <p14:nvPr/>
            </p14:nvContentPartPr>
            <p14:xfrm>
              <a:off x="7436629" y="101492"/>
              <a:ext cx="314325" cy="733425"/>
            </p14:xfrm>
          </p:contentPart>
        </mc:Choice>
        <mc:Fallback xmlns="">
          <p:pic>
            <p:nvPicPr>
              <p:cNvPr id="8" name="筆跡 7">
                <a:extLst>
                  <a:ext uri="{FF2B5EF4-FFF2-40B4-BE49-F238E27FC236}">
                    <a16:creationId xmlns:a16="http://schemas.microsoft.com/office/drawing/2014/main" id="{A8F8E1C7-B505-D431-6D7E-81107E54D6D1}"/>
                  </a:ext>
                </a:extLst>
              </p:cNvPr>
              <p:cNvPicPr/>
              <p:nvPr/>
            </p:nvPicPr>
            <p:blipFill>
              <a:blip r:embed="rId7"/>
              <a:stretch>
                <a:fillRect/>
              </a:stretch>
            </p:blipFill>
            <p:spPr>
              <a:xfrm>
                <a:off x="7418626" y="83745"/>
                <a:ext cx="349970" cy="769281"/>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筆跡 8">
                <a:extLst>
                  <a:ext uri="{FF2B5EF4-FFF2-40B4-BE49-F238E27FC236}">
                    <a16:creationId xmlns:a16="http://schemas.microsoft.com/office/drawing/2014/main" id="{4D5989D8-3345-BFA2-36EA-AB6FC272A2C7}"/>
                  </a:ext>
                </a:extLst>
              </p14:cNvPr>
              <p14:cNvContentPartPr/>
              <p14:nvPr/>
            </p14:nvContentPartPr>
            <p14:xfrm>
              <a:off x="11860839" y="1553765"/>
              <a:ext cx="9525" cy="9525"/>
            </p14:xfrm>
          </p:contentPart>
        </mc:Choice>
        <mc:Fallback xmlns="">
          <p:pic>
            <p:nvPicPr>
              <p:cNvPr id="9" name="筆跡 8">
                <a:extLst>
                  <a:ext uri="{FF2B5EF4-FFF2-40B4-BE49-F238E27FC236}">
                    <a16:creationId xmlns:a16="http://schemas.microsoft.com/office/drawing/2014/main" id="{4D5989D8-3345-BFA2-36EA-AB6FC272A2C7}"/>
                  </a:ext>
                </a:extLst>
              </p:cNvPr>
              <p:cNvPicPr/>
              <p:nvPr/>
            </p:nvPicPr>
            <p:blipFill>
              <a:blip r:embed="rId9"/>
              <a:stretch>
                <a:fillRect/>
              </a:stretch>
            </p:blipFill>
            <p:spPr>
              <a:xfrm>
                <a:off x="11817544" y="1077515"/>
                <a:ext cx="95250" cy="9525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筆跡 9">
                <a:extLst>
                  <a:ext uri="{FF2B5EF4-FFF2-40B4-BE49-F238E27FC236}">
                    <a16:creationId xmlns:a16="http://schemas.microsoft.com/office/drawing/2014/main" id="{22069B5C-2D93-6929-8C6A-E78EFD6C2268}"/>
                  </a:ext>
                </a:extLst>
              </p14:cNvPr>
              <p14:cNvContentPartPr/>
              <p14:nvPr/>
            </p14:nvContentPartPr>
            <p14:xfrm>
              <a:off x="8338086" y="222691"/>
              <a:ext cx="47625" cy="161925"/>
            </p14:xfrm>
          </p:contentPart>
        </mc:Choice>
        <mc:Fallback xmlns="">
          <p:pic>
            <p:nvPicPr>
              <p:cNvPr id="10" name="筆跡 9">
                <a:extLst>
                  <a:ext uri="{FF2B5EF4-FFF2-40B4-BE49-F238E27FC236}">
                    <a16:creationId xmlns:a16="http://schemas.microsoft.com/office/drawing/2014/main" id="{22069B5C-2D93-6929-8C6A-E78EFD6C2268}"/>
                  </a:ext>
                </a:extLst>
              </p:cNvPr>
              <p:cNvPicPr/>
              <p:nvPr/>
            </p:nvPicPr>
            <p:blipFill>
              <a:blip r:embed="rId11"/>
              <a:stretch>
                <a:fillRect/>
              </a:stretch>
            </p:blipFill>
            <p:spPr>
              <a:xfrm>
                <a:off x="8320831" y="205129"/>
                <a:ext cx="81791" cy="196698"/>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 name="筆跡 10">
                <a:extLst>
                  <a:ext uri="{FF2B5EF4-FFF2-40B4-BE49-F238E27FC236}">
                    <a16:creationId xmlns:a16="http://schemas.microsoft.com/office/drawing/2014/main" id="{7CB4193E-814C-4B67-E202-844149827A05}"/>
                  </a:ext>
                </a:extLst>
              </p14:cNvPr>
              <p14:cNvContentPartPr/>
              <p14:nvPr/>
            </p14:nvContentPartPr>
            <p14:xfrm>
              <a:off x="8245771" y="333456"/>
              <a:ext cx="228600" cy="95250"/>
            </p14:xfrm>
          </p:contentPart>
        </mc:Choice>
        <mc:Fallback xmlns="">
          <p:pic>
            <p:nvPicPr>
              <p:cNvPr id="11" name="筆跡 10">
                <a:extLst>
                  <a:ext uri="{FF2B5EF4-FFF2-40B4-BE49-F238E27FC236}">
                    <a16:creationId xmlns:a16="http://schemas.microsoft.com/office/drawing/2014/main" id="{7CB4193E-814C-4B67-E202-844149827A05}"/>
                  </a:ext>
                </a:extLst>
              </p:cNvPr>
              <p:cNvPicPr/>
              <p:nvPr/>
            </p:nvPicPr>
            <p:blipFill>
              <a:blip r:embed="rId13"/>
              <a:stretch>
                <a:fillRect/>
              </a:stretch>
            </p:blipFill>
            <p:spPr>
              <a:xfrm>
                <a:off x="8228269" y="316170"/>
                <a:ext cx="263962" cy="130175"/>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筆跡 11">
                <a:extLst>
                  <a:ext uri="{FF2B5EF4-FFF2-40B4-BE49-F238E27FC236}">
                    <a16:creationId xmlns:a16="http://schemas.microsoft.com/office/drawing/2014/main" id="{A75480FE-92EA-DC5B-DB5A-DC9F73032E83}"/>
                  </a:ext>
                </a:extLst>
              </p14:cNvPr>
              <p14:cNvContentPartPr/>
              <p14:nvPr/>
            </p14:nvContentPartPr>
            <p14:xfrm>
              <a:off x="8342026" y="317498"/>
              <a:ext cx="200025" cy="85725"/>
            </p14:xfrm>
          </p:contentPart>
        </mc:Choice>
        <mc:Fallback xmlns="">
          <p:pic>
            <p:nvPicPr>
              <p:cNvPr id="12" name="筆跡 11">
                <a:extLst>
                  <a:ext uri="{FF2B5EF4-FFF2-40B4-BE49-F238E27FC236}">
                    <a16:creationId xmlns:a16="http://schemas.microsoft.com/office/drawing/2014/main" id="{A75480FE-92EA-DC5B-DB5A-DC9F73032E83}"/>
                  </a:ext>
                </a:extLst>
              </p:cNvPr>
              <p:cNvPicPr/>
              <p:nvPr/>
            </p:nvPicPr>
            <p:blipFill>
              <a:blip r:embed="rId15"/>
              <a:stretch>
                <a:fillRect/>
              </a:stretch>
            </p:blipFill>
            <p:spPr>
              <a:xfrm>
                <a:off x="8323709" y="300212"/>
                <a:ext cx="236293" cy="12065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3" name="筆跡 12">
                <a:extLst>
                  <a:ext uri="{FF2B5EF4-FFF2-40B4-BE49-F238E27FC236}">
                    <a16:creationId xmlns:a16="http://schemas.microsoft.com/office/drawing/2014/main" id="{60CEF5D2-FA22-4271-79BB-B0C5F70034BC}"/>
                  </a:ext>
                </a:extLst>
              </p14:cNvPr>
              <p14:cNvContentPartPr/>
              <p14:nvPr/>
            </p14:nvContentPartPr>
            <p14:xfrm>
              <a:off x="8142753" y="490509"/>
              <a:ext cx="438150" cy="133350"/>
            </p14:xfrm>
          </p:contentPart>
        </mc:Choice>
        <mc:Fallback xmlns="">
          <p:pic>
            <p:nvPicPr>
              <p:cNvPr id="13" name="筆跡 12">
                <a:extLst>
                  <a:ext uri="{FF2B5EF4-FFF2-40B4-BE49-F238E27FC236}">
                    <a16:creationId xmlns:a16="http://schemas.microsoft.com/office/drawing/2014/main" id="{60CEF5D2-FA22-4271-79BB-B0C5F70034BC}"/>
                  </a:ext>
                </a:extLst>
              </p:cNvPr>
              <p:cNvPicPr/>
              <p:nvPr/>
            </p:nvPicPr>
            <p:blipFill>
              <a:blip r:embed="rId17"/>
              <a:stretch>
                <a:fillRect/>
              </a:stretch>
            </p:blipFill>
            <p:spPr>
              <a:xfrm>
                <a:off x="8124603" y="473493"/>
                <a:ext cx="474088" cy="167729"/>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4" name="筆跡 13">
                <a:extLst>
                  <a:ext uri="{FF2B5EF4-FFF2-40B4-BE49-F238E27FC236}">
                    <a16:creationId xmlns:a16="http://schemas.microsoft.com/office/drawing/2014/main" id="{8ECF58D5-BFBC-7723-8E7F-D090957E8D81}"/>
                  </a:ext>
                </a:extLst>
              </p14:cNvPr>
              <p14:cNvContentPartPr/>
              <p14:nvPr/>
            </p14:nvContentPartPr>
            <p14:xfrm>
              <a:off x="8188709" y="614555"/>
              <a:ext cx="123825" cy="123825"/>
            </p14:xfrm>
          </p:contentPart>
        </mc:Choice>
        <mc:Fallback xmlns="">
          <p:pic>
            <p:nvPicPr>
              <p:cNvPr id="14" name="筆跡 13">
                <a:extLst>
                  <a:ext uri="{FF2B5EF4-FFF2-40B4-BE49-F238E27FC236}">
                    <a16:creationId xmlns:a16="http://schemas.microsoft.com/office/drawing/2014/main" id="{8ECF58D5-BFBC-7723-8E7F-D090957E8D81}"/>
                  </a:ext>
                </a:extLst>
              </p:cNvPr>
              <p:cNvPicPr/>
              <p:nvPr/>
            </p:nvPicPr>
            <p:blipFill>
              <a:blip r:embed="rId19"/>
              <a:stretch>
                <a:fillRect/>
              </a:stretch>
            </p:blipFill>
            <p:spPr>
              <a:xfrm>
                <a:off x="8170597" y="596713"/>
                <a:ext cx="160418" cy="159153"/>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5" name="筆跡 14">
                <a:extLst>
                  <a:ext uri="{FF2B5EF4-FFF2-40B4-BE49-F238E27FC236}">
                    <a16:creationId xmlns:a16="http://schemas.microsoft.com/office/drawing/2014/main" id="{DF643474-CD30-0AA2-58AB-ACB718DE769B}"/>
                  </a:ext>
                </a:extLst>
              </p14:cNvPr>
              <p14:cNvContentPartPr/>
              <p14:nvPr/>
            </p14:nvContentPartPr>
            <p14:xfrm>
              <a:off x="8049355" y="862649"/>
              <a:ext cx="285750" cy="114300"/>
            </p14:xfrm>
          </p:contentPart>
        </mc:Choice>
        <mc:Fallback xmlns="">
          <p:pic>
            <p:nvPicPr>
              <p:cNvPr id="15" name="筆跡 14">
                <a:extLst>
                  <a:ext uri="{FF2B5EF4-FFF2-40B4-BE49-F238E27FC236}">
                    <a16:creationId xmlns:a16="http://schemas.microsoft.com/office/drawing/2014/main" id="{DF643474-CD30-0AA2-58AB-ACB718DE769B}"/>
                  </a:ext>
                </a:extLst>
              </p:cNvPr>
              <p:cNvPicPr/>
              <p:nvPr/>
            </p:nvPicPr>
            <p:blipFill>
              <a:blip r:embed="rId21"/>
              <a:stretch>
                <a:fillRect/>
              </a:stretch>
            </p:blipFill>
            <p:spPr>
              <a:xfrm>
                <a:off x="8031224" y="844214"/>
                <a:ext cx="321650" cy="150802"/>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筆跡 15">
                <a:extLst>
                  <a:ext uri="{FF2B5EF4-FFF2-40B4-BE49-F238E27FC236}">
                    <a16:creationId xmlns:a16="http://schemas.microsoft.com/office/drawing/2014/main" id="{7E4812AB-CE60-1412-C5CE-E1CBB8FC33E0}"/>
                  </a:ext>
                </a:extLst>
              </p14:cNvPr>
              <p14:cNvContentPartPr/>
              <p14:nvPr/>
            </p14:nvContentPartPr>
            <p14:xfrm>
              <a:off x="8058099" y="751912"/>
              <a:ext cx="171450" cy="533400"/>
            </p14:xfrm>
          </p:contentPart>
        </mc:Choice>
        <mc:Fallback xmlns="">
          <p:pic>
            <p:nvPicPr>
              <p:cNvPr id="16" name="筆跡 15">
                <a:extLst>
                  <a:ext uri="{FF2B5EF4-FFF2-40B4-BE49-F238E27FC236}">
                    <a16:creationId xmlns:a16="http://schemas.microsoft.com/office/drawing/2014/main" id="{7E4812AB-CE60-1412-C5CE-E1CBB8FC33E0}"/>
                  </a:ext>
                </a:extLst>
              </p:cNvPr>
              <p:cNvPicPr/>
              <p:nvPr/>
            </p:nvPicPr>
            <p:blipFill>
              <a:blip r:embed="rId23"/>
              <a:stretch>
                <a:fillRect/>
              </a:stretch>
            </p:blipFill>
            <p:spPr>
              <a:xfrm>
                <a:off x="8039703" y="734347"/>
                <a:ext cx="207874" cy="568888"/>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7" name="筆跡 16">
                <a:extLst>
                  <a:ext uri="{FF2B5EF4-FFF2-40B4-BE49-F238E27FC236}">
                    <a16:creationId xmlns:a16="http://schemas.microsoft.com/office/drawing/2014/main" id="{665A7091-2BF5-71B7-1407-627DBB4E9B38}"/>
                  </a:ext>
                </a:extLst>
              </p14:cNvPr>
              <p14:cNvContentPartPr/>
              <p14:nvPr/>
            </p14:nvContentPartPr>
            <p14:xfrm>
              <a:off x="8575729" y="458472"/>
              <a:ext cx="171450" cy="733425"/>
            </p14:xfrm>
          </p:contentPart>
        </mc:Choice>
        <mc:Fallback xmlns="">
          <p:pic>
            <p:nvPicPr>
              <p:cNvPr id="17" name="筆跡 16">
                <a:extLst>
                  <a:ext uri="{FF2B5EF4-FFF2-40B4-BE49-F238E27FC236}">
                    <a16:creationId xmlns:a16="http://schemas.microsoft.com/office/drawing/2014/main" id="{665A7091-2BF5-71B7-1407-627DBB4E9B38}"/>
                  </a:ext>
                </a:extLst>
              </p:cNvPr>
              <p:cNvPicPr/>
              <p:nvPr/>
            </p:nvPicPr>
            <p:blipFill>
              <a:blip r:embed="rId25"/>
              <a:stretch>
                <a:fillRect/>
              </a:stretch>
            </p:blipFill>
            <p:spPr>
              <a:xfrm>
                <a:off x="8558549" y="440452"/>
                <a:ext cx="206161" cy="769105"/>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8" name="筆跡 17">
                <a:extLst>
                  <a:ext uri="{FF2B5EF4-FFF2-40B4-BE49-F238E27FC236}">
                    <a16:creationId xmlns:a16="http://schemas.microsoft.com/office/drawing/2014/main" id="{7A8FCC16-F1BF-D060-EC56-3A3474358E00}"/>
                  </a:ext>
                </a:extLst>
              </p14:cNvPr>
              <p14:cNvContentPartPr/>
              <p14:nvPr/>
            </p14:nvContentPartPr>
            <p14:xfrm>
              <a:off x="8773889" y="470785"/>
              <a:ext cx="371475" cy="838200"/>
            </p14:xfrm>
          </p:contentPart>
        </mc:Choice>
        <mc:Fallback xmlns="">
          <p:pic>
            <p:nvPicPr>
              <p:cNvPr id="18" name="筆跡 17">
                <a:extLst>
                  <a:ext uri="{FF2B5EF4-FFF2-40B4-BE49-F238E27FC236}">
                    <a16:creationId xmlns:a16="http://schemas.microsoft.com/office/drawing/2014/main" id="{7A8FCC16-F1BF-D060-EC56-3A3474358E00}"/>
                  </a:ext>
                </a:extLst>
              </p:cNvPr>
              <p:cNvPicPr/>
              <p:nvPr/>
            </p:nvPicPr>
            <p:blipFill>
              <a:blip r:embed="rId27"/>
              <a:stretch>
                <a:fillRect/>
              </a:stretch>
            </p:blipFill>
            <p:spPr>
              <a:xfrm>
                <a:off x="8755697" y="452798"/>
                <a:ext cx="407495" cy="873815"/>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9" name="筆跡 18">
                <a:extLst>
                  <a:ext uri="{FF2B5EF4-FFF2-40B4-BE49-F238E27FC236}">
                    <a16:creationId xmlns:a16="http://schemas.microsoft.com/office/drawing/2014/main" id="{711AAA6F-A142-1296-DC03-D5AF8DDDA70A}"/>
                  </a:ext>
                </a:extLst>
              </p14:cNvPr>
              <p14:cNvContentPartPr/>
              <p14:nvPr/>
            </p14:nvContentPartPr>
            <p14:xfrm>
              <a:off x="8768539" y="658858"/>
              <a:ext cx="209550" cy="76200"/>
            </p14:xfrm>
          </p:contentPart>
        </mc:Choice>
        <mc:Fallback xmlns="">
          <p:pic>
            <p:nvPicPr>
              <p:cNvPr id="19" name="筆跡 18">
                <a:extLst>
                  <a:ext uri="{FF2B5EF4-FFF2-40B4-BE49-F238E27FC236}">
                    <a16:creationId xmlns:a16="http://schemas.microsoft.com/office/drawing/2014/main" id="{711AAA6F-A142-1296-DC03-D5AF8DDDA70A}"/>
                  </a:ext>
                </a:extLst>
              </p:cNvPr>
              <p:cNvPicPr/>
              <p:nvPr/>
            </p:nvPicPr>
            <p:blipFill>
              <a:blip r:embed="rId29"/>
              <a:stretch>
                <a:fillRect/>
              </a:stretch>
            </p:blipFill>
            <p:spPr>
              <a:xfrm>
                <a:off x="8750222" y="640971"/>
                <a:ext cx="245818" cy="111617"/>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 name="筆跡 19">
                <a:extLst>
                  <a:ext uri="{FF2B5EF4-FFF2-40B4-BE49-F238E27FC236}">
                    <a16:creationId xmlns:a16="http://schemas.microsoft.com/office/drawing/2014/main" id="{EB3FF402-8869-D2CE-DDE8-DE8EEB680F13}"/>
                  </a:ext>
                </a:extLst>
              </p14:cNvPr>
              <p14:cNvContentPartPr/>
              <p14:nvPr/>
            </p14:nvContentPartPr>
            <p14:xfrm>
              <a:off x="8768539" y="772456"/>
              <a:ext cx="161925" cy="57150"/>
            </p14:xfrm>
          </p:contentPart>
        </mc:Choice>
        <mc:Fallback xmlns="">
          <p:pic>
            <p:nvPicPr>
              <p:cNvPr id="20" name="筆跡 19">
                <a:extLst>
                  <a:ext uri="{FF2B5EF4-FFF2-40B4-BE49-F238E27FC236}">
                    <a16:creationId xmlns:a16="http://schemas.microsoft.com/office/drawing/2014/main" id="{EB3FF402-8869-D2CE-DDE8-DE8EEB680F13}"/>
                  </a:ext>
                </a:extLst>
              </p:cNvPr>
              <p:cNvPicPr/>
              <p:nvPr/>
            </p:nvPicPr>
            <p:blipFill>
              <a:blip r:embed="rId31"/>
              <a:stretch>
                <a:fillRect/>
              </a:stretch>
            </p:blipFill>
            <p:spPr>
              <a:xfrm>
                <a:off x="8750097" y="753149"/>
                <a:ext cx="198441" cy="95379"/>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筆跡 20">
                <a:extLst>
                  <a:ext uri="{FF2B5EF4-FFF2-40B4-BE49-F238E27FC236}">
                    <a16:creationId xmlns:a16="http://schemas.microsoft.com/office/drawing/2014/main" id="{5CA7E755-33F7-BC45-45D0-8F243281BB86}"/>
                  </a:ext>
                </a:extLst>
              </p14:cNvPr>
              <p14:cNvContentPartPr/>
              <p14:nvPr/>
            </p14:nvContentPartPr>
            <p14:xfrm>
              <a:off x="8634162" y="499370"/>
              <a:ext cx="257175" cy="666750"/>
            </p14:xfrm>
          </p:contentPart>
        </mc:Choice>
        <mc:Fallback xmlns="">
          <p:pic>
            <p:nvPicPr>
              <p:cNvPr id="21" name="筆跡 20">
                <a:extLst>
                  <a:ext uri="{FF2B5EF4-FFF2-40B4-BE49-F238E27FC236}">
                    <a16:creationId xmlns:a16="http://schemas.microsoft.com/office/drawing/2014/main" id="{5CA7E755-33F7-BC45-45D0-8F243281BB86}"/>
                  </a:ext>
                </a:extLst>
              </p:cNvPr>
              <p:cNvPicPr/>
              <p:nvPr/>
            </p:nvPicPr>
            <p:blipFill>
              <a:blip r:embed="rId33"/>
              <a:stretch>
                <a:fillRect/>
              </a:stretch>
            </p:blipFill>
            <p:spPr>
              <a:xfrm>
                <a:off x="8616635" y="481252"/>
                <a:ext cx="292586" cy="702624"/>
              </a:xfrm>
              <a:prstGeom prst="rect">
                <a:avLst/>
              </a:prstGeom>
            </p:spPr>
          </p:pic>
        </mc:Fallback>
      </mc:AlternateContent>
    </p:spTree>
    <p:extLst>
      <p:ext uri="{BB962C8B-B14F-4D97-AF65-F5344CB8AC3E}">
        <p14:creationId xmlns:p14="http://schemas.microsoft.com/office/powerpoint/2010/main" val="23406787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320565" y="1068237"/>
            <a:ext cx="11550869" cy="6344863"/>
          </a:xfrm>
        </p:spPr>
        <p:txBody>
          <a:bodyPr>
            <a:normAutofit/>
          </a:bodyPr>
          <a:lstStyle/>
          <a:p>
            <a:pPr marL="342900" lvl="1" indent="-342900" algn="just"/>
            <a:r>
              <a:rPr lang="en-US" altLang="zh-TW" sz="2500" err="1">
                <a:latin typeface="Consolas" panose="020B0609020204030204" pitchFamily="49" charset="0"/>
                <a:ea typeface="+mj-ea"/>
              </a:rPr>
              <a:t>ServletContextAttributeListener</a:t>
            </a:r>
            <a:endParaRPr lang="en-US" altLang="zh-TW" sz="2500">
              <a:latin typeface="Consolas" panose="020B0609020204030204" pitchFamily="49" charset="0"/>
              <a:ea typeface="+mj-ea"/>
            </a:endParaRPr>
          </a:p>
          <a:p>
            <a:pPr marL="617220" lvl="2" indent="-342900" algn="just"/>
            <a:r>
              <a:rPr lang="en-US" altLang="zh-TW" sz="2500" err="1">
                <a:latin typeface="Consolas" panose="020B0609020204030204" pitchFamily="49" charset="0"/>
                <a:ea typeface="+mj-ea"/>
              </a:rPr>
              <a:t>ServletContext</a:t>
            </a:r>
            <a:r>
              <a:rPr lang="zh-TW" altLang="en-US" sz="2500">
                <a:latin typeface="Consolas" panose="020B0609020204030204" pitchFamily="49" charset="0"/>
                <a:ea typeface="+mj-ea"/>
              </a:rPr>
              <a:t>某屬性</a:t>
            </a:r>
            <a:r>
              <a:rPr lang="en-US" altLang="zh-TW" sz="2500">
                <a:latin typeface="Consolas" panose="020B0609020204030204" pitchFamily="49" charset="0"/>
                <a:ea typeface="+mj-ea"/>
              </a:rPr>
              <a:t>(Attribute)</a:t>
            </a:r>
            <a:r>
              <a:rPr lang="zh-TW" altLang="en-US" sz="2500">
                <a:latin typeface="Consolas" panose="020B0609020204030204" pitchFamily="49" charset="0"/>
                <a:ea typeface="+mj-ea"/>
              </a:rPr>
              <a:t>加入、移除、被取代時的</a:t>
            </a:r>
            <a:r>
              <a:rPr lang="en-US" altLang="zh-TW" sz="2500">
                <a:latin typeface="Consolas" panose="020B0609020204030204" pitchFamily="49" charset="0"/>
                <a:ea typeface="+mj-ea"/>
              </a:rPr>
              <a:t>Listener</a:t>
            </a:r>
          </a:p>
          <a:p>
            <a:pPr marL="617220" lvl="2" indent="-342900" algn="just"/>
            <a:endParaRPr lang="en-US" altLang="zh-TW" sz="2500">
              <a:latin typeface="Consolas" panose="020B0609020204030204" pitchFamily="49" charset="0"/>
              <a:ea typeface="+mj-ea"/>
            </a:endParaRPr>
          </a:p>
          <a:p>
            <a:pPr marL="342900" lvl="1" indent="-342900" algn="just"/>
            <a:r>
              <a:rPr lang="en-US" altLang="zh-TW" sz="2500" err="1">
                <a:latin typeface="Consolas" panose="020B0609020204030204" pitchFamily="49" charset="0"/>
                <a:ea typeface="+mj-ea"/>
              </a:rPr>
              <a:t>HttpSessionAttributeListener</a:t>
            </a:r>
            <a:endParaRPr lang="en-US" altLang="zh-TW" sz="2500">
              <a:latin typeface="Consolas" panose="020B0609020204030204" pitchFamily="49" charset="0"/>
              <a:ea typeface="+mj-ea"/>
            </a:endParaRPr>
          </a:p>
          <a:p>
            <a:pPr marL="617220" lvl="2" indent="-342900" algn="just"/>
            <a:r>
              <a:rPr lang="en-US" altLang="zh-TW" sz="2500" err="1">
                <a:latin typeface="Consolas" panose="020B0609020204030204" pitchFamily="49" charset="0"/>
                <a:ea typeface="+mj-ea"/>
              </a:rPr>
              <a:t>HttpSession</a:t>
            </a:r>
            <a:r>
              <a:rPr lang="zh-TW" altLang="en-US" sz="2500">
                <a:latin typeface="Consolas" panose="020B0609020204030204" pitchFamily="49" charset="0"/>
                <a:ea typeface="+mj-ea"/>
              </a:rPr>
              <a:t>某屬性</a:t>
            </a:r>
            <a:r>
              <a:rPr lang="en-US" altLang="zh-TW" sz="2500">
                <a:latin typeface="Consolas" panose="020B0609020204030204" pitchFamily="49" charset="0"/>
                <a:ea typeface="+mj-ea"/>
              </a:rPr>
              <a:t>(Attribute)</a:t>
            </a:r>
            <a:r>
              <a:rPr lang="zh-TW" altLang="en-US" sz="2500">
                <a:latin typeface="Consolas" panose="020B0609020204030204" pitchFamily="49" charset="0"/>
                <a:ea typeface="+mj-ea"/>
              </a:rPr>
              <a:t>加入、移除、被取代時的</a:t>
            </a:r>
            <a:r>
              <a:rPr lang="en-US" altLang="zh-TW" sz="2500">
                <a:latin typeface="Consolas" panose="020B0609020204030204" pitchFamily="49" charset="0"/>
                <a:ea typeface="+mj-ea"/>
              </a:rPr>
              <a:t>Listener</a:t>
            </a:r>
          </a:p>
          <a:p>
            <a:pPr marL="617220" lvl="2" indent="-342900" algn="just"/>
            <a:endParaRPr lang="en-US" altLang="zh-TW" sz="2500">
              <a:latin typeface="Consolas" panose="020B0609020204030204" pitchFamily="49" charset="0"/>
              <a:ea typeface="+mj-ea"/>
            </a:endParaRPr>
          </a:p>
          <a:p>
            <a:pPr marL="342900" lvl="1" indent="-342900" algn="just"/>
            <a:r>
              <a:rPr lang="en-US" altLang="zh-TW" sz="2500" err="1">
                <a:latin typeface="Consolas" panose="020B0609020204030204" pitchFamily="49" charset="0"/>
                <a:ea typeface="+mj-ea"/>
              </a:rPr>
              <a:t>HttpSessionListener</a:t>
            </a:r>
            <a:endParaRPr lang="en-US" altLang="zh-TW" sz="2500">
              <a:latin typeface="Consolas" panose="020B0609020204030204" pitchFamily="49" charset="0"/>
              <a:ea typeface="+mj-ea"/>
            </a:endParaRPr>
          </a:p>
          <a:p>
            <a:pPr marL="617220" lvl="2" indent="-342900" algn="just"/>
            <a:r>
              <a:rPr lang="en-US" altLang="zh-TW" sz="2500" err="1">
                <a:latin typeface="Consolas" panose="020B0609020204030204" pitchFamily="49" charset="0"/>
                <a:ea typeface="+mj-ea"/>
              </a:rPr>
              <a:t>HttpSession</a:t>
            </a:r>
            <a:r>
              <a:rPr lang="zh-TW" altLang="en-US" sz="2500">
                <a:latin typeface="Consolas" panose="020B0609020204030204" pitchFamily="49" charset="0"/>
                <a:ea typeface="+mj-ea"/>
              </a:rPr>
              <a:t>建立或銷毀時的</a:t>
            </a:r>
            <a:r>
              <a:rPr lang="en-US" altLang="zh-TW" sz="2500">
                <a:latin typeface="Consolas" panose="020B0609020204030204" pitchFamily="49" charset="0"/>
                <a:ea typeface="+mj-ea"/>
              </a:rPr>
              <a:t>Listener</a:t>
            </a:r>
          </a:p>
          <a:p>
            <a:pPr marL="617220" lvl="2" indent="-342900" algn="just"/>
            <a:endParaRPr lang="en-US" altLang="zh-TW" sz="2500">
              <a:latin typeface="Consolas" panose="020B0609020204030204" pitchFamily="49" charset="0"/>
              <a:ea typeface="+mj-ea"/>
            </a:endParaRPr>
          </a:p>
        </p:txBody>
      </p:sp>
      <p:sp>
        <p:nvSpPr>
          <p:cNvPr id="6" name="文字方塊 5">
            <a:extLst>
              <a:ext uri="{FF2B5EF4-FFF2-40B4-BE49-F238E27FC236}">
                <a16:creationId xmlns:a16="http://schemas.microsoft.com/office/drawing/2014/main" id="{DAEF7909-B75E-48BA-AF94-57DC47945746}"/>
              </a:ext>
            </a:extLst>
          </p:cNvPr>
          <p:cNvSpPr txBox="1"/>
          <p:nvPr/>
        </p:nvSpPr>
        <p:spPr>
          <a:xfrm>
            <a:off x="204967" y="117822"/>
            <a:ext cx="2918377"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TW" altLang="en-US" sz="3200">
                <a:latin typeface="Consolas" panose="020B0609020204030204" pitchFamily="49" charset="0"/>
                <a:ea typeface="+mj-ea"/>
              </a:rPr>
              <a:t>其他</a:t>
            </a:r>
            <a:r>
              <a:rPr lang="en-US" altLang="zh-TW" sz="3200">
                <a:latin typeface="Consolas" panose="020B0609020204030204" pitchFamily="49" charset="0"/>
                <a:ea typeface="+mj-ea"/>
              </a:rPr>
              <a:t>Listener</a:t>
            </a:r>
            <a:endParaRPr lang="zh-TW" altLang="en-US" sz="3200">
              <a:latin typeface="Consolas" panose="020B0609020204030204" pitchFamily="49" charset="0"/>
              <a:ea typeface="+mj-ea"/>
            </a:endParaRPr>
          </a:p>
        </p:txBody>
      </p:sp>
      <p:sp>
        <p:nvSpPr>
          <p:cNvPr id="2" name="投影片編號版面配置區 1">
            <a:extLst>
              <a:ext uri="{FF2B5EF4-FFF2-40B4-BE49-F238E27FC236}">
                <a16:creationId xmlns:a16="http://schemas.microsoft.com/office/drawing/2014/main" id="{FC249013-D36C-4391-8408-0BC5C70161E3}"/>
              </a:ext>
            </a:extLst>
          </p:cNvPr>
          <p:cNvSpPr>
            <a:spLocks noGrp="1"/>
          </p:cNvSpPr>
          <p:nvPr>
            <p:ph type="sldNum" sz="quarter" idx="12"/>
          </p:nvPr>
        </p:nvSpPr>
        <p:spPr/>
        <p:txBody>
          <a:bodyPr/>
          <a:lstStyle/>
          <a:p>
            <a:fld id="{B521127C-0C56-461F-B517-0D483F216F7D}" type="slidenum">
              <a:rPr lang="zh-TW" altLang="en-US" smtClean="0"/>
              <a:t>124</a:t>
            </a:fld>
            <a:endParaRPr lang="zh-TW" altLang="en-US"/>
          </a:p>
        </p:txBody>
      </p:sp>
    </p:spTree>
    <p:extLst>
      <p:ext uri="{BB962C8B-B14F-4D97-AF65-F5344CB8AC3E}">
        <p14:creationId xmlns:p14="http://schemas.microsoft.com/office/powerpoint/2010/main" val="236696339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9">
            <a:extLst>
              <a:ext uri="{FF2B5EF4-FFF2-40B4-BE49-F238E27FC236}">
                <a16:creationId xmlns:a16="http://schemas.microsoft.com/office/drawing/2014/main" id="{9A3D0CE2-91FF-49B3-A5D8-181E900D7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11">
            <a:extLst>
              <a:ext uri="{FF2B5EF4-FFF2-40B4-BE49-F238E27FC236}">
                <a16:creationId xmlns:a16="http://schemas.microsoft.com/office/drawing/2014/main" id="{58AEBD96-C315-4F53-9D9E-0E20E993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13">
            <a:extLst>
              <a:ext uri="{FF2B5EF4-FFF2-40B4-BE49-F238E27FC236}">
                <a16:creationId xmlns:a16="http://schemas.microsoft.com/office/drawing/2014/main" id="{78916AAA-66F6-4DFA-88ED-7E27CF6B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1" name="Group 15">
            <a:extLst>
              <a:ext uri="{FF2B5EF4-FFF2-40B4-BE49-F238E27FC236}">
                <a16:creationId xmlns:a16="http://schemas.microsoft.com/office/drawing/2014/main" id="{A137D43F-BAD6-47F1-AA65-AEEA38A2FF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17" name="Oval 16">
              <a:extLst>
                <a:ext uri="{FF2B5EF4-FFF2-40B4-BE49-F238E27FC236}">
                  <a16:creationId xmlns:a16="http://schemas.microsoft.com/office/drawing/2014/main" id="{D512C9B2-6B22-4211-A940-FCD7C2CD0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8" name="Oval 17">
              <a:extLst>
                <a:ext uri="{FF2B5EF4-FFF2-40B4-BE49-F238E27FC236}">
                  <a16:creationId xmlns:a16="http://schemas.microsoft.com/office/drawing/2014/main" id="{85F7DB84-CDE7-46F8-90DD-9D048A7D5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sp>
      </p:grpSp>
      <p:sp useBgFill="1">
        <p:nvSpPr>
          <p:cNvPr id="13" name="Rectangle 19">
            <a:extLst>
              <a:ext uri="{FF2B5EF4-FFF2-40B4-BE49-F238E27FC236}">
                <a16:creationId xmlns:a16="http://schemas.microsoft.com/office/drawing/2014/main" id="{C3D25154-9EF7-4C33-9AAC-7B3BE089FE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文字方塊 3">
            <a:extLst>
              <a:ext uri="{FF2B5EF4-FFF2-40B4-BE49-F238E27FC236}">
                <a16:creationId xmlns:a16="http://schemas.microsoft.com/office/drawing/2014/main" id="{4C0C7DFB-F839-4192-B53B-1812E6CE4CEC}"/>
              </a:ext>
            </a:extLst>
          </p:cNvPr>
          <p:cNvSpPr txBox="1"/>
          <p:nvPr/>
        </p:nvSpPr>
        <p:spPr>
          <a:xfrm>
            <a:off x="1051560" y="643468"/>
            <a:ext cx="9966960" cy="359243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zh-TW" altLang="en-US" sz="9600" b="1" cap="all">
                <a:latin typeface="+mj-lt"/>
                <a:ea typeface="+mj-ea"/>
                <a:cs typeface="+mj-cs"/>
              </a:rPr>
              <a:t>第三節</a:t>
            </a:r>
          </a:p>
          <a:p>
            <a:pPr defTabSz="914400">
              <a:lnSpc>
                <a:spcPct val="80000"/>
              </a:lnSpc>
              <a:spcBef>
                <a:spcPct val="0"/>
              </a:spcBef>
              <a:spcAft>
                <a:spcPts val="600"/>
              </a:spcAft>
            </a:pPr>
            <a:r>
              <a:rPr lang="en-US" altLang="zh-TW" sz="9600" b="1" cap="all">
                <a:latin typeface="+mj-lt"/>
                <a:ea typeface="+mj-ea"/>
                <a:cs typeface="+mj-cs"/>
              </a:rPr>
              <a:t>Filters</a:t>
            </a:r>
          </a:p>
        </p:txBody>
      </p:sp>
      <p:sp>
        <p:nvSpPr>
          <p:cNvPr id="15" name="Rectangle 21">
            <a:extLst>
              <a:ext uri="{FF2B5EF4-FFF2-40B4-BE49-F238E27FC236}">
                <a16:creationId xmlns:a16="http://schemas.microsoft.com/office/drawing/2014/main" id="{1604E8C0-C927-4C06-A96A-BF3323BA7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95831"/>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23">
            <a:extLst>
              <a:ext uri="{FF2B5EF4-FFF2-40B4-BE49-F238E27FC236}">
                <a16:creationId xmlns:a16="http://schemas.microsoft.com/office/drawing/2014/main" id="{9DCECFD5-4C30-4892-9FF0-540E17955A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111496"/>
            <a:ext cx="1080904" cy="1080902"/>
            <a:chOff x="10245590" y="5111496"/>
            <a:chExt cx="1080904" cy="1080902"/>
          </a:xfrm>
        </p:grpSpPr>
        <p:sp>
          <p:nvSpPr>
            <p:cNvPr id="25" name="Oval 24">
              <a:extLst>
                <a:ext uri="{FF2B5EF4-FFF2-40B4-BE49-F238E27FC236}">
                  <a16:creationId xmlns:a16="http://schemas.microsoft.com/office/drawing/2014/main" id="{95C67F70-EAFE-425C-8422-591620A96D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5590" y="5111496"/>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26" name="Oval 25">
              <a:extLst>
                <a:ext uri="{FF2B5EF4-FFF2-40B4-BE49-F238E27FC236}">
                  <a16:creationId xmlns:a16="http://schemas.microsoft.com/office/drawing/2014/main" id="{D47FA16B-C217-4D91-84EA-5B0846BDDA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53681" y="5219586"/>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5" name="投影片編號版面配置區 4">
            <a:extLst>
              <a:ext uri="{FF2B5EF4-FFF2-40B4-BE49-F238E27FC236}">
                <a16:creationId xmlns:a16="http://schemas.microsoft.com/office/drawing/2014/main" id="{5D23B375-A6D2-4583-8FE9-BFCCCFBD241B}"/>
              </a:ext>
            </a:extLst>
          </p:cNvPr>
          <p:cNvSpPr>
            <a:spLocks noGrp="1"/>
          </p:cNvSpPr>
          <p:nvPr>
            <p:ph type="sldNum" sz="quarter" idx="12"/>
          </p:nvPr>
        </p:nvSpPr>
        <p:spPr>
          <a:xfrm>
            <a:off x="10189108" y="5342324"/>
            <a:ext cx="1193868" cy="640080"/>
          </a:xfrm>
        </p:spPr>
        <p:txBody>
          <a:bodyPr vert="horz" lIns="91440" tIns="45720" rIns="91440" bIns="45720" rtlCol="0" anchor="ctr">
            <a:normAutofit/>
          </a:bodyPr>
          <a:lstStyle/>
          <a:p>
            <a:pPr>
              <a:spcAft>
                <a:spcPts val="600"/>
              </a:spcAft>
            </a:pPr>
            <a:fld id="{B521127C-0C56-461F-B517-0D483F216F7D}" type="slidenum">
              <a:rPr lang="en-US" altLang="zh-TW" sz="2800" b="1" kern="1200">
                <a:solidFill>
                  <a:srgbClr val="FFFFFF"/>
                </a:solidFill>
                <a:latin typeface="+mj-lt"/>
                <a:ea typeface="+mn-ea"/>
                <a:cs typeface="+mn-cs"/>
              </a:rPr>
              <a:pPr>
                <a:spcAft>
                  <a:spcPts val="600"/>
                </a:spcAft>
              </a:pPr>
              <a:t>125</a:t>
            </a:fld>
            <a:endParaRPr lang="en-US" altLang="zh-TW" sz="2800" b="1" kern="1200">
              <a:solidFill>
                <a:srgbClr val="FFFFFF"/>
              </a:solidFill>
              <a:latin typeface="+mj-lt"/>
              <a:ea typeface="+mn-ea"/>
              <a:cs typeface="+mn-cs"/>
            </a:endParaRPr>
          </a:p>
        </p:txBody>
      </p:sp>
      <mc:AlternateContent xmlns:mc="http://schemas.openxmlformats.org/markup-compatibility/2006" xmlns:p14="http://schemas.microsoft.com/office/powerpoint/2010/main">
        <mc:Choice Requires="p14">
          <p:contentPart p14:bwMode="auto" r:id="rId6">
            <p14:nvContentPartPr>
              <p14:cNvPr id="34" name="筆跡 33">
                <a:extLst>
                  <a:ext uri="{FF2B5EF4-FFF2-40B4-BE49-F238E27FC236}">
                    <a16:creationId xmlns:a16="http://schemas.microsoft.com/office/drawing/2014/main" id="{F9859148-53B1-928D-BFE3-BAB5F16362DA}"/>
                  </a:ext>
                </a:extLst>
              </p14:cNvPr>
              <p14:cNvContentPartPr/>
              <p14:nvPr/>
            </p14:nvContentPartPr>
            <p14:xfrm>
              <a:off x="10827477" y="2483933"/>
              <a:ext cx="714374" cy="409575"/>
            </p14:xfrm>
          </p:contentPart>
        </mc:Choice>
        <mc:Fallback xmlns="">
          <p:pic>
            <p:nvPicPr>
              <p:cNvPr id="34" name="筆跡 33">
                <a:extLst>
                  <a:ext uri="{FF2B5EF4-FFF2-40B4-BE49-F238E27FC236}">
                    <a16:creationId xmlns:a16="http://schemas.microsoft.com/office/drawing/2014/main" id="{F9859148-53B1-928D-BFE3-BAB5F16362DA}"/>
                  </a:ext>
                </a:extLst>
              </p:cNvPr>
              <p:cNvPicPr/>
              <p:nvPr/>
            </p:nvPicPr>
            <p:blipFill>
              <a:blip r:embed="rId25"/>
              <a:stretch>
                <a:fillRect/>
              </a:stretch>
            </p:blipFill>
            <p:spPr>
              <a:xfrm>
                <a:off x="10809843" y="2466204"/>
                <a:ext cx="750003" cy="445395"/>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5" name="筆跡 34">
                <a:extLst>
                  <a:ext uri="{FF2B5EF4-FFF2-40B4-BE49-F238E27FC236}">
                    <a16:creationId xmlns:a16="http://schemas.microsoft.com/office/drawing/2014/main" id="{A7537201-24BD-7FE7-9954-FADE530523D9}"/>
                  </a:ext>
                </a:extLst>
              </p14:cNvPr>
              <p14:cNvContentPartPr/>
              <p14:nvPr/>
            </p14:nvContentPartPr>
            <p14:xfrm>
              <a:off x="10898574" y="2362941"/>
              <a:ext cx="647700" cy="447675"/>
            </p14:xfrm>
          </p:contentPart>
        </mc:Choice>
        <mc:Fallback xmlns="">
          <p:pic>
            <p:nvPicPr>
              <p:cNvPr id="35" name="筆跡 34">
                <a:extLst>
                  <a:ext uri="{FF2B5EF4-FFF2-40B4-BE49-F238E27FC236}">
                    <a16:creationId xmlns:a16="http://schemas.microsoft.com/office/drawing/2014/main" id="{A7537201-24BD-7FE7-9954-FADE530523D9}"/>
                  </a:ext>
                </a:extLst>
              </p:cNvPr>
              <p:cNvPicPr/>
              <p:nvPr/>
            </p:nvPicPr>
            <p:blipFill>
              <a:blip r:embed="rId27"/>
              <a:stretch>
                <a:fillRect/>
              </a:stretch>
            </p:blipFill>
            <p:spPr>
              <a:xfrm>
                <a:off x="10880913" y="2345048"/>
                <a:ext cx="683383" cy="483103"/>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6" name="筆跡 35">
                <a:extLst>
                  <a:ext uri="{FF2B5EF4-FFF2-40B4-BE49-F238E27FC236}">
                    <a16:creationId xmlns:a16="http://schemas.microsoft.com/office/drawing/2014/main" id="{B9D8DD02-D6BD-FCE1-8429-BD2495C29666}"/>
                  </a:ext>
                </a:extLst>
              </p14:cNvPr>
              <p14:cNvContentPartPr/>
              <p14:nvPr/>
            </p14:nvContentPartPr>
            <p14:xfrm>
              <a:off x="11083018" y="2459598"/>
              <a:ext cx="200025" cy="190500"/>
            </p14:xfrm>
          </p:contentPart>
        </mc:Choice>
        <mc:Fallback xmlns="">
          <p:pic>
            <p:nvPicPr>
              <p:cNvPr id="36" name="筆跡 35">
                <a:extLst>
                  <a:ext uri="{FF2B5EF4-FFF2-40B4-BE49-F238E27FC236}">
                    <a16:creationId xmlns:a16="http://schemas.microsoft.com/office/drawing/2014/main" id="{B9D8DD02-D6BD-FCE1-8429-BD2495C29666}"/>
                  </a:ext>
                </a:extLst>
              </p:cNvPr>
              <p:cNvPicPr/>
              <p:nvPr/>
            </p:nvPicPr>
            <p:blipFill>
              <a:blip r:embed="rId29"/>
              <a:stretch>
                <a:fillRect/>
              </a:stretch>
            </p:blipFill>
            <p:spPr>
              <a:xfrm>
                <a:off x="11065732" y="2441727"/>
                <a:ext cx="234950" cy="225884"/>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7" name="筆跡 36">
                <a:extLst>
                  <a:ext uri="{FF2B5EF4-FFF2-40B4-BE49-F238E27FC236}">
                    <a16:creationId xmlns:a16="http://schemas.microsoft.com/office/drawing/2014/main" id="{04580078-6F37-DF53-E6FB-CB94C5429F0F}"/>
                  </a:ext>
                </a:extLst>
              </p14:cNvPr>
              <p14:cNvContentPartPr/>
              <p14:nvPr/>
            </p14:nvContentPartPr>
            <p14:xfrm>
              <a:off x="9743399" y="2363154"/>
              <a:ext cx="695325" cy="85725"/>
            </p14:xfrm>
          </p:contentPart>
        </mc:Choice>
        <mc:Fallback xmlns="">
          <p:pic>
            <p:nvPicPr>
              <p:cNvPr id="37" name="筆跡 36">
                <a:extLst>
                  <a:ext uri="{FF2B5EF4-FFF2-40B4-BE49-F238E27FC236}">
                    <a16:creationId xmlns:a16="http://schemas.microsoft.com/office/drawing/2014/main" id="{04580078-6F37-DF53-E6FB-CB94C5429F0F}"/>
                  </a:ext>
                </a:extLst>
              </p:cNvPr>
              <p:cNvPicPr/>
              <p:nvPr/>
            </p:nvPicPr>
            <p:blipFill>
              <a:blip r:embed="rId31"/>
              <a:stretch>
                <a:fillRect/>
              </a:stretch>
            </p:blipFill>
            <p:spPr>
              <a:xfrm>
                <a:off x="9725882" y="2345730"/>
                <a:ext cx="730717" cy="120224"/>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8" name="筆跡 37">
                <a:extLst>
                  <a:ext uri="{FF2B5EF4-FFF2-40B4-BE49-F238E27FC236}">
                    <a16:creationId xmlns:a16="http://schemas.microsoft.com/office/drawing/2014/main" id="{EC6F65ED-BDC3-D193-BA81-2D9D8CC39D9E}"/>
                  </a:ext>
                </a:extLst>
              </p14:cNvPr>
              <p14:cNvContentPartPr/>
              <p14:nvPr/>
            </p14:nvContentPartPr>
            <p14:xfrm>
              <a:off x="9737042" y="2106190"/>
              <a:ext cx="742950" cy="180974"/>
            </p14:xfrm>
          </p:contentPart>
        </mc:Choice>
        <mc:Fallback xmlns="">
          <p:pic>
            <p:nvPicPr>
              <p:cNvPr id="38" name="筆跡 37">
                <a:extLst>
                  <a:ext uri="{FF2B5EF4-FFF2-40B4-BE49-F238E27FC236}">
                    <a16:creationId xmlns:a16="http://schemas.microsoft.com/office/drawing/2014/main" id="{EC6F65ED-BDC3-D193-BA81-2D9D8CC39D9E}"/>
                  </a:ext>
                </a:extLst>
              </p:cNvPr>
              <p:cNvPicPr/>
              <p:nvPr/>
            </p:nvPicPr>
            <p:blipFill>
              <a:blip r:embed="rId33"/>
              <a:stretch>
                <a:fillRect/>
              </a:stretch>
            </p:blipFill>
            <p:spPr>
              <a:xfrm>
                <a:off x="9719378" y="2088517"/>
                <a:ext cx="778638" cy="215967"/>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9" name="筆跡 38">
                <a:extLst>
                  <a:ext uri="{FF2B5EF4-FFF2-40B4-BE49-F238E27FC236}">
                    <a16:creationId xmlns:a16="http://schemas.microsoft.com/office/drawing/2014/main" id="{D2B0241B-C049-694C-081B-9A33F00DC7D8}"/>
                  </a:ext>
                </a:extLst>
              </p14:cNvPr>
              <p14:cNvContentPartPr/>
              <p14:nvPr/>
            </p14:nvContentPartPr>
            <p14:xfrm>
              <a:off x="10052521" y="2132566"/>
              <a:ext cx="219075" cy="200025"/>
            </p14:xfrm>
          </p:contentPart>
        </mc:Choice>
        <mc:Fallback xmlns="">
          <p:pic>
            <p:nvPicPr>
              <p:cNvPr id="39" name="筆跡 38">
                <a:extLst>
                  <a:ext uri="{FF2B5EF4-FFF2-40B4-BE49-F238E27FC236}">
                    <a16:creationId xmlns:a16="http://schemas.microsoft.com/office/drawing/2014/main" id="{D2B0241B-C049-694C-081B-9A33F00DC7D8}"/>
                  </a:ext>
                </a:extLst>
              </p:cNvPr>
              <p:cNvPicPr/>
              <p:nvPr/>
            </p:nvPicPr>
            <p:blipFill>
              <a:blip r:embed="rId35"/>
              <a:stretch>
                <a:fillRect/>
              </a:stretch>
            </p:blipFill>
            <p:spPr>
              <a:xfrm>
                <a:off x="10035263" y="2114549"/>
                <a:ext cx="253944" cy="236427"/>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40" name="筆跡 39">
                <a:extLst>
                  <a:ext uri="{FF2B5EF4-FFF2-40B4-BE49-F238E27FC236}">
                    <a16:creationId xmlns:a16="http://schemas.microsoft.com/office/drawing/2014/main" id="{74CBA8D4-1F1D-0E2B-D9C4-BE999D0C5E1C}"/>
                  </a:ext>
                </a:extLst>
              </p14:cNvPr>
              <p14:cNvContentPartPr/>
              <p14:nvPr/>
            </p14:nvContentPartPr>
            <p14:xfrm>
              <a:off x="10719503" y="1981457"/>
              <a:ext cx="219075" cy="47625"/>
            </p14:xfrm>
          </p:contentPart>
        </mc:Choice>
        <mc:Fallback xmlns="">
          <p:pic>
            <p:nvPicPr>
              <p:cNvPr id="40" name="筆跡 39">
                <a:extLst>
                  <a:ext uri="{FF2B5EF4-FFF2-40B4-BE49-F238E27FC236}">
                    <a16:creationId xmlns:a16="http://schemas.microsoft.com/office/drawing/2014/main" id="{74CBA8D4-1F1D-0E2B-D9C4-BE999D0C5E1C}"/>
                  </a:ext>
                </a:extLst>
              </p:cNvPr>
              <p:cNvPicPr/>
              <p:nvPr/>
            </p:nvPicPr>
            <p:blipFill>
              <a:blip r:embed="rId37"/>
              <a:stretch>
                <a:fillRect/>
              </a:stretch>
            </p:blipFill>
            <p:spPr>
              <a:xfrm>
                <a:off x="10701552" y="1962010"/>
                <a:ext cx="255343" cy="86916"/>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1" name="筆跡 40">
                <a:extLst>
                  <a:ext uri="{FF2B5EF4-FFF2-40B4-BE49-F238E27FC236}">
                    <a16:creationId xmlns:a16="http://schemas.microsoft.com/office/drawing/2014/main" id="{7E847EB8-2111-0884-007C-9AC2DD377D0C}"/>
                  </a:ext>
                </a:extLst>
              </p14:cNvPr>
              <p14:cNvContentPartPr/>
              <p14:nvPr/>
            </p14:nvContentPartPr>
            <p14:xfrm>
              <a:off x="10860920" y="1835514"/>
              <a:ext cx="85725" cy="161925"/>
            </p14:xfrm>
          </p:contentPart>
        </mc:Choice>
        <mc:Fallback xmlns="">
          <p:pic>
            <p:nvPicPr>
              <p:cNvPr id="41" name="筆跡 40">
                <a:extLst>
                  <a:ext uri="{FF2B5EF4-FFF2-40B4-BE49-F238E27FC236}">
                    <a16:creationId xmlns:a16="http://schemas.microsoft.com/office/drawing/2014/main" id="{7E847EB8-2111-0884-007C-9AC2DD377D0C}"/>
                  </a:ext>
                </a:extLst>
              </p:cNvPr>
              <p:cNvPicPr/>
              <p:nvPr/>
            </p:nvPicPr>
            <p:blipFill>
              <a:blip r:embed="rId39"/>
              <a:stretch>
                <a:fillRect/>
              </a:stretch>
            </p:blipFill>
            <p:spPr>
              <a:xfrm>
                <a:off x="10843634" y="1817720"/>
                <a:ext cx="120650" cy="197157"/>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2" name="筆跡 41">
                <a:extLst>
                  <a:ext uri="{FF2B5EF4-FFF2-40B4-BE49-F238E27FC236}">
                    <a16:creationId xmlns:a16="http://schemas.microsoft.com/office/drawing/2014/main" id="{B5F0AF11-9B5D-DF05-5E2F-EEF3DC637BEC}"/>
                  </a:ext>
                </a:extLst>
              </p14:cNvPr>
              <p14:cNvContentPartPr/>
              <p14:nvPr/>
            </p14:nvContentPartPr>
            <p14:xfrm>
              <a:off x="10704827" y="1849622"/>
              <a:ext cx="133350" cy="95250"/>
            </p14:xfrm>
          </p:contentPart>
        </mc:Choice>
        <mc:Fallback xmlns="">
          <p:pic>
            <p:nvPicPr>
              <p:cNvPr id="42" name="筆跡 41">
                <a:extLst>
                  <a:ext uri="{FF2B5EF4-FFF2-40B4-BE49-F238E27FC236}">
                    <a16:creationId xmlns:a16="http://schemas.microsoft.com/office/drawing/2014/main" id="{B5F0AF11-9B5D-DF05-5E2F-EEF3DC637BEC}"/>
                  </a:ext>
                </a:extLst>
              </p:cNvPr>
              <p:cNvPicPr/>
              <p:nvPr/>
            </p:nvPicPr>
            <p:blipFill>
              <a:blip r:embed="rId41"/>
              <a:stretch>
                <a:fillRect/>
              </a:stretch>
            </p:blipFill>
            <p:spPr>
              <a:xfrm>
                <a:off x="10687722" y="1831234"/>
                <a:ext cx="167909" cy="131658"/>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3" name="筆跡 42">
                <a:extLst>
                  <a:ext uri="{FF2B5EF4-FFF2-40B4-BE49-F238E27FC236}">
                    <a16:creationId xmlns:a16="http://schemas.microsoft.com/office/drawing/2014/main" id="{2B57B871-8C4D-8B6C-8C15-B473909CD0FE}"/>
                  </a:ext>
                </a:extLst>
              </p14:cNvPr>
              <p14:cNvContentPartPr/>
              <p14:nvPr/>
            </p14:nvContentPartPr>
            <p14:xfrm>
              <a:off x="10833027" y="1618305"/>
              <a:ext cx="247650" cy="228600"/>
            </p14:xfrm>
          </p:contentPart>
        </mc:Choice>
        <mc:Fallback xmlns="">
          <p:pic>
            <p:nvPicPr>
              <p:cNvPr id="43" name="筆跡 42">
                <a:extLst>
                  <a:ext uri="{FF2B5EF4-FFF2-40B4-BE49-F238E27FC236}">
                    <a16:creationId xmlns:a16="http://schemas.microsoft.com/office/drawing/2014/main" id="{2B57B871-8C4D-8B6C-8C15-B473909CD0FE}"/>
                  </a:ext>
                </a:extLst>
              </p:cNvPr>
              <p:cNvPicPr/>
              <p:nvPr/>
            </p:nvPicPr>
            <p:blipFill>
              <a:blip r:embed="rId43"/>
              <a:stretch>
                <a:fillRect/>
              </a:stretch>
            </p:blipFill>
            <p:spPr>
              <a:xfrm>
                <a:off x="10815388" y="1600912"/>
                <a:ext cx="282575" cy="263742"/>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44" name="筆跡 43">
                <a:extLst>
                  <a:ext uri="{FF2B5EF4-FFF2-40B4-BE49-F238E27FC236}">
                    <a16:creationId xmlns:a16="http://schemas.microsoft.com/office/drawing/2014/main" id="{ED3832EE-808A-A88E-DCE8-1A640391208C}"/>
                  </a:ext>
                </a:extLst>
              </p14:cNvPr>
              <p14:cNvContentPartPr/>
              <p14:nvPr/>
            </p14:nvContentPartPr>
            <p14:xfrm>
              <a:off x="10770935" y="1500755"/>
              <a:ext cx="123825" cy="180974"/>
            </p14:xfrm>
          </p:contentPart>
        </mc:Choice>
        <mc:Fallback xmlns="">
          <p:pic>
            <p:nvPicPr>
              <p:cNvPr id="44" name="筆跡 43">
                <a:extLst>
                  <a:ext uri="{FF2B5EF4-FFF2-40B4-BE49-F238E27FC236}">
                    <a16:creationId xmlns:a16="http://schemas.microsoft.com/office/drawing/2014/main" id="{ED3832EE-808A-A88E-DCE8-1A640391208C}"/>
                  </a:ext>
                </a:extLst>
              </p:cNvPr>
              <p:cNvPicPr/>
              <p:nvPr/>
            </p:nvPicPr>
            <p:blipFill>
              <a:blip r:embed="rId45"/>
              <a:stretch>
                <a:fillRect/>
              </a:stretch>
            </p:blipFill>
            <p:spPr>
              <a:xfrm>
                <a:off x="10753041" y="1483299"/>
                <a:ext cx="159255" cy="216243"/>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45" name="筆跡 44">
                <a:extLst>
                  <a:ext uri="{FF2B5EF4-FFF2-40B4-BE49-F238E27FC236}">
                    <a16:creationId xmlns:a16="http://schemas.microsoft.com/office/drawing/2014/main" id="{79A8CB9A-1649-F88C-03E6-FD866B5D61EE}"/>
                  </a:ext>
                </a:extLst>
              </p14:cNvPr>
              <p14:cNvContentPartPr/>
              <p14:nvPr/>
            </p14:nvContentPartPr>
            <p14:xfrm>
              <a:off x="11063398" y="2009110"/>
              <a:ext cx="400050" cy="104775"/>
            </p14:xfrm>
          </p:contentPart>
        </mc:Choice>
        <mc:Fallback xmlns="">
          <p:pic>
            <p:nvPicPr>
              <p:cNvPr id="45" name="筆跡 44">
                <a:extLst>
                  <a:ext uri="{FF2B5EF4-FFF2-40B4-BE49-F238E27FC236}">
                    <a16:creationId xmlns:a16="http://schemas.microsoft.com/office/drawing/2014/main" id="{79A8CB9A-1649-F88C-03E6-FD866B5D61EE}"/>
                  </a:ext>
                </a:extLst>
              </p:cNvPr>
              <p:cNvPicPr/>
              <p:nvPr/>
            </p:nvPicPr>
            <p:blipFill>
              <a:blip r:embed="rId47"/>
              <a:stretch>
                <a:fillRect/>
              </a:stretch>
            </p:blipFill>
            <p:spPr>
              <a:xfrm>
                <a:off x="11045865" y="1991589"/>
                <a:ext cx="435475" cy="139466"/>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46" name="筆跡 45">
                <a:extLst>
                  <a:ext uri="{FF2B5EF4-FFF2-40B4-BE49-F238E27FC236}">
                    <a16:creationId xmlns:a16="http://schemas.microsoft.com/office/drawing/2014/main" id="{421031A3-77A4-6CBE-EEB3-001DE5381A5A}"/>
                  </a:ext>
                </a:extLst>
              </p14:cNvPr>
              <p14:cNvContentPartPr/>
              <p14:nvPr/>
            </p14:nvContentPartPr>
            <p14:xfrm>
              <a:off x="11116562" y="1982528"/>
              <a:ext cx="609600" cy="85725"/>
            </p14:xfrm>
          </p:contentPart>
        </mc:Choice>
        <mc:Fallback xmlns="">
          <p:pic>
            <p:nvPicPr>
              <p:cNvPr id="46" name="筆跡 45">
                <a:extLst>
                  <a:ext uri="{FF2B5EF4-FFF2-40B4-BE49-F238E27FC236}">
                    <a16:creationId xmlns:a16="http://schemas.microsoft.com/office/drawing/2014/main" id="{421031A3-77A4-6CBE-EEB3-001DE5381A5A}"/>
                  </a:ext>
                </a:extLst>
              </p:cNvPr>
              <p:cNvPicPr/>
              <p:nvPr/>
            </p:nvPicPr>
            <p:blipFill>
              <a:blip r:embed="rId49"/>
              <a:stretch>
                <a:fillRect/>
              </a:stretch>
            </p:blipFill>
            <p:spPr>
              <a:xfrm>
                <a:off x="11099053" y="1964889"/>
                <a:ext cx="644975" cy="12065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7" name="筆跡 46">
                <a:extLst>
                  <a:ext uri="{FF2B5EF4-FFF2-40B4-BE49-F238E27FC236}">
                    <a16:creationId xmlns:a16="http://schemas.microsoft.com/office/drawing/2014/main" id="{B1D3A22D-99EB-077F-DD7F-8FE278D64D9E}"/>
                  </a:ext>
                </a:extLst>
              </p14:cNvPr>
              <p14:cNvContentPartPr/>
              <p14:nvPr/>
            </p14:nvContentPartPr>
            <p14:xfrm>
              <a:off x="11072259" y="1911644"/>
              <a:ext cx="866775" cy="66675"/>
            </p14:xfrm>
          </p:contentPart>
        </mc:Choice>
        <mc:Fallback xmlns="">
          <p:pic>
            <p:nvPicPr>
              <p:cNvPr id="47" name="筆跡 46">
                <a:extLst>
                  <a:ext uri="{FF2B5EF4-FFF2-40B4-BE49-F238E27FC236}">
                    <a16:creationId xmlns:a16="http://schemas.microsoft.com/office/drawing/2014/main" id="{B1D3A22D-99EB-077F-DD7F-8FE278D64D9E}"/>
                  </a:ext>
                </a:extLst>
              </p:cNvPr>
              <p:cNvPicPr/>
              <p:nvPr/>
            </p:nvPicPr>
            <p:blipFill>
              <a:blip r:embed="rId51"/>
              <a:stretch>
                <a:fillRect/>
              </a:stretch>
            </p:blipFill>
            <p:spPr>
              <a:xfrm>
                <a:off x="11054650" y="1894975"/>
                <a:ext cx="902352" cy="100353"/>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48" name="筆跡 47">
                <a:extLst>
                  <a:ext uri="{FF2B5EF4-FFF2-40B4-BE49-F238E27FC236}">
                    <a16:creationId xmlns:a16="http://schemas.microsoft.com/office/drawing/2014/main" id="{1F844CF1-80AB-35C2-708C-A08B6A6F4723}"/>
                  </a:ext>
                </a:extLst>
              </p14:cNvPr>
              <p14:cNvContentPartPr/>
              <p14:nvPr/>
            </p14:nvContentPartPr>
            <p14:xfrm>
              <a:off x="11107700" y="1759752"/>
              <a:ext cx="409575" cy="95250"/>
            </p14:xfrm>
          </p:contentPart>
        </mc:Choice>
        <mc:Fallback xmlns="">
          <p:pic>
            <p:nvPicPr>
              <p:cNvPr id="48" name="筆跡 47">
                <a:extLst>
                  <a:ext uri="{FF2B5EF4-FFF2-40B4-BE49-F238E27FC236}">
                    <a16:creationId xmlns:a16="http://schemas.microsoft.com/office/drawing/2014/main" id="{1F844CF1-80AB-35C2-708C-A08B6A6F4723}"/>
                  </a:ext>
                </a:extLst>
              </p:cNvPr>
              <p:cNvPicPr/>
              <p:nvPr/>
            </p:nvPicPr>
            <p:blipFill>
              <a:blip r:embed="rId53"/>
              <a:stretch>
                <a:fillRect/>
              </a:stretch>
            </p:blipFill>
            <p:spPr>
              <a:xfrm>
                <a:off x="11090203" y="1742780"/>
                <a:ext cx="444926" cy="1295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9" name="筆跡 48">
                <a:extLst>
                  <a:ext uri="{FF2B5EF4-FFF2-40B4-BE49-F238E27FC236}">
                    <a16:creationId xmlns:a16="http://schemas.microsoft.com/office/drawing/2014/main" id="{C89AACA4-23D1-E34E-A1D2-73E0EBCAA66F}"/>
                  </a:ext>
                </a:extLst>
              </p14:cNvPr>
              <p14:cNvContentPartPr/>
              <p14:nvPr/>
            </p14:nvContentPartPr>
            <p14:xfrm>
              <a:off x="10173735" y="1817919"/>
              <a:ext cx="447675" cy="76200"/>
            </p14:xfrm>
          </p:contentPart>
        </mc:Choice>
        <mc:Fallback xmlns="">
          <p:pic>
            <p:nvPicPr>
              <p:cNvPr id="49" name="筆跡 48">
                <a:extLst>
                  <a:ext uri="{FF2B5EF4-FFF2-40B4-BE49-F238E27FC236}">
                    <a16:creationId xmlns:a16="http://schemas.microsoft.com/office/drawing/2014/main" id="{C89AACA4-23D1-E34E-A1D2-73E0EBCAA66F}"/>
                  </a:ext>
                </a:extLst>
              </p:cNvPr>
              <p:cNvPicPr/>
              <p:nvPr/>
            </p:nvPicPr>
            <p:blipFill>
              <a:blip r:embed="rId55"/>
              <a:stretch>
                <a:fillRect/>
              </a:stretch>
            </p:blipFill>
            <p:spPr>
              <a:xfrm>
                <a:off x="10156228" y="1799794"/>
                <a:ext cx="483046" cy="1128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50" name="筆跡 49">
                <a:extLst>
                  <a:ext uri="{FF2B5EF4-FFF2-40B4-BE49-F238E27FC236}">
                    <a16:creationId xmlns:a16="http://schemas.microsoft.com/office/drawing/2014/main" id="{82CFC73B-C595-5B10-C066-533CF8E6770F}"/>
                  </a:ext>
                </a:extLst>
              </p14:cNvPr>
              <p14:cNvContentPartPr/>
              <p14:nvPr/>
            </p14:nvContentPartPr>
            <p14:xfrm>
              <a:off x="10062168" y="1694839"/>
              <a:ext cx="504825" cy="114300"/>
            </p14:xfrm>
          </p:contentPart>
        </mc:Choice>
        <mc:Fallback xmlns="">
          <p:pic>
            <p:nvPicPr>
              <p:cNvPr id="50" name="筆跡 49">
                <a:extLst>
                  <a:ext uri="{FF2B5EF4-FFF2-40B4-BE49-F238E27FC236}">
                    <a16:creationId xmlns:a16="http://schemas.microsoft.com/office/drawing/2014/main" id="{82CFC73B-C595-5B10-C066-533CF8E6770F}"/>
                  </a:ext>
                </a:extLst>
              </p:cNvPr>
              <p:cNvPicPr/>
              <p:nvPr/>
            </p:nvPicPr>
            <p:blipFill>
              <a:blip r:embed="rId57"/>
              <a:stretch>
                <a:fillRect/>
              </a:stretch>
            </p:blipFill>
            <p:spPr>
              <a:xfrm>
                <a:off x="10044612" y="1677227"/>
                <a:ext cx="540295" cy="149884"/>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51" name="筆跡 50">
                <a:extLst>
                  <a:ext uri="{FF2B5EF4-FFF2-40B4-BE49-F238E27FC236}">
                    <a16:creationId xmlns:a16="http://schemas.microsoft.com/office/drawing/2014/main" id="{C0E6FB9C-7329-1211-5A89-2DC787593A93}"/>
                  </a:ext>
                </a:extLst>
              </p14:cNvPr>
              <p14:cNvContentPartPr/>
              <p14:nvPr/>
            </p14:nvContentPartPr>
            <p14:xfrm>
              <a:off x="9918641" y="1420548"/>
              <a:ext cx="600075" cy="276225"/>
            </p14:xfrm>
          </p:contentPart>
        </mc:Choice>
        <mc:Fallback xmlns="">
          <p:pic>
            <p:nvPicPr>
              <p:cNvPr id="51" name="筆跡 50">
                <a:extLst>
                  <a:ext uri="{FF2B5EF4-FFF2-40B4-BE49-F238E27FC236}">
                    <a16:creationId xmlns:a16="http://schemas.microsoft.com/office/drawing/2014/main" id="{C0E6FB9C-7329-1211-5A89-2DC787593A93}"/>
                  </a:ext>
                </a:extLst>
              </p:cNvPr>
              <p:cNvPicPr/>
              <p:nvPr/>
            </p:nvPicPr>
            <p:blipFill>
              <a:blip r:embed="rId59"/>
              <a:stretch>
                <a:fillRect/>
              </a:stretch>
            </p:blipFill>
            <p:spPr>
              <a:xfrm>
                <a:off x="9900782" y="1402762"/>
                <a:ext cx="635437" cy="3121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52" name="筆跡 51">
                <a:extLst>
                  <a:ext uri="{FF2B5EF4-FFF2-40B4-BE49-F238E27FC236}">
                    <a16:creationId xmlns:a16="http://schemas.microsoft.com/office/drawing/2014/main" id="{6F4EB12E-88AD-7D9E-5D49-7948C7886BA0}"/>
                  </a:ext>
                </a:extLst>
              </p14:cNvPr>
              <p14:cNvContentPartPr/>
              <p14:nvPr/>
            </p14:nvContentPartPr>
            <p14:xfrm>
              <a:off x="10161970" y="1331424"/>
              <a:ext cx="314325" cy="323850"/>
            </p14:xfrm>
          </p:contentPart>
        </mc:Choice>
        <mc:Fallback xmlns="">
          <p:pic>
            <p:nvPicPr>
              <p:cNvPr id="52" name="筆跡 51">
                <a:extLst>
                  <a:ext uri="{FF2B5EF4-FFF2-40B4-BE49-F238E27FC236}">
                    <a16:creationId xmlns:a16="http://schemas.microsoft.com/office/drawing/2014/main" id="{6F4EB12E-88AD-7D9E-5D49-7948C7886BA0}"/>
                  </a:ext>
                </a:extLst>
              </p:cNvPr>
              <p:cNvPicPr/>
              <p:nvPr/>
            </p:nvPicPr>
            <p:blipFill>
              <a:blip r:embed="rId61"/>
              <a:stretch>
                <a:fillRect/>
              </a:stretch>
            </p:blipFill>
            <p:spPr>
              <a:xfrm>
                <a:off x="10144488" y="1313773"/>
                <a:ext cx="349646" cy="359513"/>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53" name="筆跡 52">
                <a:extLst>
                  <a:ext uri="{FF2B5EF4-FFF2-40B4-BE49-F238E27FC236}">
                    <a16:creationId xmlns:a16="http://schemas.microsoft.com/office/drawing/2014/main" id="{16338048-9463-DF32-1B32-7D187FF12CDB}"/>
                  </a:ext>
                </a:extLst>
              </p14:cNvPr>
              <p14:cNvContentPartPr/>
              <p14:nvPr/>
            </p14:nvContentPartPr>
            <p14:xfrm>
              <a:off x="11258328" y="2912878"/>
              <a:ext cx="66675" cy="171450"/>
            </p14:xfrm>
          </p:contentPart>
        </mc:Choice>
        <mc:Fallback xmlns="">
          <p:pic>
            <p:nvPicPr>
              <p:cNvPr id="53" name="筆跡 52">
                <a:extLst>
                  <a:ext uri="{FF2B5EF4-FFF2-40B4-BE49-F238E27FC236}">
                    <a16:creationId xmlns:a16="http://schemas.microsoft.com/office/drawing/2014/main" id="{16338048-9463-DF32-1B32-7D187FF12CDB}"/>
                  </a:ext>
                </a:extLst>
              </p:cNvPr>
              <p:cNvPicPr/>
              <p:nvPr/>
            </p:nvPicPr>
            <p:blipFill>
              <a:blip r:embed="rId63"/>
              <a:stretch>
                <a:fillRect/>
              </a:stretch>
            </p:blipFill>
            <p:spPr>
              <a:xfrm>
                <a:off x="11241232" y="2895733"/>
                <a:ext cx="100525" cy="20609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54" name="筆跡 53">
                <a:extLst>
                  <a:ext uri="{FF2B5EF4-FFF2-40B4-BE49-F238E27FC236}">
                    <a16:creationId xmlns:a16="http://schemas.microsoft.com/office/drawing/2014/main" id="{BFD9ED74-6A90-BEB6-427C-6549A3D4A85A}"/>
                  </a:ext>
                </a:extLst>
              </p14:cNvPr>
              <p14:cNvContentPartPr/>
              <p14:nvPr/>
            </p14:nvContentPartPr>
            <p14:xfrm>
              <a:off x="11081119" y="2877435"/>
              <a:ext cx="371475" cy="752475"/>
            </p14:xfrm>
          </p:contentPart>
        </mc:Choice>
        <mc:Fallback xmlns="">
          <p:pic>
            <p:nvPicPr>
              <p:cNvPr id="54" name="筆跡 53">
                <a:extLst>
                  <a:ext uri="{FF2B5EF4-FFF2-40B4-BE49-F238E27FC236}">
                    <a16:creationId xmlns:a16="http://schemas.microsoft.com/office/drawing/2014/main" id="{BFD9ED74-6A90-BEB6-427C-6549A3D4A85A}"/>
                  </a:ext>
                </a:extLst>
              </p:cNvPr>
              <p:cNvPicPr/>
              <p:nvPr/>
            </p:nvPicPr>
            <p:blipFill>
              <a:blip r:embed="rId65"/>
              <a:stretch>
                <a:fillRect/>
              </a:stretch>
            </p:blipFill>
            <p:spPr>
              <a:xfrm>
                <a:off x="11063086" y="2859450"/>
                <a:ext cx="407180" cy="788084"/>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5" name="筆跡 54">
                <a:extLst>
                  <a:ext uri="{FF2B5EF4-FFF2-40B4-BE49-F238E27FC236}">
                    <a16:creationId xmlns:a16="http://schemas.microsoft.com/office/drawing/2014/main" id="{F22407C4-BE96-7BAE-B683-E36502992992}"/>
                  </a:ext>
                </a:extLst>
              </p14:cNvPr>
              <p14:cNvContentPartPr/>
              <p14:nvPr/>
            </p14:nvContentPartPr>
            <p14:xfrm>
              <a:off x="9866690" y="2593901"/>
              <a:ext cx="190500" cy="152400"/>
            </p14:xfrm>
          </p:contentPart>
        </mc:Choice>
        <mc:Fallback xmlns="">
          <p:pic>
            <p:nvPicPr>
              <p:cNvPr id="55" name="筆跡 54">
                <a:extLst>
                  <a:ext uri="{FF2B5EF4-FFF2-40B4-BE49-F238E27FC236}">
                    <a16:creationId xmlns:a16="http://schemas.microsoft.com/office/drawing/2014/main" id="{F22407C4-BE96-7BAE-B683-E36502992992}"/>
                  </a:ext>
                </a:extLst>
              </p:cNvPr>
              <p:cNvPicPr/>
              <p:nvPr/>
            </p:nvPicPr>
            <p:blipFill>
              <a:blip r:embed="rId67"/>
              <a:stretch>
                <a:fillRect/>
              </a:stretch>
            </p:blipFill>
            <p:spPr>
              <a:xfrm>
                <a:off x="9849078" y="2576412"/>
                <a:ext cx="226084" cy="187734"/>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6" name="筆跡 55">
                <a:extLst>
                  <a:ext uri="{FF2B5EF4-FFF2-40B4-BE49-F238E27FC236}">
                    <a16:creationId xmlns:a16="http://schemas.microsoft.com/office/drawing/2014/main" id="{A244C9A3-967F-1336-91E4-3E2EF2C986FD}"/>
                  </a:ext>
                </a:extLst>
              </p14:cNvPr>
              <p14:cNvContentPartPr/>
              <p14:nvPr/>
            </p14:nvContentPartPr>
            <p14:xfrm>
              <a:off x="9308774" y="2585041"/>
              <a:ext cx="638175" cy="190500"/>
            </p14:xfrm>
          </p:contentPart>
        </mc:Choice>
        <mc:Fallback xmlns="">
          <p:pic>
            <p:nvPicPr>
              <p:cNvPr id="56" name="筆跡 55">
                <a:extLst>
                  <a:ext uri="{FF2B5EF4-FFF2-40B4-BE49-F238E27FC236}">
                    <a16:creationId xmlns:a16="http://schemas.microsoft.com/office/drawing/2014/main" id="{A244C9A3-967F-1336-91E4-3E2EF2C986FD}"/>
                  </a:ext>
                </a:extLst>
              </p:cNvPr>
              <p:cNvPicPr/>
              <p:nvPr/>
            </p:nvPicPr>
            <p:blipFill>
              <a:blip r:embed="rId69"/>
              <a:stretch>
                <a:fillRect/>
              </a:stretch>
            </p:blipFill>
            <p:spPr>
              <a:xfrm>
                <a:off x="9291147" y="2566898"/>
                <a:ext cx="673789" cy="226423"/>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7" name="筆跡 56">
                <a:extLst>
                  <a:ext uri="{FF2B5EF4-FFF2-40B4-BE49-F238E27FC236}">
                    <a16:creationId xmlns:a16="http://schemas.microsoft.com/office/drawing/2014/main" id="{F0B0D985-A5CD-9249-C305-5709E73365C3}"/>
                  </a:ext>
                </a:extLst>
              </p14:cNvPr>
              <p14:cNvContentPartPr/>
              <p14:nvPr/>
            </p14:nvContentPartPr>
            <p14:xfrm>
              <a:off x="11633486" y="3028063"/>
              <a:ext cx="247650" cy="933450"/>
            </p14:xfrm>
          </p:contentPart>
        </mc:Choice>
        <mc:Fallback xmlns="">
          <p:pic>
            <p:nvPicPr>
              <p:cNvPr id="57" name="筆跡 56">
                <a:extLst>
                  <a:ext uri="{FF2B5EF4-FFF2-40B4-BE49-F238E27FC236}">
                    <a16:creationId xmlns:a16="http://schemas.microsoft.com/office/drawing/2014/main" id="{F0B0D985-A5CD-9249-C305-5709E73365C3}"/>
                  </a:ext>
                </a:extLst>
              </p:cNvPr>
              <p:cNvPicPr/>
              <p:nvPr/>
            </p:nvPicPr>
            <p:blipFill>
              <a:blip r:embed="rId71"/>
              <a:stretch>
                <a:fillRect/>
              </a:stretch>
            </p:blipFill>
            <p:spPr>
              <a:xfrm>
                <a:off x="11615356" y="3010022"/>
                <a:ext cx="283547" cy="969172"/>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8" name="筆跡 57">
                <a:extLst>
                  <a:ext uri="{FF2B5EF4-FFF2-40B4-BE49-F238E27FC236}">
                    <a16:creationId xmlns:a16="http://schemas.microsoft.com/office/drawing/2014/main" id="{13B90CE8-53AE-56D1-0A1F-7C9B910FDFEC}"/>
                  </a:ext>
                </a:extLst>
              </p14:cNvPr>
              <p14:cNvContentPartPr/>
              <p14:nvPr/>
            </p14:nvContentPartPr>
            <p14:xfrm>
              <a:off x="10911744" y="3055395"/>
              <a:ext cx="714374" cy="952500"/>
            </p14:xfrm>
          </p:contentPart>
        </mc:Choice>
        <mc:Fallback xmlns="">
          <p:pic>
            <p:nvPicPr>
              <p:cNvPr id="58" name="筆跡 57">
                <a:extLst>
                  <a:ext uri="{FF2B5EF4-FFF2-40B4-BE49-F238E27FC236}">
                    <a16:creationId xmlns:a16="http://schemas.microsoft.com/office/drawing/2014/main" id="{13B90CE8-53AE-56D1-0A1F-7C9B910FDFEC}"/>
                  </a:ext>
                </a:extLst>
              </p:cNvPr>
              <p:cNvPicPr/>
              <p:nvPr/>
            </p:nvPicPr>
            <p:blipFill>
              <a:blip r:embed="rId73"/>
              <a:stretch>
                <a:fillRect/>
              </a:stretch>
            </p:blipFill>
            <p:spPr>
              <a:xfrm>
                <a:off x="10893640" y="3037829"/>
                <a:ext cx="750219" cy="98799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9" name="筆跡 58">
                <a:extLst>
                  <a:ext uri="{FF2B5EF4-FFF2-40B4-BE49-F238E27FC236}">
                    <a16:creationId xmlns:a16="http://schemas.microsoft.com/office/drawing/2014/main" id="{F354AA93-0D61-B55B-DE80-FF20C16FD5E8}"/>
                  </a:ext>
                </a:extLst>
              </p14:cNvPr>
              <p14:cNvContentPartPr/>
              <p14:nvPr/>
            </p14:nvContentPartPr>
            <p14:xfrm>
              <a:off x="11603886" y="3010342"/>
              <a:ext cx="66675" cy="742950"/>
            </p14:xfrm>
          </p:contentPart>
        </mc:Choice>
        <mc:Fallback xmlns="">
          <p:pic>
            <p:nvPicPr>
              <p:cNvPr id="59" name="筆跡 58">
                <a:extLst>
                  <a:ext uri="{FF2B5EF4-FFF2-40B4-BE49-F238E27FC236}">
                    <a16:creationId xmlns:a16="http://schemas.microsoft.com/office/drawing/2014/main" id="{F354AA93-0D61-B55B-DE80-FF20C16FD5E8}"/>
                  </a:ext>
                </a:extLst>
              </p:cNvPr>
              <p:cNvPicPr/>
              <p:nvPr/>
            </p:nvPicPr>
            <p:blipFill>
              <a:blip r:embed="rId75"/>
              <a:stretch>
                <a:fillRect/>
              </a:stretch>
            </p:blipFill>
            <p:spPr>
              <a:xfrm>
                <a:off x="11587045" y="2992344"/>
                <a:ext cx="100700" cy="778586"/>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60" name="筆跡 59">
                <a:extLst>
                  <a:ext uri="{FF2B5EF4-FFF2-40B4-BE49-F238E27FC236}">
                    <a16:creationId xmlns:a16="http://schemas.microsoft.com/office/drawing/2014/main" id="{A5BFC26C-1908-B8B8-0806-1422D0DC3AAE}"/>
                  </a:ext>
                </a:extLst>
              </p14:cNvPr>
              <p14:cNvContentPartPr/>
              <p14:nvPr/>
            </p14:nvContentPartPr>
            <p14:xfrm>
              <a:off x="10876685" y="3595133"/>
              <a:ext cx="28575" cy="123825"/>
            </p14:xfrm>
          </p:contentPart>
        </mc:Choice>
        <mc:Fallback xmlns="">
          <p:pic>
            <p:nvPicPr>
              <p:cNvPr id="60" name="筆跡 59">
                <a:extLst>
                  <a:ext uri="{FF2B5EF4-FFF2-40B4-BE49-F238E27FC236}">
                    <a16:creationId xmlns:a16="http://schemas.microsoft.com/office/drawing/2014/main" id="{A5BFC26C-1908-B8B8-0806-1422D0DC3AAE}"/>
                  </a:ext>
                </a:extLst>
              </p:cNvPr>
              <p:cNvPicPr/>
              <p:nvPr/>
            </p:nvPicPr>
            <p:blipFill>
              <a:blip r:embed="rId77"/>
              <a:stretch>
                <a:fillRect/>
              </a:stretch>
            </p:blipFill>
            <p:spPr>
              <a:xfrm>
                <a:off x="10858130" y="3576967"/>
                <a:ext cx="65314" cy="160528"/>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61" name="筆跡 60">
                <a:extLst>
                  <a:ext uri="{FF2B5EF4-FFF2-40B4-BE49-F238E27FC236}">
                    <a16:creationId xmlns:a16="http://schemas.microsoft.com/office/drawing/2014/main" id="{F242FF8E-4AAD-E47E-4E04-C19333F25AD8}"/>
                  </a:ext>
                </a:extLst>
              </p14:cNvPr>
              <p14:cNvContentPartPr/>
              <p14:nvPr/>
            </p14:nvContentPartPr>
            <p14:xfrm>
              <a:off x="10859607" y="3648296"/>
              <a:ext cx="38100" cy="19050"/>
            </p14:xfrm>
          </p:contentPart>
        </mc:Choice>
        <mc:Fallback xmlns="">
          <p:pic>
            <p:nvPicPr>
              <p:cNvPr id="61" name="筆跡 60">
                <a:extLst>
                  <a:ext uri="{FF2B5EF4-FFF2-40B4-BE49-F238E27FC236}">
                    <a16:creationId xmlns:a16="http://schemas.microsoft.com/office/drawing/2014/main" id="{F242FF8E-4AAD-E47E-4E04-C19333F25AD8}"/>
                  </a:ext>
                </a:extLst>
              </p:cNvPr>
              <p:cNvPicPr/>
              <p:nvPr/>
            </p:nvPicPr>
            <p:blipFill>
              <a:blip r:embed="rId79"/>
              <a:stretch>
                <a:fillRect/>
              </a:stretch>
            </p:blipFill>
            <p:spPr>
              <a:xfrm>
                <a:off x="10843185" y="3628849"/>
                <a:ext cx="70616" cy="58341"/>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62" name="筆跡 61">
                <a:extLst>
                  <a:ext uri="{FF2B5EF4-FFF2-40B4-BE49-F238E27FC236}">
                    <a16:creationId xmlns:a16="http://schemas.microsoft.com/office/drawing/2014/main" id="{8750800D-7257-2E67-C014-FFF509F321E7}"/>
                  </a:ext>
                </a:extLst>
              </p14:cNvPr>
              <p14:cNvContentPartPr/>
              <p14:nvPr/>
            </p14:nvContentPartPr>
            <p14:xfrm>
              <a:off x="8785171" y="2815412"/>
              <a:ext cx="1266825" cy="161925"/>
            </p14:xfrm>
          </p:contentPart>
        </mc:Choice>
        <mc:Fallback xmlns="">
          <p:pic>
            <p:nvPicPr>
              <p:cNvPr id="62" name="筆跡 61">
                <a:extLst>
                  <a:ext uri="{FF2B5EF4-FFF2-40B4-BE49-F238E27FC236}">
                    <a16:creationId xmlns:a16="http://schemas.microsoft.com/office/drawing/2014/main" id="{8750800D-7257-2E67-C014-FFF509F321E7}"/>
                  </a:ext>
                </a:extLst>
              </p:cNvPr>
              <p:cNvPicPr/>
              <p:nvPr/>
            </p:nvPicPr>
            <p:blipFill>
              <a:blip r:embed="rId81"/>
              <a:stretch>
                <a:fillRect/>
              </a:stretch>
            </p:blipFill>
            <p:spPr>
              <a:xfrm>
                <a:off x="8767556" y="2797582"/>
                <a:ext cx="1302414" cy="197949"/>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63" name="筆跡 62">
                <a:extLst>
                  <a:ext uri="{FF2B5EF4-FFF2-40B4-BE49-F238E27FC236}">
                    <a16:creationId xmlns:a16="http://schemas.microsoft.com/office/drawing/2014/main" id="{A2A9D95C-B524-D4E2-99BC-52735FB0EEB3}"/>
                  </a:ext>
                </a:extLst>
              </p14:cNvPr>
              <p14:cNvContentPartPr/>
              <p14:nvPr/>
            </p14:nvContentPartPr>
            <p14:xfrm>
              <a:off x="8759677" y="2274966"/>
              <a:ext cx="838200" cy="542925"/>
            </p14:xfrm>
          </p:contentPart>
        </mc:Choice>
        <mc:Fallback xmlns="">
          <p:pic>
            <p:nvPicPr>
              <p:cNvPr id="63" name="筆跡 62">
                <a:extLst>
                  <a:ext uri="{FF2B5EF4-FFF2-40B4-BE49-F238E27FC236}">
                    <a16:creationId xmlns:a16="http://schemas.microsoft.com/office/drawing/2014/main" id="{A2A9D95C-B524-D4E2-99BC-52735FB0EEB3}"/>
                  </a:ext>
                </a:extLst>
              </p:cNvPr>
              <p:cNvPicPr/>
              <p:nvPr/>
            </p:nvPicPr>
            <p:blipFill>
              <a:blip r:embed="rId83"/>
              <a:stretch>
                <a:fillRect/>
              </a:stretch>
            </p:blipFill>
            <p:spPr>
              <a:xfrm>
                <a:off x="8741651" y="2257071"/>
                <a:ext cx="873891" cy="578356"/>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64" name="筆跡 63">
                <a:extLst>
                  <a:ext uri="{FF2B5EF4-FFF2-40B4-BE49-F238E27FC236}">
                    <a16:creationId xmlns:a16="http://schemas.microsoft.com/office/drawing/2014/main" id="{FD4381D9-816F-1924-3AA0-1E7C2FECDDBD}"/>
                  </a:ext>
                </a:extLst>
              </p14:cNvPr>
              <p14:cNvContentPartPr/>
              <p14:nvPr/>
            </p14:nvContentPartPr>
            <p14:xfrm>
              <a:off x="10841886" y="2948319"/>
              <a:ext cx="9525" cy="133350"/>
            </p14:xfrm>
          </p:contentPart>
        </mc:Choice>
        <mc:Fallback xmlns="">
          <p:pic>
            <p:nvPicPr>
              <p:cNvPr id="64" name="筆跡 63">
                <a:extLst>
                  <a:ext uri="{FF2B5EF4-FFF2-40B4-BE49-F238E27FC236}">
                    <a16:creationId xmlns:a16="http://schemas.microsoft.com/office/drawing/2014/main" id="{FD4381D9-816F-1924-3AA0-1E7C2FECDDBD}"/>
                  </a:ext>
                </a:extLst>
              </p:cNvPr>
              <p:cNvPicPr/>
              <p:nvPr/>
            </p:nvPicPr>
            <p:blipFill>
              <a:blip r:embed="rId85"/>
              <a:stretch>
                <a:fillRect/>
              </a:stretch>
            </p:blipFill>
            <p:spPr>
              <a:xfrm>
                <a:off x="10824600" y="2930515"/>
                <a:ext cx="44450" cy="169322"/>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5" name="筆跡 64">
                <a:extLst>
                  <a:ext uri="{FF2B5EF4-FFF2-40B4-BE49-F238E27FC236}">
                    <a16:creationId xmlns:a16="http://schemas.microsoft.com/office/drawing/2014/main" id="{5C28577C-F115-A3FC-9D78-05A51AF8CF9E}"/>
                  </a:ext>
                </a:extLst>
              </p14:cNvPr>
              <p14:cNvContentPartPr/>
              <p14:nvPr/>
            </p14:nvContentPartPr>
            <p14:xfrm>
              <a:off x="10797586" y="2983761"/>
              <a:ext cx="19050" cy="85725"/>
            </p14:xfrm>
          </p:contentPart>
        </mc:Choice>
        <mc:Fallback xmlns="">
          <p:pic>
            <p:nvPicPr>
              <p:cNvPr id="65" name="筆跡 64">
                <a:extLst>
                  <a:ext uri="{FF2B5EF4-FFF2-40B4-BE49-F238E27FC236}">
                    <a16:creationId xmlns:a16="http://schemas.microsoft.com/office/drawing/2014/main" id="{5C28577C-F115-A3FC-9D78-05A51AF8CF9E}"/>
                  </a:ext>
                </a:extLst>
              </p:cNvPr>
              <p:cNvPicPr/>
              <p:nvPr/>
            </p:nvPicPr>
            <p:blipFill>
              <a:blip r:embed="rId87"/>
              <a:stretch>
                <a:fillRect/>
              </a:stretch>
            </p:blipFill>
            <p:spPr>
              <a:xfrm>
                <a:off x="10782769" y="2965125"/>
                <a:ext cx="48986" cy="122624"/>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6" name="筆跡 65">
                <a:extLst>
                  <a:ext uri="{FF2B5EF4-FFF2-40B4-BE49-F238E27FC236}">
                    <a16:creationId xmlns:a16="http://schemas.microsoft.com/office/drawing/2014/main" id="{EE353A50-E096-70BC-A554-6F80BB22336E}"/>
                  </a:ext>
                </a:extLst>
              </p14:cNvPr>
              <p14:cNvContentPartPr/>
              <p14:nvPr/>
            </p14:nvContentPartPr>
            <p14:xfrm>
              <a:off x="10596593" y="2948319"/>
              <a:ext cx="85725" cy="104775"/>
            </p14:xfrm>
          </p:contentPart>
        </mc:Choice>
        <mc:Fallback xmlns="">
          <p:pic>
            <p:nvPicPr>
              <p:cNvPr id="66" name="筆跡 65">
                <a:extLst>
                  <a:ext uri="{FF2B5EF4-FFF2-40B4-BE49-F238E27FC236}">
                    <a16:creationId xmlns:a16="http://schemas.microsoft.com/office/drawing/2014/main" id="{EE353A50-E096-70BC-A554-6F80BB22336E}"/>
                  </a:ext>
                </a:extLst>
              </p:cNvPr>
              <p:cNvPicPr/>
              <p:nvPr/>
            </p:nvPicPr>
            <p:blipFill>
              <a:blip r:embed="rId89"/>
              <a:stretch>
                <a:fillRect/>
              </a:stretch>
            </p:blipFill>
            <p:spPr>
              <a:xfrm>
                <a:off x="10578869" y="2930113"/>
                <a:ext cx="121534" cy="141558"/>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7" name="筆跡 66">
                <a:extLst>
                  <a:ext uri="{FF2B5EF4-FFF2-40B4-BE49-F238E27FC236}">
                    <a16:creationId xmlns:a16="http://schemas.microsoft.com/office/drawing/2014/main" id="{772A23B6-71EE-A0C4-4A18-6EFF88FED481}"/>
                  </a:ext>
                </a:extLst>
              </p14:cNvPr>
              <p14:cNvContentPartPr/>
              <p14:nvPr/>
            </p14:nvContentPartPr>
            <p14:xfrm>
              <a:off x="10419925" y="2921737"/>
              <a:ext cx="95250" cy="47625"/>
            </p14:xfrm>
          </p:contentPart>
        </mc:Choice>
        <mc:Fallback xmlns="">
          <p:pic>
            <p:nvPicPr>
              <p:cNvPr id="67" name="筆跡 66">
                <a:extLst>
                  <a:ext uri="{FF2B5EF4-FFF2-40B4-BE49-F238E27FC236}">
                    <a16:creationId xmlns:a16="http://schemas.microsoft.com/office/drawing/2014/main" id="{772A23B6-71EE-A0C4-4A18-6EFF88FED481}"/>
                  </a:ext>
                </a:extLst>
              </p:cNvPr>
              <p:cNvPicPr/>
              <p:nvPr/>
            </p:nvPicPr>
            <p:blipFill>
              <a:blip r:embed="rId91"/>
              <a:stretch>
                <a:fillRect/>
              </a:stretch>
            </p:blipFill>
            <p:spPr>
              <a:xfrm>
                <a:off x="10401835" y="2902838"/>
                <a:ext cx="131799" cy="85045"/>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8" name="筆跡 67">
                <a:extLst>
                  <a:ext uri="{FF2B5EF4-FFF2-40B4-BE49-F238E27FC236}">
                    <a16:creationId xmlns:a16="http://schemas.microsoft.com/office/drawing/2014/main" id="{F3A1873F-0134-A0B2-56CB-68CB2BCC3FF0}"/>
                  </a:ext>
                </a:extLst>
              </p14:cNvPr>
              <p14:cNvContentPartPr/>
              <p14:nvPr/>
            </p14:nvContentPartPr>
            <p14:xfrm>
              <a:off x="10250346" y="2904017"/>
              <a:ext cx="66675" cy="47625"/>
            </p14:xfrm>
          </p:contentPart>
        </mc:Choice>
        <mc:Fallback xmlns="">
          <p:pic>
            <p:nvPicPr>
              <p:cNvPr id="68" name="筆跡 67">
                <a:extLst>
                  <a:ext uri="{FF2B5EF4-FFF2-40B4-BE49-F238E27FC236}">
                    <a16:creationId xmlns:a16="http://schemas.microsoft.com/office/drawing/2014/main" id="{F3A1873F-0134-A0B2-56CB-68CB2BCC3FF0}"/>
                  </a:ext>
                </a:extLst>
              </p:cNvPr>
              <p:cNvPicPr/>
              <p:nvPr/>
            </p:nvPicPr>
            <p:blipFill>
              <a:blip r:embed="rId93"/>
              <a:stretch>
                <a:fillRect/>
              </a:stretch>
            </p:blipFill>
            <p:spPr>
              <a:xfrm>
                <a:off x="10231992" y="2884889"/>
                <a:ext cx="103758" cy="86272"/>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9" name="筆跡 68">
                <a:extLst>
                  <a:ext uri="{FF2B5EF4-FFF2-40B4-BE49-F238E27FC236}">
                    <a16:creationId xmlns:a16="http://schemas.microsoft.com/office/drawing/2014/main" id="{76FB7B38-0A18-67A8-0435-500D1E03C4BF}"/>
                  </a:ext>
                </a:extLst>
              </p14:cNvPr>
              <p14:cNvContentPartPr/>
              <p14:nvPr/>
            </p14:nvContentPartPr>
            <p14:xfrm>
              <a:off x="10172864" y="2744529"/>
              <a:ext cx="85725" cy="19050"/>
            </p14:xfrm>
          </p:contentPart>
        </mc:Choice>
        <mc:Fallback xmlns="">
          <p:pic>
            <p:nvPicPr>
              <p:cNvPr id="69" name="筆跡 68">
                <a:extLst>
                  <a:ext uri="{FF2B5EF4-FFF2-40B4-BE49-F238E27FC236}">
                    <a16:creationId xmlns:a16="http://schemas.microsoft.com/office/drawing/2014/main" id="{76FB7B38-0A18-67A8-0435-500D1E03C4BF}"/>
                  </a:ext>
                </a:extLst>
              </p:cNvPr>
              <p:cNvPicPr/>
              <p:nvPr/>
            </p:nvPicPr>
            <p:blipFill>
              <a:blip r:embed="rId95"/>
              <a:stretch>
                <a:fillRect/>
              </a:stretch>
            </p:blipFill>
            <p:spPr>
              <a:xfrm>
                <a:off x="10155434" y="2730313"/>
                <a:ext cx="120940" cy="47199"/>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70" name="筆跡 69">
                <a:extLst>
                  <a:ext uri="{FF2B5EF4-FFF2-40B4-BE49-F238E27FC236}">
                    <a16:creationId xmlns:a16="http://schemas.microsoft.com/office/drawing/2014/main" id="{625BD73C-2854-B99B-6797-76577CFEF179}"/>
                  </a:ext>
                </a:extLst>
              </p14:cNvPr>
              <p14:cNvContentPartPr/>
              <p14:nvPr/>
            </p14:nvContentPartPr>
            <p14:xfrm>
              <a:off x="10303043" y="2779970"/>
              <a:ext cx="66675" cy="57150"/>
            </p14:xfrm>
          </p:contentPart>
        </mc:Choice>
        <mc:Fallback xmlns="">
          <p:pic>
            <p:nvPicPr>
              <p:cNvPr id="70" name="筆跡 69">
                <a:extLst>
                  <a:ext uri="{FF2B5EF4-FFF2-40B4-BE49-F238E27FC236}">
                    <a16:creationId xmlns:a16="http://schemas.microsoft.com/office/drawing/2014/main" id="{625BD73C-2854-B99B-6797-76577CFEF179}"/>
                  </a:ext>
                </a:extLst>
              </p:cNvPr>
              <p:cNvPicPr/>
              <p:nvPr/>
            </p:nvPicPr>
            <p:blipFill>
              <a:blip r:embed="rId97"/>
              <a:stretch>
                <a:fillRect/>
              </a:stretch>
            </p:blipFill>
            <p:spPr>
              <a:xfrm>
                <a:off x="10286115" y="2763594"/>
                <a:ext cx="100876" cy="90237"/>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71" name="筆跡 70">
                <a:extLst>
                  <a:ext uri="{FF2B5EF4-FFF2-40B4-BE49-F238E27FC236}">
                    <a16:creationId xmlns:a16="http://schemas.microsoft.com/office/drawing/2014/main" id="{B6F983AC-4CC1-8FEA-E4A5-87D348FB3228}"/>
                  </a:ext>
                </a:extLst>
              </p14:cNvPr>
              <p14:cNvContentPartPr/>
              <p14:nvPr/>
            </p14:nvContentPartPr>
            <p14:xfrm>
              <a:off x="10238170" y="2815115"/>
              <a:ext cx="571500" cy="152400"/>
            </p14:xfrm>
          </p:contentPart>
        </mc:Choice>
        <mc:Fallback xmlns="">
          <p:pic>
            <p:nvPicPr>
              <p:cNvPr id="71" name="筆跡 70">
                <a:extLst>
                  <a:ext uri="{FF2B5EF4-FFF2-40B4-BE49-F238E27FC236}">
                    <a16:creationId xmlns:a16="http://schemas.microsoft.com/office/drawing/2014/main" id="{B6F983AC-4CC1-8FEA-E4A5-87D348FB3228}"/>
                  </a:ext>
                </a:extLst>
              </p:cNvPr>
              <p:cNvPicPr/>
              <p:nvPr/>
            </p:nvPicPr>
            <p:blipFill>
              <a:blip r:embed="rId99"/>
              <a:stretch>
                <a:fillRect/>
              </a:stretch>
            </p:blipFill>
            <p:spPr>
              <a:xfrm>
                <a:off x="10220446" y="2797419"/>
                <a:ext cx="607309" cy="188153"/>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72" name="筆跡 71">
                <a:extLst>
                  <a:ext uri="{FF2B5EF4-FFF2-40B4-BE49-F238E27FC236}">
                    <a16:creationId xmlns:a16="http://schemas.microsoft.com/office/drawing/2014/main" id="{6F460C3F-3E55-3057-B206-F8E7BEB226EB}"/>
                  </a:ext>
                </a:extLst>
              </p14:cNvPr>
              <p14:cNvContentPartPr/>
              <p14:nvPr/>
            </p14:nvContentPartPr>
            <p14:xfrm>
              <a:off x="11860770" y="2939458"/>
              <a:ext cx="9525" cy="9525"/>
            </p14:xfrm>
          </p:contentPart>
        </mc:Choice>
        <mc:Fallback xmlns="">
          <p:pic>
            <p:nvPicPr>
              <p:cNvPr id="72" name="筆跡 71">
                <a:extLst>
                  <a:ext uri="{FF2B5EF4-FFF2-40B4-BE49-F238E27FC236}">
                    <a16:creationId xmlns:a16="http://schemas.microsoft.com/office/drawing/2014/main" id="{6F460C3F-3E55-3057-B206-F8E7BEB226EB}"/>
                  </a:ext>
                </a:extLst>
              </p:cNvPr>
              <p:cNvPicPr/>
              <p:nvPr/>
            </p:nvPicPr>
            <p:blipFill>
              <a:blip r:embed="rId101"/>
              <a:stretch>
                <a:fillRect/>
              </a:stretch>
            </p:blipFill>
            <p:spPr>
              <a:xfrm>
                <a:off x="11842453" y="2463208"/>
                <a:ext cx="45793" cy="9525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73" name="筆跡 72">
                <a:extLst>
                  <a:ext uri="{FF2B5EF4-FFF2-40B4-BE49-F238E27FC236}">
                    <a16:creationId xmlns:a16="http://schemas.microsoft.com/office/drawing/2014/main" id="{0ADB7E3A-B829-0A30-2C4B-4CA5CFEFDF8F}"/>
                  </a:ext>
                </a:extLst>
              </p14:cNvPr>
              <p14:cNvContentPartPr/>
              <p14:nvPr/>
            </p14:nvContentPartPr>
            <p14:xfrm>
              <a:off x="11012392" y="1362238"/>
              <a:ext cx="866775" cy="1476375"/>
            </p14:xfrm>
          </p:contentPart>
        </mc:Choice>
        <mc:Fallback xmlns="">
          <p:pic>
            <p:nvPicPr>
              <p:cNvPr id="73" name="筆跡 72">
                <a:extLst>
                  <a:ext uri="{FF2B5EF4-FFF2-40B4-BE49-F238E27FC236}">
                    <a16:creationId xmlns:a16="http://schemas.microsoft.com/office/drawing/2014/main" id="{0ADB7E3A-B829-0A30-2C4B-4CA5CFEFDF8F}"/>
                  </a:ext>
                </a:extLst>
              </p:cNvPr>
              <p:cNvPicPr/>
              <p:nvPr/>
            </p:nvPicPr>
            <p:blipFill>
              <a:blip r:embed="rId103"/>
              <a:stretch>
                <a:fillRect/>
              </a:stretch>
            </p:blipFill>
            <p:spPr>
              <a:xfrm>
                <a:off x="10994394" y="1344282"/>
                <a:ext cx="902411" cy="1511929"/>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4" name="筆跡 73">
                <a:extLst>
                  <a:ext uri="{FF2B5EF4-FFF2-40B4-BE49-F238E27FC236}">
                    <a16:creationId xmlns:a16="http://schemas.microsoft.com/office/drawing/2014/main" id="{2455333E-66D7-8C62-073D-A3D651CE58CC}"/>
                  </a:ext>
                </a:extLst>
              </p14:cNvPr>
              <p14:cNvContentPartPr/>
              <p14:nvPr/>
            </p14:nvContentPartPr>
            <p14:xfrm>
              <a:off x="9646290" y="1353231"/>
              <a:ext cx="1323975" cy="781050"/>
            </p14:xfrm>
          </p:contentPart>
        </mc:Choice>
        <mc:Fallback xmlns="">
          <p:pic>
            <p:nvPicPr>
              <p:cNvPr id="74" name="筆跡 73">
                <a:extLst>
                  <a:ext uri="{FF2B5EF4-FFF2-40B4-BE49-F238E27FC236}">
                    <a16:creationId xmlns:a16="http://schemas.microsoft.com/office/drawing/2014/main" id="{2455333E-66D7-8C62-073D-A3D651CE58CC}"/>
                  </a:ext>
                </a:extLst>
              </p:cNvPr>
              <p:cNvPicPr/>
              <p:nvPr/>
            </p:nvPicPr>
            <p:blipFill>
              <a:blip r:embed="rId105"/>
              <a:stretch>
                <a:fillRect/>
              </a:stretch>
            </p:blipFill>
            <p:spPr>
              <a:xfrm>
                <a:off x="9628608" y="1335284"/>
                <a:ext cx="1359700" cy="816585"/>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5" name="筆跡 74">
                <a:extLst>
                  <a:ext uri="{FF2B5EF4-FFF2-40B4-BE49-F238E27FC236}">
                    <a16:creationId xmlns:a16="http://schemas.microsoft.com/office/drawing/2014/main" id="{1942F442-6614-6054-2B81-C883BCBCF6FC}"/>
                  </a:ext>
                </a:extLst>
              </p14:cNvPr>
              <p14:cNvContentPartPr/>
              <p14:nvPr/>
            </p14:nvContentPartPr>
            <p14:xfrm>
              <a:off x="11470981" y="2797691"/>
              <a:ext cx="9525" cy="9525"/>
            </p14:xfrm>
          </p:contentPart>
        </mc:Choice>
        <mc:Fallback xmlns="">
          <p:pic>
            <p:nvPicPr>
              <p:cNvPr id="75" name="筆跡 74">
                <a:extLst>
                  <a:ext uri="{FF2B5EF4-FFF2-40B4-BE49-F238E27FC236}">
                    <a16:creationId xmlns:a16="http://schemas.microsoft.com/office/drawing/2014/main" id="{1942F442-6614-6054-2B81-C883BCBCF6FC}"/>
                  </a:ext>
                </a:extLst>
              </p:cNvPr>
              <p:cNvPicPr/>
              <p:nvPr/>
            </p:nvPicPr>
            <p:blipFill>
              <a:blip r:embed="rId23"/>
              <a:stretch>
                <a:fillRect/>
              </a:stretch>
            </p:blipFill>
            <p:spPr>
              <a:xfrm>
                <a:off x="11428551" y="2330966"/>
                <a:ext cx="95250" cy="95250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76" name="筆跡 75">
                <a:extLst>
                  <a:ext uri="{FF2B5EF4-FFF2-40B4-BE49-F238E27FC236}">
                    <a16:creationId xmlns:a16="http://schemas.microsoft.com/office/drawing/2014/main" id="{1247F5B0-DE03-E6A4-1188-0CC24BF4EFF9}"/>
                  </a:ext>
                </a:extLst>
              </p14:cNvPr>
              <p14:cNvContentPartPr/>
              <p14:nvPr/>
            </p14:nvContentPartPr>
            <p14:xfrm>
              <a:off x="11470981" y="2815413"/>
              <a:ext cx="381000" cy="152400"/>
            </p14:xfrm>
          </p:contentPart>
        </mc:Choice>
        <mc:Fallback xmlns="">
          <p:pic>
            <p:nvPicPr>
              <p:cNvPr id="76" name="筆跡 75">
                <a:extLst>
                  <a:ext uri="{FF2B5EF4-FFF2-40B4-BE49-F238E27FC236}">
                    <a16:creationId xmlns:a16="http://schemas.microsoft.com/office/drawing/2014/main" id="{1247F5B0-DE03-E6A4-1188-0CC24BF4EFF9}"/>
                  </a:ext>
                </a:extLst>
              </p:cNvPr>
              <p:cNvPicPr/>
              <p:nvPr/>
            </p:nvPicPr>
            <p:blipFill>
              <a:blip r:embed="rId108"/>
              <a:stretch>
                <a:fillRect/>
              </a:stretch>
            </p:blipFill>
            <p:spPr>
              <a:xfrm>
                <a:off x="11453369" y="2797332"/>
                <a:ext cx="416584" cy="188932"/>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77" name="筆跡 76">
                <a:extLst>
                  <a:ext uri="{FF2B5EF4-FFF2-40B4-BE49-F238E27FC236}">
                    <a16:creationId xmlns:a16="http://schemas.microsoft.com/office/drawing/2014/main" id="{90AC0994-E8AF-D6BB-089D-F8097DF6B8B1}"/>
                  </a:ext>
                </a:extLst>
              </p14:cNvPr>
              <p14:cNvContentPartPr/>
              <p14:nvPr/>
            </p14:nvContentPartPr>
            <p14:xfrm>
              <a:off x="11364654" y="2779970"/>
              <a:ext cx="123825" cy="85725"/>
            </p14:xfrm>
          </p:contentPart>
        </mc:Choice>
        <mc:Fallback xmlns="">
          <p:pic>
            <p:nvPicPr>
              <p:cNvPr id="77" name="筆跡 76">
                <a:extLst>
                  <a:ext uri="{FF2B5EF4-FFF2-40B4-BE49-F238E27FC236}">
                    <a16:creationId xmlns:a16="http://schemas.microsoft.com/office/drawing/2014/main" id="{90AC0994-E8AF-D6BB-089D-F8097DF6B8B1}"/>
                  </a:ext>
                </a:extLst>
              </p:cNvPr>
              <p:cNvPicPr/>
              <p:nvPr/>
            </p:nvPicPr>
            <p:blipFill>
              <a:blip r:embed="rId110"/>
              <a:stretch>
                <a:fillRect/>
              </a:stretch>
            </p:blipFill>
            <p:spPr>
              <a:xfrm>
                <a:off x="11346228" y="2763032"/>
                <a:ext cx="160309" cy="119946"/>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78" name="筆跡 77">
                <a:extLst>
                  <a:ext uri="{FF2B5EF4-FFF2-40B4-BE49-F238E27FC236}">
                    <a16:creationId xmlns:a16="http://schemas.microsoft.com/office/drawing/2014/main" id="{20C3B20D-5E81-3F68-34B5-BAA15BE318B6}"/>
                  </a:ext>
                </a:extLst>
              </p14:cNvPr>
              <p14:cNvContentPartPr/>
              <p14:nvPr/>
            </p14:nvContentPartPr>
            <p14:xfrm>
              <a:off x="9884956" y="2328086"/>
              <a:ext cx="9525" cy="9525"/>
            </p14:xfrm>
          </p:contentPart>
        </mc:Choice>
        <mc:Fallback xmlns="">
          <p:pic>
            <p:nvPicPr>
              <p:cNvPr id="78" name="筆跡 77">
                <a:extLst>
                  <a:ext uri="{FF2B5EF4-FFF2-40B4-BE49-F238E27FC236}">
                    <a16:creationId xmlns:a16="http://schemas.microsoft.com/office/drawing/2014/main" id="{20C3B20D-5E81-3F68-34B5-BAA15BE318B6}"/>
                  </a:ext>
                </a:extLst>
              </p:cNvPr>
              <p:cNvPicPr/>
              <p:nvPr/>
            </p:nvPicPr>
            <p:blipFill>
              <a:blip r:embed="rId112"/>
              <a:stretch>
                <a:fillRect/>
              </a:stretch>
            </p:blipFill>
            <p:spPr>
              <a:xfrm>
                <a:off x="9418231" y="1861361"/>
                <a:ext cx="952500" cy="95250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79" name="筆跡 78">
                <a:extLst>
                  <a:ext uri="{FF2B5EF4-FFF2-40B4-BE49-F238E27FC236}">
                    <a16:creationId xmlns:a16="http://schemas.microsoft.com/office/drawing/2014/main" id="{735A6B15-0AD9-DC6A-3C42-0BB8E03A9483}"/>
                  </a:ext>
                </a:extLst>
              </p14:cNvPr>
              <p14:cNvContentPartPr/>
              <p14:nvPr/>
            </p14:nvContentPartPr>
            <p14:xfrm>
              <a:off x="9598022" y="2327706"/>
              <a:ext cx="276225" cy="9525"/>
            </p14:xfrm>
          </p:contentPart>
        </mc:Choice>
        <mc:Fallback xmlns="">
          <p:pic>
            <p:nvPicPr>
              <p:cNvPr id="79" name="筆跡 78">
                <a:extLst>
                  <a:ext uri="{FF2B5EF4-FFF2-40B4-BE49-F238E27FC236}">
                    <a16:creationId xmlns:a16="http://schemas.microsoft.com/office/drawing/2014/main" id="{735A6B15-0AD9-DC6A-3C42-0BB8E03A9483}"/>
                  </a:ext>
                </a:extLst>
              </p:cNvPr>
              <p:cNvPicPr/>
              <p:nvPr/>
            </p:nvPicPr>
            <p:blipFill>
              <a:blip r:embed="rId114"/>
              <a:stretch>
                <a:fillRect/>
              </a:stretch>
            </p:blipFill>
            <p:spPr>
              <a:xfrm>
                <a:off x="9580647" y="2313699"/>
                <a:ext cx="311329" cy="3726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80" name="筆跡 79">
                <a:extLst>
                  <a:ext uri="{FF2B5EF4-FFF2-40B4-BE49-F238E27FC236}">
                    <a16:creationId xmlns:a16="http://schemas.microsoft.com/office/drawing/2014/main" id="{2215B4B6-C9F7-DF1A-3647-FC0DC1B17C58}"/>
                  </a:ext>
                </a:extLst>
              </p14:cNvPr>
              <p14:cNvContentPartPr/>
              <p14:nvPr/>
            </p14:nvContentPartPr>
            <p14:xfrm>
              <a:off x="9740987" y="2336947"/>
              <a:ext cx="123825" cy="57150"/>
            </p14:xfrm>
          </p:contentPart>
        </mc:Choice>
        <mc:Fallback xmlns="">
          <p:pic>
            <p:nvPicPr>
              <p:cNvPr id="80" name="筆跡 79">
                <a:extLst>
                  <a:ext uri="{FF2B5EF4-FFF2-40B4-BE49-F238E27FC236}">
                    <a16:creationId xmlns:a16="http://schemas.microsoft.com/office/drawing/2014/main" id="{2215B4B6-C9F7-DF1A-3647-FC0DC1B17C58}"/>
                  </a:ext>
                </a:extLst>
              </p:cNvPr>
              <p:cNvPicPr/>
              <p:nvPr/>
            </p:nvPicPr>
            <p:blipFill>
              <a:blip r:embed="rId116"/>
              <a:stretch>
                <a:fillRect/>
              </a:stretch>
            </p:blipFill>
            <p:spPr>
              <a:xfrm>
                <a:off x="9722767" y="2319836"/>
                <a:ext cx="160638" cy="91029"/>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81" name="筆跡 80">
                <a:extLst>
                  <a:ext uri="{FF2B5EF4-FFF2-40B4-BE49-F238E27FC236}">
                    <a16:creationId xmlns:a16="http://schemas.microsoft.com/office/drawing/2014/main" id="{94B38CBC-7BD5-FB1F-4FD0-01B649E6BEDE}"/>
                  </a:ext>
                </a:extLst>
              </p14:cNvPr>
              <p14:cNvContentPartPr/>
              <p14:nvPr/>
            </p14:nvContentPartPr>
            <p14:xfrm>
              <a:off x="11070033" y="2442977"/>
              <a:ext cx="266700" cy="247650"/>
            </p14:xfrm>
          </p:contentPart>
        </mc:Choice>
        <mc:Fallback xmlns="">
          <p:pic>
            <p:nvPicPr>
              <p:cNvPr id="81" name="筆跡 80">
                <a:extLst>
                  <a:ext uri="{FF2B5EF4-FFF2-40B4-BE49-F238E27FC236}">
                    <a16:creationId xmlns:a16="http://schemas.microsoft.com/office/drawing/2014/main" id="{94B38CBC-7BD5-FB1F-4FD0-01B649E6BEDE}"/>
                  </a:ext>
                </a:extLst>
              </p:cNvPr>
              <p:cNvPicPr/>
              <p:nvPr/>
            </p:nvPicPr>
            <p:blipFill>
              <a:blip r:embed="rId118"/>
              <a:stretch>
                <a:fillRect/>
              </a:stretch>
            </p:blipFill>
            <p:spPr>
              <a:xfrm>
                <a:off x="11052562" y="2425416"/>
                <a:ext cx="301999" cy="283131"/>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82" name="筆跡 81">
                <a:extLst>
                  <a:ext uri="{FF2B5EF4-FFF2-40B4-BE49-F238E27FC236}">
                    <a16:creationId xmlns:a16="http://schemas.microsoft.com/office/drawing/2014/main" id="{7F228C4C-622C-B465-EC54-3CFA70B4F237}"/>
                  </a:ext>
                </a:extLst>
              </p14:cNvPr>
              <p14:cNvContentPartPr/>
              <p14:nvPr/>
            </p14:nvContentPartPr>
            <p14:xfrm>
              <a:off x="10084255" y="2159737"/>
              <a:ext cx="200025" cy="219075"/>
            </p14:xfrm>
          </p:contentPart>
        </mc:Choice>
        <mc:Fallback xmlns="">
          <p:pic>
            <p:nvPicPr>
              <p:cNvPr id="82" name="筆跡 81">
                <a:extLst>
                  <a:ext uri="{FF2B5EF4-FFF2-40B4-BE49-F238E27FC236}">
                    <a16:creationId xmlns:a16="http://schemas.microsoft.com/office/drawing/2014/main" id="{7F228C4C-622C-B465-EC54-3CFA70B4F237}"/>
                  </a:ext>
                </a:extLst>
              </p:cNvPr>
              <p:cNvPicPr/>
              <p:nvPr/>
            </p:nvPicPr>
            <p:blipFill>
              <a:blip r:embed="rId120"/>
              <a:stretch>
                <a:fillRect/>
              </a:stretch>
            </p:blipFill>
            <p:spPr>
              <a:xfrm>
                <a:off x="10066784" y="2142041"/>
                <a:ext cx="235324" cy="254113"/>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83" name="筆跡 82">
                <a:extLst>
                  <a:ext uri="{FF2B5EF4-FFF2-40B4-BE49-F238E27FC236}">
                    <a16:creationId xmlns:a16="http://schemas.microsoft.com/office/drawing/2014/main" id="{6F3D0644-FCC0-2F5B-A15C-E3CC075E5E8B}"/>
                  </a:ext>
                </a:extLst>
              </p14:cNvPr>
              <p14:cNvContentPartPr/>
              <p14:nvPr/>
            </p14:nvContentPartPr>
            <p14:xfrm>
              <a:off x="11603887" y="1707854"/>
              <a:ext cx="76200" cy="85725"/>
            </p14:xfrm>
          </p:contentPart>
        </mc:Choice>
        <mc:Fallback xmlns="">
          <p:pic>
            <p:nvPicPr>
              <p:cNvPr id="83" name="筆跡 82">
                <a:extLst>
                  <a:ext uri="{FF2B5EF4-FFF2-40B4-BE49-F238E27FC236}">
                    <a16:creationId xmlns:a16="http://schemas.microsoft.com/office/drawing/2014/main" id="{6F3D0644-FCC0-2F5B-A15C-E3CC075E5E8B}"/>
                  </a:ext>
                </a:extLst>
              </p:cNvPr>
              <p:cNvPicPr/>
              <p:nvPr/>
            </p:nvPicPr>
            <p:blipFill>
              <a:blip r:embed="rId122"/>
              <a:stretch>
                <a:fillRect/>
              </a:stretch>
            </p:blipFill>
            <p:spPr>
              <a:xfrm>
                <a:off x="11585936" y="1690639"/>
                <a:ext cx="112468" cy="120507"/>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84" name="筆跡 83">
                <a:extLst>
                  <a:ext uri="{FF2B5EF4-FFF2-40B4-BE49-F238E27FC236}">
                    <a16:creationId xmlns:a16="http://schemas.microsoft.com/office/drawing/2014/main" id="{E3A53BFE-12C0-9EC1-B9F2-F4430675B6D1}"/>
                  </a:ext>
                </a:extLst>
              </p14:cNvPr>
              <p14:cNvContentPartPr/>
              <p14:nvPr/>
            </p14:nvContentPartPr>
            <p14:xfrm>
              <a:off x="11692491" y="1727013"/>
              <a:ext cx="38100" cy="57150"/>
            </p14:xfrm>
          </p:contentPart>
        </mc:Choice>
        <mc:Fallback xmlns="">
          <p:pic>
            <p:nvPicPr>
              <p:cNvPr id="84" name="筆跡 83">
                <a:extLst>
                  <a:ext uri="{FF2B5EF4-FFF2-40B4-BE49-F238E27FC236}">
                    <a16:creationId xmlns:a16="http://schemas.microsoft.com/office/drawing/2014/main" id="{E3A53BFE-12C0-9EC1-B9F2-F4430675B6D1}"/>
                  </a:ext>
                </a:extLst>
              </p:cNvPr>
              <p:cNvPicPr/>
              <p:nvPr/>
            </p:nvPicPr>
            <p:blipFill>
              <a:blip r:embed="rId124"/>
              <a:stretch>
                <a:fillRect/>
              </a:stretch>
            </p:blipFill>
            <p:spPr>
              <a:xfrm>
                <a:off x="11674007" y="1710105"/>
                <a:ext cx="75446" cy="90628"/>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85" name="筆跡 84">
                <a:extLst>
                  <a:ext uri="{FF2B5EF4-FFF2-40B4-BE49-F238E27FC236}">
                    <a16:creationId xmlns:a16="http://schemas.microsoft.com/office/drawing/2014/main" id="{E677808F-63D4-F19A-DA49-F9E9C007B265}"/>
                  </a:ext>
                </a:extLst>
              </p14:cNvPr>
              <p14:cNvContentPartPr/>
              <p14:nvPr/>
            </p14:nvContentPartPr>
            <p14:xfrm>
              <a:off x="11178260" y="1335439"/>
              <a:ext cx="542925" cy="381000"/>
            </p14:xfrm>
          </p:contentPart>
        </mc:Choice>
        <mc:Fallback xmlns="">
          <p:pic>
            <p:nvPicPr>
              <p:cNvPr id="85" name="筆跡 84">
                <a:extLst>
                  <a:ext uri="{FF2B5EF4-FFF2-40B4-BE49-F238E27FC236}">
                    <a16:creationId xmlns:a16="http://schemas.microsoft.com/office/drawing/2014/main" id="{E677808F-63D4-F19A-DA49-F9E9C007B265}"/>
                  </a:ext>
                </a:extLst>
              </p:cNvPr>
              <p:cNvPicPr/>
              <p:nvPr/>
            </p:nvPicPr>
            <p:blipFill>
              <a:blip r:embed="rId126"/>
              <a:stretch>
                <a:fillRect/>
              </a:stretch>
            </p:blipFill>
            <p:spPr>
              <a:xfrm>
                <a:off x="11160688" y="1317652"/>
                <a:ext cx="578427" cy="416218"/>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86" name="筆跡 85">
                <a:extLst>
                  <a:ext uri="{FF2B5EF4-FFF2-40B4-BE49-F238E27FC236}">
                    <a16:creationId xmlns:a16="http://schemas.microsoft.com/office/drawing/2014/main" id="{B75DB647-AAD8-A85A-7AB1-2E97A4E68088}"/>
                  </a:ext>
                </a:extLst>
              </p14:cNvPr>
              <p14:cNvContentPartPr/>
              <p14:nvPr/>
            </p14:nvContentPartPr>
            <p14:xfrm>
              <a:off x="10838177" y="908286"/>
              <a:ext cx="419100" cy="409575"/>
            </p14:xfrm>
          </p:contentPart>
        </mc:Choice>
        <mc:Fallback xmlns="">
          <p:pic>
            <p:nvPicPr>
              <p:cNvPr id="86" name="筆跡 85">
                <a:extLst>
                  <a:ext uri="{FF2B5EF4-FFF2-40B4-BE49-F238E27FC236}">
                    <a16:creationId xmlns:a16="http://schemas.microsoft.com/office/drawing/2014/main" id="{B75DB647-AAD8-A85A-7AB1-2E97A4E68088}"/>
                  </a:ext>
                </a:extLst>
              </p:cNvPr>
              <p:cNvPicPr/>
              <p:nvPr/>
            </p:nvPicPr>
            <p:blipFill>
              <a:blip r:embed="rId128"/>
              <a:stretch>
                <a:fillRect/>
              </a:stretch>
            </p:blipFill>
            <p:spPr>
              <a:xfrm>
                <a:off x="10820236" y="890526"/>
                <a:ext cx="454623" cy="445458"/>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87" name="筆跡 86">
                <a:extLst>
                  <a:ext uri="{FF2B5EF4-FFF2-40B4-BE49-F238E27FC236}">
                    <a16:creationId xmlns:a16="http://schemas.microsoft.com/office/drawing/2014/main" id="{5A260604-C31A-1DF3-BDD4-54C5B8C0BD2A}"/>
                  </a:ext>
                </a:extLst>
              </p14:cNvPr>
              <p14:cNvContentPartPr/>
              <p14:nvPr/>
            </p14:nvContentPartPr>
            <p14:xfrm>
              <a:off x="10888668" y="1139625"/>
              <a:ext cx="323850" cy="114300"/>
            </p14:xfrm>
          </p:contentPart>
        </mc:Choice>
        <mc:Fallback xmlns="">
          <p:pic>
            <p:nvPicPr>
              <p:cNvPr id="87" name="筆跡 86">
                <a:extLst>
                  <a:ext uri="{FF2B5EF4-FFF2-40B4-BE49-F238E27FC236}">
                    <a16:creationId xmlns:a16="http://schemas.microsoft.com/office/drawing/2014/main" id="{5A260604-C31A-1DF3-BDD4-54C5B8C0BD2A}"/>
                  </a:ext>
                </a:extLst>
              </p:cNvPr>
              <p:cNvPicPr/>
              <p:nvPr/>
            </p:nvPicPr>
            <p:blipFill>
              <a:blip r:embed="rId130"/>
              <a:stretch>
                <a:fillRect/>
              </a:stretch>
            </p:blipFill>
            <p:spPr>
              <a:xfrm>
                <a:off x="10870858" y="1121986"/>
                <a:ext cx="359833" cy="149225"/>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88" name="筆跡 87">
                <a:extLst>
                  <a:ext uri="{FF2B5EF4-FFF2-40B4-BE49-F238E27FC236}">
                    <a16:creationId xmlns:a16="http://schemas.microsoft.com/office/drawing/2014/main" id="{37AF7454-A2BF-8CEC-B148-77CBE7E9956C}"/>
                  </a:ext>
                </a:extLst>
              </p14:cNvPr>
              <p14:cNvContentPartPr/>
              <p14:nvPr/>
            </p14:nvContentPartPr>
            <p14:xfrm>
              <a:off x="10887336" y="1141089"/>
              <a:ext cx="314325" cy="85725"/>
            </p14:xfrm>
          </p:contentPart>
        </mc:Choice>
        <mc:Fallback xmlns="">
          <p:pic>
            <p:nvPicPr>
              <p:cNvPr id="88" name="筆跡 87">
                <a:extLst>
                  <a:ext uri="{FF2B5EF4-FFF2-40B4-BE49-F238E27FC236}">
                    <a16:creationId xmlns:a16="http://schemas.microsoft.com/office/drawing/2014/main" id="{37AF7454-A2BF-8CEC-B148-77CBE7E9956C}"/>
                  </a:ext>
                </a:extLst>
              </p:cNvPr>
              <p:cNvPicPr/>
              <p:nvPr/>
            </p:nvPicPr>
            <p:blipFill>
              <a:blip r:embed="rId132"/>
              <a:stretch>
                <a:fillRect/>
              </a:stretch>
            </p:blipFill>
            <p:spPr>
              <a:xfrm>
                <a:off x="10869557" y="1123665"/>
                <a:ext cx="349527" cy="120224"/>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89" name="筆跡 88">
                <a:extLst>
                  <a:ext uri="{FF2B5EF4-FFF2-40B4-BE49-F238E27FC236}">
                    <a16:creationId xmlns:a16="http://schemas.microsoft.com/office/drawing/2014/main" id="{DF93175B-5F9D-57F1-F0BC-D0FBF7CA8E9C}"/>
                  </a:ext>
                </a:extLst>
              </p14:cNvPr>
              <p14:cNvContentPartPr/>
              <p14:nvPr/>
            </p14:nvContentPartPr>
            <p14:xfrm>
              <a:off x="11049461" y="1096661"/>
              <a:ext cx="76200" cy="28575"/>
            </p14:xfrm>
          </p:contentPart>
        </mc:Choice>
        <mc:Fallback xmlns="">
          <p:pic>
            <p:nvPicPr>
              <p:cNvPr id="89" name="筆跡 88">
                <a:extLst>
                  <a:ext uri="{FF2B5EF4-FFF2-40B4-BE49-F238E27FC236}">
                    <a16:creationId xmlns:a16="http://schemas.microsoft.com/office/drawing/2014/main" id="{DF93175B-5F9D-57F1-F0BC-D0FBF7CA8E9C}"/>
                  </a:ext>
                </a:extLst>
              </p:cNvPr>
              <p:cNvPicPr/>
              <p:nvPr/>
            </p:nvPicPr>
            <p:blipFill>
              <a:blip r:embed="rId134"/>
              <a:stretch>
                <a:fillRect/>
              </a:stretch>
            </p:blipFill>
            <p:spPr>
              <a:xfrm>
                <a:off x="11030785" y="1077740"/>
                <a:ext cx="113179" cy="66804"/>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90" name="筆跡 89">
                <a:extLst>
                  <a:ext uri="{FF2B5EF4-FFF2-40B4-BE49-F238E27FC236}">
                    <a16:creationId xmlns:a16="http://schemas.microsoft.com/office/drawing/2014/main" id="{49F369BD-E000-F895-F330-FB21E67D48FA}"/>
                  </a:ext>
                </a:extLst>
              </p14:cNvPr>
              <p14:cNvContentPartPr/>
              <p14:nvPr/>
            </p14:nvContentPartPr>
            <p14:xfrm>
              <a:off x="11089980" y="919581"/>
              <a:ext cx="38100" cy="190500"/>
            </p14:xfrm>
          </p:contentPart>
        </mc:Choice>
        <mc:Fallback xmlns="">
          <p:pic>
            <p:nvPicPr>
              <p:cNvPr id="90" name="筆跡 89">
                <a:extLst>
                  <a:ext uri="{FF2B5EF4-FFF2-40B4-BE49-F238E27FC236}">
                    <a16:creationId xmlns:a16="http://schemas.microsoft.com/office/drawing/2014/main" id="{49F369BD-E000-F895-F330-FB21E67D48FA}"/>
                  </a:ext>
                </a:extLst>
              </p:cNvPr>
              <p:cNvPicPr/>
              <p:nvPr/>
            </p:nvPicPr>
            <p:blipFill>
              <a:blip r:embed="rId136"/>
              <a:stretch>
                <a:fillRect/>
              </a:stretch>
            </p:blipFill>
            <p:spPr>
              <a:xfrm>
                <a:off x="11071496" y="901157"/>
                <a:ext cx="75446" cy="226979"/>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91" name="筆跡 90">
                <a:extLst>
                  <a:ext uri="{FF2B5EF4-FFF2-40B4-BE49-F238E27FC236}">
                    <a16:creationId xmlns:a16="http://schemas.microsoft.com/office/drawing/2014/main" id="{0FE33837-E3E4-65F2-7491-D40CB811ADE2}"/>
                  </a:ext>
                </a:extLst>
              </p14:cNvPr>
              <p14:cNvContentPartPr/>
              <p14:nvPr/>
            </p14:nvContentPartPr>
            <p14:xfrm>
              <a:off x="10098870" y="1229389"/>
              <a:ext cx="742950" cy="152400"/>
            </p14:xfrm>
          </p:contentPart>
        </mc:Choice>
        <mc:Fallback xmlns="">
          <p:pic>
            <p:nvPicPr>
              <p:cNvPr id="91" name="筆跡 90">
                <a:extLst>
                  <a:ext uri="{FF2B5EF4-FFF2-40B4-BE49-F238E27FC236}">
                    <a16:creationId xmlns:a16="http://schemas.microsoft.com/office/drawing/2014/main" id="{0FE33837-E3E4-65F2-7491-D40CB811ADE2}"/>
                  </a:ext>
                </a:extLst>
              </p:cNvPr>
              <p:cNvPicPr/>
              <p:nvPr/>
            </p:nvPicPr>
            <p:blipFill>
              <a:blip r:embed="rId138"/>
              <a:stretch>
                <a:fillRect/>
              </a:stretch>
            </p:blipFill>
            <p:spPr>
              <a:xfrm>
                <a:off x="10080881" y="1211072"/>
                <a:ext cx="778568" cy="188668"/>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92" name="筆跡 91">
                <a:extLst>
                  <a:ext uri="{FF2B5EF4-FFF2-40B4-BE49-F238E27FC236}">
                    <a16:creationId xmlns:a16="http://schemas.microsoft.com/office/drawing/2014/main" id="{987223FB-46B3-8DDA-0E12-CB7745600806}"/>
                  </a:ext>
                </a:extLst>
              </p14:cNvPr>
              <p14:cNvContentPartPr/>
              <p14:nvPr/>
            </p14:nvContentPartPr>
            <p14:xfrm>
              <a:off x="10019505" y="1388877"/>
              <a:ext cx="66675" cy="190500"/>
            </p14:xfrm>
          </p:contentPart>
        </mc:Choice>
        <mc:Fallback xmlns="">
          <p:pic>
            <p:nvPicPr>
              <p:cNvPr id="92" name="筆跡 91">
                <a:extLst>
                  <a:ext uri="{FF2B5EF4-FFF2-40B4-BE49-F238E27FC236}">
                    <a16:creationId xmlns:a16="http://schemas.microsoft.com/office/drawing/2014/main" id="{987223FB-46B3-8DDA-0E12-CB7745600806}"/>
                  </a:ext>
                </a:extLst>
              </p:cNvPr>
              <p:cNvPicPr/>
              <p:nvPr/>
            </p:nvPicPr>
            <p:blipFill>
              <a:blip r:embed="rId140"/>
              <a:stretch>
                <a:fillRect/>
              </a:stretch>
            </p:blipFill>
            <p:spPr>
              <a:xfrm>
                <a:off x="10002321" y="1370905"/>
                <a:ext cx="100700" cy="226084"/>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94" name="筆跡 93">
                <a:extLst>
                  <a:ext uri="{FF2B5EF4-FFF2-40B4-BE49-F238E27FC236}">
                    <a16:creationId xmlns:a16="http://schemas.microsoft.com/office/drawing/2014/main" id="{EB63C7DB-C315-9AC2-0316-C1B2075B37D8}"/>
                  </a:ext>
                </a:extLst>
              </p14:cNvPr>
              <p14:cNvContentPartPr/>
              <p14:nvPr/>
            </p14:nvContentPartPr>
            <p14:xfrm>
              <a:off x="9890495" y="4119993"/>
              <a:ext cx="457200" cy="409575"/>
            </p14:xfrm>
          </p:contentPart>
        </mc:Choice>
        <mc:Fallback xmlns="">
          <p:pic>
            <p:nvPicPr>
              <p:cNvPr id="94" name="筆跡 93">
                <a:extLst>
                  <a:ext uri="{FF2B5EF4-FFF2-40B4-BE49-F238E27FC236}">
                    <a16:creationId xmlns:a16="http://schemas.microsoft.com/office/drawing/2014/main" id="{EB63C7DB-C315-9AC2-0316-C1B2075B37D8}"/>
                  </a:ext>
                </a:extLst>
              </p:cNvPr>
              <p:cNvPicPr/>
              <p:nvPr/>
            </p:nvPicPr>
            <p:blipFill>
              <a:blip r:embed="rId144"/>
              <a:stretch>
                <a:fillRect/>
              </a:stretch>
            </p:blipFill>
            <p:spPr>
              <a:xfrm>
                <a:off x="9872869" y="4101918"/>
                <a:ext cx="492812" cy="445363"/>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95" name="筆跡 94">
                <a:extLst>
                  <a:ext uri="{FF2B5EF4-FFF2-40B4-BE49-F238E27FC236}">
                    <a16:creationId xmlns:a16="http://schemas.microsoft.com/office/drawing/2014/main" id="{3D79721C-8944-9F93-E1A1-E2B2246D4627}"/>
                  </a:ext>
                </a:extLst>
              </p14:cNvPr>
              <p14:cNvContentPartPr/>
              <p14:nvPr/>
            </p14:nvContentPartPr>
            <p14:xfrm>
              <a:off x="9526377" y="4307008"/>
              <a:ext cx="200025" cy="57150"/>
            </p14:xfrm>
          </p:contentPart>
        </mc:Choice>
        <mc:Fallback xmlns="">
          <p:pic>
            <p:nvPicPr>
              <p:cNvPr id="95" name="筆跡 94">
                <a:extLst>
                  <a:ext uri="{FF2B5EF4-FFF2-40B4-BE49-F238E27FC236}">
                    <a16:creationId xmlns:a16="http://schemas.microsoft.com/office/drawing/2014/main" id="{3D79721C-8944-9F93-E1A1-E2B2246D4627}"/>
                  </a:ext>
                </a:extLst>
              </p:cNvPr>
              <p:cNvPicPr/>
              <p:nvPr/>
            </p:nvPicPr>
            <p:blipFill>
              <a:blip r:embed="rId146"/>
              <a:stretch>
                <a:fillRect/>
              </a:stretch>
            </p:blipFill>
            <p:spPr>
              <a:xfrm>
                <a:off x="9509030" y="4288705"/>
                <a:ext cx="235074" cy="94129"/>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96" name="筆跡 95">
                <a:extLst>
                  <a:ext uri="{FF2B5EF4-FFF2-40B4-BE49-F238E27FC236}">
                    <a16:creationId xmlns:a16="http://schemas.microsoft.com/office/drawing/2014/main" id="{57D8F994-AF5E-AA45-B17E-904E26F344F2}"/>
                  </a:ext>
                </a:extLst>
              </p14:cNvPr>
              <p14:cNvContentPartPr/>
              <p14:nvPr/>
            </p14:nvContentPartPr>
            <p14:xfrm>
              <a:off x="9597648" y="4037316"/>
              <a:ext cx="333375" cy="342900"/>
            </p14:xfrm>
          </p:contentPart>
        </mc:Choice>
        <mc:Fallback xmlns="">
          <p:pic>
            <p:nvPicPr>
              <p:cNvPr id="96" name="筆跡 95">
                <a:extLst>
                  <a:ext uri="{FF2B5EF4-FFF2-40B4-BE49-F238E27FC236}">
                    <a16:creationId xmlns:a16="http://schemas.microsoft.com/office/drawing/2014/main" id="{57D8F994-AF5E-AA45-B17E-904E26F344F2}"/>
                  </a:ext>
                </a:extLst>
              </p:cNvPr>
              <p:cNvPicPr/>
              <p:nvPr/>
            </p:nvPicPr>
            <p:blipFill>
              <a:blip r:embed="rId148"/>
              <a:stretch>
                <a:fillRect/>
              </a:stretch>
            </p:blipFill>
            <p:spPr>
              <a:xfrm>
                <a:off x="9579647" y="4019704"/>
                <a:ext cx="369017" cy="378484"/>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97" name="筆跡 96">
                <a:extLst>
                  <a:ext uri="{FF2B5EF4-FFF2-40B4-BE49-F238E27FC236}">
                    <a16:creationId xmlns:a16="http://schemas.microsoft.com/office/drawing/2014/main" id="{C93D09CB-005D-03A4-4E5F-0D653FE4D66A}"/>
                  </a:ext>
                </a:extLst>
              </p14:cNvPr>
              <p14:cNvContentPartPr/>
              <p14:nvPr/>
            </p14:nvContentPartPr>
            <p14:xfrm>
              <a:off x="9601090" y="4179923"/>
              <a:ext cx="257175" cy="47625"/>
            </p14:xfrm>
          </p:contentPart>
        </mc:Choice>
        <mc:Fallback xmlns="">
          <p:pic>
            <p:nvPicPr>
              <p:cNvPr id="97" name="筆跡 96">
                <a:extLst>
                  <a:ext uri="{FF2B5EF4-FFF2-40B4-BE49-F238E27FC236}">
                    <a16:creationId xmlns:a16="http://schemas.microsoft.com/office/drawing/2014/main" id="{C93D09CB-005D-03A4-4E5F-0D653FE4D66A}"/>
                  </a:ext>
                </a:extLst>
              </p:cNvPr>
              <p:cNvPicPr/>
              <p:nvPr/>
            </p:nvPicPr>
            <p:blipFill>
              <a:blip r:embed="rId150"/>
              <a:stretch>
                <a:fillRect/>
              </a:stretch>
            </p:blipFill>
            <p:spPr>
              <a:xfrm>
                <a:off x="9583732" y="4161548"/>
                <a:ext cx="292244" cy="8475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98" name="筆跡 97">
                <a:extLst>
                  <a:ext uri="{FF2B5EF4-FFF2-40B4-BE49-F238E27FC236}">
                    <a16:creationId xmlns:a16="http://schemas.microsoft.com/office/drawing/2014/main" id="{75488997-C69C-3A42-7858-E04CBEF28A2F}"/>
                  </a:ext>
                </a:extLst>
              </p14:cNvPr>
              <p14:cNvContentPartPr/>
              <p14:nvPr/>
            </p14:nvContentPartPr>
            <p14:xfrm>
              <a:off x="9316959" y="3960233"/>
              <a:ext cx="257175" cy="285750"/>
            </p14:xfrm>
          </p:contentPart>
        </mc:Choice>
        <mc:Fallback xmlns="">
          <p:pic>
            <p:nvPicPr>
              <p:cNvPr id="98" name="筆跡 97">
                <a:extLst>
                  <a:ext uri="{FF2B5EF4-FFF2-40B4-BE49-F238E27FC236}">
                    <a16:creationId xmlns:a16="http://schemas.microsoft.com/office/drawing/2014/main" id="{75488997-C69C-3A42-7858-E04CBEF28A2F}"/>
                  </a:ext>
                </a:extLst>
              </p:cNvPr>
              <p:cNvPicPr/>
              <p:nvPr/>
            </p:nvPicPr>
            <p:blipFill>
              <a:blip r:embed="rId152"/>
              <a:stretch>
                <a:fillRect/>
              </a:stretch>
            </p:blipFill>
            <p:spPr>
              <a:xfrm>
                <a:off x="9299247" y="3942687"/>
                <a:ext cx="292244" cy="32120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22" name="筆跡 21">
                <a:extLst>
                  <a:ext uri="{FF2B5EF4-FFF2-40B4-BE49-F238E27FC236}">
                    <a16:creationId xmlns:a16="http://schemas.microsoft.com/office/drawing/2014/main" id="{212FB4CE-ADA6-B00F-FE00-E4422D6724ED}"/>
                  </a:ext>
                </a:extLst>
              </p14:cNvPr>
              <p14:cNvContentPartPr/>
              <p14:nvPr/>
            </p14:nvContentPartPr>
            <p14:xfrm>
              <a:off x="4875412" y="710544"/>
              <a:ext cx="904874" cy="933450"/>
            </p14:xfrm>
          </p:contentPart>
        </mc:Choice>
        <mc:Fallback xmlns="">
          <p:pic>
            <p:nvPicPr>
              <p:cNvPr id="22" name="筆跡 21">
                <a:extLst>
                  <a:ext uri="{FF2B5EF4-FFF2-40B4-BE49-F238E27FC236}">
                    <a16:creationId xmlns:a16="http://schemas.microsoft.com/office/drawing/2014/main" id="{212FB4CE-ADA6-B00F-FE00-E4422D6724ED}"/>
                  </a:ext>
                </a:extLst>
              </p:cNvPr>
              <p:cNvPicPr/>
              <p:nvPr/>
            </p:nvPicPr>
            <p:blipFill>
              <a:blip r:embed="rId154"/>
              <a:stretch>
                <a:fillRect/>
              </a:stretch>
            </p:blipFill>
            <p:spPr>
              <a:xfrm>
                <a:off x="4857465" y="692898"/>
                <a:ext cx="940409" cy="969103"/>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23" name="筆跡 22">
                <a:extLst>
                  <a:ext uri="{FF2B5EF4-FFF2-40B4-BE49-F238E27FC236}">
                    <a16:creationId xmlns:a16="http://schemas.microsoft.com/office/drawing/2014/main" id="{01926895-ADD5-7E08-DD61-DAC58B5FBD74}"/>
                  </a:ext>
                </a:extLst>
              </p14:cNvPr>
              <p14:cNvContentPartPr/>
              <p14:nvPr/>
            </p14:nvContentPartPr>
            <p14:xfrm>
              <a:off x="5528269" y="580217"/>
              <a:ext cx="857250" cy="895350"/>
            </p14:xfrm>
          </p:contentPart>
        </mc:Choice>
        <mc:Fallback xmlns="">
          <p:pic>
            <p:nvPicPr>
              <p:cNvPr id="23" name="筆跡 22">
                <a:extLst>
                  <a:ext uri="{FF2B5EF4-FFF2-40B4-BE49-F238E27FC236}">
                    <a16:creationId xmlns:a16="http://schemas.microsoft.com/office/drawing/2014/main" id="{01926895-ADD5-7E08-DD61-DAC58B5FBD74}"/>
                  </a:ext>
                </a:extLst>
              </p:cNvPr>
              <p:cNvPicPr/>
              <p:nvPr/>
            </p:nvPicPr>
            <p:blipFill>
              <a:blip r:embed="rId156"/>
              <a:stretch>
                <a:fillRect/>
              </a:stretch>
            </p:blipFill>
            <p:spPr>
              <a:xfrm>
                <a:off x="5510545" y="562231"/>
                <a:ext cx="893059" cy="930963"/>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24" name="筆跡 23">
                <a:extLst>
                  <a:ext uri="{FF2B5EF4-FFF2-40B4-BE49-F238E27FC236}">
                    <a16:creationId xmlns:a16="http://schemas.microsoft.com/office/drawing/2014/main" id="{3DADFECC-7AAC-8D0F-8D65-F859D8708B21}"/>
                  </a:ext>
                </a:extLst>
              </p14:cNvPr>
              <p14:cNvContentPartPr/>
              <p14:nvPr/>
            </p14:nvContentPartPr>
            <p14:xfrm>
              <a:off x="6171938" y="69481"/>
              <a:ext cx="1409700" cy="933450"/>
            </p14:xfrm>
          </p:contentPart>
        </mc:Choice>
        <mc:Fallback xmlns="">
          <p:pic>
            <p:nvPicPr>
              <p:cNvPr id="24" name="筆跡 23">
                <a:extLst>
                  <a:ext uri="{FF2B5EF4-FFF2-40B4-BE49-F238E27FC236}">
                    <a16:creationId xmlns:a16="http://schemas.microsoft.com/office/drawing/2014/main" id="{3DADFECC-7AAC-8D0F-8D65-F859D8708B21}"/>
                  </a:ext>
                </a:extLst>
              </p:cNvPr>
              <p:cNvPicPr/>
              <p:nvPr/>
            </p:nvPicPr>
            <p:blipFill>
              <a:blip r:embed="rId158"/>
              <a:stretch>
                <a:fillRect/>
              </a:stretch>
            </p:blipFill>
            <p:spPr>
              <a:xfrm>
                <a:off x="6153953" y="51909"/>
                <a:ext cx="1445311" cy="968952"/>
              </a:xfrm>
              <a:prstGeom prst="rect">
                <a:avLst/>
              </a:prstGeom>
            </p:spPr>
          </p:pic>
        </mc:Fallback>
      </mc:AlternateContent>
    </p:spTree>
    <p:extLst>
      <p:ext uri="{BB962C8B-B14F-4D97-AF65-F5344CB8AC3E}">
        <p14:creationId xmlns:p14="http://schemas.microsoft.com/office/powerpoint/2010/main" val="310141584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F66F90-399E-48C6-BD58-B25387DC674D}"/>
              </a:ext>
            </a:extLst>
          </p:cNvPr>
          <p:cNvSpPr>
            <a:spLocks noGrp="1"/>
          </p:cNvSpPr>
          <p:nvPr>
            <p:ph idx="1"/>
          </p:nvPr>
        </p:nvSpPr>
        <p:spPr>
          <a:xfrm>
            <a:off x="320566" y="1068237"/>
            <a:ext cx="11630642" cy="6344863"/>
          </a:xfrm>
        </p:spPr>
        <p:txBody>
          <a:bodyPr>
            <a:normAutofit/>
          </a:bodyPr>
          <a:lstStyle/>
          <a:p>
            <a:pPr marL="342900" lvl="1" indent="-342900" algn="just"/>
            <a:r>
              <a:rPr lang="en-US" altLang="zh-TW" sz="2500">
                <a:latin typeface="Consolas" panose="020B0609020204030204" pitchFamily="49" charset="0"/>
                <a:ea typeface="+mj-ea"/>
              </a:rPr>
              <a:t>Servlet</a:t>
            </a:r>
            <a:r>
              <a:rPr lang="zh-TW" altLang="en-US" sz="2500">
                <a:latin typeface="Consolas" panose="020B0609020204030204" pitchFamily="49" charset="0"/>
                <a:ea typeface="+mj-ea"/>
              </a:rPr>
              <a:t>中十分實用的功能，過濾器</a:t>
            </a:r>
            <a:r>
              <a:rPr lang="en-US" altLang="zh-TW" sz="2500">
                <a:latin typeface="Consolas" panose="020B0609020204030204" pitchFamily="49" charset="0"/>
                <a:ea typeface="+mj-ea"/>
              </a:rPr>
              <a:t>Filters</a:t>
            </a:r>
          </a:p>
          <a:p>
            <a:pPr marL="617220" lvl="2" indent="-342900" algn="just"/>
            <a:r>
              <a:rPr lang="zh-TW" altLang="en-US" sz="2500">
                <a:latin typeface="Consolas" panose="020B0609020204030204" pitchFamily="49" charset="0"/>
                <a:ea typeface="+mj-ea"/>
              </a:rPr>
              <a:t>可對</a:t>
            </a:r>
            <a:r>
              <a:rPr lang="en-US" altLang="zh-TW" sz="2500">
                <a:latin typeface="Consolas" panose="020B0609020204030204" pitchFamily="49" charset="0"/>
                <a:ea typeface="+mj-ea"/>
              </a:rPr>
              <a:t>request</a:t>
            </a:r>
            <a:r>
              <a:rPr lang="zh-TW" altLang="en-US" sz="2500">
                <a:latin typeface="Consolas" panose="020B0609020204030204" pitchFamily="49" charset="0"/>
                <a:ea typeface="+mj-ea"/>
              </a:rPr>
              <a:t>做前置處理</a:t>
            </a:r>
            <a:r>
              <a:rPr lang="en-US" altLang="zh-TW" sz="2500">
                <a:latin typeface="Consolas" panose="020B0609020204030204" pitchFamily="49" charset="0"/>
                <a:ea typeface="+mj-ea"/>
              </a:rPr>
              <a:t>:</a:t>
            </a:r>
          </a:p>
          <a:p>
            <a:pPr marL="891540" lvl="3" indent="-342900" algn="just"/>
            <a:r>
              <a:rPr lang="en-US" altLang="zh-TW" sz="2500">
                <a:latin typeface="Consolas" panose="020B0609020204030204" pitchFamily="49" charset="0"/>
                <a:ea typeface="+mj-ea"/>
              </a:rPr>
              <a:t>Filters</a:t>
            </a:r>
            <a:r>
              <a:rPr lang="zh-TW" altLang="en-US" sz="2500">
                <a:latin typeface="Consolas" panose="020B0609020204030204" pitchFamily="49" charset="0"/>
                <a:ea typeface="+mj-ea"/>
              </a:rPr>
              <a:t>可在</a:t>
            </a:r>
            <a:r>
              <a:rPr lang="en-US" altLang="zh-TW" sz="2500">
                <a:latin typeface="Consolas" panose="020B0609020204030204" pitchFamily="49" charset="0"/>
                <a:ea typeface="+mj-ea"/>
              </a:rPr>
              <a:t>request</a:t>
            </a:r>
            <a:r>
              <a:rPr lang="zh-TW" altLang="en-US" sz="2500">
                <a:latin typeface="Consolas" panose="020B0609020204030204" pitchFamily="49" charset="0"/>
                <a:ea typeface="+mj-ea"/>
              </a:rPr>
              <a:t>抵達</a:t>
            </a:r>
            <a:r>
              <a:rPr lang="en-US" altLang="zh-TW" sz="2500">
                <a:latin typeface="Consolas" panose="020B0609020204030204" pitchFamily="49" charset="0"/>
                <a:ea typeface="+mj-ea"/>
              </a:rPr>
              <a:t>Servlet</a:t>
            </a:r>
            <a:r>
              <a:rPr lang="zh-TW" altLang="en-US" sz="2500">
                <a:latin typeface="Consolas" panose="020B0609020204030204" pitchFamily="49" charset="0"/>
                <a:ea typeface="+mj-ea"/>
              </a:rPr>
              <a:t>之前，對</a:t>
            </a:r>
            <a:r>
              <a:rPr lang="en-US" altLang="zh-TW" sz="2500">
                <a:latin typeface="Consolas" panose="020B0609020204030204" pitchFamily="49" charset="0"/>
                <a:ea typeface="+mj-ea"/>
              </a:rPr>
              <a:t>request</a:t>
            </a:r>
            <a:r>
              <a:rPr lang="zh-TW" altLang="en-US" sz="2500">
                <a:latin typeface="Consolas" panose="020B0609020204030204" pitchFamily="49" charset="0"/>
                <a:ea typeface="+mj-ea"/>
              </a:rPr>
              <a:t>做一些前置處理</a:t>
            </a:r>
            <a:endParaRPr lang="en-US" altLang="zh-TW" sz="2500">
              <a:latin typeface="Consolas" panose="020B0609020204030204" pitchFamily="49" charset="0"/>
              <a:ea typeface="+mj-ea"/>
            </a:endParaRPr>
          </a:p>
          <a:p>
            <a:pPr marL="891540" lvl="3" indent="-342900" algn="just"/>
            <a:r>
              <a:rPr lang="zh-TW" altLang="en-US" sz="2500">
                <a:latin typeface="Consolas" panose="020B0609020204030204" pitchFamily="49" charset="0"/>
                <a:ea typeface="+mj-ea"/>
              </a:rPr>
              <a:t>例如身分驗證、過濾字元</a:t>
            </a:r>
            <a:r>
              <a:rPr lang="en-US" altLang="zh-TW" sz="2500">
                <a:latin typeface="Consolas" panose="020B0609020204030204" pitchFamily="49" charset="0"/>
                <a:ea typeface="+mj-ea"/>
              </a:rPr>
              <a:t>…</a:t>
            </a:r>
            <a:r>
              <a:rPr lang="zh-TW" altLang="en-US" sz="2500">
                <a:latin typeface="Consolas" panose="020B0609020204030204" pitchFamily="49" charset="0"/>
                <a:ea typeface="+mj-ea"/>
              </a:rPr>
              <a:t>等</a:t>
            </a:r>
            <a:endParaRPr lang="en-US" altLang="zh-TW" sz="2500">
              <a:latin typeface="Consolas" panose="020B0609020204030204" pitchFamily="49" charset="0"/>
              <a:ea typeface="+mj-ea"/>
            </a:endParaRPr>
          </a:p>
          <a:p>
            <a:pPr marL="617220" lvl="2" indent="-342900" algn="just"/>
            <a:r>
              <a:rPr lang="zh-TW" altLang="en-US" sz="2500">
                <a:latin typeface="Consolas" panose="020B0609020204030204" pitchFamily="49" charset="0"/>
                <a:ea typeface="+mj-ea"/>
              </a:rPr>
              <a:t>可對</a:t>
            </a:r>
            <a:r>
              <a:rPr lang="en-US" altLang="zh-TW" sz="2500">
                <a:latin typeface="Consolas" panose="020B0609020204030204" pitchFamily="49" charset="0"/>
                <a:ea typeface="+mj-ea"/>
              </a:rPr>
              <a:t>request</a:t>
            </a:r>
            <a:r>
              <a:rPr lang="zh-TW" altLang="en-US" sz="2500">
                <a:latin typeface="Consolas" panose="020B0609020204030204" pitchFamily="49" charset="0"/>
                <a:ea typeface="+mj-ea"/>
              </a:rPr>
              <a:t>做後置處理</a:t>
            </a:r>
            <a:r>
              <a:rPr lang="en-US" altLang="zh-TW" sz="2500">
                <a:latin typeface="Consolas" panose="020B0609020204030204" pitchFamily="49" charset="0"/>
                <a:ea typeface="+mj-ea"/>
              </a:rPr>
              <a:t>:</a:t>
            </a:r>
          </a:p>
          <a:p>
            <a:pPr marL="891540" lvl="3" indent="-342900" algn="just"/>
            <a:r>
              <a:rPr lang="en-US" altLang="zh-TW" sz="2500">
                <a:latin typeface="Consolas" panose="020B0609020204030204" pitchFamily="49" charset="0"/>
                <a:ea typeface="+mj-ea"/>
              </a:rPr>
              <a:t>Filters</a:t>
            </a:r>
            <a:r>
              <a:rPr lang="zh-TW" altLang="en-US" sz="2500">
                <a:latin typeface="Consolas" panose="020B0609020204030204" pitchFamily="49" charset="0"/>
                <a:ea typeface="+mj-ea"/>
              </a:rPr>
              <a:t>可在</a:t>
            </a:r>
            <a:r>
              <a:rPr lang="en-US" altLang="zh-TW" sz="2500">
                <a:latin typeface="Consolas" panose="020B0609020204030204" pitchFamily="49" charset="0"/>
                <a:ea typeface="+mj-ea"/>
              </a:rPr>
              <a:t>request</a:t>
            </a:r>
            <a:r>
              <a:rPr lang="zh-TW" altLang="en-US" sz="2500">
                <a:latin typeface="Consolas" panose="020B0609020204030204" pitchFamily="49" charset="0"/>
                <a:ea typeface="+mj-ea"/>
              </a:rPr>
              <a:t>離開</a:t>
            </a:r>
            <a:r>
              <a:rPr lang="en-US" altLang="zh-TW" sz="2500">
                <a:latin typeface="Consolas" panose="020B0609020204030204" pitchFamily="49" charset="0"/>
                <a:ea typeface="+mj-ea"/>
              </a:rPr>
              <a:t>Servlet</a:t>
            </a:r>
            <a:r>
              <a:rPr lang="zh-TW" altLang="en-US" sz="2500">
                <a:latin typeface="Consolas" panose="020B0609020204030204" pitchFamily="49" charset="0"/>
                <a:ea typeface="+mj-ea"/>
              </a:rPr>
              <a:t>之後，對</a:t>
            </a:r>
            <a:r>
              <a:rPr lang="en-US" altLang="zh-TW" sz="2500">
                <a:latin typeface="Consolas" panose="020B0609020204030204" pitchFamily="49" charset="0"/>
                <a:ea typeface="+mj-ea"/>
              </a:rPr>
              <a:t>response</a:t>
            </a:r>
            <a:r>
              <a:rPr lang="zh-TW" altLang="en-US" sz="2500">
                <a:latin typeface="Consolas" panose="020B0609020204030204" pitchFamily="49" charset="0"/>
                <a:ea typeface="+mj-ea"/>
              </a:rPr>
              <a:t>做一些後置處理</a:t>
            </a:r>
            <a:endParaRPr lang="en-US" altLang="zh-TW" sz="2500">
              <a:latin typeface="Consolas" panose="020B0609020204030204" pitchFamily="49" charset="0"/>
              <a:ea typeface="+mj-ea"/>
            </a:endParaRPr>
          </a:p>
          <a:p>
            <a:pPr marL="891540" lvl="3" indent="-342900" algn="just"/>
            <a:r>
              <a:rPr lang="zh-TW" altLang="en-US" sz="2500">
                <a:latin typeface="Consolas" panose="020B0609020204030204" pitchFamily="49" charset="0"/>
                <a:ea typeface="+mj-ea"/>
              </a:rPr>
              <a:t>例如對輸出進行壓縮、對</a:t>
            </a:r>
            <a:r>
              <a:rPr lang="en-US" altLang="zh-TW" sz="2500">
                <a:latin typeface="Consolas" panose="020B0609020204030204" pitchFamily="49" charset="0"/>
                <a:ea typeface="+mj-ea"/>
              </a:rPr>
              <a:t>XML</a:t>
            </a:r>
            <a:r>
              <a:rPr lang="zh-TW" altLang="en-US" sz="2500">
                <a:latin typeface="Consolas" panose="020B0609020204030204" pitchFamily="49" charset="0"/>
                <a:ea typeface="+mj-ea"/>
              </a:rPr>
              <a:t>的呈現進行轉換</a:t>
            </a:r>
            <a:r>
              <a:rPr lang="en-US" altLang="zh-TW" sz="2500">
                <a:latin typeface="Consolas" panose="020B0609020204030204" pitchFamily="49" charset="0"/>
                <a:ea typeface="+mj-ea"/>
              </a:rPr>
              <a:t>…</a:t>
            </a:r>
            <a:r>
              <a:rPr lang="zh-TW" altLang="en-US" sz="2500">
                <a:latin typeface="Consolas" panose="020B0609020204030204" pitchFamily="49" charset="0"/>
                <a:ea typeface="+mj-ea"/>
              </a:rPr>
              <a:t>等</a:t>
            </a:r>
            <a:endParaRPr lang="en-US" altLang="zh-TW" sz="2500">
              <a:latin typeface="Consolas" panose="020B0609020204030204" pitchFamily="49" charset="0"/>
              <a:ea typeface="+mj-ea"/>
            </a:endParaRPr>
          </a:p>
          <a:p>
            <a:pPr marL="617220" lvl="2" indent="-342900" algn="just"/>
            <a:r>
              <a:rPr lang="en-US" altLang="zh-TW" sz="2500" err="1">
                <a:latin typeface="Consolas" panose="020B0609020204030204" pitchFamily="49" charset="0"/>
                <a:ea typeface="+mj-ea"/>
              </a:rPr>
              <a:t>javax.servlet.Filter</a:t>
            </a:r>
            <a:r>
              <a:rPr lang="zh-TW" altLang="en-US" sz="2500">
                <a:latin typeface="Consolas" panose="020B0609020204030204" pitchFamily="49" charset="0"/>
                <a:ea typeface="+mj-ea"/>
              </a:rPr>
              <a:t>並不是</a:t>
            </a:r>
            <a:r>
              <a:rPr lang="en-US" altLang="zh-TW" sz="2500">
                <a:latin typeface="Consolas" panose="020B0609020204030204" pitchFamily="49" charset="0"/>
                <a:ea typeface="+mj-ea"/>
              </a:rPr>
              <a:t>Servlet</a:t>
            </a:r>
            <a:r>
              <a:rPr lang="zh-TW" altLang="en-US" sz="2500">
                <a:latin typeface="Consolas" panose="020B0609020204030204" pitchFamily="49" charset="0"/>
                <a:ea typeface="+mj-ea"/>
              </a:rPr>
              <a:t>，它是一種可以轉換</a:t>
            </a:r>
            <a:r>
              <a:rPr lang="en-US" altLang="zh-TW" sz="2500" err="1">
                <a:latin typeface="Consolas" panose="020B0609020204030204" pitchFamily="49" charset="0"/>
                <a:ea typeface="+mj-ea"/>
              </a:rPr>
              <a:t>requset</a:t>
            </a:r>
            <a:r>
              <a:rPr lang="zh-TW" altLang="en-US" sz="2500">
                <a:latin typeface="Consolas" panose="020B0609020204030204" pitchFamily="49" charset="0"/>
                <a:ea typeface="+mj-ea"/>
              </a:rPr>
              <a:t>或修改</a:t>
            </a:r>
            <a:r>
              <a:rPr lang="en-US" altLang="zh-TW" sz="2500">
                <a:latin typeface="Consolas" panose="020B0609020204030204" pitchFamily="49" charset="0"/>
                <a:ea typeface="+mj-ea"/>
              </a:rPr>
              <a:t>response</a:t>
            </a:r>
            <a:r>
              <a:rPr lang="zh-TW" altLang="en-US" sz="2500">
                <a:latin typeface="Consolas" panose="020B0609020204030204" pitchFamily="49" charset="0"/>
                <a:ea typeface="+mj-ea"/>
              </a:rPr>
              <a:t>的</a:t>
            </a:r>
            <a:r>
              <a:rPr lang="en-US" altLang="zh-TW" sz="2500">
                <a:latin typeface="Consolas" panose="020B0609020204030204" pitchFamily="49" charset="0"/>
                <a:ea typeface="+mj-ea"/>
              </a:rPr>
              <a:t>Java</a:t>
            </a:r>
            <a:r>
              <a:rPr lang="zh-TW" altLang="en-US" sz="2500">
                <a:latin typeface="Consolas" panose="020B0609020204030204" pitchFamily="49" charset="0"/>
                <a:ea typeface="+mj-ea"/>
              </a:rPr>
              <a:t>物件</a:t>
            </a:r>
            <a:endParaRPr lang="en-US" altLang="zh-TW" sz="2500">
              <a:latin typeface="Consolas" panose="020B0609020204030204" pitchFamily="49" charset="0"/>
              <a:ea typeface="+mj-ea"/>
            </a:endParaRPr>
          </a:p>
          <a:p>
            <a:pPr marL="617220" lvl="2" indent="-342900" algn="just"/>
            <a:endParaRPr lang="en-US" altLang="zh-TW" sz="2500">
              <a:latin typeface="Consolas" panose="020B0609020204030204" pitchFamily="49" charset="0"/>
              <a:ea typeface="+mj-ea"/>
            </a:endParaRPr>
          </a:p>
        </p:txBody>
      </p:sp>
      <p:sp>
        <p:nvSpPr>
          <p:cNvPr id="6" name="文字方塊 5">
            <a:extLst>
              <a:ext uri="{FF2B5EF4-FFF2-40B4-BE49-F238E27FC236}">
                <a16:creationId xmlns:a16="http://schemas.microsoft.com/office/drawing/2014/main" id="{DAEF7909-B75E-48BA-AF94-57DC47945746}"/>
              </a:ext>
            </a:extLst>
          </p:cNvPr>
          <p:cNvSpPr txBox="1"/>
          <p:nvPr/>
        </p:nvSpPr>
        <p:spPr>
          <a:xfrm>
            <a:off x="204968" y="117822"/>
            <a:ext cx="2723167"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TW" altLang="en-US" sz="3200">
                <a:latin typeface="Consolas" panose="020B0609020204030204" pitchFamily="49" charset="0"/>
                <a:ea typeface="+mj-ea"/>
              </a:rPr>
              <a:t>何謂</a:t>
            </a:r>
            <a:r>
              <a:rPr lang="en-US" altLang="zh-TW" sz="3200">
                <a:latin typeface="Consolas" panose="020B0609020204030204" pitchFamily="49" charset="0"/>
                <a:ea typeface="+mj-ea"/>
              </a:rPr>
              <a:t>Filters</a:t>
            </a:r>
            <a:endParaRPr lang="zh-TW" altLang="en-US" sz="3200">
              <a:latin typeface="Consolas" panose="020B0609020204030204" pitchFamily="49" charset="0"/>
              <a:ea typeface="+mj-ea"/>
            </a:endParaRPr>
          </a:p>
        </p:txBody>
      </p:sp>
      <p:sp>
        <p:nvSpPr>
          <p:cNvPr id="2" name="投影片編號版面配置區 1">
            <a:extLst>
              <a:ext uri="{FF2B5EF4-FFF2-40B4-BE49-F238E27FC236}">
                <a16:creationId xmlns:a16="http://schemas.microsoft.com/office/drawing/2014/main" id="{63A4B6CE-C5B0-42F2-8656-BC29930E6C4F}"/>
              </a:ext>
            </a:extLst>
          </p:cNvPr>
          <p:cNvSpPr>
            <a:spLocks noGrp="1"/>
          </p:cNvSpPr>
          <p:nvPr>
            <p:ph type="sldNum" sz="quarter" idx="12"/>
          </p:nvPr>
        </p:nvSpPr>
        <p:spPr/>
        <p:txBody>
          <a:bodyPr/>
          <a:lstStyle/>
          <a:p>
            <a:fld id="{B521127C-0C56-461F-B517-0D483F216F7D}" type="slidenum">
              <a:rPr lang="zh-TW" altLang="en-US" smtClean="0"/>
              <a:t>126</a:t>
            </a:fld>
            <a:endParaRPr lang="zh-TW" altLang="en-US"/>
          </a:p>
        </p:txBody>
      </p:sp>
      <mc:AlternateContent xmlns:mc="http://schemas.openxmlformats.org/markup-compatibility/2006" xmlns:p14="http://schemas.microsoft.com/office/powerpoint/2010/main">
        <mc:Choice Requires="p14">
          <p:contentPart p14:bwMode="auto" r:id="rId2">
            <p14:nvContentPartPr>
              <p14:cNvPr id="17" name="筆跡 16">
                <a:extLst>
                  <a:ext uri="{FF2B5EF4-FFF2-40B4-BE49-F238E27FC236}">
                    <a16:creationId xmlns:a16="http://schemas.microsoft.com/office/drawing/2014/main" id="{F722947E-989E-C2B1-B234-F532D2AB92CD}"/>
                  </a:ext>
                </a:extLst>
              </p14:cNvPr>
              <p14:cNvContentPartPr/>
              <p14:nvPr/>
            </p14:nvContentPartPr>
            <p14:xfrm>
              <a:off x="3422318" y="2122377"/>
              <a:ext cx="152400" cy="257175"/>
            </p14:xfrm>
          </p:contentPart>
        </mc:Choice>
        <mc:Fallback xmlns="">
          <p:pic>
            <p:nvPicPr>
              <p:cNvPr id="17" name="筆跡 16">
                <a:extLst>
                  <a:ext uri="{FF2B5EF4-FFF2-40B4-BE49-F238E27FC236}">
                    <a16:creationId xmlns:a16="http://schemas.microsoft.com/office/drawing/2014/main" id="{F722947E-989E-C2B1-B234-F532D2AB92CD}"/>
                  </a:ext>
                </a:extLst>
              </p:cNvPr>
              <p:cNvPicPr/>
              <p:nvPr/>
            </p:nvPicPr>
            <p:blipFill>
              <a:blip r:embed="rId3"/>
              <a:stretch>
                <a:fillRect/>
              </a:stretch>
            </p:blipFill>
            <p:spPr>
              <a:xfrm>
                <a:off x="3413478" y="2113447"/>
                <a:ext cx="169726" cy="274677"/>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8" name="筆跡 17">
                <a:extLst>
                  <a:ext uri="{FF2B5EF4-FFF2-40B4-BE49-F238E27FC236}">
                    <a16:creationId xmlns:a16="http://schemas.microsoft.com/office/drawing/2014/main" id="{4695CB6F-4354-2FDC-76FF-6DF68A1B83C9}"/>
                  </a:ext>
                </a:extLst>
              </p14:cNvPr>
              <p14:cNvContentPartPr/>
              <p14:nvPr/>
            </p14:nvContentPartPr>
            <p14:xfrm>
              <a:off x="1861966" y="2050961"/>
              <a:ext cx="152400" cy="342900"/>
            </p14:xfrm>
          </p:contentPart>
        </mc:Choice>
        <mc:Fallback xmlns="">
          <p:pic>
            <p:nvPicPr>
              <p:cNvPr id="18" name="筆跡 17">
                <a:extLst>
                  <a:ext uri="{FF2B5EF4-FFF2-40B4-BE49-F238E27FC236}">
                    <a16:creationId xmlns:a16="http://schemas.microsoft.com/office/drawing/2014/main" id="{4695CB6F-4354-2FDC-76FF-6DF68A1B83C9}"/>
                  </a:ext>
                </a:extLst>
              </p:cNvPr>
              <p:cNvPicPr/>
              <p:nvPr/>
            </p:nvPicPr>
            <p:blipFill>
              <a:blip r:embed="rId5"/>
              <a:stretch>
                <a:fillRect/>
              </a:stretch>
            </p:blipFill>
            <p:spPr>
              <a:xfrm>
                <a:off x="1853126" y="2042059"/>
                <a:ext cx="169726" cy="360348"/>
              </a:xfrm>
              <a:prstGeom prst="rect">
                <a:avLst/>
              </a:prstGeom>
            </p:spPr>
          </p:pic>
        </mc:Fallback>
      </mc:AlternateContent>
    </p:spTree>
    <p:extLst>
      <p:ext uri="{BB962C8B-B14F-4D97-AF65-F5344CB8AC3E}">
        <p14:creationId xmlns:p14="http://schemas.microsoft.com/office/powerpoint/2010/main" val="134213138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字方塊 5">
            <a:extLst>
              <a:ext uri="{FF2B5EF4-FFF2-40B4-BE49-F238E27FC236}">
                <a16:creationId xmlns:a16="http://schemas.microsoft.com/office/drawing/2014/main" id="{DAEF7909-B75E-48BA-AF94-57DC47945746}"/>
              </a:ext>
            </a:extLst>
          </p:cNvPr>
          <p:cNvSpPr txBox="1"/>
          <p:nvPr/>
        </p:nvSpPr>
        <p:spPr>
          <a:xfrm>
            <a:off x="204968" y="117822"/>
            <a:ext cx="2507410"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zh-TW" sz="3200">
                <a:latin typeface="Consolas" panose="020B0609020204030204" pitchFamily="49" charset="0"/>
                <a:ea typeface="+mj-ea"/>
              </a:rPr>
              <a:t>Filter</a:t>
            </a:r>
            <a:r>
              <a:rPr lang="zh-TW" altLang="en-US" sz="3200">
                <a:latin typeface="Consolas" panose="020B0609020204030204" pitchFamily="49" charset="0"/>
                <a:ea typeface="+mj-ea"/>
              </a:rPr>
              <a:t> </a:t>
            </a:r>
            <a:r>
              <a:rPr lang="en-US" altLang="zh-TW" sz="3200">
                <a:latin typeface="Consolas" panose="020B0609020204030204" pitchFamily="49" charset="0"/>
                <a:ea typeface="+mj-ea"/>
              </a:rPr>
              <a:t>API</a:t>
            </a:r>
            <a:endParaRPr lang="zh-TW" altLang="en-US" sz="3200">
              <a:latin typeface="Consolas" panose="020B0609020204030204" pitchFamily="49" charset="0"/>
              <a:ea typeface="+mj-ea"/>
            </a:endParaRPr>
          </a:p>
        </p:txBody>
      </p:sp>
      <p:sp>
        <p:nvSpPr>
          <p:cNvPr id="2" name="投影片編號版面配置區 1">
            <a:extLst>
              <a:ext uri="{FF2B5EF4-FFF2-40B4-BE49-F238E27FC236}">
                <a16:creationId xmlns:a16="http://schemas.microsoft.com/office/drawing/2014/main" id="{63A4B6CE-C5B0-42F2-8656-BC29930E6C4F}"/>
              </a:ext>
            </a:extLst>
          </p:cNvPr>
          <p:cNvSpPr>
            <a:spLocks noGrp="1"/>
          </p:cNvSpPr>
          <p:nvPr>
            <p:ph type="sldNum" sz="quarter" idx="12"/>
          </p:nvPr>
        </p:nvSpPr>
        <p:spPr/>
        <p:txBody>
          <a:bodyPr/>
          <a:lstStyle/>
          <a:p>
            <a:fld id="{B521127C-0C56-461F-B517-0D483F216F7D}" type="slidenum">
              <a:rPr lang="zh-TW" altLang="en-US" smtClean="0"/>
              <a:t>127</a:t>
            </a:fld>
            <a:endParaRPr lang="zh-TW" altLang="en-US"/>
          </a:p>
        </p:txBody>
      </p:sp>
      <p:sp>
        <p:nvSpPr>
          <p:cNvPr id="8" name="內容版面配置區 2">
            <a:extLst>
              <a:ext uri="{FF2B5EF4-FFF2-40B4-BE49-F238E27FC236}">
                <a16:creationId xmlns:a16="http://schemas.microsoft.com/office/drawing/2014/main" id="{50221C51-F4B0-4B4D-ACF9-415DDF80A69F}"/>
              </a:ext>
            </a:extLst>
          </p:cNvPr>
          <p:cNvSpPr>
            <a:spLocks noGrp="1"/>
          </p:cNvSpPr>
          <p:nvPr>
            <p:ph idx="1"/>
          </p:nvPr>
        </p:nvSpPr>
        <p:spPr>
          <a:xfrm>
            <a:off x="204968" y="1081026"/>
            <a:ext cx="11630642" cy="5073193"/>
          </a:xfrm>
        </p:spPr>
        <p:txBody>
          <a:bodyPr>
            <a:normAutofit/>
          </a:bodyPr>
          <a:lstStyle/>
          <a:p>
            <a:pPr marL="617220" lvl="2" indent="-342900" algn="just"/>
            <a:r>
              <a:rPr lang="en-US" altLang="zh-TW" sz="2200">
                <a:latin typeface="Consolas" panose="020B0609020204030204" pitchFamily="49" charset="0"/>
                <a:ea typeface="+mj-ea"/>
              </a:rPr>
              <a:t>init(</a:t>
            </a:r>
            <a:r>
              <a:rPr lang="en-US" altLang="zh-TW" sz="2200" err="1">
                <a:latin typeface="Consolas" panose="020B0609020204030204" pitchFamily="49" charset="0"/>
                <a:ea typeface="+mj-ea"/>
              </a:rPr>
              <a:t>FilterConfig</a:t>
            </a:r>
            <a:r>
              <a:rPr lang="en-US" altLang="zh-TW" sz="2200">
                <a:latin typeface="Consolas" panose="020B0609020204030204" pitchFamily="49" charset="0"/>
                <a:ea typeface="+mj-ea"/>
              </a:rPr>
              <a:t> fig)</a:t>
            </a:r>
          </a:p>
          <a:p>
            <a:pPr marL="891540" lvl="3" indent="-342900" algn="just"/>
            <a:r>
              <a:rPr lang="zh-TW" altLang="en-US" sz="2200">
                <a:latin typeface="Consolas" panose="020B0609020204030204" pitchFamily="49" charset="0"/>
                <a:ea typeface="+mj-ea"/>
              </a:rPr>
              <a:t>此方法只在該</a:t>
            </a:r>
            <a:r>
              <a:rPr lang="en-US" altLang="zh-TW" sz="2200">
                <a:latin typeface="Consolas" panose="020B0609020204030204" pitchFamily="49" charset="0"/>
                <a:ea typeface="+mj-ea"/>
              </a:rPr>
              <a:t>Filter</a:t>
            </a:r>
            <a:r>
              <a:rPr lang="zh-TW" altLang="en-US" sz="2200">
                <a:latin typeface="Consolas" panose="020B0609020204030204" pitchFamily="49" charset="0"/>
                <a:ea typeface="+mj-ea"/>
              </a:rPr>
              <a:t>初始化時執行一次</a:t>
            </a:r>
            <a:endParaRPr lang="en-US" altLang="zh-TW" sz="2200">
              <a:latin typeface="Consolas" panose="020B0609020204030204" pitchFamily="49" charset="0"/>
              <a:ea typeface="+mj-ea"/>
            </a:endParaRPr>
          </a:p>
          <a:p>
            <a:pPr marL="891540" lvl="3" indent="-342900" algn="just"/>
            <a:r>
              <a:rPr lang="en-US" altLang="zh-TW" sz="2200" err="1">
                <a:latin typeface="Consolas" panose="020B0609020204030204" pitchFamily="49" charset="0"/>
                <a:ea typeface="+mj-ea"/>
              </a:rPr>
              <a:t>FilterConfig</a:t>
            </a:r>
            <a:r>
              <a:rPr lang="zh-TW" altLang="en-US" sz="2200">
                <a:latin typeface="Consolas" panose="020B0609020204030204" pitchFamily="49" charset="0"/>
                <a:ea typeface="+mj-ea"/>
              </a:rPr>
              <a:t>的</a:t>
            </a:r>
            <a:r>
              <a:rPr lang="en-US" altLang="zh-TW" sz="2200" err="1">
                <a:latin typeface="Consolas" panose="020B0609020204030204" pitchFamily="49" charset="0"/>
                <a:ea typeface="+mj-ea"/>
              </a:rPr>
              <a:t>getInitParameter</a:t>
            </a:r>
            <a:r>
              <a:rPr lang="en-US" altLang="zh-TW" sz="2200">
                <a:latin typeface="Consolas" panose="020B0609020204030204" pitchFamily="49" charset="0"/>
                <a:ea typeface="+mj-ea"/>
              </a:rPr>
              <a:t>(String name)</a:t>
            </a:r>
            <a:r>
              <a:rPr lang="zh-TW" altLang="en-US" sz="2200">
                <a:latin typeface="Consolas" panose="020B0609020204030204" pitchFamily="49" charset="0"/>
                <a:ea typeface="+mj-ea"/>
              </a:rPr>
              <a:t>方法，能夠取得</a:t>
            </a:r>
            <a:r>
              <a:rPr lang="en-US" altLang="zh-TW" sz="2200">
                <a:latin typeface="Consolas" panose="020B0609020204030204" pitchFamily="49" charset="0"/>
                <a:ea typeface="+mj-ea"/>
              </a:rPr>
              <a:t>web.xml</a:t>
            </a:r>
            <a:r>
              <a:rPr lang="zh-TW" altLang="en-US" sz="2200">
                <a:latin typeface="Consolas" panose="020B0609020204030204" pitchFamily="49" charset="0"/>
                <a:ea typeface="+mj-ea"/>
              </a:rPr>
              <a:t>中的初始參數值</a:t>
            </a:r>
            <a:endParaRPr lang="en-US" altLang="zh-TW" sz="2200">
              <a:latin typeface="Consolas" panose="020B0609020204030204" pitchFamily="49" charset="0"/>
              <a:ea typeface="+mj-ea"/>
            </a:endParaRPr>
          </a:p>
          <a:p>
            <a:pPr marL="617220" lvl="2" indent="-342900" algn="just"/>
            <a:r>
              <a:rPr lang="en-US" altLang="zh-TW" sz="2200" err="1">
                <a:latin typeface="Consolas" panose="020B0609020204030204" pitchFamily="49" charset="0"/>
                <a:ea typeface="+mj-ea"/>
              </a:rPr>
              <a:t>doFilter</a:t>
            </a:r>
            <a:r>
              <a:rPr lang="en-US" altLang="zh-TW" sz="2200">
                <a:latin typeface="Consolas" panose="020B0609020204030204" pitchFamily="49" charset="0"/>
                <a:ea typeface="+mj-ea"/>
              </a:rPr>
              <a:t>(ServletRequest req, ServletResponse resp, Filter chain)</a:t>
            </a:r>
          </a:p>
          <a:p>
            <a:pPr marL="891540" lvl="3" indent="-342900" algn="just"/>
            <a:r>
              <a:rPr lang="zh-TW" altLang="en-US" sz="2200">
                <a:latin typeface="Consolas" panose="020B0609020204030204" pitchFamily="49" charset="0"/>
                <a:ea typeface="+mj-ea"/>
              </a:rPr>
              <a:t>此方法執行實際的過濾動作</a:t>
            </a:r>
            <a:endParaRPr lang="en-US" altLang="zh-TW" sz="2200">
              <a:latin typeface="Consolas" panose="020B0609020204030204" pitchFamily="49" charset="0"/>
              <a:ea typeface="+mj-ea"/>
            </a:endParaRPr>
          </a:p>
          <a:p>
            <a:pPr marL="891540" lvl="3" indent="-342900" algn="just"/>
            <a:r>
              <a:rPr lang="en-US" altLang="zh-TW" sz="2200" err="1">
                <a:latin typeface="Consolas" panose="020B0609020204030204" pitchFamily="49" charset="0"/>
                <a:ea typeface="+mj-ea"/>
              </a:rPr>
              <a:t>FilterChain</a:t>
            </a:r>
            <a:r>
              <a:rPr lang="zh-TW" altLang="en-US" sz="2200">
                <a:latin typeface="Consolas" panose="020B0609020204030204" pitchFamily="49" charset="0"/>
                <a:ea typeface="+mj-ea"/>
              </a:rPr>
              <a:t>是關於</a:t>
            </a:r>
            <a:r>
              <a:rPr lang="en-US" altLang="zh-TW" sz="2200">
                <a:latin typeface="Consolas" panose="020B0609020204030204" pitchFamily="49" charset="0"/>
                <a:ea typeface="+mj-ea"/>
              </a:rPr>
              <a:t>Filter</a:t>
            </a:r>
            <a:r>
              <a:rPr lang="zh-TW" altLang="en-US" sz="2200">
                <a:latin typeface="Consolas" panose="020B0609020204030204" pitchFamily="49" charset="0"/>
                <a:ea typeface="+mj-ea"/>
              </a:rPr>
              <a:t>執行順序的物件，這個順序設定在</a:t>
            </a:r>
            <a:r>
              <a:rPr lang="en-US" altLang="zh-TW" sz="2200">
                <a:latin typeface="Consolas" panose="020B0609020204030204" pitchFamily="49" charset="0"/>
                <a:ea typeface="+mj-ea"/>
              </a:rPr>
              <a:t>web.xml</a:t>
            </a:r>
            <a:r>
              <a:rPr lang="zh-TW" altLang="en-US" sz="2200">
                <a:latin typeface="Consolas" panose="020B0609020204030204" pitchFamily="49" charset="0"/>
                <a:ea typeface="+mj-ea"/>
              </a:rPr>
              <a:t>中</a:t>
            </a:r>
            <a:endParaRPr lang="en-US" altLang="zh-TW" sz="2200">
              <a:latin typeface="Consolas" panose="020B0609020204030204" pitchFamily="49" charset="0"/>
              <a:ea typeface="+mj-ea"/>
            </a:endParaRPr>
          </a:p>
          <a:p>
            <a:pPr marL="891540" lvl="3" indent="-342900" algn="just"/>
            <a:r>
              <a:rPr lang="en-US" altLang="zh-TW" sz="2200" err="1">
                <a:latin typeface="Consolas" panose="020B0609020204030204" pitchFamily="49" charset="0"/>
                <a:ea typeface="+mj-ea"/>
              </a:rPr>
              <a:t>FilterChain</a:t>
            </a:r>
            <a:r>
              <a:rPr lang="zh-TW" altLang="en-US" sz="2200">
                <a:latin typeface="Consolas" panose="020B0609020204030204" pitchFamily="49" charset="0"/>
                <a:ea typeface="+mj-ea"/>
              </a:rPr>
              <a:t>的</a:t>
            </a:r>
            <a:r>
              <a:rPr lang="en-US" altLang="zh-TW" sz="2200" err="1">
                <a:latin typeface="Consolas" panose="020B0609020204030204" pitchFamily="49" charset="0"/>
                <a:ea typeface="+mj-ea"/>
              </a:rPr>
              <a:t>doFilter</a:t>
            </a:r>
            <a:r>
              <a:rPr lang="en-US" altLang="zh-TW" sz="2200">
                <a:latin typeface="Consolas" panose="020B0609020204030204" pitchFamily="49" charset="0"/>
                <a:ea typeface="+mj-ea"/>
              </a:rPr>
              <a:t>(</a:t>
            </a:r>
            <a:r>
              <a:rPr lang="en-US" altLang="zh-TW" sz="2200" err="1">
                <a:latin typeface="Consolas" panose="020B0609020204030204" pitchFamily="49" charset="0"/>
                <a:ea typeface="+mj-ea"/>
              </a:rPr>
              <a:t>req,resp</a:t>
            </a:r>
            <a:r>
              <a:rPr lang="en-US" altLang="zh-TW" sz="2200">
                <a:latin typeface="Consolas" panose="020B0609020204030204" pitchFamily="49" charset="0"/>
                <a:ea typeface="+mj-ea"/>
              </a:rPr>
              <a:t>)</a:t>
            </a:r>
            <a:r>
              <a:rPr lang="zh-TW" altLang="en-US" sz="2200">
                <a:latin typeface="Consolas" panose="020B0609020204030204" pitchFamily="49" charset="0"/>
                <a:ea typeface="+mj-ea"/>
              </a:rPr>
              <a:t>方法，會將程式控制權交給後續的過濾器</a:t>
            </a:r>
            <a:r>
              <a:rPr lang="en-US" altLang="zh-TW" sz="2200">
                <a:latin typeface="Consolas" panose="020B0609020204030204" pitchFamily="49" charset="0"/>
                <a:ea typeface="+mj-ea"/>
              </a:rPr>
              <a:t>(</a:t>
            </a:r>
            <a:r>
              <a:rPr lang="zh-TW" altLang="en-US" sz="2200">
                <a:latin typeface="Consolas" panose="020B0609020204030204" pitchFamily="49" charset="0"/>
                <a:ea typeface="+mj-ea"/>
              </a:rPr>
              <a:t>如沒有後續的</a:t>
            </a:r>
            <a:r>
              <a:rPr lang="en-US" altLang="zh-TW" sz="2200">
                <a:latin typeface="Consolas" panose="020B0609020204030204" pitchFamily="49" charset="0"/>
                <a:ea typeface="+mj-ea"/>
              </a:rPr>
              <a:t>Filter</a:t>
            </a:r>
            <a:r>
              <a:rPr lang="zh-TW" altLang="en-US" sz="2200">
                <a:latin typeface="Consolas" panose="020B0609020204030204" pitchFamily="49" charset="0"/>
                <a:ea typeface="+mj-ea"/>
              </a:rPr>
              <a:t>，則是要請求的目標網頁</a:t>
            </a:r>
            <a:r>
              <a:rPr lang="en-US" altLang="zh-TW" sz="2200">
                <a:latin typeface="Consolas" panose="020B0609020204030204" pitchFamily="49" charset="0"/>
                <a:ea typeface="+mj-ea"/>
              </a:rPr>
              <a:t>)</a:t>
            </a:r>
            <a:r>
              <a:rPr lang="zh-TW" altLang="en-US" sz="2200">
                <a:latin typeface="Consolas" panose="020B0609020204030204" pitchFamily="49" charset="0"/>
                <a:ea typeface="+mj-ea"/>
              </a:rPr>
              <a:t>，返回後，再繼續執行原來的程式</a:t>
            </a:r>
            <a:endParaRPr lang="en-US" altLang="zh-TW" sz="2200">
              <a:latin typeface="Consolas" panose="020B0609020204030204" pitchFamily="49" charset="0"/>
              <a:ea typeface="+mj-ea"/>
            </a:endParaRPr>
          </a:p>
          <a:p>
            <a:pPr marL="617220" lvl="2" indent="-342900" algn="just"/>
            <a:r>
              <a:rPr lang="en-US" altLang="zh-TW" sz="2200">
                <a:latin typeface="Consolas" panose="020B0609020204030204" pitchFamily="49" charset="0"/>
                <a:ea typeface="+mj-ea"/>
              </a:rPr>
              <a:t>destroy()</a:t>
            </a:r>
          </a:p>
          <a:p>
            <a:pPr marL="891540" lvl="3" indent="-342900" algn="just"/>
            <a:r>
              <a:rPr lang="zh-TW" altLang="en-US" sz="2200">
                <a:latin typeface="Consolas" panose="020B0609020204030204" pitchFamily="49" charset="0"/>
                <a:ea typeface="+mj-ea"/>
              </a:rPr>
              <a:t>銷毀</a:t>
            </a:r>
            <a:r>
              <a:rPr lang="en-US" altLang="zh-TW" sz="2200">
                <a:latin typeface="Consolas" panose="020B0609020204030204" pitchFamily="49" charset="0"/>
                <a:ea typeface="+mj-ea"/>
              </a:rPr>
              <a:t>Filter</a:t>
            </a:r>
            <a:r>
              <a:rPr lang="zh-TW" altLang="en-US" sz="2200">
                <a:latin typeface="Consolas" panose="020B0609020204030204" pitchFamily="49" charset="0"/>
                <a:ea typeface="+mj-ea"/>
              </a:rPr>
              <a:t>時呼叫</a:t>
            </a:r>
            <a:endParaRPr lang="en-US" altLang="zh-TW" sz="2200">
              <a:latin typeface="Consolas" panose="020B0609020204030204" pitchFamily="49" charset="0"/>
              <a:ea typeface="+mj-ea"/>
            </a:endParaRPr>
          </a:p>
        </p:txBody>
      </p:sp>
      <p:cxnSp>
        <p:nvCxnSpPr>
          <p:cNvPr id="11" name="直線單箭頭接點 10">
            <a:extLst>
              <a:ext uri="{FF2B5EF4-FFF2-40B4-BE49-F238E27FC236}">
                <a16:creationId xmlns:a16="http://schemas.microsoft.com/office/drawing/2014/main" id="{38811F9B-6A42-409A-9064-F22475391529}"/>
              </a:ext>
            </a:extLst>
          </p:cNvPr>
          <p:cNvCxnSpPr/>
          <p:nvPr/>
        </p:nvCxnSpPr>
        <p:spPr>
          <a:xfrm>
            <a:off x="4695290" y="5424755"/>
            <a:ext cx="345211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a:extLst>
              <a:ext uri="{FF2B5EF4-FFF2-40B4-BE49-F238E27FC236}">
                <a16:creationId xmlns:a16="http://schemas.microsoft.com/office/drawing/2014/main" id="{4449B485-3D73-4DD1-AC34-B7D292069B48}"/>
              </a:ext>
            </a:extLst>
          </p:cNvPr>
          <p:cNvCxnSpPr>
            <a:cxnSpLocks/>
          </p:cNvCxnSpPr>
          <p:nvPr/>
        </p:nvCxnSpPr>
        <p:spPr>
          <a:xfrm flipH="1">
            <a:off x="4695290" y="5803186"/>
            <a:ext cx="345211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FAAE286A-40EF-4059-8520-0B48E90C33CF}"/>
              </a:ext>
            </a:extLst>
          </p:cNvPr>
          <p:cNvSpPr/>
          <p:nvPr/>
        </p:nvSpPr>
        <p:spPr>
          <a:xfrm>
            <a:off x="5738117" y="4790486"/>
            <a:ext cx="133564" cy="16233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7B0F8C79-CC4A-4FFE-93F8-6028FEAC5A0C}"/>
              </a:ext>
            </a:extLst>
          </p:cNvPr>
          <p:cNvSpPr/>
          <p:nvPr/>
        </p:nvSpPr>
        <p:spPr>
          <a:xfrm>
            <a:off x="6171847" y="4790486"/>
            <a:ext cx="133564" cy="16233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DB6AA631-3C5B-48B0-BFD9-61D60328C29F}"/>
              </a:ext>
            </a:extLst>
          </p:cNvPr>
          <p:cNvSpPr/>
          <p:nvPr/>
        </p:nvSpPr>
        <p:spPr>
          <a:xfrm>
            <a:off x="6605577" y="4790486"/>
            <a:ext cx="133564" cy="16233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15">
            <a:extLst>
              <a:ext uri="{FF2B5EF4-FFF2-40B4-BE49-F238E27FC236}">
                <a16:creationId xmlns:a16="http://schemas.microsoft.com/office/drawing/2014/main" id="{E348657D-5EBC-4BBA-AE6E-361FDBD32EB9}"/>
              </a:ext>
            </a:extLst>
          </p:cNvPr>
          <p:cNvSpPr/>
          <p:nvPr/>
        </p:nvSpPr>
        <p:spPr>
          <a:xfrm>
            <a:off x="8403548" y="5114126"/>
            <a:ext cx="1243173" cy="9760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a:t>Servlet</a:t>
            </a:r>
            <a:endParaRPr lang="zh-TW" altLang="en-US"/>
          </a:p>
        </p:txBody>
      </p:sp>
      <p:sp>
        <p:nvSpPr>
          <p:cNvPr id="17" name="文字方塊 16">
            <a:extLst>
              <a:ext uri="{FF2B5EF4-FFF2-40B4-BE49-F238E27FC236}">
                <a16:creationId xmlns:a16="http://schemas.microsoft.com/office/drawing/2014/main" id="{73F4C7F2-1055-4F25-B395-A51544ACA3CE}"/>
              </a:ext>
            </a:extLst>
          </p:cNvPr>
          <p:cNvSpPr txBox="1"/>
          <p:nvPr/>
        </p:nvSpPr>
        <p:spPr>
          <a:xfrm>
            <a:off x="4569719" y="4931796"/>
            <a:ext cx="982705" cy="369332"/>
          </a:xfrm>
          <a:prstGeom prst="rect">
            <a:avLst/>
          </a:prstGeom>
          <a:noFill/>
        </p:spPr>
        <p:txBody>
          <a:bodyPr wrap="none" rtlCol="0">
            <a:spAutoFit/>
          </a:bodyPr>
          <a:lstStyle/>
          <a:p>
            <a:r>
              <a:rPr lang="en-US" altLang="zh-TW"/>
              <a:t>request</a:t>
            </a:r>
            <a:endParaRPr lang="zh-TW" altLang="en-US"/>
          </a:p>
        </p:txBody>
      </p:sp>
      <p:sp>
        <p:nvSpPr>
          <p:cNvPr id="18" name="文字方塊 17">
            <a:extLst>
              <a:ext uri="{FF2B5EF4-FFF2-40B4-BE49-F238E27FC236}">
                <a16:creationId xmlns:a16="http://schemas.microsoft.com/office/drawing/2014/main" id="{24A22116-4B08-4B3C-B850-4931B9E21E6C}"/>
              </a:ext>
            </a:extLst>
          </p:cNvPr>
          <p:cNvSpPr txBox="1"/>
          <p:nvPr/>
        </p:nvSpPr>
        <p:spPr>
          <a:xfrm>
            <a:off x="4478744" y="5928372"/>
            <a:ext cx="1157433" cy="369332"/>
          </a:xfrm>
          <a:prstGeom prst="rect">
            <a:avLst/>
          </a:prstGeom>
          <a:noFill/>
        </p:spPr>
        <p:txBody>
          <a:bodyPr wrap="none" rtlCol="0">
            <a:spAutoFit/>
          </a:bodyPr>
          <a:lstStyle/>
          <a:p>
            <a:r>
              <a:rPr lang="en-US" altLang="zh-TW"/>
              <a:t>response</a:t>
            </a:r>
            <a:endParaRPr lang="zh-TW" altLang="en-US"/>
          </a:p>
        </p:txBody>
      </p:sp>
      <p:sp>
        <p:nvSpPr>
          <p:cNvPr id="19" name="文字方塊 18">
            <a:extLst>
              <a:ext uri="{FF2B5EF4-FFF2-40B4-BE49-F238E27FC236}">
                <a16:creationId xmlns:a16="http://schemas.microsoft.com/office/drawing/2014/main" id="{191DBF07-7F5C-4FFF-95CD-7F48B3183C74}"/>
              </a:ext>
            </a:extLst>
          </p:cNvPr>
          <p:cNvSpPr txBox="1"/>
          <p:nvPr/>
        </p:nvSpPr>
        <p:spPr>
          <a:xfrm>
            <a:off x="5432842" y="4368700"/>
            <a:ext cx="744114" cy="369332"/>
          </a:xfrm>
          <a:prstGeom prst="rect">
            <a:avLst/>
          </a:prstGeom>
          <a:noFill/>
        </p:spPr>
        <p:txBody>
          <a:bodyPr wrap="none" rtlCol="0">
            <a:spAutoFit/>
          </a:bodyPr>
          <a:lstStyle/>
          <a:p>
            <a:r>
              <a:rPr lang="en-US" altLang="zh-TW"/>
              <a:t>Filter</a:t>
            </a:r>
            <a:endParaRPr lang="zh-TW" altLang="en-US"/>
          </a:p>
        </p:txBody>
      </p:sp>
      <p:sp>
        <p:nvSpPr>
          <p:cNvPr id="20" name="文字方塊 19">
            <a:extLst>
              <a:ext uri="{FF2B5EF4-FFF2-40B4-BE49-F238E27FC236}">
                <a16:creationId xmlns:a16="http://schemas.microsoft.com/office/drawing/2014/main" id="{433C221E-882C-4604-9532-0E72BBCDDAE9}"/>
              </a:ext>
            </a:extLst>
          </p:cNvPr>
          <p:cNvSpPr txBox="1"/>
          <p:nvPr/>
        </p:nvSpPr>
        <p:spPr>
          <a:xfrm>
            <a:off x="5562699" y="6442342"/>
            <a:ext cx="1372358" cy="369332"/>
          </a:xfrm>
          <a:prstGeom prst="rect">
            <a:avLst/>
          </a:prstGeom>
          <a:noFill/>
        </p:spPr>
        <p:txBody>
          <a:bodyPr wrap="square" rtlCol="0">
            <a:spAutoFit/>
          </a:bodyPr>
          <a:lstStyle/>
          <a:p>
            <a:r>
              <a:rPr lang="en-US" altLang="zh-TW"/>
              <a:t>Filter chain</a:t>
            </a:r>
            <a:endParaRPr lang="zh-TW" altLang="en-US"/>
          </a:p>
        </p:txBody>
      </p:sp>
      <mc:AlternateContent xmlns:mc="http://schemas.openxmlformats.org/markup-compatibility/2006" xmlns:p14="http://schemas.microsoft.com/office/powerpoint/2010/main">
        <mc:Choice Requires="p14">
          <p:contentPart p14:bwMode="auto" r:id="rId3">
            <p14:nvContentPartPr>
              <p14:cNvPr id="3" name="筆跡 2">
                <a:extLst>
                  <a:ext uri="{FF2B5EF4-FFF2-40B4-BE49-F238E27FC236}">
                    <a16:creationId xmlns:a16="http://schemas.microsoft.com/office/drawing/2014/main" id="{D52C1E4C-A868-CCF0-2E69-D68E452C7032}"/>
                  </a:ext>
                </a:extLst>
              </p14:cNvPr>
              <p14:cNvContentPartPr/>
              <p14:nvPr/>
            </p14:nvContentPartPr>
            <p14:xfrm>
              <a:off x="3645291" y="918050"/>
              <a:ext cx="1181100" cy="1819275"/>
            </p14:xfrm>
          </p:contentPart>
        </mc:Choice>
        <mc:Fallback xmlns="">
          <p:pic>
            <p:nvPicPr>
              <p:cNvPr id="3" name="筆跡 2">
                <a:extLst>
                  <a:ext uri="{FF2B5EF4-FFF2-40B4-BE49-F238E27FC236}">
                    <a16:creationId xmlns:a16="http://schemas.microsoft.com/office/drawing/2014/main" id="{D52C1E4C-A868-CCF0-2E69-D68E452C7032}"/>
                  </a:ext>
                </a:extLst>
              </p:cNvPr>
              <p:cNvPicPr/>
              <p:nvPr/>
            </p:nvPicPr>
            <p:blipFill>
              <a:blip r:embed="rId4"/>
              <a:stretch>
                <a:fillRect/>
              </a:stretch>
            </p:blipFill>
            <p:spPr>
              <a:xfrm>
                <a:off x="3636633" y="909392"/>
                <a:ext cx="1198777" cy="1836952"/>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筆跡 3">
                <a:extLst>
                  <a:ext uri="{FF2B5EF4-FFF2-40B4-BE49-F238E27FC236}">
                    <a16:creationId xmlns:a16="http://schemas.microsoft.com/office/drawing/2014/main" id="{387EFE71-F2B0-E46D-E8CB-AEBEAB3A7CFD}"/>
                  </a:ext>
                </a:extLst>
              </p14:cNvPr>
              <p14:cNvContentPartPr/>
              <p14:nvPr/>
            </p14:nvContentPartPr>
            <p14:xfrm>
              <a:off x="4807479" y="777139"/>
              <a:ext cx="219075" cy="257175"/>
            </p14:xfrm>
          </p:contentPart>
        </mc:Choice>
        <mc:Fallback xmlns="">
          <p:pic>
            <p:nvPicPr>
              <p:cNvPr id="4" name="筆跡 3">
                <a:extLst>
                  <a:ext uri="{FF2B5EF4-FFF2-40B4-BE49-F238E27FC236}">
                    <a16:creationId xmlns:a16="http://schemas.microsoft.com/office/drawing/2014/main" id="{387EFE71-F2B0-E46D-E8CB-AEBEAB3A7CFD}"/>
                  </a:ext>
                </a:extLst>
              </p:cNvPr>
              <p:cNvPicPr/>
              <p:nvPr/>
            </p:nvPicPr>
            <p:blipFill>
              <a:blip r:embed="rId6"/>
              <a:stretch>
                <a:fillRect/>
              </a:stretch>
            </p:blipFill>
            <p:spPr>
              <a:xfrm>
                <a:off x="4798774" y="768626"/>
                <a:ext cx="236848" cy="274556"/>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筆跡 4">
                <a:extLst>
                  <a:ext uri="{FF2B5EF4-FFF2-40B4-BE49-F238E27FC236}">
                    <a16:creationId xmlns:a16="http://schemas.microsoft.com/office/drawing/2014/main" id="{88115E73-40B8-3A43-774D-2417856E67B1}"/>
                  </a:ext>
                </a:extLst>
              </p14:cNvPr>
              <p14:cNvContentPartPr/>
              <p14:nvPr/>
            </p14:nvContentPartPr>
            <p14:xfrm>
              <a:off x="5195077" y="419823"/>
              <a:ext cx="123825" cy="104775"/>
            </p14:xfrm>
          </p:contentPart>
        </mc:Choice>
        <mc:Fallback xmlns="">
          <p:pic>
            <p:nvPicPr>
              <p:cNvPr id="5" name="筆跡 4">
                <a:extLst>
                  <a:ext uri="{FF2B5EF4-FFF2-40B4-BE49-F238E27FC236}">
                    <a16:creationId xmlns:a16="http://schemas.microsoft.com/office/drawing/2014/main" id="{88115E73-40B8-3A43-774D-2417856E67B1}"/>
                  </a:ext>
                </a:extLst>
              </p:cNvPr>
              <p:cNvPicPr/>
              <p:nvPr/>
            </p:nvPicPr>
            <p:blipFill>
              <a:blip r:embed="rId8"/>
              <a:stretch>
                <a:fillRect/>
              </a:stretch>
            </p:blipFill>
            <p:spPr>
              <a:xfrm>
                <a:off x="5186179" y="411241"/>
                <a:ext cx="141991" cy="122297"/>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筆跡 6">
                <a:extLst>
                  <a:ext uri="{FF2B5EF4-FFF2-40B4-BE49-F238E27FC236}">
                    <a16:creationId xmlns:a16="http://schemas.microsoft.com/office/drawing/2014/main" id="{07B0B4E0-4BE7-12EB-7E0F-28BE71F94D27}"/>
                  </a:ext>
                </a:extLst>
              </p14:cNvPr>
              <p14:cNvContentPartPr/>
              <p14:nvPr/>
            </p14:nvContentPartPr>
            <p14:xfrm>
              <a:off x="5139600" y="505648"/>
              <a:ext cx="142875" cy="200024"/>
            </p14:xfrm>
          </p:contentPart>
        </mc:Choice>
        <mc:Fallback xmlns="">
          <p:pic>
            <p:nvPicPr>
              <p:cNvPr id="7" name="筆跡 6">
                <a:extLst>
                  <a:ext uri="{FF2B5EF4-FFF2-40B4-BE49-F238E27FC236}">
                    <a16:creationId xmlns:a16="http://schemas.microsoft.com/office/drawing/2014/main" id="{07B0B4E0-4BE7-12EB-7E0F-28BE71F94D27}"/>
                  </a:ext>
                </a:extLst>
              </p:cNvPr>
              <p:cNvPicPr/>
              <p:nvPr/>
            </p:nvPicPr>
            <p:blipFill>
              <a:blip r:embed="rId10"/>
              <a:stretch>
                <a:fillRect/>
              </a:stretch>
            </p:blipFill>
            <p:spPr>
              <a:xfrm>
                <a:off x="5131049" y="496622"/>
                <a:ext cx="160334" cy="217716"/>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筆跡 8">
                <a:extLst>
                  <a:ext uri="{FF2B5EF4-FFF2-40B4-BE49-F238E27FC236}">
                    <a16:creationId xmlns:a16="http://schemas.microsoft.com/office/drawing/2014/main" id="{7008A11F-8496-B394-119B-732CB12CEA30}"/>
                  </a:ext>
                </a:extLst>
              </p14:cNvPr>
              <p14:cNvContentPartPr/>
              <p14:nvPr/>
            </p14:nvContentPartPr>
            <p14:xfrm>
              <a:off x="5401779" y="411573"/>
              <a:ext cx="152400" cy="85725"/>
            </p14:xfrm>
          </p:contentPart>
        </mc:Choice>
        <mc:Fallback xmlns="">
          <p:pic>
            <p:nvPicPr>
              <p:cNvPr id="9" name="筆跡 8">
                <a:extLst>
                  <a:ext uri="{FF2B5EF4-FFF2-40B4-BE49-F238E27FC236}">
                    <a16:creationId xmlns:a16="http://schemas.microsoft.com/office/drawing/2014/main" id="{7008A11F-8496-B394-119B-732CB12CEA30}"/>
                  </a:ext>
                </a:extLst>
              </p:cNvPr>
              <p:cNvPicPr/>
              <p:nvPr/>
            </p:nvPicPr>
            <p:blipFill>
              <a:blip r:embed="rId12"/>
              <a:stretch>
                <a:fillRect/>
              </a:stretch>
            </p:blipFill>
            <p:spPr>
              <a:xfrm>
                <a:off x="5392966" y="402717"/>
                <a:ext cx="170394" cy="10308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筆跡 9">
                <a:extLst>
                  <a:ext uri="{FF2B5EF4-FFF2-40B4-BE49-F238E27FC236}">
                    <a16:creationId xmlns:a16="http://schemas.microsoft.com/office/drawing/2014/main" id="{20EBE169-80D0-8A8C-A1B3-D673FFC14DCD}"/>
                  </a:ext>
                </a:extLst>
              </p14:cNvPr>
              <p14:cNvContentPartPr/>
              <p14:nvPr/>
            </p14:nvContentPartPr>
            <p14:xfrm>
              <a:off x="5539924" y="430388"/>
              <a:ext cx="38100" cy="57150"/>
            </p14:xfrm>
          </p:contentPart>
        </mc:Choice>
        <mc:Fallback xmlns="">
          <p:pic>
            <p:nvPicPr>
              <p:cNvPr id="10" name="筆跡 9">
                <a:extLst>
                  <a:ext uri="{FF2B5EF4-FFF2-40B4-BE49-F238E27FC236}">
                    <a16:creationId xmlns:a16="http://schemas.microsoft.com/office/drawing/2014/main" id="{20EBE169-80D0-8A8C-A1B3-D673FFC14DCD}"/>
                  </a:ext>
                </a:extLst>
              </p:cNvPr>
              <p:cNvPicPr/>
              <p:nvPr/>
            </p:nvPicPr>
            <p:blipFill>
              <a:blip r:embed="rId14"/>
              <a:stretch>
                <a:fillRect/>
              </a:stretch>
            </p:blipFill>
            <p:spPr>
              <a:xfrm>
                <a:off x="5531535" y="421815"/>
                <a:ext cx="55228" cy="74652"/>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1" name="筆跡 20">
                <a:extLst>
                  <a:ext uri="{FF2B5EF4-FFF2-40B4-BE49-F238E27FC236}">
                    <a16:creationId xmlns:a16="http://schemas.microsoft.com/office/drawing/2014/main" id="{86FA92C9-FD2F-6BC5-1401-FA3524B7572E}"/>
                  </a:ext>
                </a:extLst>
              </p14:cNvPr>
              <p14:cNvContentPartPr/>
              <p14:nvPr/>
            </p14:nvContentPartPr>
            <p14:xfrm>
              <a:off x="5387923" y="580907"/>
              <a:ext cx="85725" cy="76200"/>
            </p14:xfrm>
          </p:contentPart>
        </mc:Choice>
        <mc:Fallback xmlns="">
          <p:pic>
            <p:nvPicPr>
              <p:cNvPr id="21" name="筆跡 20">
                <a:extLst>
                  <a:ext uri="{FF2B5EF4-FFF2-40B4-BE49-F238E27FC236}">
                    <a16:creationId xmlns:a16="http://schemas.microsoft.com/office/drawing/2014/main" id="{86FA92C9-FD2F-6BC5-1401-FA3524B7572E}"/>
                  </a:ext>
                </a:extLst>
              </p:cNvPr>
              <p:cNvPicPr/>
              <p:nvPr/>
            </p:nvPicPr>
            <p:blipFill>
              <a:blip r:embed="rId16"/>
              <a:stretch>
                <a:fillRect/>
              </a:stretch>
            </p:blipFill>
            <p:spPr>
              <a:xfrm>
                <a:off x="5379726" y="571659"/>
                <a:ext cx="102460" cy="94325"/>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2" name="筆跡 21">
                <a:extLst>
                  <a:ext uri="{FF2B5EF4-FFF2-40B4-BE49-F238E27FC236}">
                    <a16:creationId xmlns:a16="http://schemas.microsoft.com/office/drawing/2014/main" id="{11EA30F2-B838-808A-83BC-B6776DC2D822}"/>
                  </a:ext>
                </a:extLst>
              </p14:cNvPr>
              <p14:cNvContentPartPr/>
              <p14:nvPr/>
            </p14:nvContentPartPr>
            <p14:xfrm>
              <a:off x="5318681" y="505647"/>
              <a:ext cx="161925" cy="276225"/>
            </p14:xfrm>
          </p:contentPart>
        </mc:Choice>
        <mc:Fallback xmlns="">
          <p:pic>
            <p:nvPicPr>
              <p:cNvPr id="22" name="筆跡 21">
                <a:extLst>
                  <a:ext uri="{FF2B5EF4-FFF2-40B4-BE49-F238E27FC236}">
                    <a16:creationId xmlns:a16="http://schemas.microsoft.com/office/drawing/2014/main" id="{11EA30F2-B838-808A-83BC-B6776DC2D822}"/>
                  </a:ext>
                </a:extLst>
              </p:cNvPr>
              <p:cNvPicPr/>
              <p:nvPr/>
            </p:nvPicPr>
            <p:blipFill>
              <a:blip r:embed="rId18"/>
              <a:stretch>
                <a:fillRect/>
              </a:stretch>
            </p:blipFill>
            <p:spPr>
              <a:xfrm>
                <a:off x="5309919" y="496782"/>
                <a:ext cx="179099" cy="2936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3" name="筆跡 22">
                <a:extLst>
                  <a:ext uri="{FF2B5EF4-FFF2-40B4-BE49-F238E27FC236}">
                    <a16:creationId xmlns:a16="http://schemas.microsoft.com/office/drawing/2014/main" id="{88473471-5511-0EE5-554D-1EC43FCE7A12}"/>
                  </a:ext>
                </a:extLst>
              </p14:cNvPr>
              <p14:cNvContentPartPr/>
              <p14:nvPr/>
            </p14:nvContentPartPr>
            <p14:xfrm>
              <a:off x="5456589" y="693795"/>
              <a:ext cx="47625" cy="123825"/>
            </p14:xfrm>
          </p:contentPart>
        </mc:Choice>
        <mc:Fallback xmlns="">
          <p:pic>
            <p:nvPicPr>
              <p:cNvPr id="23" name="筆跡 22">
                <a:extLst>
                  <a:ext uri="{FF2B5EF4-FFF2-40B4-BE49-F238E27FC236}">
                    <a16:creationId xmlns:a16="http://schemas.microsoft.com/office/drawing/2014/main" id="{88473471-5511-0EE5-554D-1EC43FCE7A12}"/>
                  </a:ext>
                </a:extLst>
              </p:cNvPr>
              <p:cNvPicPr/>
              <p:nvPr/>
            </p:nvPicPr>
            <p:blipFill>
              <a:blip r:embed="rId20"/>
              <a:stretch>
                <a:fillRect/>
              </a:stretch>
            </p:blipFill>
            <p:spPr>
              <a:xfrm>
                <a:off x="5447064" y="684471"/>
                <a:ext cx="66294" cy="1421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4" name="筆跡 23">
                <a:extLst>
                  <a:ext uri="{FF2B5EF4-FFF2-40B4-BE49-F238E27FC236}">
                    <a16:creationId xmlns:a16="http://schemas.microsoft.com/office/drawing/2014/main" id="{F50B2CE0-E8F9-7AEC-1022-79495218551D}"/>
                  </a:ext>
                </a:extLst>
              </p14:cNvPr>
              <p14:cNvContentPartPr/>
              <p14:nvPr/>
            </p14:nvContentPartPr>
            <p14:xfrm>
              <a:off x="5804665" y="422923"/>
              <a:ext cx="114300" cy="19050"/>
            </p14:xfrm>
          </p:contentPart>
        </mc:Choice>
        <mc:Fallback xmlns="">
          <p:pic>
            <p:nvPicPr>
              <p:cNvPr id="24" name="筆跡 23">
                <a:extLst>
                  <a:ext uri="{FF2B5EF4-FFF2-40B4-BE49-F238E27FC236}">
                    <a16:creationId xmlns:a16="http://schemas.microsoft.com/office/drawing/2014/main" id="{F50B2CE0-E8F9-7AEC-1022-79495218551D}"/>
                  </a:ext>
                </a:extLst>
              </p:cNvPr>
              <p:cNvPicPr/>
              <p:nvPr/>
            </p:nvPicPr>
            <p:blipFill>
              <a:blip r:embed="rId22"/>
              <a:stretch>
                <a:fillRect/>
              </a:stretch>
            </p:blipFill>
            <p:spPr>
              <a:xfrm>
                <a:off x="5795901" y="413398"/>
                <a:ext cx="132194" cy="38497"/>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5" name="筆跡 24">
                <a:extLst>
                  <a:ext uri="{FF2B5EF4-FFF2-40B4-BE49-F238E27FC236}">
                    <a16:creationId xmlns:a16="http://schemas.microsoft.com/office/drawing/2014/main" id="{CDF5F9A8-C46A-8757-9F08-D160392A5A7A}"/>
                  </a:ext>
                </a:extLst>
              </p14:cNvPr>
              <p14:cNvContentPartPr/>
              <p14:nvPr/>
            </p14:nvContentPartPr>
            <p14:xfrm>
              <a:off x="5748544" y="477425"/>
              <a:ext cx="123825" cy="152400"/>
            </p14:xfrm>
          </p:contentPart>
        </mc:Choice>
        <mc:Fallback xmlns="">
          <p:pic>
            <p:nvPicPr>
              <p:cNvPr id="25" name="筆跡 24">
                <a:extLst>
                  <a:ext uri="{FF2B5EF4-FFF2-40B4-BE49-F238E27FC236}">
                    <a16:creationId xmlns:a16="http://schemas.microsoft.com/office/drawing/2014/main" id="{CDF5F9A8-C46A-8757-9F08-D160392A5A7A}"/>
                  </a:ext>
                </a:extLst>
              </p:cNvPr>
              <p:cNvPicPr/>
              <p:nvPr/>
            </p:nvPicPr>
            <p:blipFill>
              <a:blip r:embed="rId24"/>
              <a:stretch>
                <a:fillRect/>
              </a:stretch>
            </p:blipFill>
            <p:spPr>
              <a:xfrm>
                <a:off x="5739848" y="468737"/>
                <a:ext cx="140868" cy="170138"/>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6" name="筆跡 25">
                <a:extLst>
                  <a:ext uri="{FF2B5EF4-FFF2-40B4-BE49-F238E27FC236}">
                    <a16:creationId xmlns:a16="http://schemas.microsoft.com/office/drawing/2014/main" id="{00C97071-6578-3651-8E54-07C05135D1A1}"/>
                  </a:ext>
                </a:extLst>
              </p14:cNvPr>
              <p14:cNvContentPartPr/>
              <p14:nvPr/>
            </p14:nvContentPartPr>
            <p14:xfrm>
              <a:off x="5804665" y="545294"/>
              <a:ext cx="57150" cy="38100"/>
            </p14:xfrm>
          </p:contentPart>
        </mc:Choice>
        <mc:Fallback xmlns="">
          <p:pic>
            <p:nvPicPr>
              <p:cNvPr id="26" name="筆跡 25">
                <a:extLst>
                  <a:ext uri="{FF2B5EF4-FFF2-40B4-BE49-F238E27FC236}">
                    <a16:creationId xmlns:a16="http://schemas.microsoft.com/office/drawing/2014/main" id="{00C97071-6578-3651-8E54-07C05135D1A1}"/>
                  </a:ext>
                </a:extLst>
              </p:cNvPr>
              <p:cNvPicPr/>
              <p:nvPr/>
            </p:nvPicPr>
            <p:blipFill>
              <a:blip r:embed="rId26"/>
              <a:stretch>
                <a:fillRect/>
              </a:stretch>
            </p:blipFill>
            <p:spPr>
              <a:xfrm>
                <a:off x="5795873" y="536905"/>
                <a:ext cx="75101" cy="55228"/>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7" name="筆跡 26">
                <a:extLst>
                  <a:ext uri="{FF2B5EF4-FFF2-40B4-BE49-F238E27FC236}">
                    <a16:creationId xmlns:a16="http://schemas.microsoft.com/office/drawing/2014/main" id="{36426443-B7A1-F90C-3CB1-6292E8961EBB}"/>
                  </a:ext>
                </a:extLst>
              </p14:cNvPr>
              <p14:cNvContentPartPr/>
              <p14:nvPr/>
            </p14:nvContentPartPr>
            <p14:xfrm>
              <a:off x="5717958" y="590314"/>
              <a:ext cx="123825" cy="152400"/>
            </p14:xfrm>
          </p:contentPart>
        </mc:Choice>
        <mc:Fallback xmlns="">
          <p:pic>
            <p:nvPicPr>
              <p:cNvPr id="27" name="筆跡 26">
                <a:extLst>
                  <a:ext uri="{FF2B5EF4-FFF2-40B4-BE49-F238E27FC236}">
                    <a16:creationId xmlns:a16="http://schemas.microsoft.com/office/drawing/2014/main" id="{36426443-B7A1-F90C-3CB1-6292E8961EBB}"/>
                  </a:ext>
                </a:extLst>
              </p:cNvPr>
              <p:cNvPicPr/>
              <p:nvPr/>
            </p:nvPicPr>
            <p:blipFill>
              <a:blip r:embed="rId28"/>
              <a:stretch>
                <a:fillRect/>
              </a:stretch>
            </p:blipFill>
            <p:spPr>
              <a:xfrm>
                <a:off x="5709087" y="581626"/>
                <a:ext cx="141937" cy="170138"/>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8" name="筆跡 27">
                <a:extLst>
                  <a:ext uri="{FF2B5EF4-FFF2-40B4-BE49-F238E27FC236}">
                    <a16:creationId xmlns:a16="http://schemas.microsoft.com/office/drawing/2014/main" id="{52BB1634-9D20-BBEF-8695-84E921F8733F}"/>
                  </a:ext>
                </a:extLst>
              </p14:cNvPr>
              <p14:cNvContentPartPr/>
              <p14:nvPr/>
            </p14:nvContentPartPr>
            <p14:xfrm>
              <a:off x="5730627" y="383351"/>
              <a:ext cx="133350" cy="476250"/>
            </p14:xfrm>
          </p:contentPart>
        </mc:Choice>
        <mc:Fallback xmlns="">
          <p:pic>
            <p:nvPicPr>
              <p:cNvPr id="28" name="筆跡 27">
                <a:extLst>
                  <a:ext uri="{FF2B5EF4-FFF2-40B4-BE49-F238E27FC236}">
                    <a16:creationId xmlns:a16="http://schemas.microsoft.com/office/drawing/2014/main" id="{52BB1634-9D20-BBEF-8695-84E921F8733F}"/>
                  </a:ext>
                </a:extLst>
              </p:cNvPr>
              <p:cNvPicPr/>
              <p:nvPr/>
            </p:nvPicPr>
            <p:blipFill>
              <a:blip r:embed="rId30"/>
              <a:stretch>
                <a:fillRect/>
              </a:stretch>
            </p:blipFill>
            <p:spPr>
              <a:xfrm>
                <a:off x="5721443" y="374685"/>
                <a:ext cx="151350" cy="493942"/>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9" name="筆跡 28">
                <a:extLst>
                  <a:ext uri="{FF2B5EF4-FFF2-40B4-BE49-F238E27FC236}">
                    <a16:creationId xmlns:a16="http://schemas.microsoft.com/office/drawing/2014/main" id="{6BB65973-824C-1B4C-0734-2F776FE399A0}"/>
                  </a:ext>
                </a:extLst>
              </p14:cNvPr>
              <p14:cNvContentPartPr/>
              <p14:nvPr/>
            </p14:nvContentPartPr>
            <p14:xfrm>
              <a:off x="6011627" y="459464"/>
              <a:ext cx="133350" cy="19050"/>
            </p14:xfrm>
          </p:contentPart>
        </mc:Choice>
        <mc:Fallback xmlns="">
          <p:pic>
            <p:nvPicPr>
              <p:cNvPr id="29" name="筆跡 28">
                <a:extLst>
                  <a:ext uri="{FF2B5EF4-FFF2-40B4-BE49-F238E27FC236}">
                    <a16:creationId xmlns:a16="http://schemas.microsoft.com/office/drawing/2014/main" id="{6BB65973-824C-1B4C-0734-2F776FE399A0}"/>
                  </a:ext>
                </a:extLst>
              </p:cNvPr>
              <p:cNvPicPr/>
              <p:nvPr/>
            </p:nvPicPr>
            <p:blipFill>
              <a:blip r:embed="rId32"/>
              <a:stretch>
                <a:fillRect/>
              </a:stretch>
            </p:blipFill>
            <p:spPr>
              <a:xfrm>
                <a:off x="6002930" y="450499"/>
                <a:ext cx="151106" cy="37353"/>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0" name="筆跡 29">
                <a:extLst>
                  <a:ext uri="{FF2B5EF4-FFF2-40B4-BE49-F238E27FC236}">
                    <a16:creationId xmlns:a16="http://schemas.microsoft.com/office/drawing/2014/main" id="{8A666145-E3F1-52C3-6545-A153882963D0}"/>
                  </a:ext>
                </a:extLst>
              </p14:cNvPr>
              <p14:cNvContentPartPr/>
              <p14:nvPr/>
            </p14:nvContentPartPr>
            <p14:xfrm>
              <a:off x="5988249" y="486832"/>
              <a:ext cx="114300" cy="123825"/>
            </p14:xfrm>
          </p:contentPart>
        </mc:Choice>
        <mc:Fallback xmlns="">
          <p:pic>
            <p:nvPicPr>
              <p:cNvPr id="30" name="筆跡 29">
                <a:extLst>
                  <a:ext uri="{FF2B5EF4-FFF2-40B4-BE49-F238E27FC236}">
                    <a16:creationId xmlns:a16="http://schemas.microsoft.com/office/drawing/2014/main" id="{8A666145-E3F1-52C3-6545-A153882963D0}"/>
                  </a:ext>
                </a:extLst>
              </p:cNvPr>
              <p:cNvPicPr/>
              <p:nvPr/>
            </p:nvPicPr>
            <p:blipFill>
              <a:blip r:embed="rId34"/>
              <a:stretch>
                <a:fillRect/>
              </a:stretch>
            </p:blipFill>
            <p:spPr>
              <a:xfrm>
                <a:off x="5979756" y="477727"/>
                <a:ext cx="131640" cy="14167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31" name="筆跡 30">
                <a:extLst>
                  <a:ext uri="{FF2B5EF4-FFF2-40B4-BE49-F238E27FC236}">
                    <a16:creationId xmlns:a16="http://schemas.microsoft.com/office/drawing/2014/main" id="{A9EFF7AE-9FC7-1FE9-AEA0-17A8B4B5F949}"/>
                  </a:ext>
                </a:extLst>
              </p14:cNvPr>
              <p14:cNvContentPartPr/>
              <p14:nvPr/>
            </p14:nvContentPartPr>
            <p14:xfrm>
              <a:off x="5983405" y="609129"/>
              <a:ext cx="57150" cy="38100"/>
            </p14:xfrm>
          </p:contentPart>
        </mc:Choice>
        <mc:Fallback xmlns="">
          <p:pic>
            <p:nvPicPr>
              <p:cNvPr id="31" name="筆跡 30">
                <a:extLst>
                  <a:ext uri="{FF2B5EF4-FFF2-40B4-BE49-F238E27FC236}">
                    <a16:creationId xmlns:a16="http://schemas.microsoft.com/office/drawing/2014/main" id="{A9EFF7AE-9FC7-1FE9-AEA0-17A8B4B5F949}"/>
                  </a:ext>
                </a:extLst>
              </p:cNvPr>
              <p:cNvPicPr/>
              <p:nvPr/>
            </p:nvPicPr>
            <p:blipFill>
              <a:blip r:embed="rId36"/>
              <a:stretch>
                <a:fillRect/>
              </a:stretch>
            </p:blipFill>
            <p:spPr>
              <a:xfrm>
                <a:off x="5974693" y="601125"/>
                <a:ext cx="74225" cy="53788"/>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2" name="筆跡 31">
                <a:extLst>
                  <a:ext uri="{FF2B5EF4-FFF2-40B4-BE49-F238E27FC236}">
                    <a16:creationId xmlns:a16="http://schemas.microsoft.com/office/drawing/2014/main" id="{68C409D1-DFFF-B022-6A2A-71DC518E3651}"/>
                  </a:ext>
                </a:extLst>
              </p14:cNvPr>
              <p14:cNvContentPartPr/>
              <p14:nvPr/>
            </p14:nvContentPartPr>
            <p14:xfrm>
              <a:off x="5936368" y="613820"/>
              <a:ext cx="190500" cy="104775"/>
            </p14:xfrm>
          </p:contentPart>
        </mc:Choice>
        <mc:Fallback xmlns="">
          <p:pic>
            <p:nvPicPr>
              <p:cNvPr id="32" name="筆跡 31">
                <a:extLst>
                  <a:ext uri="{FF2B5EF4-FFF2-40B4-BE49-F238E27FC236}">
                    <a16:creationId xmlns:a16="http://schemas.microsoft.com/office/drawing/2014/main" id="{68C409D1-DFFF-B022-6A2A-71DC518E3651}"/>
                  </a:ext>
                </a:extLst>
              </p:cNvPr>
              <p:cNvPicPr/>
              <p:nvPr/>
            </p:nvPicPr>
            <p:blipFill>
              <a:blip r:embed="rId38"/>
              <a:stretch>
                <a:fillRect/>
              </a:stretch>
            </p:blipFill>
            <p:spPr>
              <a:xfrm>
                <a:off x="5927565" y="605089"/>
                <a:ext cx="207754" cy="121888"/>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3" name="筆跡 32">
                <a:extLst>
                  <a:ext uri="{FF2B5EF4-FFF2-40B4-BE49-F238E27FC236}">
                    <a16:creationId xmlns:a16="http://schemas.microsoft.com/office/drawing/2014/main" id="{AA349646-5B73-A979-FA19-AF8EE6A5B766}"/>
                  </a:ext>
                </a:extLst>
              </p14:cNvPr>
              <p14:cNvContentPartPr/>
              <p14:nvPr/>
            </p14:nvContentPartPr>
            <p14:xfrm>
              <a:off x="6019798" y="402166"/>
              <a:ext cx="133350" cy="323850"/>
            </p14:xfrm>
          </p:contentPart>
        </mc:Choice>
        <mc:Fallback xmlns="">
          <p:pic>
            <p:nvPicPr>
              <p:cNvPr id="33" name="筆跡 32">
                <a:extLst>
                  <a:ext uri="{FF2B5EF4-FFF2-40B4-BE49-F238E27FC236}">
                    <a16:creationId xmlns:a16="http://schemas.microsoft.com/office/drawing/2014/main" id="{AA349646-5B73-A979-FA19-AF8EE6A5B766}"/>
                  </a:ext>
                </a:extLst>
              </p:cNvPr>
              <p:cNvPicPr/>
              <p:nvPr/>
            </p:nvPicPr>
            <p:blipFill>
              <a:blip r:embed="rId40"/>
              <a:stretch>
                <a:fillRect/>
              </a:stretch>
            </p:blipFill>
            <p:spPr>
              <a:xfrm>
                <a:off x="6010788" y="393540"/>
                <a:ext cx="151010" cy="341462"/>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4" name="筆跡 33">
                <a:extLst>
                  <a:ext uri="{FF2B5EF4-FFF2-40B4-BE49-F238E27FC236}">
                    <a16:creationId xmlns:a16="http://schemas.microsoft.com/office/drawing/2014/main" id="{81D7F01F-0FAF-CF13-D2A8-36C23FB2B856}"/>
                  </a:ext>
                </a:extLst>
              </p14:cNvPr>
              <p14:cNvContentPartPr/>
              <p14:nvPr/>
            </p14:nvContentPartPr>
            <p14:xfrm>
              <a:off x="5901786" y="690123"/>
              <a:ext cx="161925" cy="200024"/>
            </p14:xfrm>
          </p:contentPart>
        </mc:Choice>
        <mc:Fallback xmlns="">
          <p:pic>
            <p:nvPicPr>
              <p:cNvPr id="34" name="筆跡 33">
                <a:extLst>
                  <a:ext uri="{FF2B5EF4-FFF2-40B4-BE49-F238E27FC236}">
                    <a16:creationId xmlns:a16="http://schemas.microsoft.com/office/drawing/2014/main" id="{81D7F01F-0FAF-CF13-D2A8-36C23FB2B856}"/>
                  </a:ext>
                </a:extLst>
              </p:cNvPr>
              <p:cNvPicPr/>
              <p:nvPr/>
            </p:nvPicPr>
            <p:blipFill>
              <a:blip r:embed="rId42"/>
              <a:stretch>
                <a:fillRect/>
              </a:stretch>
            </p:blipFill>
            <p:spPr>
              <a:xfrm>
                <a:off x="5893005" y="681611"/>
                <a:ext cx="179136" cy="217402"/>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5" name="筆跡 34">
                <a:extLst>
                  <a:ext uri="{FF2B5EF4-FFF2-40B4-BE49-F238E27FC236}">
                    <a16:creationId xmlns:a16="http://schemas.microsoft.com/office/drawing/2014/main" id="{F9CAB07D-0C86-BAAC-21B5-6E3E9E0567D9}"/>
                  </a:ext>
                </a:extLst>
              </p14:cNvPr>
              <p14:cNvContentPartPr/>
              <p14:nvPr/>
            </p14:nvContentPartPr>
            <p14:xfrm>
              <a:off x="5870516" y="838626"/>
              <a:ext cx="171450" cy="28575"/>
            </p14:xfrm>
          </p:contentPart>
        </mc:Choice>
        <mc:Fallback xmlns="">
          <p:pic>
            <p:nvPicPr>
              <p:cNvPr id="35" name="筆跡 34">
                <a:extLst>
                  <a:ext uri="{FF2B5EF4-FFF2-40B4-BE49-F238E27FC236}">
                    <a16:creationId xmlns:a16="http://schemas.microsoft.com/office/drawing/2014/main" id="{F9CAB07D-0C86-BAAC-21B5-6E3E9E0567D9}"/>
                  </a:ext>
                </a:extLst>
              </p:cNvPr>
              <p:cNvPicPr/>
              <p:nvPr/>
            </p:nvPicPr>
            <p:blipFill>
              <a:blip r:embed="rId44"/>
              <a:stretch>
                <a:fillRect/>
              </a:stretch>
            </p:blipFill>
            <p:spPr>
              <a:xfrm>
                <a:off x="5861780" y="828687"/>
                <a:ext cx="189287" cy="48867"/>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6" name="筆跡 35">
                <a:extLst>
                  <a:ext uri="{FF2B5EF4-FFF2-40B4-BE49-F238E27FC236}">
                    <a16:creationId xmlns:a16="http://schemas.microsoft.com/office/drawing/2014/main" id="{F80ACCD2-E24E-F25D-F0E3-8988EDBC4174}"/>
                  </a:ext>
                </a:extLst>
              </p14:cNvPr>
              <p14:cNvContentPartPr/>
              <p14:nvPr/>
            </p14:nvContentPartPr>
            <p14:xfrm>
              <a:off x="6475951" y="468018"/>
              <a:ext cx="38100" cy="114300"/>
            </p14:xfrm>
          </p:contentPart>
        </mc:Choice>
        <mc:Fallback xmlns="">
          <p:pic>
            <p:nvPicPr>
              <p:cNvPr id="36" name="筆跡 35">
                <a:extLst>
                  <a:ext uri="{FF2B5EF4-FFF2-40B4-BE49-F238E27FC236}">
                    <a16:creationId xmlns:a16="http://schemas.microsoft.com/office/drawing/2014/main" id="{F80ACCD2-E24E-F25D-F0E3-8988EDBC4174}"/>
                  </a:ext>
                </a:extLst>
              </p:cNvPr>
              <p:cNvPicPr/>
              <p:nvPr/>
            </p:nvPicPr>
            <p:blipFill>
              <a:blip r:embed="rId46"/>
              <a:stretch>
                <a:fillRect/>
              </a:stretch>
            </p:blipFill>
            <p:spPr>
              <a:xfrm>
                <a:off x="6466898" y="459169"/>
                <a:ext cx="56584" cy="132367"/>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7" name="筆跡 36">
                <a:extLst>
                  <a:ext uri="{FF2B5EF4-FFF2-40B4-BE49-F238E27FC236}">
                    <a16:creationId xmlns:a16="http://schemas.microsoft.com/office/drawing/2014/main" id="{0F0A33EB-93DA-ABE3-7B06-092F79FD4601}"/>
                  </a:ext>
                </a:extLst>
              </p14:cNvPr>
              <p14:cNvContentPartPr/>
              <p14:nvPr/>
            </p14:nvContentPartPr>
            <p14:xfrm>
              <a:off x="6294056" y="507700"/>
              <a:ext cx="285750" cy="504825"/>
            </p14:xfrm>
          </p:contentPart>
        </mc:Choice>
        <mc:Fallback xmlns="">
          <p:pic>
            <p:nvPicPr>
              <p:cNvPr id="37" name="筆跡 36">
                <a:extLst>
                  <a:ext uri="{FF2B5EF4-FFF2-40B4-BE49-F238E27FC236}">
                    <a16:creationId xmlns:a16="http://schemas.microsoft.com/office/drawing/2014/main" id="{0F0A33EB-93DA-ABE3-7B06-092F79FD4601}"/>
                  </a:ext>
                </a:extLst>
              </p:cNvPr>
              <p:cNvPicPr/>
              <p:nvPr/>
            </p:nvPicPr>
            <p:blipFill>
              <a:blip r:embed="rId48"/>
              <a:stretch>
                <a:fillRect/>
              </a:stretch>
            </p:blipFill>
            <p:spPr>
              <a:xfrm>
                <a:off x="6284932" y="499046"/>
                <a:ext cx="303632" cy="522494"/>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43" name="筆跡 42">
                <a:extLst>
                  <a:ext uri="{FF2B5EF4-FFF2-40B4-BE49-F238E27FC236}">
                    <a16:creationId xmlns:a16="http://schemas.microsoft.com/office/drawing/2014/main" id="{80A13276-B8B5-EF84-B696-8184B2E0F233}"/>
                  </a:ext>
                </a:extLst>
              </p14:cNvPr>
              <p14:cNvContentPartPr/>
              <p14:nvPr/>
            </p14:nvContentPartPr>
            <p14:xfrm>
              <a:off x="6747347" y="646758"/>
              <a:ext cx="19050" cy="9525"/>
            </p14:xfrm>
          </p:contentPart>
        </mc:Choice>
        <mc:Fallback xmlns="">
          <p:pic>
            <p:nvPicPr>
              <p:cNvPr id="43" name="筆跡 42">
                <a:extLst>
                  <a:ext uri="{FF2B5EF4-FFF2-40B4-BE49-F238E27FC236}">
                    <a16:creationId xmlns:a16="http://schemas.microsoft.com/office/drawing/2014/main" id="{80A13276-B8B5-EF84-B696-8184B2E0F233}"/>
                  </a:ext>
                </a:extLst>
              </p:cNvPr>
              <p:cNvPicPr/>
              <p:nvPr/>
            </p:nvPicPr>
            <p:blipFill>
              <a:blip r:embed="rId50"/>
              <a:stretch>
                <a:fillRect/>
              </a:stretch>
            </p:blipFill>
            <p:spPr>
              <a:xfrm>
                <a:off x="6737822" y="408633"/>
                <a:ext cx="38497" cy="47625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44" name="筆跡 43">
                <a:extLst>
                  <a:ext uri="{FF2B5EF4-FFF2-40B4-BE49-F238E27FC236}">
                    <a16:creationId xmlns:a16="http://schemas.microsoft.com/office/drawing/2014/main" id="{C3A16899-1977-633B-6DB0-0135CF339AC7}"/>
                  </a:ext>
                </a:extLst>
              </p14:cNvPr>
              <p14:cNvContentPartPr/>
              <p14:nvPr/>
            </p14:nvContentPartPr>
            <p14:xfrm>
              <a:off x="6777673" y="546705"/>
              <a:ext cx="57150" cy="485775"/>
            </p14:xfrm>
          </p:contentPart>
        </mc:Choice>
        <mc:Fallback xmlns="">
          <p:pic>
            <p:nvPicPr>
              <p:cNvPr id="44" name="筆跡 43">
                <a:extLst>
                  <a:ext uri="{FF2B5EF4-FFF2-40B4-BE49-F238E27FC236}">
                    <a16:creationId xmlns:a16="http://schemas.microsoft.com/office/drawing/2014/main" id="{C3A16899-1977-633B-6DB0-0135CF339AC7}"/>
                  </a:ext>
                </a:extLst>
              </p:cNvPr>
              <p:cNvPicPr/>
              <p:nvPr/>
            </p:nvPicPr>
            <p:blipFill>
              <a:blip r:embed="rId52"/>
              <a:stretch>
                <a:fillRect/>
              </a:stretch>
            </p:blipFill>
            <p:spPr>
              <a:xfrm>
                <a:off x="6767954" y="537669"/>
                <a:ext cx="76200" cy="503486"/>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45" name="筆跡 44">
                <a:extLst>
                  <a:ext uri="{FF2B5EF4-FFF2-40B4-BE49-F238E27FC236}">
                    <a16:creationId xmlns:a16="http://schemas.microsoft.com/office/drawing/2014/main" id="{B124BB84-D36E-C245-D679-F06D2BAFBD65}"/>
                  </a:ext>
                </a:extLst>
              </p14:cNvPr>
              <p14:cNvContentPartPr/>
              <p14:nvPr/>
            </p14:nvContentPartPr>
            <p14:xfrm>
              <a:off x="6920243" y="616397"/>
              <a:ext cx="47625" cy="400050"/>
            </p14:xfrm>
          </p:contentPart>
        </mc:Choice>
        <mc:Fallback xmlns="">
          <p:pic>
            <p:nvPicPr>
              <p:cNvPr id="45" name="筆跡 44">
                <a:extLst>
                  <a:ext uri="{FF2B5EF4-FFF2-40B4-BE49-F238E27FC236}">
                    <a16:creationId xmlns:a16="http://schemas.microsoft.com/office/drawing/2014/main" id="{B124BB84-D36E-C245-D679-F06D2BAFBD65}"/>
                  </a:ext>
                </a:extLst>
              </p:cNvPr>
              <p:cNvPicPr/>
              <p:nvPr/>
            </p:nvPicPr>
            <p:blipFill>
              <a:blip r:embed="rId54"/>
              <a:stretch>
                <a:fillRect/>
              </a:stretch>
            </p:blipFill>
            <p:spPr>
              <a:xfrm>
                <a:off x="6911615" y="607483"/>
                <a:ext cx="64535" cy="417521"/>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46" name="筆跡 45">
                <a:extLst>
                  <a:ext uri="{FF2B5EF4-FFF2-40B4-BE49-F238E27FC236}">
                    <a16:creationId xmlns:a16="http://schemas.microsoft.com/office/drawing/2014/main" id="{BF175147-C465-D586-B7B5-2B40BE4CC940}"/>
                  </a:ext>
                </a:extLst>
              </p14:cNvPr>
              <p14:cNvContentPartPr/>
              <p14:nvPr/>
            </p14:nvContentPartPr>
            <p14:xfrm>
              <a:off x="6839479" y="778463"/>
              <a:ext cx="190500" cy="38100"/>
            </p14:xfrm>
          </p:contentPart>
        </mc:Choice>
        <mc:Fallback xmlns="">
          <p:pic>
            <p:nvPicPr>
              <p:cNvPr id="46" name="筆跡 45">
                <a:extLst>
                  <a:ext uri="{FF2B5EF4-FFF2-40B4-BE49-F238E27FC236}">
                    <a16:creationId xmlns:a16="http://schemas.microsoft.com/office/drawing/2014/main" id="{BF175147-C465-D586-B7B5-2B40BE4CC940}"/>
                  </a:ext>
                </a:extLst>
              </p:cNvPr>
              <p:cNvPicPr/>
              <p:nvPr/>
            </p:nvPicPr>
            <p:blipFill>
              <a:blip r:embed="rId56"/>
              <a:stretch>
                <a:fillRect/>
              </a:stretch>
            </p:blipFill>
            <p:spPr>
              <a:xfrm>
                <a:off x="6830997" y="769754"/>
                <a:ext cx="207818" cy="5588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47" name="筆跡 46">
                <a:extLst>
                  <a:ext uri="{FF2B5EF4-FFF2-40B4-BE49-F238E27FC236}">
                    <a16:creationId xmlns:a16="http://schemas.microsoft.com/office/drawing/2014/main" id="{FCC5DE63-B34A-167B-30B5-DC075A5DE2C2}"/>
                  </a:ext>
                </a:extLst>
              </p14:cNvPr>
              <p14:cNvContentPartPr/>
              <p14:nvPr/>
            </p14:nvContentPartPr>
            <p14:xfrm>
              <a:off x="7106502" y="781607"/>
              <a:ext cx="133350" cy="66675"/>
            </p14:xfrm>
          </p:contentPart>
        </mc:Choice>
        <mc:Fallback xmlns="">
          <p:pic>
            <p:nvPicPr>
              <p:cNvPr id="47" name="筆跡 46">
                <a:extLst>
                  <a:ext uri="{FF2B5EF4-FFF2-40B4-BE49-F238E27FC236}">
                    <a16:creationId xmlns:a16="http://schemas.microsoft.com/office/drawing/2014/main" id="{FCC5DE63-B34A-167B-30B5-DC075A5DE2C2}"/>
                  </a:ext>
                </a:extLst>
              </p:cNvPr>
              <p:cNvPicPr/>
              <p:nvPr/>
            </p:nvPicPr>
            <p:blipFill>
              <a:blip r:embed="rId58"/>
              <a:stretch>
                <a:fillRect/>
              </a:stretch>
            </p:blipFill>
            <p:spPr>
              <a:xfrm>
                <a:off x="7097467" y="772082"/>
                <a:ext cx="151058" cy="85344"/>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48" name="筆跡 47">
                <a:extLst>
                  <a:ext uri="{FF2B5EF4-FFF2-40B4-BE49-F238E27FC236}">
                    <a16:creationId xmlns:a16="http://schemas.microsoft.com/office/drawing/2014/main" id="{7B413AFC-C7BD-A663-DC33-A187B1DE74DF}"/>
                  </a:ext>
                </a:extLst>
              </p14:cNvPr>
              <p14:cNvContentPartPr/>
              <p14:nvPr/>
            </p14:nvContentPartPr>
            <p14:xfrm>
              <a:off x="7151587" y="722005"/>
              <a:ext cx="142875" cy="228600"/>
            </p14:xfrm>
          </p:contentPart>
        </mc:Choice>
        <mc:Fallback xmlns="">
          <p:pic>
            <p:nvPicPr>
              <p:cNvPr id="48" name="筆跡 47">
                <a:extLst>
                  <a:ext uri="{FF2B5EF4-FFF2-40B4-BE49-F238E27FC236}">
                    <a16:creationId xmlns:a16="http://schemas.microsoft.com/office/drawing/2014/main" id="{7B413AFC-C7BD-A663-DC33-A187B1DE74DF}"/>
                  </a:ext>
                </a:extLst>
              </p:cNvPr>
              <p:cNvPicPr/>
              <p:nvPr/>
            </p:nvPicPr>
            <p:blipFill>
              <a:blip r:embed="rId60"/>
              <a:stretch>
                <a:fillRect/>
              </a:stretch>
            </p:blipFill>
            <p:spPr>
              <a:xfrm>
                <a:off x="7143141" y="712876"/>
                <a:ext cx="160119" cy="246494"/>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9" name="筆跡 48">
                <a:extLst>
                  <a:ext uri="{FF2B5EF4-FFF2-40B4-BE49-F238E27FC236}">
                    <a16:creationId xmlns:a16="http://schemas.microsoft.com/office/drawing/2014/main" id="{F5918496-9FE2-A59C-641C-6DEC354AB2BA}"/>
                  </a:ext>
                </a:extLst>
              </p14:cNvPr>
              <p14:cNvContentPartPr/>
              <p14:nvPr/>
            </p14:nvContentPartPr>
            <p14:xfrm>
              <a:off x="7356886" y="704400"/>
              <a:ext cx="133350" cy="257175"/>
            </p14:xfrm>
          </p:contentPart>
        </mc:Choice>
        <mc:Fallback xmlns="">
          <p:pic>
            <p:nvPicPr>
              <p:cNvPr id="49" name="筆跡 48">
                <a:extLst>
                  <a:ext uri="{FF2B5EF4-FFF2-40B4-BE49-F238E27FC236}">
                    <a16:creationId xmlns:a16="http://schemas.microsoft.com/office/drawing/2014/main" id="{F5918496-9FE2-A59C-641C-6DEC354AB2BA}"/>
                  </a:ext>
                </a:extLst>
              </p:cNvPr>
              <p:cNvPicPr/>
              <p:nvPr/>
            </p:nvPicPr>
            <p:blipFill>
              <a:blip r:embed="rId62"/>
              <a:stretch>
                <a:fillRect/>
              </a:stretch>
            </p:blipFill>
            <p:spPr>
              <a:xfrm>
                <a:off x="7348118" y="695445"/>
                <a:ext cx="151252" cy="274726"/>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50" name="筆跡 49">
                <a:extLst>
                  <a:ext uri="{FF2B5EF4-FFF2-40B4-BE49-F238E27FC236}">
                    <a16:creationId xmlns:a16="http://schemas.microsoft.com/office/drawing/2014/main" id="{1E2E1BCD-81D7-7DC5-007F-A881EF879C87}"/>
                  </a:ext>
                </a:extLst>
              </p14:cNvPr>
              <p14:cNvContentPartPr/>
              <p14:nvPr/>
            </p14:nvContentPartPr>
            <p14:xfrm>
              <a:off x="7549671" y="780479"/>
              <a:ext cx="85725" cy="438150"/>
            </p14:xfrm>
          </p:contentPart>
        </mc:Choice>
        <mc:Fallback xmlns="">
          <p:pic>
            <p:nvPicPr>
              <p:cNvPr id="50" name="筆跡 49">
                <a:extLst>
                  <a:ext uri="{FF2B5EF4-FFF2-40B4-BE49-F238E27FC236}">
                    <a16:creationId xmlns:a16="http://schemas.microsoft.com/office/drawing/2014/main" id="{1E2E1BCD-81D7-7DC5-007F-A881EF879C87}"/>
                  </a:ext>
                </a:extLst>
              </p:cNvPr>
              <p:cNvPicPr/>
              <p:nvPr/>
            </p:nvPicPr>
            <p:blipFill>
              <a:blip r:embed="rId64"/>
              <a:stretch>
                <a:fillRect/>
              </a:stretch>
            </p:blipFill>
            <p:spPr>
              <a:xfrm>
                <a:off x="7541408" y="771817"/>
                <a:ext cx="102595" cy="455835"/>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51" name="筆跡 50">
                <a:extLst>
                  <a:ext uri="{FF2B5EF4-FFF2-40B4-BE49-F238E27FC236}">
                    <a16:creationId xmlns:a16="http://schemas.microsoft.com/office/drawing/2014/main" id="{DE742536-131B-D3A3-FC7F-4E33922184F4}"/>
                  </a:ext>
                </a:extLst>
              </p14:cNvPr>
              <p14:cNvContentPartPr/>
              <p14:nvPr/>
            </p14:nvContentPartPr>
            <p14:xfrm>
              <a:off x="7589356" y="816947"/>
              <a:ext cx="85725" cy="104775"/>
            </p14:xfrm>
          </p:contentPart>
        </mc:Choice>
        <mc:Fallback xmlns="">
          <p:pic>
            <p:nvPicPr>
              <p:cNvPr id="51" name="筆跡 50">
                <a:extLst>
                  <a:ext uri="{FF2B5EF4-FFF2-40B4-BE49-F238E27FC236}">
                    <a16:creationId xmlns:a16="http://schemas.microsoft.com/office/drawing/2014/main" id="{DE742536-131B-D3A3-FC7F-4E33922184F4}"/>
                  </a:ext>
                </a:extLst>
              </p:cNvPr>
              <p:cNvPicPr/>
              <p:nvPr/>
            </p:nvPicPr>
            <p:blipFill>
              <a:blip r:embed="rId66"/>
              <a:stretch>
                <a:fillRect/>
              </a:stretch>
            </p:blipFill>
            <p:spPr>
              <a:xfrm>
                <a:off x="7580644" y="808452"/>
                <a:ext cx="102800" cy="12212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52" name="筆跡 51">
                <a:extLst>
                  <a:ext uri="{FF2B5EF4-FFF2-40B4-BE49-F238E27FC236}">
                    <a16:creationId xmlns:a16="http://schemas.microsoft.com/office/drawing/2014/main" id="{E7577693-4AEE-2E2D-112C-EDE5B302EE5C}"/>
                  </a:ext>
                </a:extLst>
              </p14:cNvPr>
              <p14:cNvContentPartPr/>
              <p14:nvPr/>
            </p14:nvContentPartPr>
            <p14:xfrm>
              <a:off x="7877291" y="569584"/>
              <a:ext cx="171450" cy="342900"/>
            </p14:xfrm>
          </p:contentPart>
        </mc:Choice>
        <mc:Fallback xmlns="">
          <p:pic>
            <p:nvPicPr>
              <p:cNvPr id="52" name="筆跡 51">
                <a:extLst>
                  <a:ext uri="{FF2B5EF4-FFF2-40B4-BE49-F238E27FC236}">
                    <a16:creationId xmlns:a16="http://schemas.microsoft.com/office/drawing/2014/main" id="{E7577693-4AEE-2E2D-112C-EDE5B302EE5C}"/>
                  </a:ext>
                </a:extLst>
              </p:cNvPr>
              <p:cNvPicPr/>
              <p:nvPr/>
            </p:nvPicPr>
            <p:blipFill>
              <a:blip r:embed="rId68"/>
              <a:stretch>
                <a:fillRect/>
              </a:stretch>
            </p:blipFill>
            <p:spPr>
              <a:xfrm>
                <a:off x="7868628" y="560912"/>
                <a:ext cx="189136" cy="360605"/>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53" name="筆跡 52">
                <a:extLst>
                  <a:ext uri="{FF2B5EF4-FFF2-40B4-BE49-F238E27FC236}">
                    <a16:creationId xmlns:a16="http://schemas.microsoft.com/office/drawing/2014/main" id="{01FA9010-CD41-6BDE-7747-C7DCF623D156}"/>
                  </a:ext>
                </a:extLst>
              </p14:cNvPr>
              <p14:cNvContentPartPr/>
              <p14:nvPr/>
            </p14:nvContentPartPr>
            <p14:xfrm>
              <a:off x="8034219" y="722623"/>
              <a:ext cx="276225" cy="161925"/>
            </p14:xfrm>
          </p:contentPart>
        </mc:Choice>
        <mc:Fallback xmlns="">
          <p:pic>
            <p:nvPicPr>
              <p:cNvPr id="53" name="筆跡 52">
                <a:extLst>
                  <a:ext uri="{FF2B5EF4-FFF2-40B4-BE49-F238E27FC236}">
                    <a16:creationId xmlns:a16="http://schemas.microsoft.com/office/drawing/2014/main" id="{01FA9010-CD41-6BDE-7747-C7DCF623D156}"/>
                  </a:ext>
                </a:extLst>
              </p:cNvPr>
              <p:cNvPicPr/>
              <p:nvPr/>
            </p:nvPicPr>
            <p:blipFill>
              <a:blip r:embed="rId70"/>
              <a:stretch>
                <a:fillRect/>
              </a:stretch>
            </p:blipFill>
            <p:spPr>
              <a:xfrm>
                <a:off x="8025354" y="713880"/>
                <a:ext cx="293600" cy="179062"/>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54" name="筆跡 53">
                <a:extLst>
                  <a:ext uri="{FF2B5EF4-FFF2-40B4-BE49-F238E27FC236}">
                    <a16:creationId xmlns:a16="http://schemas.microsoft.com/office/drawing/2014/main" id="{05381FDB-030D-B1A7-CCAC-F7E10AC63DE8}"/>
                  </a:ext>
                </a:extLst>
              </p14:cNvPr>
              <p14:cNvContentPartPr/>
              <p14:nvPr/>
            </p14:nvContentPartPr>
            <p14:xfrm>
              <a:off x="8445096" y="718655"/>
              <a:ext cx="161925" cy="200024"/>
            </p14:xfrm>
          </p:contentPart>
        </mc:Choice>
        <mc:Fallback xmlns="">
          <p:pic>
            <p:nvPicPr>
              <p:cNvPr id="54" name="筆跡 53">
                <a:extLst>
                  <a:ext uri="{FF2B5EF4-FFF2-40B4-BE49-F238E27FC236}">
                    <a16:creationId xmlns:a16="http://schemas.microsoft.com/office/drawing/2014/main" id="{05381FDB-030D-B1A7-CCAC-F7E10AC63DE8}"/>
                  </a:ext>
                </a:extLst>
              </p:cNvPr>
              <p:cNvPicPr/>
              <p:nvPr/>
            </p:nvPicPr>
            <p:blipFill>
              <a:blip r:embed="rId72"/>
              <a:stretch>
                <a:fillRect/>
              </a:stretch>
            </p:blipFill>
            <p:spPr>
              <a:xfrm>
                <a:off x="8435937" y="710083"/>
                <a:ext cx="179876" cy="217526"/>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55" name="筆跡 54">
                <a:extLst>
                  <a:ext uri="{FF2B5EF4-FFF2-40B4-BE49-F238E27FC236}">
                    <a16:creationId xmlns:a16="http://schemas.microsoft.com/office/drawing/2014/main" id="{9E8826E4-2A7F-3652-FC3C-F143D2E9CB05}"/>
                  </a:ext>
                </a:extLst>
              </p14:cNvPr>
              <p14:cNvContentPartPr/>
              <p14:nvPr/>
            </p14:nvContentPartPr>
            <p14:xfrm>
              <a:off x="8582762" y="753995"/>
              <a:ext cx="238125" cy="238125"/>
            </p14:xfrm>
          </p:contentPart>
        </mc:Choice>
        <mc:Fallback xmlns="">
          <p:pic>
            <p:nvPicPr>
              <p:cNvPr id="55" name="筆跡 54">
                <a:extLst>
                  <a:ext uri="{FF2B5EF4-FFF2-40B4-BE49-F238E27FC236}">
                    <a16:creationId xmlns:a16="http://schemas.microsoft.com/office/drawing/2014/main" id="{9E8826E4-2A7F-3652-FC3C-F143D2E9CB05}"/>
                  </a:ext>
                </a:extLst>
              </p:cNvPr>
              <p:cNvPicPr/>
              <p:nvPr/>
            </p:nvPicPr>
            <p:blipFill>
              <a:blip r:embed="rId74"/>
              <a:stretch>
                <a:fillRect/>
              </a:stretch>
            </p:blipFill>
            <p:spPr>
              <a:xfrm>
                <a:off x="8573850" y="744850"/>
                <a:ext cx="255592" cy="256048"/>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56" name="筆跡 55">
                <a:extLst>
                  <a:ext uri="{FF2B5EF4-FFF2-40B4-BE49-F238E27FC236}">
                    <a16:creationId xmlns:a16="http://schemas.microsoft.com/office/drawing/2014/main" id="{488CED34-0DA0-99D9-85B5-A54196DE7A28}"/>
                  </a:ext>
                </a:extLst>
              </p14:cNvPr>
              <p14:cNvContentPartPr/>
              <p14:nvPr/>
            </p14:nvContentPartPr>
            <p14:xfrm>
              <a:off x="8879919" y="579094"/>
              <a:ext cx="142875" cy="438150"/>
            </p14:xfrm>
          </p:contentPart>
        </mc:Choice>
        <mc:Fallback xmlns="">
          <p:pic>
            <p:nvPicPr>
              <p:cNvPr id="56" name="筆跡 55">
                <a:extLst>
                  <a:ext uri="{FF2B5EF4-FFF2-40B4-BE49-F238E27FC236}">
                    <a16:creationId xmlns:a16="http://schemas.microsoft.com/office/drawing/2014/main" id="{488CED34-0DA0-99D9-85B5-A54196DE7A28}"/>
                  </a:ext>
                </a:extLst>
              </p:cNvPr>
              <p:cNvPicPr/>
              <p:nvPr/>
            </p:nvPicPr>
            <p:blipFill>
              <a:blip r:embed="rId76"/>
              <a:stretch>
                <a:fillRect/>
              </a:stretch>
            </p:blipFill>
            <p:spPr>
              <a:xfrm>
                <a:off x="8870899" y="570411"/>
                <a:ext cx="160554" cy="455879"/>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57" name="筆跡 56">
                <a:extLst>
                  <a:ext uri="{FF2B5EF4-FFF2-40B4-BE49-F238E27FC236}">
                    <a16:creationId xmlns:a16="http://schemas.microsoft.com/office/drawing/2014/main" id="{8DC8606B-7219-04E7-2F59-7E721107E72F}"/>
                  </a:ext>
                </a:extLst>
              </p14:cNvPr>
              <p14:cNvContentPartPr/>
              <p14:nvPr/>
            </p14:nvContentPartPr>
            <p14:xfrm>
              <a:off x="9028530" y="780530"/>
              <a:ext cx="133350" cy="161925"/>
            </p14:xfrm>
          </p:contentPart>
        </mc:Choice>
        <mc:Fallback xmlns="">
          <p:pic>
            <p:nvPicPr>
              <p:cNvPr id="57" name="筆跡 56">
                <a:extLst>
                  <a:ext uri="{FF2B5EF4-FFF2-40B4-BE49-F238E27FC236}">
                    <a16:creationId xmlns:a16="http://schemas.microsoft.com/office/drawing/2014/main" id="{8DC8606B-7219-04E7-2F59-7E721107E72F}"/>
                  </a:ext>
                </a:extLst>
              </p:cNvPr>
              <p:cNvPicPr/>
              <p:nvPr/>
            </p:nvPicPr>
            <p:blipFill>
              <a:blip r:embed="rId78"/>
              <a:stretch>
                <a:fillRect/>
              </a:stretch>
            </p:blipFill>
            <p:spPr>
              <a:xfrm>
                <a:off x="9019780" y="771330"/>
                <a:ext cx="150500" cy="179958"/>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8" name="筆跡 57">
                <a:extLst>
                  <a:ext uri="{FF2B5EF4-FFF2-40B4-BE49-F238E27FC236}">
                    <a16:creationId xmlns:a16="http://schemas.microsoft.com/office/drawing/2014/main" id="{E9778100-4225-1BDE-8E83-236D4F41C209}"/>
                  </a:ext>
                </a:extLst>
              </p14:cNvPr>
              <p14:cNvContentPartPr/>
              <p14:nvPr/>
            </p14:nvContentPartPr>
            <p14:xfrm>
              <a:off x="9266591" y="727986"/>
              <a:ext cx="114300" cy="323850"/>
            </p14:xfrm>
          </p:contentPart>
        </mc:Choice>
        <mc:Fallback xmlns="">
          <p:pic>
            <p:nvPicPr>
              <p:cNvPr id="58" name="筆跡 57">
                <a:extLst>
                  <a:ext uri="{FF2B5EF4-FFF2-40B4-BE49-F238E27FC236}">
                    <a16:creationId xmlns:a16="http://schemas.microsoft.com/office/drawing/2014/main" id="{E9778100-4225-1BDE-8E83-236D4F41C209}"/>
                  </a:ext>
                </a:extLst>
              </p:cNvPr>
              <p:cNvPicPr/>
              <p:nvPr/>
            </p:nvPicPr>
            <p:blipFill>
              <a:blip r:embed="rId80"/>
              <a:stretch>
                <a:fillRect/>
              </a:stretch>
            </p:blipFill>
            <p:spPr>
              <a:xfrm>
                <a:off x="9257744" y="719426"/>
                <a:ext cx="131640" cy="341326"/>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9" name="筆跡 58">
                <a:extLst>
                  <a:ext uri="{FF2B5EF4-FFF2-40B4-BE49-F238E27FC236}">
                    <a16:creationId xmlns:a16="http://schemas.microsoft.com/office/drawing/2014/main" id="{DC5E4A57-509A-B402-75FD-07398B2584BB}"/>
                  </a:ext>
                </a:extLst>
              </p14:cNvPr>
              <p14:cNvContentPartPr/>
              <p14:nvPr/>
            </p14:nvContentPartPr>
            <p14:xfrm>
              <a:off x="9407701" y="928980"/>
              <a:ext cx="9525" cy="9525"/>
            </p14:xfrm>
          </p:contentPart>
        </mc:Choice>
        <mc:Fallback xmlns="">
          <p:pic>
            <p:nvPicPr>
              <p:cNvPr id="59" name="筆跡 58">
                <a:extLst>
                  <a:ext uri="{FF2B5EF4-FFF2-40B4-BE49-F238E27FC236}">
                    <a16:creationId xmlns:a16="http://schemas.microsoft.com/office/drawing/2014/main" id="{DC5E4A57-509A-B402-75FD-07398B2584BB}"/>
                  </a:ext>
                </a:extLst>
              </p:cNvPr>
              <p:cNvPicPr/>
              <p:nvPr/>
            </p:nvPicPr>
            <p:blipFill>
              <a:blip r:embed="rId82"/>
              <a:stretch>
                <a:fillRect/>
              </a:stretch>
            </p:blipFill>
            <p:spPr>
              <a:xfrm>
                <a:off x="9386053" y="690855"/>
                <a:ext cx="51955" cy="47625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66" name="筆跡 65">
                <a:extLst>
                  <a:ext uri="{FF2B5EF4-FFF2-40B4-BE49-F238E27FC236}">
                    <a16:creationId xmlns:a16="http://schemas.microsoft.com/office/drawing/2014/main" id="{B5019D6D-A366-1E3D-314F-9922CF3AEB6C}"/>
                  </a:ext>
                </a:extLst>
              </p14:cNvPr>
              <p14:cNvContentPartPr/>
              <p14:nvPr/>
            </p14:nvContentPartPr>
            <p14:xfrm>
              <a:off x="9599465" y="808138"/>
              <a:ext cx="190500" cy="38100"/>
            </p14:xfrm>
          </p:contentPart>
        </mc:Choice>
        <mc:Fallback xmlns="">
          <p:pic>
            <p:nvPicPr>
              <p:cNvPr id="66" name="筆跡 65">
                <a:extLst>
                  <a:ext uri="{FF2B5EF4-FFF2-40B4-BE49-F238E27FC236}">
                    <a16:creationId xmlns:a16="http://schemas.microsoft.com/office/drawing/2014/main" id="{B5019D6D-A366-1E3D-314F-9922CF3AEB6C}"/>
                  </a:ext>
                </a:extLst>
              </p:cNvPr>
              <p:cNvPicPr/>
              <p:nvPr/>
            </p:nvPicPr>
            <p:blipFill>
              <a:blip r:embed="rId84"/>
              <a:stretch>
                <a:fillRect/>
              </a:stretch>
            </p:blipFill>
            <p:spPr>
              <a:xfrm>
                <a:off x="9591030" y="798707"/>
                <a:ext cx="207722" cy="56584"/>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67" name="筆跡 66">
                <a:extLst>
                  <a:ext uri="{FF2B5EF4-FFF2-40B4-BE49-F238E27FC236}">
                    <a16:creationId xmlns:a16="http://schemas.microsoft.com/office/drawing/2014/main" id="{AE29ABC2-648E-3482-790D-0760D648B27C}"/>
                  </a:ext>
                </a:extLst>
              </p14:cNvPr>
              <p14:cNvContentPartPr/>
              <p14:nvPr/>
            </p14:nvContentPartPr>
            <p14:xfrm>
              <a:off x="9662311" y="703203"/>
              <a:ext cx="85725" cy="390525"/>
            </p14:xfrm>
          </p:contentPart>
        </mc:Choice>
        <mc:Fallback xmlns="">
          <p:pic>
            <p:nvPicPr>
              <p:cNvPr id="67" name="筆跡 66">
                <a:extLst>
                  <a:ext uri="{FF2B5EF4-FFF2-40B4-BE49-F238E27FC236}">
                    <a16:creationId xmlns:a16="http://schemas.microsoft.com/office/drawing/2014/main" id="{AE29ABC2-648E-3482-790D-0760D648B27C}"/>
                  </a:ext>
                </a:extLst>
              </p:cNvPr>
              <p:cNvPicPr/>
              <p:nvPr/>
            </p:nvPicPr>
            <p:blipFill>
              <a:blip r:embed="rId86"/>
              <a:stretch>
                <a:fillRect/>
              </a:stretch>
            </p:blipFill>
            <p:spPr>
              <a:xfrm>
                <a:off x="9653519" y="694155"/>
                <a:ext cx="103676" cy="40826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68" name="筆跡 67">
                <a:extLst>
                  <a:ext uri="{FF2B5EF4-FFF2-40B4-BE49-F238E27FC236}">
                    <a16:creationId xmlns:a16="http://schemas.microsoft.com/office/drawing/2014/main" id="{33567DCC-74FF-612C-F492-EFBE440D702B}"/>
                  </a:ext>
                </a:extLst>
              </p14:cNvPr>
              <p14:cNvContentPartPr/>
              <p14:nvPr/>
            </p14:nvContentPartPr>
            <p14:xfrm>
              <a:off x="9479570" y="884386"/>
              <a:ext cx="257175" cy="133350"/>
            </p14:xfrm>
          </p:contentPart>
        </mc:Choice>
        <mc:Fallback xmlns="">
          <p:pic>
            <p:nvPicPr>
              <p:cNvPr id="68" name="筆跡 67">
                <a:extLst>
                  <a:ext uri="{FF2B5EF4-FFF2-40B4-BE49-F238E27FC236}">
                    <a16:creationId xmlns:a16="http://schemas.microsoft.com/office/drawing/2014/main" id="{33567DCC-74FF-612C-F492-EFBE440D702B}"/>
                  </a:ext>
                </a:extLst>
              </p:cNvPr>
              <p:cNvPicPr/>
              <p:nvPr/>
            </p:nvPicPr>
            <p:blipFill>
              <a:blip r:embed="rId88"/>
              <a:stretch>
                <a:fillRect/>
              </a:stretch>
            </p:blipFill>
            <p:spPr>
              <a:xfrm>
                <a:off x="9470950" y="875874"/>
                <a:ext cx="274775" cy="150728"/>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69" name="筆跡 68">
                <a:extLst>
                  <a:ext uri="{FF2B5EF4-FFF2-40B4-BE49-F238E27FC236}">
                    <a16:creationId xmlns:a16="http://schemas.microsoft.com/office/drawing/2014/main" id="{21966F54-9989-4901-63CB-0F4F8051A844}"/>
                  </a:ext>
                </a:extLst>
              </p14:cNvPr>
              <p14:cNvContentPartPr/>
              <p14:nvPr/>
            </p14:nvContentPartPr>
            <p14:xfrm>
              <a:off x="9925109" y="843904"/>
              <a:ext cx="200024" cy="9525"/>
            </p14:xfrm>
          </p:contentPart>
        </mc:Choice>
        <mc:Fallback xmlns="">
          <p:pic>
            <p:nvPicPr>
              <p:cNvPr id="69" name="筆跡 68">
                <a:extLst>
                  <a:ext uri="{FF2B5EF4-FFF2-40B4-BE49-F238E27FC236}">
                    <a16:creationId xmlns:a16="http://schemas.microsoft.com/office/drawing/2014/main" id="{21966F54-9989-4901-63CB-0F4F8051A844}"/>
                  </a:ext>
                </a:extLst>
              </p:cNvPr>
              <p:cNvPicPr/>
              <p:nvPr/>
            </p:nvPicPr>
            <p:blipFill>
              <a:blip r:embed="rId90"/>
              <a:stretch>
                <a:fillRect/>
              </a:stretch>
            </p:blipFill>
            <p:spPr>
              <a:xfrm>
                <a:off x="9915984" y="835400"/>
                <a:ext cx="217909" cy="26194"/>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70" name="筆跡 69">
                <a:extLst>
                  <a:ext uri="{FF2B5EF4-FFF2-40B4-BE49-F238E27FC236}">
                    <a16:creationId xmlns:a16="http://schemas.microsoft.com/office/drawing/2014/main" id="{A64A65EF-A312-F4E4-9A48-8770D75255FB}"/>
                  </a:ext>
                </a:extLst>
              </p14:cNvPr>
              <p14:cNvContentPartPr/>
              <p14:nvPr/>
            </p14:nvContentPartPr>
            <p14:xfrm>
              <a:off x="9900669" y="881944"/>
              <a:ext cx="180975" cy="285750"/>
            </p14:xfrm>
          </p:contentPart>
        </mc:Choice>
        <mc:Fallback xmlns="">
          <p:pic>
            <p:nvPicPr>
              <p:cNvPr id="70" name="筆跡 69">
                <a:extLst>
                  <a:ext uri="{FF2B5EF4-FFF2-40B4-BE49-F238E27FC236}">
                    <a16:creationId xmlns:a16="http://schemas.microsoft.com/office/drawing/2014/main" id="{A64A65EF-A312-F4E4-9A48-8770D75255FB}"/>
                  </a:ext>
                </a:extLst>
              </p:cNvPr>
              <p:cNvPicPr/>
              <p:nvPr/>
            </p:nvPicPr>
            <p:blipFill>
              <a:blip r:embed="rId92"/>
              <a:stretch>
                <a:fillRect/>
              </a:stretch>
            </p:blipFill>
            <p:spPr>
              <a:xfrm>
                <a:off x="9892153" y="872890"/>
                <a:ext cx="198363" cy="303496"/>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71" name="筆跡 70">
                <a:extLst>
                  <a:ext uri="{FF2B5EF4-FFF2-40B4-BE49-F238E27FC236}">
                    <a16:creationId xmlns:a16="http://schemas.microsoft.com/office/drawing/2014/main" id="{3B3E4814-D34D-F2CF-0609-0D8E3EF7E368}"/>
                  </a:ext>
                </a:extLst>
              </p14:cNvPr>
              <p14:cNvContentPartPr/>
              <p14:nvPr/>
            </p14:nvContentPartPr>
            <p14:xfrm>
              <a:off x="10410324" y="823372"/>
              <a:ext cx="57150" cy="161925"/>
            </p14:xfrm>
          </p:contentPart>
        </mc:Choice>
        <mc:Fallback xmlns="">
          <p:pic>
            <p:nvPicPr>
              <p:cNvPr id="71" name="筆跡 70">
                <a:extLst>
                  <a:ext uri="{FF2B5EF4-FFF2-40B4-BE49-F238E27FC236}">
                    <a16:creationId xmlns:a16="http://schemas.microsoft.com/office/drawing/2014/main" id="{3B3E4814-D34D-F2CF-0609-0D8E3EF7E368}"/>
                  </a:ext>
                </a:extLst>
              </p:cNvPr>
              <p:cNvPicPr/>
              <p:nvPr/>
            </p:nvPicPr>
            <p:blipFill>
              <a:blip r:embed="rId94"/>
              <a:stretch>
                <a:fillRect/>
              </a:stretch>
            </p:blipFill>
            <p:spPr>
              <a:xfrm>
                <a:off x="10402208" y="814887"/>
                <a:ext cx="73720" cy="179249"/>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72" name="筆跡 71">
                <a:extLst>
                  <a:ext uri="{FF2B5EF4-FFF2-40B4-BE49-F238E27FC236}">
                    <a16:creationId xmlns:a16="http://schemas.microsoft.com/office/drawing/2014/main" id="{C892E710-4A27-E1D8-E8A6-EC21439221EF}"/>
                  </a:ext>
                </a:extLst>
              </p14:cNvPr>
              <p14:cNvContentPartPr/>
              <p14:nvPr/>
            </p14:nvContentPartPr>
            <p14:xfrm>
              <a:off x="10339034" y="834633"/>
              <a:ext cx="219075" cy="238125"/>
            </p14:xfrm>
          </p:contentPart>
        </mc:Choice>
        <mc:Fallback xmlns="">
          <p:pic>
            <p:nvPicPr>
              <p:cNvPr id="72" name="筆跡 71">
                <a:extLst>
                  <a:ext uri="{FF2B5EF4-FFF2-40B4-BE49-F238E27FC236}">
                    <a16:creationId xmlns:a16="http://schemas.microsoft.com/office/drawing/2014/main" id="{C892E710-4A27-E1D8-E8A6-EC21439221EF}"/>
                  </a:ext>
                </a:extLst>
              </p:cNvPr>
              <p:cNvPicPr/>
              <p:nvPr/>
            </p:nvPicPr>
            <p:blipFill>
              <a:blip r:embed="rId96"/>
              <a:stretch>
                <a:fillRect/>
              </a:stretch>
            </p:blipFill>
            <p:spPr>
              <a:xfrm>
                <a:off x="10330300" y="825544"/>
                <a:ext cx="236907" cy="255939"/>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73" name="筆跡 72">
                <a:extLst>
                  <a:ext uri="{FF2B5EF4-FFF2-40B4-BE49-F238E27FC236}">
                    <a16:creationId xmlns:a16="http://schemas.microsoft.com/office/drawing/2014/main" id="{C9B36B24-7B2D-BCE1-D66C-3B0A0B51732F}"/>
                  </a:ext>
                </a:extLst>
              </p14:cNvPr>
              <p14:cNvContentPartPr/>
              <p14:nvPr/>
            </p14:nvContentPartPr>
            <p14:xfrm>
              <a:off x="10572092" y="957203"/>
              <a:ext cx="19050" cy="28575"/>
            </p14:xfrm>
          </p:contentPart>
        </mc:Choice>
        <mc:Fallback xmlns="">
          <p:pic>
            <p:nvPicPr>
              <p:cNvPr id="73" name="筆跡 72">
                <a:extLst>
                  <a:ext uri="{FF2B5EF4-FFF2-40B4-BE49-F238E27FC236}">
                    <a16:creationId xmlns:a16="http://schemas.microsoft.com/office/drawing/2014/main" id="{C9B36B24-7B2D-BCE1-D66C-3B0A0B51732F}"/>
                  </a:ext>
                </a:extLst>
              </p:cNvPr>
              <p:cNvPicPr/>
              <p:nvPr/>
            </p:nvPicPr>
            <p:blipFill>
              <a:blip r:embed="rId98"/>
              <a:stretch>
                <a:fillRect/>
              </a:stretch>
            </p:blipFill>
            <p:spPr>
              <a:xfrm>
                <a:off x="10563106" y="947281"/>
                <a:ext cx="36662" cy="48022"/>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74" name="筆跡 73">
                <a:extLst>
                  <a:ext uri="{FF2B5EF4-FFF2-40B4-BE49-F238E27FC236}">
                    <a16:creationId xmlns:a16="http://schemas.microsoft.com/office/drawing/2014/main" id="{C631DBD4-41BC-7389-554C-57CA57E6EC2D}"/>
                  </a:ext>
                </a:extLst>
              </p14:cNvPr>
              <p14:cNvContentPartPr/>
              <p14:nvPr/>
            </p14:nvContentPartPr>
            <p14:xfrm>
              <a:off x="10646151" y="872536"/>
              <a:ext cx="171450" cy="180975"/>
            </p14:xfrm>
          </p:contentPart>
        </mc:Choice>
        <mc:Fallback xmlns="">
          <p:pic>
            <p:nvPicPr>
              <p:cNvPr id="74" name="筆跡 73">
                <a:extLst>
                  <a:ext uri="{FF2B5EF4-FFF2-40B4-BE49-F238E27FC236}">
                    <a16:creationId xmlns:a16="http://schemas.microsoft.com/office/drawing/2014/main" id="{C631DBD4-41BC-7389-554C-57CA57E6EC2D}"/>
                  </a:ext>
                </a:extLst>
              </p:cNvPr>
              <p:cNvPicPr/>
              <p:nvPr/>
            </p:nvPicPr>
            <p:blipFill>
              <a:blip r:embed="rId100"/>
              <a:stretch>
                <a:fillRect/>
              </a:stretch>
            </p:blipFill>
            <p:spPr>
              <a:xfrm>
                <a:off x="10637240" y="864053"/>
                <a:ext cx="188916" cy="198295"/>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75" name="筆跡 74">
                <a:extLst>
                  <a:ext uri="{FF2B5EF4-FFF2-40B4-BE49-F238E27FC236}">
                    <a16:creationId xmlns:a16="http://schemas.microsoft.com/office/drawing/2014/main" id="{5C037E45-75B1-2A50-9209-E7CD86F9D240}"/>
                  </a:ext>
                </a:extLst>
              </p14:cNvPr>
              <p14:cNvContentPartPr/>
              <p14:nvPr/>
            </p14:nvContentPartPr>
            <p14:xfrm>
              <a:off x="10781182" y="1032462"/>
              <a:ext cx="19050" cy="142875"/>
            </p14:xfrm>
          </p:contentPart>
        </mc:Choice>
        <mc:Fallback xmlns="">
          <p:pic>
            <p:nvPicPr>
              <p:cNvPr id="75" name="筆跡 74">
                <a:extLst>
                  <a:ext uri="{FF2B5EF4-FFF2-40B4-BE49-F238E27FC236}">
                    <a16:creationId xmlns:a16="http://schemas.microsoft.com/office/drawing/2014/main" id="{5C037E45-75B1-2A50-9209-E7CD86F9D240}"/>
                  </a:ext>
                </a:extLst>
              </p:cNvPr>
              <p:cNvPicPr/>
              <p:nvPr/>
            </p:nvPicPr>
            <p:blipFill>
              <a:blip r:embed="rId102"/>
              <a:stretch>
                <a:fillRect/>
              </a:stretch>
            </p:blipFill>
            <p:spPr>
              <a:xfrm>
                <a:off x="10770829" y="1023327"/>
                <a:ext cx="39342" cy="16078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76" name="筆跡 75">
                <a:extLst>
                  <a:ext uri="{FF2B5EF4-FFF2-40B4-BE49-F238E27FC236}">
                    <a16:creationId xmlns:a16="http://schemas.microsoft.com/office/drawing/2014/main" id="{F370E80A-6910-ED6A-49FB-0561E1FC8603}"/>
                  </a:ext>
                </a:extLst>
              </p14:cNvPr>
              <p14:cNvContentPartPr/>
              <p14:nvPr/>
            </p14:nvContentPartPr>
            <p14:xfrm>
              <a:off x="6178872" y="1436981"/>
              <a:ext cx="247650" cy="323850"/>
            </p14:xfrm>
          </p:contentPart>
        </mc:Choice>
        <mc:Fallback xmlns="">
          <p:pic>
            <p:nvPicPr>
              <p:cNvPr id="76" name="筆跡 75">
                <a:extLst>
                  <a:ext uri="{FF2B5EF4-FFF2-40B4-BE49-F238E27FC236}">
                    <a16:creationId xmlns:a16="http://schemas.microsoft.com/office/drawing/2014/main" id="{F370E80A-6910-ED6A-49FB-0561E1FC8603}"/>
                  </a:ext>
                </a:extLst>
              </p:cNvPr>
              <p:cNvPicPr/>
              <p:nvPr/>
            </p:nvPicPr>
            <p:blipFill>
              <a:blip r:embed="rId104"/>
              <a:stretch>
                <a:fillRect/>
              </a:stretch>
            </p:blipFill>
            <p:spPr>
              <a:xfrm>
                <a:off x="6169951" y="1428335"/>
                <a:ext cx="265135" cy="341501"/>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77" name="筆跡 76">
                <a:extLst>
                  <a:ext uri="{FF2B5EF4-FFF2-40B4-BE49-F238E27FC236}">
                    <a16:creationId xmlns:a16="http://schemas.microsoft.com/office/drawing/2014/main" id="{0C4E0652-D682-6E2C-1366-4B7CEDDB0D83}"/>
                  </a:ext>
                </a:extLst>
              </p14:cNvPr>
              <p14:cNvContentPartPr/>
              <p14:nvPr/>
            </p14:nvContentPartPr>
            <p14:xfrm>
              <a:off x="6461755" y="1472197"/>
              <a:ext cx="114300" cy="152400"/>
            </p14:xfrm>
          </p:contentPart>
        </mc:Choice>
        <mc:Fallback xmlns="">
          <p:pic>
            <p:nvPicPr>
              <p:cNvPr id="77" name="筆跡 76">
                <a:extLst>
                  <a:ext uri="{FF2B5EF4-FFF2-40B4-BE49-F238E27FC236}">
                    <a16:creationId xmlns:a16="http://schemas.microsoft.com/office/drawing/2014/main" id="{0C4E0652-D682-6E2C-1366-4B7CEDDB0D83}"/>
                  </a:ext>
                </a:extLst>
              </p:cNvPr>
              <p:cNvPicPr/>
              <p:nvPr/>
            </p:nvPicPr>
            <p:blipFill>
              <a:blip r:embed="rId106"/>
              <a:stretch>
                <a:fillRect/>
              </a:stretch>
            </p:blipFill>
            <p:spPr>
              <a:xfrm>
                <a:off x="6452567" y="1463405"/>
                <a:ext cx="132309" cy="170351"/>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78" name="筆跡 77">
                <a:extLst>
                  <a:ext uri="{FF2B5EF4-FFF2-40B4-BE49-F238E27FC236}">
                    <a16:creationId xmlns:a16="http://schemas.microsoft.com/office/drawing/2014/main" id="{0F69D95B-7036-4C8C-8485-C1D744A55442}"/>
                  </a:ext>
                </a:extLst>
              </p14:cNvPr>
              <p14:cNvContentPartPr/>
              <p14:nvPr/>
            </p14:nvContentPartPr>
            <p14:xfrm>
              <a:off x="6641923" y="1450180"/>
              <a:ext cx="133350" cy="38100"/>
            </p14:xfrm>
          </p:contentPart>
        </mc:Choice>
        <mc:Fallback xmlns="">
          <p:pic>
            <p:nvPicPr>
              <p:cNvPr id="78" name="筆跡 77">
                <a:extLst>
                  <a:ext uri="{FF2B5EF4-FFF2-40B4-BE49-F238E27FC236}">
                    <a16:creationId xmlns:a16="http://schemas.microsoft.com/office/drawing/2014/main" id="{0F69D95B-7036-4C8C-8485-C1D744A55442}"/>
                  </a:ext>
                </a:extLst>
              </p:cNvPr>
              <p:cNvPicPr/>
              <p:nvPr/>
            </p:nvPicPr>
            <p:blipFill>
              <a:blip r:embed="rId108"/>
              <a:stretch>
                <a:fillRect/>
              </a:stretch>
            </p:blipFill>
            <p:spPr>
              <a:xfrm>
                <a:off x="6632985" y="1440555"/>
                <a:ext cx="150868" cy="57752"/>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79" name="筆跡 78">
                <a:extLst>
                  <a:ext uri="{FF2B5EF4-FFF2-40B4-BE49-F238E27FC236}">
                    <a16:creationId xmlns:a16="http://schemas.microsoft.com/office/drawing/2014/main" id="{A25966C7-ACD9-AF20-CC4F-4A9994AABD5E}"/>
                  </a:ext>
                </a:extLst>
              </p14:cNvPr>
              <p14:cNvContentPartPr/>
              <p14:nvPr/>
            </p14:nvContentPartPr>
            <p14:xfrm>
              <a:off x="6698297" y="1370776"/>
              <a:ext cx="123825" cy="209550"/>
            </p14:xfrm>
          </p:contentPart>
        </mc:Choice>
        <mc:Fallback xmlns="">
          <p:pic>
            <p:nvPicPr>
              <p:cNvPr id="79" name="筆跡 78">
                <a:extLst>
                  <a:ext uri="{FF2B5EF4-FFF2-40B4-BE49-F238E27FC236}">
                    <a16:creationId xmlns:a16="http://schemas.microsoft.com/office/drawing/2014/main" id="{A25966C7-ACD9-AF20-CC4F-4A9994AABD5E}"/>
                  </a:ext>
                </a:extLst>
              </p:cNvPr>
              <p:cNvPicPr/>
              <p:nvPr/>
            </p:nvPicPr>
            <p:blipFill>
              <a:blip r:embed="rId110"/>
              <a:stretch>
                <a:fillRect/>
              </a:stretch>
            </p:blipFill>
            <p:spPr>
              <a:xfrm>
                <a:off x="6689272" y="1362060"/>
                <a:ext cx="141514" cy="227345"/>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80" name="筆跡 79">
                <a:extLst>
                  <a:ext uri="{FF2B5EF4-FFF2-40B4-BE49-F238E27FC236}">
                    <a16:creationId xmlns:a16="http://schemas.microsoft.com/office/drawing/2014/main" id="{11B53792-FF84-37B1-EA9C-952405685EC6}"/>
                  </a:ext>
                </a:extLst>
              </p14:cNvPr>
              <p14:cNvContentPartPr/>
              <p14:nvPr/>
            </p14:nvContentPartPr>
            <p14:xfrm>
              <a:off x="6735998" y="1527328"/>
              <a:ext cx="9525" cy="9525"/>
            </p14:xfrm>
          </p:contentPart>
        </mc:Choice>
        <mc:Fallback xmlns="">
          <p:pic>
            <p:nvPicPr>
              <p:cNvPr id="80" name="筆跡 79">
                <a:extLst>
                  <a:ext uri="{FF2B5EF4-FFF2-40B4-BE49-F238E27FC236}">
                    <a16:creationId xmlns:a16="http://schemas.microsoft.com/office/drawing/2014/main" id="{11B53792-FF84-37B1-EA9C-952405685EC6}"/>
                  </a:ext>
                </a:extLst>
              </p:cNvPr>
              <p:cNvPicPr/>
              <p:nvPr/>
            </p:nvPicPr>
            <p:blipFill>
              <a:blip r:embed="rId112"/>
              <a:stretch>
                <a:fillRect/>
              </a:stretch>
            </p:blipFill>
            <p:spPr>
              <a:xfrm>
                <a:off x="6727179" y="1506546"/>
                <a:ext cx="26811" cy="51955"/>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81" name="筆跡 80">
                <a:extLst>
                  <a:ext uri="{FF2B5EF4-FFF2-40B4-BE49-F238E27FC236}">
                    <a16:creationId xmlns:a16="http://schemas.microsoft.com/office/drawing/2014/main" id="{1B52BFFB-5595-3D9E-3990-87663448967C}"/>
                  </a:ext>
                </a:extLst>
              </p14:cNvPr>
              <p14:cNvContentPartPr/>
              <p14:nvPr/>
            </p14:nvContentPartPr>
            <p14:xfrm>
              <a:off x="7086253" y="1274376"/>
              <a:ext cx="104775" cy="85725"/>
            </p14:xfrm>
          </p:contentPart>
        </mc:Choice>
        <mc:Fallback xmlns="">
          <p:pic>
            <p:nvPicPr>
              <p:cNvPr id="81" name="筆跡 80">
                <a:extLst>
                  <a:ext uri="{FF2B5EF4-FFF2-40B4-BE49-F238E27FC236}">
                    <a16:creationId xmlns:a16="http://schemas.microsoft.com/office/drawing/2014/main" id="{1B52BFFB-5595-3D9E-3990-87663448967C}"/>
                  </a:ext>
                </a:extLst>
              </p:cNvPr>
              <p:cNvPicPr/>
              <p:nvPr/>
            </p:nvPicPr>
            <p:blipFill>
              <a:blip r:embed="rId114"/>
              <a:stretch>
                <a:fillRect/>
              </a:stretch>
            </p:blipFill>
            <p:spPr>
              <a:xfrm>
                <a:off x="7077954" y="1265803"/>
                <a:ext cx="121719" cy="102527"/>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82" name="筆跡 81">
                <a:extLst>
                  <a:ext uri="{FF2B5EF4-FFF2-40B4-BE49-F238E27FC236}">
                    <a16:creationId xmlns:a16="http://schemas.microsoft.com/office/drawing/2014/main" id="{4C344A4F-4C42-E063-CB4D-1894F7C5854A}"/>
                  </a:ext>
                </a:extLst>
              </p14:cNvPr>
              <p14:cNvContentPartPr/>
              <p14:nvPr/>
            </p14:nvContentPartPr>
            <p14:xfrm>
              <a:off x="7195189" y="1324092"/>
              <a:ext cx="9525" cy="66675"/>
            </p14:xfrm>
          </p:contentPart>
        </mc:Choice>
        <mc:Fallback xmlns="">
          <p:pic>
            <p:nvPicPr>
              <p:cNvPr id="82" name="筆跡 81">
                <a:extLst>
                  <a:ext uri="{FF2B5EF4-FFF2-40B4-BE49-F238E27FC236}">
                    <a16:creationId xmlns:a16="http://schemas.microsoft.com/office/drawing/2014/main" id="{4C344A4F-4C42-E063-CB4D-1894F7C5854A}"/>
                  </a:ext>
                </a:extLst>
              </p:cNvPr>
              <p:cNvPicPr/>
              <p:nvPr/>
            </p:nvPicPr>
            <p:blipFill>
              <a:blip r:embed="rId116"/>
              <a:stretch>
                <a:fillRect/>
              </a:stretch>
            </p:blipFill>
            <p:spPr>
              <a:xfrm>
                <a:off x="7187748" y="1315489"/>
                <a:ext cx="2411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83" name="筆跡 82">
                <a:extLst>
                  <a:ext uri="{FF2B5EF4-FFF2-40B4-BE49-F238E27FC236}">
                    <a16:creationId xmlns:a16="http://schemas.microsoft.com/office/drawing/2014/main" id="{0997D0A4-03E2-351A-65B9-A7476A08840E}"/>
                  </a:ext>
                </a:extLst>
              </p14:cNvPr>
              <p14:cNvContentPartPr/>
              <p14:nvPr/>
            </p14:nvContentPartPr>
            <p14:xfrm>
              <a:off x="7025348" y="1461047"/>
              <a:ext cx="114300" cy="66675"/>
            </p14:xfrm>
          </p:contentPart>
        </mc:Choice>
        <mc:Fallback xmlns="">
          <p:pic>
            <p:nvPicPr>
              <p:cNvPr id="83" name="筆跡 82">
                <a:extLst>
                  <a:ext uri="{FF2B5EF4-FFF2-40B4-BE49-F238E27FC236}">
                    <a16:creationId xmlns:a16="http://schemas.microsoft.com/office/drawing/2014/main" id="{0997D0A4-03E2-351A-65B9-A7476A08840E}"/>
                  </a:ext>
                </a:extLst>
              </p:cNvPr>
              <p:cNvPicPr/>
              <p:nvPr/>
            </p:nvPicPr>
            <p:blipFill>
              <a:blip r:embed="rId118"/>
              <a:stretch>
                <a:fillRect/>
              </a:stretch>
            </p:blipFill>
            <p:spPr>
              <a:xfrm>
                <a:off x="7016100" y="1452444"/>
                <a:ext cx="132425"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84" name="筆跡 83">
                <a:extLst>
                  <a:ext uri="{FF2B5EF4-FFF2-40B4-BE49-F238E27FC236}">
                    <a16:creationId xmlns:a16="http://schemas.microsoft.com/office/drawing/2014/main" id="{2B10D67A-3801-148A-2578-3A0520EEC778}"/>
                  </a:ext>
                </a:extLst>
              </p14:cNvPr>
              <p14:cNvContentPartPr/>
              <p14:nvPr/>
            </p14:nvContentPartPr>
            <p14:xfrm>
              <a:off x="7131108" y="1474611"/>
              <a:ext cx="28575" cy="76200"/>
            </p14:xfrm>
          </p:contentPart>
        </mc:Choice>
        <mc:Fallback xmlns="">
          <p:pic>
            <p:nvPicPr>
              <p:cNvPr id="84" name="筆跡 83">
                <a:extLst>
                  <a:ext uri="{FF2B5EF4-FFF2-40B4-BE49-F238E27FC236}">
                    <a16:creationId xmlns:a16="http://schemas.microsoft.com/office/drawing/2014/main" id="{2B10D67A-3801-148A-2578-3A0520EEC778}"/>
                  </a:ext>
                </a:extLst>
              </p:cNvPr>
              <p:cNvPicPr/>
              <p:nvPr/>
            </p:nvPicPr>
            <p:blipFill>
              <a:blip r:embed="rId120"/>
              <a:stretch>
                <a:fillRect/>
              </a:stretch>
            </p:blipFill>
            <p:spPr>
              <a:xfrm>
                <a:off x="7121023" y="1465227"/>
                <a:ext cx="49166" cy="94593"/>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85" name="筆跡 84">
                <a:extLst>
                  <a:ext uri="{FF2B5EF4-FFF2-40B4-BE49-F238E27FC236}">
                    <a16:creationId xmlns:a16="http://schemas.microsoft.com/office/drawing/2014/main" id="{8AF76D31-F100-056D-8091-A812834618C1}"/>
                  </a:ext>
                </a:extLst>
              </p14:cNvPr>
              <p14:cNvContentPartPr/>
              <p14:nvPr/>
            </p14:nvContentPartPr>
            <p14:xfrm>
              <a:off x="7219239" y="1436981"/>
              <a:ext cx="76200" cy="66675"/>
            </p14:xfrm>
          </p:contentPart>
        </mc:Choice>
        <mc:Fallback xmlns="">
          <p:pic>
            <p:nvPicPr>
              <p:cNvPr id="85" name="筆跡 84">
                <a:extLst>
                  <a:ext uri="{FF2B5EF4-FFF2-40B4-BE49-F238E27FC236}">
                    <a16:creationId xmlns:a16="http://schemas.microsoft.com/office/drawing/2014/main" id="{8AF76D31-F100-056D-8091-A812834618C1}"/>
                  </a:ext>
                </a:extLst>
              </p:cNvPr>
              <p:cNvPicPr/>
              <p:nvPr/>
            </p:nvPicPr>
            <p:blipFill>
              <a:blip r:embed="rId122"/>
              <a:stretch>
                <a:fillRect/>
              </a:stretch>
            </p:blipFill>
            <p:spPr>
              <a:xfrm>
                <a:off x="7210124" y="1428140"/>
                <a:ext cx="94065" cy="84725"/>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86" name="筆跡 85">
                <a:extLst>
                  <a:ext uri="{FF2B5EF4-FFF2-40B4-BE49-F238E27FC236}">
                    <a16:creationId xmlns:a16="http://schemas.microsoft.com/office/drawing/2014/main" id="{426B7E17-FB3B-68B3-26FC-FF3BEC6DF447}"/>
                  </a:ext>
                </a:extLst>
              </p14:cNvPr>
              <p14:cNvContentPartPr/>
              <p14:nvPr/>
            </p14:nvContentPartPr>
            <p14:xfrm>
              <a:off x="7309849" y="1455796"/>
              <a:ext cx="9525" cy="104775"/>
            </p14:xfrm>
          </p:contentPart>
        </mc:Choice>
        <mc:Fallback xmlns="">
          <p:pic>
            <p:nvPicPr>
              <p:cNvPr id="86" name="筆跡 85">
                <a:extLst>
                  <a:ext uri="{FF2B5EF4-FFF2-40B4-BE49-F238E27FC236}">
                    <a16:creationId xmlns:a16="http://schemas.microsoft.com/office/drawing/2014/main" id="{426B7E17-FB3B-68B3-26FC-FF3BEC6DF447}"/>
                  </a:ext>
                </a:extLst>
              </p:cNvPr>
              <p:cNvPicPr/>
              <p:nvPr/>
            </p:nvPicPr>
            <p:blipFill>
              <a:blip r:embed="rId124"/>
              <a:stretch>
                <a:fillRect/>
              </a:stretch>
            </p:blipFill>
            <p:spPr>
              <a:xfrm>
                <a:off x="7296402" y="1446507"/>
                <a:ext cx="36979" cy="122981"/>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87" name="筆跡 86">
                <a:extLst>
                  <a:ext uri="{FF2B5EF4-FFF2-40B4-BE49-F238E27FC236}">
                    <a16:creationId xmlns:a16="http://schemas.microsoft.com/office/drawing/2014/main" id="{86C7D009-A93D-89AC-260D-4496374D2AC1}"/>
                  </a:ext>
                </a:extLst>
              </p14:cNvPr>
              <p14:cNvContentPartPr/>
              <p14:nvPr/>
            </p14:nvContentPartPr>
            <p14:xfrm>
              <a:off x="7118911" y="1534671"/>
              <a:ext cx="95250" cy="76200"/>
            </p14:xfrm>
          </p:contentPart>
        </mc:Choice>
        <mc:Fallback xmlns="">
          <p:pic>
            <p:nvPicPr>
              <p:cNvPr id="87" name="筆跡 86">
                <a:extLst>
                  <a:ext uri="{FF2B5EF4-FFF2-40B4-BE49-F238E27FC236}">
                    <a16:creationId xmlns:a16="http://schemas.microsoft.com/office/drawing/2014/main" id="{86C7D009-A93D-89AC-260D-4496374D2AC1}"/>
                  </a:ext>
                </a:extLst>
              </p:cNvPr>
              <p:cNvPicPr/>
              <p:nvPr/>
            </p:nvPicPr>
            <p:blipFill>
              <a:blip r:embed="rId126"/>
              <a:stretch>
                <a:fillRect/>
              </a:stretch>
            </p:blipFill>
            <p:spPr>
              <a:xfrm>
                <a:off x="7110444" y="1525527"/>
                <a:ext cx="112536" cy="94869"/>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88" name="筆跡 87">
                <a:extLst>
                  <a:ext uri="{FF2B5EF4-FFF2-40B4-BE49-F238E27FC236}">
                    <a16:creationId xmlns:a16="http://schemas.microsoft.com/office/drawing/2014/main" id="{98C4AADC-2118-4329-527A-7140E4B5031B}"/>
                  </a:ext>
                </a:extLst>
              </p14:cNvPr>
              <p14:cNvContentPartPr/>
              <p14:nvPr/>
            </p14:nvContentPartPr>
            <p14:xfrm>
              <a:off x="7140515" y="1587220"/>
              <a:ext cx="161925" cy="19050"/>
            </p14:xfrm>
          </p:contentPart>
        </mc:Choice>
        <mc:Fallback xmlns="">
          <p:pic>
            <p:nvPicPr>
              <p:cNvPr id="88" name="筆跡 87">
                <a:extLst>
                  <a:ext uri="{FF2B5EF4-FFF2-40B4-BE49-F238E27FC236}">
                    <a16:creationId xmlns:a16="http://schemas.microsoft.com/office/drawing/2014/main" id="{98C4AADC-2118-4329-527A-7140E4B5031B}"/>
                  </a:ext>
                </a:extLst>
              </p:cNvPr>
              <p:cNvPicPr/>
              <p:nvPr/>
            </p:nvPicPr>
            <p:blipFill>
              <a:blip r:embed="rId128"/>
              <a:stretch>
                <a:fillRect/>
              </a:stretch>
            </p:blipFill>
            <p:spPr>
              <a:xfrm>
                <a:off x="7131598" y="1579779"/>
                <a:ext cx="179401" cy="33635"/>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89" name="筆跡 88">
                <a:extLst>
                  <a:ext uri="{FF2B5EF4-FFF2-40B4-BE49-F238E27FC236}">
                    <a16:creationId xmlns:a16="http://schemas.microsoft.com/office/drawing/2014/main" id="{52089784-6D60-E323-6143-8089DF3CC7DE}"/>
                  </a:ext>
                </a:extLst>
              </p14:cNvPr>
              <p14:cNvContentPartPr/>
              <p14:nvPr/>
            </p14:nvContentPartPr>
            <p14:xfrm>
              <a:off x="7047072" y="1653351"/>
              <a:ext cx="133350" cy="85725"/>
            </p14:xfrm>
          </p:contentPart>
        </mc:Choice>
        <mc:Fallback xmlns="">
          <p:pic>
            <p:nvPicPr>
              <p:cNvPr id="89" name="筆跡 88">
                <a:extLst>
                  <a:ext uri="{FF2B5EF4-FFF2-40B4-BE49-F238E27FC236}">
                    <a16:creationId xmlns:a16="http://schemas.microsoft.com/office/drawing/2014/main" id="{52089784-6D60-E323-6143-8089DF3CC7DE}"/>
                  </a:ext>
                </a:extLst>
              </p:cNvPr>
              <p:cNvPicPr/>
              <p:nvPr/>
            </p:nvPicPr>
            <p:blipFill>
              <a:blip r:embed="rId130"/>
              <a:stretch>
                <a:fillRect/>
              </a:stretch>
            </p:blipFill>
            <p:spPr>
              <a:xfrm>
                <a:off x="7037938" y="1644521"/>
                <a:ext cx="151252" cy="103753"/>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90" name="筆跡 89">
                <a:extLst>
                  <a:ext uri="{FF2B5EF4-FFF2-40B4-BE49-F238E27FC236}">
                    <a16:creationId xmlns:a16="http://schemas.microsoft.com/office/drawing/2014/main" id="{6309CCED-2567-1836-9321-A0BA4D94DA51}"/>
                  </a:ext>
                </a:extLst>
              </p14:cNvPr>
              <p14:cNvContentPartPr/>
              <p14:nvPr/>
            </p14:nvContentPartPr>
            <p14:xfrm>
              <a:off x="7123134" y="1717076"/>
              <a:ext cx="47625" cy="47625"/>
            </p14:xfrm>
          </p:contentPart>
        </mc:Choice>
        <mc:Fallback xmlns="">
          <p:pic>
            <p:nvPicPr>
              <p:cNvPr id="90" name="筆跡 89">
                <a:extLst>
                  <a:ext uri="{FF2B5EF4-FFF2-40B4-BE49-F238E27FC236}">
                    <a16:creationId xmlns:a16="http://schemas.microsoft.com/office/drawing/2014/main" id="{6309CCED-2567-1836-9321-A0BA4D94DA51}"/>
                  </a:ext>
                </a:extLst>
              </p:cNvPr>
              <p:cNvPicPr/>
              <p:nvPr/>
            </p:nvPicPr>
            <p:blipFill>
              <a:blip r:embed="rId132"/>
              <a:stretch>
                <a:fillRect/>
              </a:stretch>
            </p:blipFill>
            <p:spPr>
              <a:xfrm>
                <a:off x="7114443" y="1708793"/>
                <a:ext cx="64659" cy="64535"/>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91" name="筆跡 90">
                <a:extLst>
                  <a:ext uri="{FF2B5EF4-FFF2-40B4-BE49-F238E27FC236}">
                    <a16:creationId xmlns:a16="http://schemas.microsoft.com/office/drawing/2014/main" id="{151EE9FD-F9BC-E855-B6D8-E6930A46500F}"/>
                  </a:ext>
                </a:extLst>
              </p14:cNvPr>
              <p14:cNvContentPartPr/>
              <p14:nvPr/>
            </p14:nvContentPartPr>
            <p14:xfrm>
              <a:off x="7134550" y="1738018"/>
              <a:ext cx="95250" cy="114300"/>
            </p14:xfrm>
          </p:contentPart>
        </mc:Choice>
        <mc:Fallback xmlns="">
          <p:pic>
            <p:nvPicPr>
              <p:cNvPr id="91" name="筆跡 90">
                <a:extLst>
                  <a:ext uri="{FF2B5EF4-FFF2-40B4-BE49-F238E27FC236}">
                    <a16:creationId xmlns:a16="http://schemas.microsoft.com/office/drawing/2014/main" id="{151EE9FD-F9BC-E855-B6D8-E6930A46500F}"/>
                  </a:ext>
                </a:extLst>
              </p:cNvPr>
              <p:cNvPicPr/>
              <p:nvPr/>
            </p:nvPicPr>
            <p:blipFill>
              <a:blip r:embed="rId134"/>
              <a:stretch>
                <a:fillRect/>
              </a:stretch>
            </p:blipFill>
            <p:spPr>
              <a:xfrm>
                <a:off x="7125891" y="1729226"/>
                <a:ext cx="112929" cy="131533"/>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92" name="筆跡 91">
                <a:extLst>
                  <a:ext uri="{FF2B5EF4-FFF2-40B4-BE49-F238E27FC236}">
                    <a16:creationId xmlns:a16="http://schemas.microsoft.com/office/drawing/2014/main" id="{0B72115A-E1E0-0E2C-A5E7-0B4FCBCF960C}"/>
                  </a:ext>
                </a:extLst>
              </p14:cNvPr>
              <p14:cNvContentPartPr/>
              <p14:nvPr/>
            </p14:nvContentPartPr>
            <p14:xfrm>
              <a:off x="7606730" y="1425433"/>
              <a:ext cx="114300" cy="47625"/>
            </p14:xfrm>
          </p:contentPart>
        </mc:Choice>
        <mc:Fallback xmlns="">
          <p:pic>
            <p:nvPicPr>
              <p:cNvPr id="92" name="筆跡 91">
                <a:extLst>
                  <a:ext uri="{FF2B5EF4-FFF2-40B4-BE49-F238E27FC236}">
                    <a16:creationId xmlns:a16="http://schemas.microsoft.com/office/drawing/2014/main" id="{0B72115A-E1E0-0E2C-A5E7-0B4FCBCF960C}"/>
                  </a:ext>
                </a:extLst>
              </p:cNvPr>
              <p:cNvPicPr/>
              <p:nvPr/>
            </p:nvPicPr>
            <p:blipFill>
              <a:blip r:embed="rId136"/>
              <a:stretch>
                <a:fillRect/>
              </a:stretch>
            </p:blipFill>
            <p:spPr>
              <a:xfrm>
                <a:off x="7597512" y="1416989"/>
                <a:ext cx="132367" cy="64176"/>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93" name="筆跡 92">
                <a:extLst>
                  <a:ext uri="{FF2B5EF4-FFF2-40B4-BE49-F238E27FC236}">
                    <a16:creationId xmlns:a16="http://schemas.microsoft.com/office/drawing/2014/main" id="{08F40204-A283-908A-48AA-E024001E7FC5}"/>
                  </a:ext>
                </a:extLst>
              </p14:cNvPr>
              <p14:cNvContentPartPr/>
              <p14:nvPr/>
            </p14:nvContentPartPr>
            <p14:xfrm>
              <a:off x="7550675" y="1484018"/>
              <a:ext cx="123825" cy="123825"/>
            </p14:xfrm>
          </p:contentPart>
        </mc:Choice>
        <mc:Fallback xmlns="">
          <p:pic>
            <p:nvPicPr>
              <p:cNvPr id="93" name="筆跡 92">
                <a:extLst>
                  <a:ext uri="{FF2B5EF4-FFF2-40B4-BE49-F238E27FC236}">
                    <a16:creationId xmlns:a16="http://schemas.microsoft.com/office/drawing/2014/main" id="{08F40204-A283-908A-48AA-E024001E7FC5}"/>
                  </a:ext>
                </a:extLst>
              </p:cNvPr>
              <p:cNvPicPr/>
              <p:nvPr/>
            </p:nvPicPr>
            <p:blipFill>
              <a:blip r:embed="rId138"/>
              <a:stretch>
                <a:fillRect/>
              </a:stretch>
            </p:blipFill>
            <p:spPr>
              <a:xfrm>
                <a:off x="7541979" y="1475226"/>
                <a:ext cx="140868" cy="141776"/>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94" name="筆跡 93">
                <a:extLst>
                  <a:ext uri="{FF2B5EF4-FFF2-40B4-BE49-F238E27FC236}">
                    <a16:creationId xmlns:a16="http://schemas.microsoft.com/office/drawing/2014/main" id="{6E0DF20D-E8E5-B659-11BE-227951553343}"/>
                  </a:ext>
                </a:extLst>
              </p14:cNvPr>
              <p14:cNvContentPartPr/>
              <p14:nvPr/>
            </p14:nvContentPartPr>
            <p14:xfrm>
              <a:off x="7575418" y="1397224"/>
              <a:ext cx="152400" cy="381000"/>
            </p14:xfrm>
          </p:contentPart>
        </mc:Choice>
        <mc:Fallback xmlns="">
          <p:pic>
            <p:nvPicPr>
              <p:cNvPr id="94" name="筆跡 93">
                <a:extLst>
                  <a:ext uri="{FF2B5EF4-FFF2-40B4-BE49-F238E27FC236}">
                    <a16:creationId xmlns:a16="http://schemas.microsoft.com/office/drawing/2014/main" id="{6E0DF20D-E8E5-B659-11BE-227951553343}"/>
                  </a:ext>
                </a:extLst>
              </p:cNvPr>
              <p:cNvPicPr/>
              <p:nvPr/>
            </p:nvPicPr>
            <p:blipFill>
              <a:blip r:embed="rId140"/>
              <a:stretch>
                <a:fillRect/>
              </a:stretch>
            </p:blipFill>
            <p:spPr>
              <a:xfrm>
                <a:off x="7566639" y="1388187"/>
                <a:ext cx="169606" cy="398713"/>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95" name="筆跡 94">
                <a:extLst>
                  <a:ext uri="{FF2B5EF4-FFF2-40B4-BE49-F238E27FC236}">
                    <a16:creationId xmlns:a16="http://schemas.microsoft.com/office/drawing/2014/main" id="{301B0BC6-024C-87F4-EA6B-80EDF0414D07}"/>
                  </a:ext>
                </a:extLst>
              </p14:cNvPr>
              <p14:cNvContentPartPr/>
              <p14:nvPr/>
            </p14:nvContentPartPr>
            <p14:xfrm>
              <a:off x="7720513" y="1442232"/>
              <a:ext cx="219075" cy="323850"/>
            </p14:xfrm>
          </p:contentPart>
        </mc:Choice>
        <mc:Fallback xmlns="">
          <p:pic>
            <p:nvPicPr>
              <p:cNvPr id="95" name="筆跡 94">
                <a:extLst>
                  <a:ext uri="{FF2B5EF4-FFF2-40B4-BE49-F238E27FC236}">
                    <a16:creationId xmlns:a16="http://schemas.microsoft.com/office/drawing/2014/main" id="{301B0BC6-024C-87F4-EA6B-80EDF0414D07}"/>
                  </a:ext>
                </a:extLst>
              </p:cNvPr>
              <p:cNvPicPr/>
              <p:nvPr/>
            </p:nvPicPr>
            <p:blipFill>
              <a:blip r:embed="rId142"/>
              <a:stretch>
                <a:fillRect/>
              </a:stretch>
            </p:blipFill>
            <p:spPr>
              <a:xfrm>
                <a:off x="7711964" y="1433606"/>
                <a:ext cx="236530" cy="341462"/>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96" name="筆跡 95">
                <a:extLst>
                  <a:ext uri="{FF2B5EF4-FFF2-40B4-BE49-F238E27FC236}">
                    <a16:creationId xmlns:a16="http://schemas.microsoft.com/office/drawing/2014/main" id="{D466413D-8F11-7EA2-C042-2D3BAEF27142}"/>
                  </a:ext>
                </a:extLst>
              </p14:cNvPr>
              <p14:cNvContentPartPr/>
              <p14:nvPr/>
            </p14:nvContentPartPr>
            <p14:xfrm>
              <a:off x="7808442" y="1568684"/>
              <a:ext cx="219075" cy="390525"/>
            </p14:xfrm>
          </p:contentPart>
        </mc:Choice>
        <mc:Fallback xmlns="">
          <p:pic>
            <p:nvPicPr>
              <p:cNvPr id="96" name="筆跡 95">
                <a:extLst>
                  <a:ext uri="{FF2B5EF4-FFF2-40B4-BE49-F238E27FC236}">
                    <a16:creationId xmlns:a16="http://schemas.microsoft.com/office/drawing/2014/main" id="{D466413D-8F11-7EA2-C042-2D3BAEF27142}"/>
                  </a:ext>
                </a:extLst>
              </p:cNvPr>
              <p:cNvPicPr/>
              <p:nvPr/>
            </p:nvPicPr>
            <p:blipFill>
              <a:blip r:embed="rId144"/>
              <a:stretch>
                <a:fillRect/>
              </a:stretch>
            </p:blipFill>
            <p:spPr>
              <a:xfrm>
                <a:off x="7799723" y="1559619"/>
                <a:ext cx="236877" cy="408293"/>
              </a:xfrm>
              <a:prstGeom prst="rect">
                <a:avLst/>
              </a:prstGeom>
            </p:spPr>
          </p:pic>
        </mc:Fallback>
      </mc:AlternateContent>
    </p:spTree>
    <p:extLst>
      <p:ext uri="{BB962C8B-B14F-4D97-AF65-F5344CB8AC3E}">
        <p14:creationId xmlns:p14="http://schemas.microsoft.com/office/powerpoint/2010/main" val="262066297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字方塊 5">
            <a:extLst>
              <a:ext uri="{FF2B5EF4-FFF2-40B4-BE49-F238E27FC236}">
                <a16:creationId xmlns:a16="http://schemas.microsoft.com/office/drawing/2014/main" id="{DAEF7909-B75E-48BA-AF94-57DC47945746}"/>
              </a:ext>
            </a:extLst>
          </p:cNvPr>
          <p:cNvSpPr txBox="1"/>
          <p:nvPr/>
        </p:nvSpPr>
        <p:spPr>
          <a:xfrm>
            <a:off x="204968" y="117822"/>
            <a:ext cx="2692344"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zh-TW" sz="3200">
                <a:latin typeface="Consolas" panose="020B0609020204030204" pitchFamily="49" charset="0"/>
                <a:ea typeface="+mj-ea"/>
              </a:rPr>
              <a:t>web.xml</a:t>
            </a:r>
            <a:r>
              <a:rPr lang="zh-TW" altLang="en-US" sz="3200">
                <a:latin typeface="Consolas" panose="020B0609020204030204" pitchFamily="49" charset="0"/>
                <a:ea typeface="+mj-ea"/>
              </a:rPr>
              <a:t>設定</a:t>
            </a:r>
          </a:p>
        </p:txBody>
      </p:sp>
      <p:sp>
        <p:nvSpPr>
          <p:cNvPr id="2" name="投影片編號版面配置區 1">
            <a:extLst>
              <a:ext uri="{FF2B5EF4-FFF2-40B4-BE49-F238E27FC236}">
                <a16:creationId xmlns:a16="http://schemas.microsoft.com/office/drawing/2014/main" id="{63A4B6CE-C5B0-42F2-8656-BC29930E6C4F}"/>
              </a:ext>
            </a:extLst>
          </p:cNvPr>
          <p:cNvSpPr>
            <a:spLocks noGrp="1"/>
          </p:cNvSpPr>
          <p:nvPr>
            <p:ph type="sldNum" sz="quarter" idx="12"/>
          </p:nvPr>
        </p:nvSpPr>
        <p:spPr/>
        <p:txBody>
          <a:bodyPr/>
          <a:lstStyle/>
          <a:p>
            <a:fld id="{B521127C-0C56-461F-B517-0D483F216F7D}" type="slidenum">
              <a:rPr lang="zh-TW" altLang="en-US" smtClean="0"/>
              <a:t>128</a:t>
            </a:fld>
            <a:endParaRPr lang="zh-TW" altLang="en-US"/>
          </a:p>
        </p:txBody>
      </p:sp>
      <p:sp>
        <p:nvSpPr>
          <p:cNvPr id="8" name="內容版面配置區 2">
            <a:extLst>
              <a:ext uri="{FF2B5EF4-FFF2-40B4-BE49-F238E27FC236}">
                <a16:creationId xmlns:a16="http://schemas.microsoft.com/office/drawing/2014/main" id="{50221C51-F4B0-4B4D-ACF9-415DDF80A69F}"/>
              </a:ext>
            </a:extLst>
          </p:cNvPr>
          <p:cNvSpPr>
            <a:spLocks noGrp="1"/>
          </p:cNvSpPr>
          <p:nvPr>
            <p:ph idx="1"/>
          </p:nvPr>
        </p:nvSpPr>
        <p:spPr>
          <a:xfrm>
            <a:off x="204968" y="1081026"/>
            <a:ext cx="11630642" cy="5073193"/>
          </a:xfrm>
        </p:spPr>
        <p:txBody>
          <a:bodyPr>
            <a:normAutofit/>
          </a:bodyPr>
          <a:lstStyle/>
          <a:p>
            <a:pPr marL="274320" lvl="2" indent="0" algn="just">
              <a:buNone/>
            </a:pPr>
            <a:r>
              <a:rPr lang="en-US" altLang="zh-TW" sz="2200">
                <a:latin typeface="Consolas" panose="020B0609020204030204" pitchFamily="49" charset="0"/>
                <a:ea typeface="+mj-ea"/>
              </a:rPr>
              <a:t>&lt;filter&gt;</a:t>
            </a:r>
          </a:p>
          <a:p>
            <a:pPr marL="274320" lvl="2" indent="0" algn="just">
              <a:buNone/>
            </a:pPr>
            <a:r>
              <a:rPr lang="en-US" altLang="zh-TW" sz="2200">
                <a:latin typeface="Consolas" panose="020B0609020204030204" pitchFamily="49" charset="0"/>
                <a:ea typeface="+mj-ea"/>
              </a:rPr>
              <a:t>	&lt;filter-name&gt;</a:t>
            </a:r>
            <a:r>
              <a:rPr lang="en-US" altLang="zh-TW" sz="2200">
                <a:solidFill>
                  <a:srgbClr val="0070C0"/>
                </a:solidFill>
                <a:latin typeface="Consolas" panose="020B0609020204030204" pitchFamily="49" charset="0"/>
                <a:ea typeface="+mj-ea"/>
              </a:rPr>
              <a:t>Filter</a:t>
            </a:r>
            <a:r>
              <a:rPr lang="zh-TW" altLang="en-US" sz="2200">
                <a:solidFill>
                  <a:srgbClr val="0070C0"/>
                </a:solidFill>
                <a:latin typeface="Consolas" panose="020B0609020204030204" pitchFamily="49" charset="0"/>
                <a:ea typeface="+mj-ea"/>
              </a:rPr>
              <a:t>註冊名稱</a:t>
            </a:r>
            <a:r>
              <a:rPr lang="en-US" altLang="zh-TW" sz="2200">
                <a:latin typeface="Consolas" panose="020B0609020204030204" pitchFamily="49" charset="0"/>
                <a:ea typeface="+mj-ea"/>
              </a:rPr>
              <a:t>&lt;/filter-name&gt;</a:t>
            </a:r>
          </a:p>
          <a:p>
            <a:pPr marL="274320" lvl="2" indent="0" algn="just">
              <a:buNone/>
            </a:pPr>
            <a:r>
              <a:rPr lang="en-US" altLang="zh-TW" sz="2200">
                <a:latin typeface="Consolas" panose="020B0609020204030204" pitchFamily="49" charset="0"/>
                <a:ea typeface="+mj-ea"/>
              </a:rPr>
              <a:t>	&lt;filter-class&gt;</a:t>
            </a:r>
            <a:r>
              <a:rPr lang="en-US" altLang="zh-TW" sz="2200" err="1">
                <a:solidFill>
                  <a:srgbClr val="0070C0"/>
                </a:solidFill>
                <a:latin typeface="Consolas" panose="020B0609020204030204" pitchFamily="49" charset="0"/>
                <a:ea typeface="+mj-ea"/>
              </a:rPr>
              <a:t>package.class</a:t>
            </a:r>
            <a:r>
              <a:rPr lang="en-US" altLang="zh-TW" sz="2200">
                <a:latin typeface="Consolas" panose="020B0609020204030204" pitchFamily="49" charset="0"/>
                <a:ea typeface="+mj-ea"/>
              </a:rPr>
              <a:t>&lt;/filter-class&gt;</a:t>
            </a:r>
          </a:p>
          <a:p>
            <a:pPr marL="274320" lvl="2" indent="0" algn="just">
              <a:buNone/>
            </a:pPr>
            <a:r>
              <a:rPr lang="en-US" altLang="zh-TW" sz="2200">
                <a:latin typeface="Consolas" panose="020B0609020204030204" pitchFamily="49" charset="0"/>
                <a:ea typeface="+mj-ea"/>
              </a:rPr>
              <a:t>&lt;/filter&gt;</a:t>
            </a:r>
          </a:p>
          <a:p>
            <a:pPr marL="274320" lvl="2" indent="0" algn="just">
              <a:buNone/>
            </a:pPr>
            <a:r>
              <a:rPr lang="en-US" altLang="zh-TW" sz="2200">
                <a:latin typeface="Consolas" panose="020B0609020204030204" pitchFamily="49" charset="0"/>
                <a:ea typeface="+mj-ea"/>
              </a:rPr>
              <a:t>&lt;filter-mapping&gt;</a:t>
            </a:r>
          </a:p>
          <a:p>
            <a:pPr marL="274320" lvl="2" indent="0" algn="just">
              <a:buNone/>
            </a:pPr>
            <a:r>
              <a:rPr lang="en-US" altLang="zh-TW" sz="2200">
                <a:latin typeface="Consolas" panose="020B0609020204030204" pitchFamily="49" charset="0"/>
                <a:ea typeface="+mj-ea"/>
              </a:rPr>
              <a:t>	&lt;filter-name&gt;</a:t>
            </a:r>
            <a:r>
              <a:rPr lang="en-US" altLang="zh-TW" sz="2200">
                <a:solidFill>
                  <a:srgbClr val="0070C0"/>
                </a:solidFill>
                <a:latin typeface="Consolas" panose="020B0609020204030204" pitchFamily="49" charset="0"/>
                <a:ea typeface="+mj-ea"/>
              </a:rPr>
              <a:t>Filter</a:t>
            </a:r>
            <a:r>
              <a:rPr lang="zh-TW" altLang="en-US" sz="2200">
                <a:solidFill>
                  <a:srgbClr val="0070C0"/>
                </a:solidFill>
                <a:latin typeface="Consolas" panose="020B0609020204030204" pitchFamily="49" charset="0"/>
                <a:ea typeface="+mj-ea"/>
              </a:rPr>
              <a:t>註冊名稱</a:t>
            </a:r>
            <a:r>
              <a:rPr lang="en-US" altLang="zh-TW" sz="2200">
                <a:latin typeface="Consolas" panose="020B0609020204030204" pitchFamily="49" charset="0"/>
                <a:ea typeface="+mj-ea"/>
              </a:rPr>
              <a:t>&lt;/filter-name&gt;</a:t>
            </a:r>
          </a:p>
          <a:p>
            <a:pPr marL="274320" lvl="2" indent="0" algn="just">
              <a:buNone/>
            </a:pPr>
            <a:r>
              <a:rPr lang="en-US" altLang="zh-TW" sz="2200">
                <a:latin typeface="Consolas" panose="020B0609020204030204" pitchFamily="49" charset="0"/>
                <a:ea typeface="+mj-ea"/>
              </a:rPr>
              <a:t>	&lt;</a:t>
            </a:r>
            <a:r>
              <a:rPr lang="en-US" altLang="zh-TW" sz="2200" err="1">
                <a:latin typeface="Consolas" panose="020B0609020204030204" pitchFamily="49" charset="0"/>
                <a:ea typeface="+mj-ea"/>
              </a:rPr>
              <a:t>url</a:t>
            </a:r>
            <a:r>
              <a:rPr lang="en-US" altLang="zh-TW" sz="2200">
                <a:latin typeface="Consolas" panose="020B0609020204030204" pitchFamily="49" charset="0"/>
                <a:ea typeface="+mj-ea"/>
              </a:rPr>
              <a:t>-pattern&gt;</a:t>
            </a:r>
            <a:r>
              <a:rPr lang="en-US" altLang="zh-TW" sz="2200">
                <a:solidFill>
                  <a:srgbClr val="0070C0"/>
                </a:solidFill>
                <a:latin typeface="Consolas" panose="020B0609020204030204" pitchFamily="49" charset="0"/>
                <a:ea typeface="+mj-ea"/>
              </a:rPr>
              <a:t>/*</a:t>
            </a:r>
            <a:r>
              <a:rPr lang="en-US" altLang="zh-TW" sz="2200">
                <a:latin typeface="Consolas" panose="020B0609020204030204" pitchFamily="49" charset="0"/>
                <a:ea typeface="+mj-ea"/>
              </a:rPr>
              <a:t>&lt;/</a:t>
            </a:r>
            <a:r>
              <a:rPr lang="en-US" altLang="zh-TW" sz="2200" err="1">
                <a:latin typeface="Consolas" panose="020B0609020204030204" pitchFamily="49" charset="0"/>
                <a:ea typeface="+mj-ea"/>
              </a:rPr>
              <a:t>url</a:t>
            </a:r>
            <a:r>
              <a:rPr lang="en-US" altLang="zh-TW" sz="2200">
                <a:latin typeface="Consolas" panose="020B0609020204030204" pitchFamily="49" charset="0"/>
                <a:ea typeface="+mj-ea"/>
              </a:rPr>
              <a:t>-pattern&gt;</a:t>
            </a:r>
          </a:p>
          <a:p>
            <a:pPr marL="274320" lvl="2" indent="0" algn="just">
              <a:buNone/>
            </a:pPr>
            <a:r>
              <a:rPr lang="en-US" altLang="zh-TW" sz="2200">
                <a:latin typeface="Consolas" panose="020B0609020204030204" pitchFamily="49" charset="0"/>
                <a:ea typeface="+mj-ea"/>
              </a:rPr>
              <a:t>	&lt;servlet-name&gt;</a:t>
            </a:r>
            <a:r>
              <a:rPr lang="en-US" altLang="zh-TW" sz="2200">
                <a:solidFill>
                  <a:srgbClr val="0070C0"/>
                </a:solidFill>
                <a:latin typeface="Consolas" panose="020B0609020204030204" pitchFamily="49" charset="0"/>
                <a:ea typeface="+mj-ea"/>
              </a:rPr>
              <a:t>*</a:t>
            </a:r>
            <a:r>
              <a:rPr lang="en-US" altLang="zh-CN" sz="2200">
                <a:latin typeface="Consolas" panose="020B0609020204030204" pitchFamily="49" charset="0"/>
                <a:ea typeface="+mj-ea"/>
              </a:rPr>
              <a:t>&lt;/</a:t>
            </a:r>
            <a:r>
              <a:rPr lang="en-US" altLang="zh-TW" sz="2200">
                <a:latin typeface="Consolas" panose="020B0609020204030204" pitchFamily="49" charset="0"/>
                <a:ea typeface="+mj-ea"/>
              </a:rPr>
              <a:t>servlet-name&gt;</a:t>
            </a:r>
          </a:p>
          <a:p>
            <a:pPr marL="274320" lvl="2" indent="0" algn="just">
              <a:buNone/>
            </a:pPr>
            <a:r>
              <a:rPr lang="en-US" altLang="zh-TW" sz="2200">
                <a:latin typeface="Consolas" panose="020B0609020204030204" pitchFamily="49" charset="0"/>
                <a:ea typeface="+mj-ea"/>
              </a:rPr>
              <a:t>&lt;/filter-mapping&gt;</a:t>
            </a:r>
          </a:p>
        </p:txBody>
      </p:sp>
      <p:cxnSp>
        <p:nvCxnSpPr>
          <p:cNvPr id="4" name="直線單箭頭接點 3">
            <a:extLst>
              <a:ext uri="{FF2B5EF4-FFF2-40B4-BE49-F238E27FC236}">
                <a16:creationId xmlns:a16="http://schemas.microsoft.com/office/drawing/2014/main" id="{9A0C0E58-9B1B-4690-A162-A027FA563A9E}"/>
              </a:ext>
            </a:extLst>
          </p:cNvPr>
          <p:cNvCxnSpPr>
            <a:cxnSpLocks/>
            <a:endCxn id="5" idx="1"/>
          </p:cNvCxnSpPr>
          <p:nvPr/>
        </p:nvCxnSpPr>
        <p:spPr>
          <a:xfrm flipV="1">
            <a:off x="5825447" y="3429000"/>
            <a:ext cx="1828800" cy="1053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文字方塊 4">
            <a:extLst>
              <a:ext uri="{FF2B5EF4-FFF2-40B4-BE49-F238E27FC236}">
                <a16:creationId xmlns:a16="http://schemas.microsoft.com/office/drawing/2014/main" id="{7B6A5E18-464A-43E6-8D5C-73AB769B3550}"/>
              </a:ext>
            </a:extLst>
          </p:cNvPr>
          <p:cNvSpPr txBox="1"/>
          <p:nvPr/>
        </p:nvSpPr>
        <p:spPr>
          <a:xfrm>
            <a:off x="7654247" y="3244334"/>
            <a:ext cx="3092522"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TW" altLang="en-US">
                <a:latin typeface="Consolas" panose="020B0609020204030204" pitchFamily="49" charset="0"/>
                <a:ea typeface="+mj-ea"/>
              </a:rPr>
              <a:t>可透過指定</a:t>
            </a:r>
            <a:r>
              <a:rPr lang="en-US" altLang="zh-TW">
                <a:latin typeface="Consolas" panose="020B0609020204030204" pitchFamily="49" charset="0"/>
                <a:ea typeface="+mj-ea"/>
              </a:rPr>
              <a:t>URL</a:t>
            </a:r>
            <a:r>
              <a:rPr lang="zh-TW" altLang="en-US">
                <a:latin typeface="Consolas" panose="020B0609020204030204" pitchFamily="49" charset="0"/>
                <a:ea typeface="+mj-ea"/>
              </a:rPr>
              <a:t>執行</a:t>
            </a:r>
            <a:r>
              <a:rPr lang="en-US" altLang="zh-TW">
                <a:latin typeface="Consolas" panose="020B0609020204030204" pitchFamily="49" charset="0"/>
                <a:ea typeface="+mj-ea"/>
              </a:rPr>
              <a:t>filter</a:t>
            </a:r>
            <a:endParaRPr lang="zh-TW" altLang="en-US">
              <a:latin typeface="Consolas" panose="020B0609020204030204" pitchFamily="49" charset="0"/>
              <a:ea typeface="+mj-ea"/>
            </a:endParaRPr>
          </a:p>
        </p:txBody>
      </p:sp>
      <p:cxnSp>
        <p:nvCxnSpPr>
          <p:cNvPr id="22" name="直線單箭頭接點 21">
            <a:extLst>
              <a:ext uri="{FF2B5EF4-FFF2-40B4-BE49-F238E27FC236}">
                <a16:creationId xmlns:a16="http://schemas.microsoft.com/office/drawing/2014/main" id="{90A07771-C56A-416E-BC65-23B1E395E09A}"/>
              </a:ext>
            </a:extLst>
          </p:cNvPr>
          <p:cNvCxnSpPr>
            <a:cxnSpLocks/>
            <a:endCxn id="23" idx="1"/>
          </p:cNvCxnSpPr>
          <p:nvPr/>
        </p:nvCxnSpPr>
        <p:spPr>
          <a:xfrm>
            <a:off x="5969285" y="3912739"/>
            <a:ext cx="934949" cy="1652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文字方塊 22">
            <a:extLst>
              <a:ext uri="{FF2B5EF4-FFF2-40B4-BE49-F238E27FC236}">
                <a16:creationId xmlns:a16="http://schemas.microsoft.com/office/drawing/2014/main" id="{C0F2BFB2-FF8E-4EAE-A22A-4F0AA0966B0C}"/>
              </a:ext>
            </a:extLst>
          </p:cNvPr>
          <p:cNvSpPr txBox="1"/>
          <p:nvPr/>
        </p:nvSpPr>
        <p:spPr>
          <a:xfrm>
            <a:off x="6904234" y="3754774"/>
            <a:ext cx="5198723"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TW" altLang="en-US">
                <a:latin typeface="Consolas" panose="020B0609020204030204" pitchFamily="49" charset="0"/>
                <a:ea typeface="+mj-ea"/>
              </a:rPr>
              <a:t>也可透過指定註冊的</a:t>
            </a:r>
            <a:r>
              <a:rPr lang="en-US" altLang="zh-TW">
                <a:latin typeface="Consolas" panose="020B0609020204030204" pitchFamily="49" charset="0"/>
                <a:ea typeface="+mj-ea"/>
              </a:rPr>
              <a:t>servlet</a:t>
            </a:r>
            <a:r>
              <a:rPr lang="zh-TW" altLang="en-US">
                <a:latin typeface="Consolas" panose="020B0609020204030204" pitchFamily="49" charset="0"/>
                <a:ea typeface="+mj-ea"/>
              </a:rPr>
              <a:t>名字執行</a:t>
            </a:r>
            <a:r>
              <a:rPr lang="en-US" altLang="zh-TW">
                <a:latin typeface="Consolas" panose="020B0609020204030204" pitchFamily="49" charset="0"/>
                <a:ea typeface="+mj-ea"/>
              </a:rPr>
              <a:t>filter</a:t>
            </a:r>
          </a:p>
          <a:p>
            <a:r>
              <a:rPr lang="zh-TW" altLang="en-US">
                <a:latin typeface="Consolas" panose="020B0609020204030204" pitchFamily="49" charset="0"/>
                <a:ea typeface="+mj-ea"/>
              </a:rPr>
              <a:t>若兩者都設定，則優先比對</a:t>
            </a:r>
            <a:r>
              <a:rPr lang="en-US" altLang="zh-TW">
                <a:latin typeface="Consolas" panose="020B0609020204030204" pitchFamily="49" charset="0"/>
                <a:ea typeface="+mj-ea"/>
              </a:rPr>
              <a:t>URL</a:t>
            </a:r>
            <a:r>
              <a:rPr lang="zh-TW" altLang="en-US">
                <a:latin typeface="Consolas" panose="020B0609020204030204" pitchFamily="49" charset="0"/>
                <a:ea typeface="+mj-ea"/>
              </a:rPr>
              <a:t>，再比對</a:t>
            </a:r>
            <a:r>
              <a:rPr lang="en-US" altLang="zh-TW">
                <a:latin typeface="Consolas" panose="020B0609020204030204" pitchFamily="49" charset="0"/>
                <a:ea typeface="+mj-ea"/>
              </a:rPr>
              <a:t>servlet</a:t>
            </a:r>
            <a:endParaRPr lang="zh-TW" altLang="en-US">
              <a:latin typeface="Consolas" panose="020B0609020204030204" pitchFamily="49" charset="0"/>
              <a:ea typeface="+mj-ea"/>
            </a:endParaRPr>
          </a:p>
        </p:txBody>
      </p:sp>
      <p:sp>
        <p:nvSpPr>
          <p:cNvPr id="29" name="文字方塊 28">
            <a:extLst>
              <a:ext uri="{FF2B5EF4-FFF2-40B4-BE49-F238E27FC236}">
                <a16:creationId xmlns:a16="http://schemas.microsoft.com/office/drawing/2014/main" id="{C5D49F32-CF72-41F2-A536-233BA02EC05D}"/>
              </a:ext>
            </a:extLst>
          </p:cNvPr>
          <p:cNvSpPr txBox="1"/>
          <p:nvPr/>
        </p:nvSpPr>
        <p:spPr>
          <a:xfrm>
            <a:off x="789398" y="5297453"/>
            <a:ext cx="5744966"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TW" altLang="en-US">
                <a:latin typeface="Consolas" panose="020B0609020204030204" pitchFamily="49" charset="0"/>
                <a:ea typeface="+mj-ea"/>
              </a:rPr>
              <a:t>若某</a:t>
            </a:r>
            <a:r>
              <a:rPr lang="en-US" altLang="zh-TW">
                <a:latin typeface="Consolas" panose="020B0609020204030204" pitchFamily="49" charset="0"/>
                <a:ea typeface="+mj-ea"/>
              </a:rPr>
              <a:t>URL</a:t>
            </a:r>
            <a:r>
              <a:rPr lang="zh-TW" altLang="en-US">
                <a:latin typeface="Consolas" panose="020B0609020204030204" pitchFamily="49" charset="0"/>
                <a:ea typeface="+mj-ea"/>
              </a:rPr>
              <a:t>或</a:t>
            </a:r>
            <a:r>
              <a:rPr lang="en-US" altLang="zh-TW">
                <a:latin typeface="Consolas" panose="020B0609020204030204" pitchFamily="49" charset="0"/>
                <a:ea typeface="+mj-ea"/>
              </a:rPr>
              <a:t>Servlet</a:t>
            </a:r>
            <a:r>
              <a:rPr lang="zh-TW" altLang="en-US">
                <a:latin typeface="Consolas" panose="020B0609020204030204" pitchFamily="49" charset="0"/>
                <a:ea typeface="+mj-ea"/>
              </a:rPr>
              <a:t>套用多個</a:t>
            </a:r>
            <a:r>
              <a:rPr lang="en-US" altLang="zh-TW">
                <a:latin typeface="Consolas" panose="020B0609020204030204" pitchFamily="49" charset="0"/>
                <a:ea typeface="+mj-ea"/>
              </a:rPr>
              <a:t>Filter</a:t>
            </a:r>
            <a:r>
              <a:rPr lang="zh-TW" altLang="en-US">
                <a:latin typeface="Consolas" panose="020B0609020204030204" pitchFamily="49" charset="0"/>
                <a:ea typeface="+mj-ea"/>
              </a:rPr>
              <a:t>，則以</a:t>
            </a:r>
            <a:r>
              <a:rPr lang="en-US" altLang="zh-TW">
                <a:latin typeface="Consolas" panose="020B0609020204030204" pitchFamily="49" charset="0"/>
                <a:ea typeface="+mj-ea"/>
              </a:rPr>
              <a:t>web.xml</a:t>
            </a:r>
            <a:r>
              <a:rPr lang="zh-TW" altLang="en-US">
                <a:latin typeface="Consolas" panose="020B0609020204030204" pitchFamily="49" charset="0"/>
                <a:ea typeface="+mj-ea"/>
              </a:rPr>
              <a:t>裡出現順序為執行順序</a:t>
            </a:r>
            <a:r>
              <a:rPr lang="en-US" altLang="zh-TW">
                <a:latin typeface="Consolas" panose="020B0609020204030204" pitchFamily="49" charset="0"/>
                <a:ea typeface="+mj-ea"/>
              </a:rPr>
              <a:t>(</a:t>
            </a:r>
            <a:r>
              <a:rPr lang="zh-TW" altLang="en-US">
                <a:latin typeface="Consolas" panose="020B0609020204030204" pitchFamily="49" charset="0"/>
                <a:ea typeface="+mj-ea"/>
              </a:rPr>
              <a:t>上方的</a:t>
            </a:r>
            <a:r>
              <a:rPr lang="en-US" altLang="zh-TW">
                <a:latin typeface="Consolas" panose="020B0609020204030204" pitchFamily="49" charset="0"/>
                <a:ea typeface="+mj-ea"/>
              </a:rPr>
              <a:t>Filter</a:t>
            </a:r>
            <a:r>
              <a:rPr lang="zh-TW" altLang="en-US">
                <a:latin typeface="Consolas" panose="020B0609020204030204" pitchFamily="49" charset="0"/>
                <a:ea typeface="+mj-ea"/>
              </a:rPr>
              <a:t>先執行</a:t>
            </a:r>
            <a:r>
              <a:rPr lang="en-US" altLang="zh-TW">
                <a:latin typeface="Consolas" panose="020B0609020204030204" pitchFamily="49" charset="0"/>
                <a:ea typeface="+mj-ea"/>
              </a:rPr>
              <a:t>)</a:t>
            </a:r>
            <a:endParaRPr lang="zh-TW" altLang="en-US">
              <a:latin typeface="Consolas" panose="020B0609020204030204" pitchFamily="49" charset="0"/>
              <a:ea typeface="+mj-ea"/>
            </a:endParaRPr>
          </a:p>
        </p:txBody>
      </p:sp>
      <mc:AlternateContent xmlns:mc="http://schemas.openxmlformats.org/markup-compatibility/2006" xmlns:p14="http://schemas.microsoft.com/office/powerpoint/2010/main">
        <mc:Choice Requires="p14">
          <p:contentPart p14:bwMode="auto" r:id="rId3">
            <p14:nvContentPartPr>
              <p14:cNvPr id="3" name="筆跡 2">
                <a:extLst>
                  <a:ext uri="{FF2B5EF4-FFF2-40B4-BE49-F238E27FC236}">
                    <a16:creationId xmlns:a16="http://schemas.microsoft.com/office/drawing/2014/main" id="{CD747FA2-0192-A8B9-EC40-EE49F49D37A7}"/>
                  </a:ext>
                </a:extLst>
              </p14:cNvPr>
              <p14:cNvContentPartPr/>
              <p14:nvPr/>
            </p14:nvContentPartPr>
            <p14:xfrm>
              <a:off x="3238744" y="518800"/>
              <a:ext cx="114300" cy="161925"/>
            </p14:xfrm>
          </p:contentPart>
        </mc:Choice>
        <mc:Fallback xmlns="">
          <p:pic>
            <p:nvPicPr>
              <p:cNvPr id="3" name="筆跡 2">
                <a:extLst>
                  <a:ext uri="{FF2B5EF4-FFF2-40B4-BE49-F238E27FC236}">
                    <a16:creationId xmlns:a16="http://schemas.microsoft.com/office/drawing/2014/main" id="{CD747FA2-0192-A8B9-EC40-EE49F49D37A7}"/>
                  </a:ext>
                </a:extLst>
              </p:cNvPr>
              <p:cNvPicPr/>
              <p:nvPr/>
            </p:nvPicPr>
            <p:blipFill>
              <a:blip r:embed="rId4"/>
              <a:stretch>
                <a:fillRect/>
              </a:stretch>
            </p:blipFill>
            <p:spPr>
              <a:xfrm>
                <a:off x="3230111" y="509981"/>
                <a:ext cx="131221" cy="179211"/>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筆跡 6">
                <a:extLst>
                  <a:ext uri="{FF2B5EF4-FFF2-40B4-BE49-F238E27FC236}">
                    <a16:creationId xmlns:a16="http://schemas.microsoft.com/office/drawing/2014/main" id="{993FC747-6750-E7DE-765E-431D04EAB0CE}"/>
                  </a:ext>
                </a:extLst>
              </p14:cNvPr>
              <p14:cNvContentPartPr/>
              <p14:nvPr/>
            </p14:nvContentPartPr>
            <p14:xfrm>
              <a:off x="3133661" y="381674"/>
              <a:ext cx="266700" cy="400050"/>
            </p14:xfrm>
          </p:contentPart>
        </mc:Choice>
        <mc:Fallback xmlns="">
          <p:pic>
            <p:nvPicPr>
              <p:cNvPr id="7" name="筆跡 6">
                <a:extLst>
                  <a:ext uri="{FF2B5EF4-FFF2-40B4-BE49-F238E27FC236}">
                    <a16:creationId xmlns:a16="http://schemas.microsoft.com/office/drawing/2014/main" id="{993FC747-6750-E7DE-765E-431D04EAB0CE}"/>
                  </a:ext>
                </a:extLst>
              </p:cNvPr>
              <p:cNvPicPr/>
              <p:nvPr/>
            </p:nvPicPr>
            <p:blipFill>
              <a:blip r:embed="rId6"/>
              <a:stretch>
                <a:fillRect/>
              </a:stretch>
            </p:blipFill>
            <p:spPr>
              <a:xfrm>
                <a:off x="3124988" y="372969"/>
                <a:ext cx="284408" cy="417822"/>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筆跡 8">
                <a:extLst>
                  <a:ext uri="{FF2B5EF4-FFF2-40B4-BE49-F238E27FC236}">
                    <a16:creationId xmlns:a16="http://schemas.microsoft.com/office/drawing/2014/main" id="{4BA30E91-3A55-A995-D853-DBF40A1DDC77}"/>
                  </a:ext>
                </a:extLst>
              </p14:cNvPr>
              <p14:cNvContentPartPr/>
              <p14:nvPr/>
            </p14:nvContentPartPr>
            <p14:xfrm>
              <a:off x="3313656" y="680662"/>
              <a:ext cx="9525" cy="9525"/>
            </p14:xfrm>
          </p:contentPart>
        </mc:Choice>
        <mc:Fallback xmlns="">
          <p:pic>
            <p:nvPicPr>
              <p:cNvPr id="9" name="筆跡 8">
                <a:extLst>
                  <a:ext uri="{FF2B5EF4-FFF2-40B4-BE49-F238E27FC236}">
                    <a16:creationId xmlns:a16="http://schemas.microsoft.com/office/drawing/2014/main" id="{4BA30E91-3A55-A995-D853-DBF40A1DDC77}"/>
                  </a:ext>
                </a:extLst>
              </p:cNvPr>
              <p:cNvPicPr/>
              <p:nvPr/>
            </p:nvPicPr>
            <p:blipFill>
              <a:blip r:embed="rId8"/>
              <a:stretch>
                <a:fillRect/>
              </a:stretch>
            </p:blipFill>
            <p:spPr>
              <a:xfrm>
                <a:off x="3302832" y="659014"/>
                <a:ext cx="30740" cy="51955"/>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筆跡 9">
                <a:extLst>
                  <a:ext uri="{FF2B5EF4-FFF2-40B4-BE49-F238E27FC236}">
                    <a16:creationId xmlns:a16="http://schemas.microsoft.com/office/drawing/2014/main" id="{20B5A92B-17B6-C25B-2DFA-6129CC1A01B8}"/>
                  </a:ext>
                </a:extLst>
              </p14:cNvPr>
              <p14:cNvContentPartPr/>
              <p14:nvPr/>
            </p14:nvContentPartPr>
            <p14:xfrm>
              <a:off x="3509257" y="410754"/>
              <a:ext cx="133350" cy="19050"/>
            </p14:xfrm>
          </p:contentPart>
        </mc:Choice>
        <mc:Fallback xmlns="">
          <p:pic>
            <p:nvPicPr>
              <p:cNvPr id="10" name="筆跡 9">
                <a:extLst>
                  <a:ext uri="{FF2B5EF4-FFF2-40B4-BE49-F238E27FC236}">
                    <a16:creationId xmlns:a16="http://schemas.microsoft.com/office/drawing/2014/main" id="{20B5A92B-17B6-C25B-2DFA-6129CC1A01B8}"/>
                  </a:ext>
                </a:extLst>
              </p:cNvPr>
              <p:cNvPicPr/>
              <p:nvPr/>
            </p:nvPicPr>
            <p:blipFill>
              <a:blip r:embed="rId10"/>
              <a:stretch>
                <a:fillRect/>
              </a:stretch>
            </p:blipFill>
            <p:spPr>
              <a:xfrm>
                <a:off x="3500835" y="402590"/>
                <a:ext cx="150545" cy="357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筆跡 10">
                <a:extLst>
                  <a:ext uri="{FF2B5EF4-FFF2-40B4-BE49-F238E27FC236}">
                    <a16:creationId xmlns:a16="http://schemas.microsoft.com/office/drawing/2014/main" id="{8BE4A209-7006-10F2-AFC1-1F0C5F11DBA4}"/>
                  </a:ext>
                </a:extLst>
              </p14:cNvPr>
              <p14:cNvContentPartPr/>
              <p14:nvPr/>
            </p14:nvContentPartPr>
            <p14:xfrm>
              <a:off x="3483136" y="430388"/>
              <a:ext cx="76200" cy="314325"/>
            </p14:xfrm>
          </p:contentPart>
        </mc:Choice>
        <mc:Fallback xmlns="">
          <p:pic>
            <p:nvPicPr>
              <p:cNvPr id="11" name="筆跡 10">
                <a:extLst>
                  <a:ext uri="{FF2B5EF4-FFF2-40B4-BE49-F238E27FC236}">
                    <a16:creationId xmlns:a16="http://schemas.microsoft.com/office/drawing/2014/main" id="{8BE4A209-7006-10F2-AFC1-1F0C5F11DBA4}"/>
                  </a:ext>
                </a:extLst>
              </p:cNvPr>
              <p:cNvPicPr/>
              <p:nvPr/>
            </p:nvPicPr>
            <p:blipFill>
              <a:blip r:embed="rId12"/>
              <a:stretch>
                <a:fillRect/>
              </a:stretch>
            </p:blipFill>
            <p:spPr>
              <a:xfrm>
                <a:off x="3473798" y="421626"/>
                <a:ext cx="94503" cy="33221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筆跡 11">
                <a:extLst>
                  <a:ext uri="{FF2B5EF4-FFF2-40B4-BE49-F238E27FC236}">
                    <a16:creationId xmlns:a16="http://schemas.microsoft.com/office/drawing/2014/main" id="{53291BEB-18A4-3C16-E0BC-922BA544CADD}"/>
                  </a:ext>
                </a:extLst>
              </p14:cNvPr>
              <p14:cNvContentPartPr/>
              <p14:nvPr/>
            </p14:nvContentPartPr>
            <p14:xfrm>
              <a:off x="3537478" y="562817"/>
              <a:ext cx="161925" cy="76200"/>
            </p14:xfrm>
          </p:contentPart>
        </mc:Choice>
        <mc:Fallback xmlns="">
          <p:pic>
            <p:nvPicPr>
              <p:cNvPr id="12" name="筆跡 11">
                <a:extLst>
                  <a:ext uri="{FF2B5EF4-FFF2-40B4-BE49-F238E27FC236}">
                    <a16:creationId xmlns:a16="http://schemas.microsoft.com/office/drawing/2014/main" id="{53291BEB-18A4-3C16-E0BC-922BA544CADD}"/>
                  </a:ext>
                </a:extLst>
              </p:cNvPr>
              <p:cNvPicPr/>
              <p:nvPr/>
            </p:nvPicPr>
            <p:blipFill>
              <a:blip r:embed="rId14"/>
              <a:stretch>
                <a:fillRect/>
              </a:stretch>
            </p:blipFill>
            <p:spPr>
              <a:xfrm>
                <a:off x="3528666" y="554025"/>
                <a:ext cx="179917" cy="94151"/>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筆跡 12">
                <a:extLst>
                  <a:ext uri="{FF2B5EF4-FFF2-40B4-BE49-F238E27FC236}">
                    <a16:creationId xmlns:a16="http://schemas.microsoft.com/office/drawing/2014/main" id="{7428F301-78ED-463A-0854-60CB74F7819D}"/>
                  </a:ext>
                </a:extLst>
              </p14:cNvPr>
              <p14:cNvContentPartPr/>
              <p14:nvPr/>
            </p14:nvContentPartPr>
            <p14:xfrm>
              <a:off x="3815814" y="627943"/>
              <a:ext cx="28575" cy="123825"/>
            </p14:xfrm>
          </p:contentPart>
        </mc:Choice>
        <mc:Fallback xmlns="">
          <p:pic>
            <p:nvPicPr>
              <p:cNvPr id="13" name="筆跡 12">
                <a:extLst>
                  <a:ext uri="{FF2B5EF4-FFF2-40B4-BE49-F238E27FC236}">
                    <a16:creationId xmlns:a16="http://schemas.microsoft.com/office/drawing/2014/main" id="{7428F301-78ED-463A-0854-60CB74F7819D}"/>
                  </a:ext>
                </a:extLst>
              </p:cNvPr>
              <p:cNvPicPr/>
              <p:nvPr/>
            </p:nvPicPr>
            <p:blipFill>
              <a:blip r:embed="rId16"/>
              <a:stretch>
                <a:fillRect/>
              </a:stretch>
            </p:blipFill>
            <p:spPr>
              <a:xfrm>
                <a:off x="3808194" y="619247"/>
                <a:ext cx="44133" cy="140868"/>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筆跡 13">
                <a:extLst>
                  <a:ext uri="{FF2B5EF4-FFF2-40B4-BE49-F238E27FC236}">
                    <a16:creationId xmlns:a16="http://schemas.microsoft.com/office/drawing/2014/main" id="{5C9BAB30-6EC8-4CFF-B9B3-A3F860140FDE}"/>
                  </a:ext>
                </a:extLst>
              </p14:cNvPr>
              <p14:cNvContentPartPr/>
              <p14:nvPr/>
            </p14:nvContentPartPr>
            <p14:xfrm>
              <a:off x="3838261" y="533870"/>
              <a:ext cx="9525" cy="38100"/>
            </p14:xfrm>
          </p:contentPart>
        </mc:Choice>
        <mc:Fallback xmlns="">
          <p:pic>
            <p:nvPicPr>
              <p:cNvPr id="14" name="筆跡 13">
                <a:extLst>
                  <a:ext uri="{FF2B5EF4-FFF2-40B4-BE49-F238E27FC236}">
                    <a16:creationId xmlns:a16="http://schemas.microsoft.com/office/drawing/2014/main" id="{5C9BAB30-6EC8-4CFF-B9B3-A3F860140FDE}"/>
                  </a:ext>
                </a:extLst>
              </p:cNvPr>
              <p:cNvPicPr/>
              <p:nvPr/>
            </p:nvPicPr>
            <p:blipFill>
              <a:blip r:embed="rId18"/>
              <a:stretch>
                <a:fillRect/>
              </a:stretch>
            </p:blipFill>
            <p:spPr>
              <a:xfrm>
                <a:off x="3830097" y="524050"/>
                <a:ext cx="26194" cy="57346"/>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筆跡 14">
                <a:extLst>
                  <a:ext uri="{FF2B5EF4-FFF2-40B4-BE49-F238E27FC236}">
                    <a16:creationId xmlns:a16="http://schemas.microsoft.com/office/drawing/2014/main" id="{34428E8A-A1AA-3B3A-45C6-D386E8BFF2FA}"/>
                  </a:ext>
                </a:extLst>
              </p14:cNvPr>
              <p14:cNvContentPartPr/>
              <p14:nvPr/>
            </p14:nvContentPartPr>
            <p14:xfrm>
              <a:off x="3924808" y="364297"/>
              <a:ext cx="57150" cy="438150"/>
            </p14:xfrm>
          </p:contentPart>
        </mc:Choice>
        <mc:Fallback xmlns="">
          <p:pic>
            <p:nvPicPr>
              <p:cNvPr id="15" name="筆跡 14">
                <a:extLst>
                  <a:ext uri="{FF2B5EF4-FFF2-40B4-BE49-F238E27FC236}">
                    <a16:creationId xmlns:a16="http://schemas.microsoft.com/office/drawing/2014/main" id="{34428E8A-A1AA-3B3A-45C6-D386E8BFF2FA}"/>
                  </a:ext>
                </a:extLst>
              </p:cNvPr>
              <p:cNvPicPr/>
              <p:nvPr/>
            </p:nvPicPr>
            <p:blipFill>
              <a:blip r:embed="rId20"/>
              <a:stretch>
                <a:fillRect/>
              </a:stretch>
            </p:blipFill>
            <p:spPr>
              <a:xfrm>
                <a:off x="3915530" y="355370"/>
                <a:ext cx="75334" cy="455647"/>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6" name="筆跡 15">
                <a:extLst>
                  <a:ext uri="{FF2B5EF4-FFF2-40B4-BE49-F238E27FC236}">
                    <a16:creationId xmlns:a16="http://schemas.microsoft.com/office/drawing/2014/main" id="{9E651BE8-9252-2B0E-D4A2-62D2688639CF}"/>
                  </a:ext>
                </a:extLst>
              </p14:cNvPr>
              <p14:cNvContentPartPr/>
              <p14:nvPr/>
            </p14:nvContentPartPr>
            <p14:xfrm>
              <a:off x="4109190" y="583812"/>
              <a:ext cx="123825" cy="28575"/>
            </p14:xfrm>
          </p:contentPart>
        </mc:Choice>
        <mc:Fallback xmlns="">
          <p:pic>
            <p:nvPicPr>
              <p:cNvPr id="16" name="筆跡 15">
                <a:extLst>
                  <a:ext uri="{FF2B5EF4-FFF2-40B4-BE49-F238E27FC236}">
                    <a16:creationId xmlns:a16="http://schemas.microsoft.com/office/drawing/2014/main" id="{9E651BE8-9252-2B0E-D4A2-62D2688639CF}"/>
                  </a:ext>
                </a:extLst>
              </p:cNvPr>
              <p:cNvPicPr/>
              <p:nvPr/>
            </p:nvPicPr>
            <p:blipFill>
              <a:blip r:embed="rId22"/>
              <a:stretch>
                <a:fillRect/>
              </a:stretch>
            </p:blipFill>
            <p:spPr>
              <a:xfrm>
                <a:off x="4100396" y="573890"/>
                <a:ext cx="141062" cy="48022"/>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筆跡 16">
                <a:extLst>
                  <a:ext uri="{FF2B5EF4-FFF2-40B4-BE49-F238E27FC236}">
                    <a16:creationId xmlns:a16="http://schemas.microsoft.com/office/drawing/2014/main" id="{8D225FDC-7C86-3F73-C8D8-EF59FDE44996}"/>
                  </a:ext>
                </a:extLst>
              </p14:cNvPr>
              <p14:cNvContentPartPr/>
              <p14:nvPr/>
            </p14:nvContentPartPr>
            <p14:xfrm>
              <a:off x="4131368" y="496240"/>
              <a:ext cx="104775" cy="295275"/>
            </p14:xfrm>
          </p:contentPart>
        </mc:Choice>
        <mc:Fallback xmlns="">
          <p:pic>
            <p:nvPicPr>
              <p:cNvPr id="17" name="筆跡 16">
                <a:extLst>
                  <a:ext uri="{FF2B5EF4-FFF2-40B4-BE49-F238E27FC236}">
                    <a16:creationId xmlns:a16="http://schemas.microsoft.com/office/drawing/2014/main" id="{8D225FDC-7C86-3F73-C8D8-EF59FDE44996}"/>
                  </a:ext>
                </a:extLst>
              </p:cNvPr>
              <p:cNvPicPr/>
              <p:nvPr/>
            </p:nvPicPr>
            <p:blipFill>
              <a:blip r:embed="rId24"/>
              <a:stretch>
                <a:fillRect/>
              </a:stretch>
            </p:blipFill>
            <p:spPr>
              <a:xfrm>
                <a:off x="4123069" y="487661"/>
                <a:ext cx="121719" cy="312791"/>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8" name="筆跡 17">
                <a:extLst>
                  <a:ext uri="{FF2B5EF4-FFF2-40B4-BE49-F238E27FC236}">
                    <a16:creationId xmlns:a16="http://schemas.microsoft.com/office/drawing/2014/main" id="{2134AB08-2FDC-B694-0690-8FB986DD8D70}"/>
                  </a:ext>
                </a:extLst>
              </p14:cNvPr>
              <p14:cNvContentPartPr/>
              <p14:nvPr/>
            </p14:nvContentPartPr>
            <p14:xfrm>
              <a:off x="4355923" y="643699"/>
              <a:ext cx="123825" cy="209550"/>
            </p14:xfrm>
          </p:contentPart>
        </mc:Choice>
        <mc:Fallback xmlns="">
          <p:pic>
            <p:nvPicPr>
              <p:cNvPr id="18" name="筆跡 17">
                <a:extLst>
                  <a:ext uri="{FF2B5EF4-FFF2-40B4-BE49-F238E27FC236}">
                    <a16:creationId xmlns:a16="http://schemas.microsoft.com/office/drawing/2014/main" id="{2134AB08-2FDC-B694-0690-8FB986DD8D70}"/>
                  </a:ext>
                </a:extLst>
              </p:cNvPr>
              <p:cNvPicPr/>
              <p:nvPr/>
            </p:nvPicPr>
            <p:blipFill>
              <a:blip r:embed="rId26"/>
              <a:stretch>
                <a:fillRect/>
              </a:stretch>
            </p:blipFill>
            <p:spPr>
              <a:xfrm>
                <a:off x="4347157" y="635087"/>
                <a:ext cx="141723" cy="227132"/>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9" name="筆跡 18">
                <a:extLst>
                  <a:ext uri="{FF2B5EF4-FFF2-40B4-BE49-F238E27FC236}">
                    <a16:creationId xmlns:a16="http://schemas.microsoft.com/office/drawing/2014/main" id="{87753859-D790-3C7A-8ED9-ABFBE44F5F92}"/>
                  </a:ext>
                </a:extLst>
              </p14:cNvPr>
              <p14:cNvContentPartPr/>
              <p14:nvPr/>
            </p14:nvContentPartPr>
            <p14:xfrm>
              <a:off x="4535537" y="606431"/>
              <a:ext cx="104775" cy="190500"/>
            </p14:xfrm>
          </p:contentPart>
        </mc:Choice>
        <mc:Fallback xmlns="">
          <p:pic>
            <p:nvPicPr>
              <p:cNvPr id="19" name="筆跡 18">
                <a:extLst>
                  <a:ext uri="{FF2B5EF4-FFF2-40B4-BE49-F238E27FC236}">
                    <a16:creationId xmlns:a16="http://schemas.microsoft.com/office/drawing/2014/main" id="{87753859-D790-3C7A-8ED9-ABFBE44F5F92}"/>
                  </a:ext>
                </a:extLst>
              </p:cNvPr>
              <p:cNvPicPr/>
              <p:nvPr/>
            </p:nvPicPr>
            <p:blipFill>
              <a:blip r:embed="rId28"/>
              <a:stretch>
                <a:fillRect/>
              </a:stretch>
            </p:blipFill>
            <p:spPr>
              <a:xfrm>
                <a:off x="4526524" y="597644"/>
                <a:ext cx="123176" cy="207722"/>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0" name="筆跡 19">
                <a:extLst>
                  <a:ext uri="{FF2B5EF4-FFF2-40B4-BE49-F238E27FC236}">
                    <a16:creationId xmlns:a16="http://schemas.microsoft.com/office/drawing/2014/main" id="{709A479E-76E6-9B38-DAE8-8011F5563C97}"/>
                  </a:ext>
                </a:extLst>
              </p14:cNvPr>
              <p14:cNvContentPartPr/>
              <p14:nvPr/>
            </p14:nvContentPartPr>
            <p14:xfrm>
              <a:off x="4703998" y="595995"/>
              <a:ext cx="9525" cy="9525"/>
            </p14:xfrm>
          </p:contentPart>
        </mc:Choice>
        <mc:Fallback xmlns="">
          <p:pic>
            <p:nvPicPr>
              <p:cNvPr id="20" name="筆跡 19">
                <a:extLst>
                  <a:ext uri="{FF2B5EF4-FFF2-40B4-BE49-F238E27FC236}">
                    <a16:creationId xmlns:a16="http://schemas.microsoft.com/office/drawing/2014/main" id="{709A479E-76E6-9B38-DAE8-8011F5563C97}"/>
                  </a:ext>
                </a:extLst>
              </p:cNvPr>
              <p:cNvPicPr/>
              <p:nvPr/>
            </p:nvPicPr>
            <p:blipFill>
              <a:blip r:embed="rId30"/>
              <a:stretch>
                <a:fillRect/>
              </a:stretch>
            </p:blipFill>
            <p:spPr>
              <a:xfrm>
                <a:off x="4465873" y="574347"/>
                <a:ext cx="476250" cy="51955"/>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1" name="筆跡 20">
                <a:extLst>
                  <a:ext uri="{FF2B5EF4-FFF2-40B4-BE49-F238E27FC236}">
                    <a16:creationId xmlns:a16="http://schemas.microsoft.com/office/drawing/2014/main" id="{6AEF8A62-BF27-C0C8-89F7-B3409C64E839}"/>
                  </a:ext>
                </a:extLst>
              </p14:cNvPr>
              <p14:cNvContentPartPr/>
              <p14:nvPr/>
            </p14:nvContentPartPr>
            <p14:xfrm>
              <a:off x="1632733" y="6039220"/>
              <a:ext cx="247650" cy="438150"/>
            </p14:xfrm>
          </p:contentPart>
        </mc:Choice>
        <mc:Fallback xmlns="">
          <p:pic>
            <p:nvPicPr>
              <p:cNvPr id="21" name="筆跡 20">
                <a:extLst>
                  <a:ext uri="{FF2B5EF4-FFF2-40B4-BE49-F238E27FC236}">
                    <a16:creationId xmlns:a16="http://schemas.microsoft.com/office/drawing/2014/main" id="{6AEF8A62-BF27-C0C8-89F7-B3409C64E839}"/>
                  </a:ext>
                </a:extLst>
              </p:cNvPr>
              <p:cNvPicPr/>
              <p:nvPr/>
            </p:nvPicPr>
            <p:blipFill>
              <a:blip r:embed="rId32"/>
              <a:stretch>
                <a:fillRect/>
              </a:stretch>
            </p:blipFill>
            <p:spPr>
              <a:xfrm>
                <a:off x="1624254" y="6030636"/>
                <a:ext cx="264961" cy="455676"/>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4" name="筆跡 23">
                <a:extLst>
                  <a:ext uri="{FF2B5EF4-FFF2-40B4-BE49-F238E27FC236}">
                    <a16:creationId xmlns:a16="http://schemas.microsoft.com/office/drawing/2014/main" id="{3701ABBC-07F5-F7E5-F285-51FE6EE3153A}"/>
                  </a:ext>
                </a:extLst>
              </p14:cNvPr>
              <p14:cNvContentPartPr/>
              <p14:nvPr/>
            </p14:nvContentPartPr>
            <p14:xfrm>
              <a:off x="1834738" y="6290794"/>
              <a:ext cx="219075" cy="238125"/>
            </p14:xfrm>
          </p:contentPart>
        </mc:Choice>
        <mc:Fallback xmlns="">
          <p:pic>
            <p:nvPicPr>
              <p:cNvPr id="24" name="筆跡 23">
                <a:extLst>
                  <a:ext uri="{FF2B5EF4-FFF2-40B4-BE49-F238E27FC236}">
                    <a16:creationId xmlns:a16="http://schemas.microsoft.com/office/drawing/2014/main" id="{3701ABBC-07F5-F7E5-F285-51FE6EE3153A}"/>
                  </a:ext>
                </a:extLst>
              </p:cNvPr>
              <p:cNvPicPr/>
              <p:nvPr/>
            </p:nvPicPr>
            <p:blipFill>
              <a:blip r:embed="rId34"/>
              <a:stretch>
                <a:fillRect/>
              </a:stretch>
            </p:blipFill>
            <p:spPr>
              <a:xfrm>
                <a:off x="1826033" y="6282277"/>
                <a:ext cx="236848" cy="255514"/>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5" name="筆跡 24">
                <a:extLst>
                  <a:ext uri="{FF2B5EF4-FFF2-40B4-BE49-F238E27FC236}">
                    <a16:creationId xmlns:a16="http://schemas.microsoft.com/office/drawing/2014/main" id="{734865B6-4DF6-3304-38D9-F395588AA945}"/>
                  </a:ext>
                </a:extLst>
              </p14:cNvPr>
              <p14:cNvContentPartPr/>
              <p14:nvPr/>
            </p14:nvContentPartPr>
            <p14:xfrm>
              <a:off x="2229438" y="6163846"/>
              <a:ext cx="133350" cy="142875"/>
            </p14:xfrm>
          </p:contentPart>
        </mc:Choice>
        <mc:Fallback xmlns="">
          <p:pic>
            <p:nvPicPr>
              <p:cNvPr id="25" name="筆跡 24">
                <a:extLst>
                  <a:ext uri="{FF2B5EF4-FFF2-40B4-BE49-F238E27FC236}">
                    <a16:creationId xmlns:a16="http://schemas.microsoft.com/office/drawing/2014/main" id="{734865B6-4DF6-3304-38D9-F395588AA945}"/>
                  </a:ext>
                </a:extLst>
              </p:cNvPr>
              <p:cNvPicPr/>
              <p:nvPr/>
            </p:nvPicPr>
            <p:blipFill>
              <a:blip r:embed="rId36"/>
              <a:stretch>
                <a:fillRect/>
              </a:stretch>
            </p:blipFill>
            <p:spPr>
              <a:xfrm>
                <a:off x="2220379" y="6155054"/>
                <a:ext cx="151106" cy="160826"/>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6" name="筆跡 25">
                <a:extLst>
                  <a:ext uri="{FF2B5EF4-FFF2-40B4-BE49-F238E27FC236}">
                    <a16:creationId xmlns:a16="http://schemas.microsoft.com/office/drawing/2014/main" id="{680C5C40-0749-8AB8-627E-DAC394FBE1FC}"/>
                  </a:ext>
                </a:extLst>
              </p14:cNvPr>
              <p14:cNvContentPartPr/>
              <p14:nvPr/>
            </p14:nvContentPartPr>
            <p14:xfrm>
              <a:off x="2249012" y="6315699"/>
              <a:ext cx="28575" cy="238125"/>
            </p14:xfrm>
          </p:contentPart>
        </mc:Choice>
        <mc:Fallback xmlns="">
          <p:pic>
            <p:nvPicPr>
              <p:cNvPr id="26" name="筆跡 25">
                <a:extLst>
                  <a:ext uri="{FF2B5EF4-FFF2-40B4-BE49-F238E27FC236}">
                    <a16:creationId xmlns:a16="http://schemas.microsoft.com/office/drawing/2014/main" id="{680C5C40-0749-8AB8-627E-DAC394FBE1FC}"/>
                  </a:ext>
                </a:extLst>
              </p:cNvPr>
              <p:cNvPicPr/>
              <p:nvPr/>
            </p:nvPicPr>
            <p:blipFill>
              <a:blip r:embed="rId38"/>
              <a:stretch>
                <a:fillRect/>
              </a:stretch>
            </p:blipFill>
            <p:spPr>
              <a:xfrm>
                <a:off x="2238506" y="6307040"/>
                <a:ext cx="49166" cy="255804"/>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7" name="筆跡 26">
                <a:extLst>
                  <a:ext uri="{FF2B5EF4-FFF2-40B4-BE49-F238E27FC236}">
                    <a16:creationId xmlns:a16="http://schemas.microsoft.com/office/drawing/2014/main" id="{CB1696BD-3551-B7C2-9954-4252F3E1291E}"/>
                  </a:ext>
                </a:extLst>
              </p14:cNvPr>
              <p14:cNvContentPartPr/>
              <p14:nvPr/>
            </p14:nvContentPartPr>
            <p14:xfrm>
              <a:off x="2427404" y="6185732"/>
              <a:ext cx="104775" cy="28575"/>
            </p14:xfrm>
          </p:contentPart>
        </mc:Choice>
        <mc:Fallback xmlns="">
          <p:pic>
            <p:nvPicPr>
              <p:cNvPr id="27" name="筆跡 26">
                <a:extLst>
                  <a:ext uri="{FF2B5EF4-FFF2-40B4-BE49-F238E27FC236}">
                    <a16:creationId xmlns:a16="http://schemas.microsoft.com/office/drawing/2014/main" id="{CB1696BD-3551-B7C2-9954-4252F3E1291E}"/>
                  </a:ext>
                </a:extLst>
              </p:cNvPr>
              <p:cNvPicPr/>
              <p:nvPr/>
            </p:nvPicPr>
            <p:blipFill>
              <a:blip r:embed="rId40"/>
              <a:stretch>
                <a:fillRect/>
              </a:stretch>
            </p:blipFill>
            <p:spPr>
              <a:xfrm>
                <a:off x="2419159" y="6177328"/>
                <a:ext cx="121608" cy="45048"/>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8" name="筆跡 27">
                <a:extLst>
                  <a:ext uri="{FF2B5EF4-FFF2-40B4-BE49-F238E27FC236}">
                    <a16:creationId xmlns:a16="http://schemas.microsoft.com/office/drawing/2014/main" id="{091344AD-D4C1-F0A7-B22B-F8CD467E2C18}"/>
                  </a:ext>
                </a:extLst>
              </p14:cNvPr>
              <p14:cNvContentPartPr/>
              <p14:nvPr/>
            </p14:nvContentPartPr>
            <p14:xfrm>
              <a:off x="2393135" y="6319426"/>
              <a:ext cx="123825" cy="95250"/>
            </p14:xfrm>
          </p:contentPart>
        </mc:Choice>
        <mc:Fallback xmlns="">
          <p:pic>
            <p:nvPicPr>
              <p:cNvPr id="28" name="筆跡 27">
                <a:extLst>
                  <a:ext uri="{FF2B5EF4-FFF2-40B4-BE49-F238E27FC236}">
                    <a16:creationId xmlns:a16="http://schemas.microsoft.com/office/drawing/2014/main" id="{091344AD-D4C1-F0A7-B22B-F8CD467E2C18}"/>
                  </a:ext>
                </a:extLst>
              </p:cNvPr>
              <p:cNvPicPr/>
              <p:nvPr/>
            </p:nvPicPr>
            <p:blipFill>
              <a:blip r:embed="rId42"/>
              <a:stretch>
                <a:fillRect/>
              </a:stretch>
            </p:blipFill>
            <p:spPr>
              <a:xfrm>
                <a:off x="2384668" y="6310574"/>
                <a:ext cx="141111" cy="1126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0" name="筆跡 29">
                <a:extLst>
                  <a:ext uri="{FF2B5EF4-FFF2-40B4-BE49-F238E27FC236}">
                    <a16:creationId xmlns:a16="http://schemas.microsoft.com/office/drawing/2014/main" id="{20F50362-7D15-76EA-F134-90CE25801A02}"/>
                  </a:ext>
                </a:extLst>
              </p14:cNvPr>
              <p14:cNvContentPartPr/>
              <p14:nvPr/>
            </p14:nvContentPartPr>
            <p14:xfrm>
              <a:off x="2427405" y="6370114"/>
              <a:ext cx="19050" cy="9525"/>
            </p14:xfrm>
          </p:contentPart>
        </mc:Choice>
        <mc:Fallback xmlns="">
          <p:pic>
            <p:nvPicPr>
              <p:cNvPr id="30" name="筆跡 29">
                <a:extLst>
                  <a:ext uri="{FF2B5EF4-FFF2-40B4-BE49-F238E27FC236}">
                    <a16:creationId xmlns:a16="http://schemas.microsoft.com/office/drawing/2014/main" id="{20F50362-7D15-76EA-F134-90CE25801A02}"/>
                  </a:ext>
                </a:extLst>
              </p:cNvPr>
              <p:cNvPicPr/>
              <p:nvPr/>
            </p:nvPicPr>
            <p:blipFill>
              <a:blip r:embed="rId44"/>
              <a:stretch>
                <a:fillRect/>
              </a:stretch>
            </p:blipFill>
            <p:spPr>
              <a:xfrm>
                <a:off x="2419910" y="6356667"/>
                <a:ext cx="34352" cy="36979"/>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1" name="筆跡 30">
                <a:extLst>
                  <a:ext uri="{FF2B5EF4-FFF2-40B4-BE49-F238E27FC236}">
                    <a16:creationId xmlns:a16="http://schemas.microsoft.com/office/drawing/2014/main" id="{2FD55E4D-F963-C2FA-C41B-C7A981C379AA}"/>
                  </a:ext>
                </a:extLst>
              </p14:cNvPr>
              <p14:cNvContentPartPr/>
              <p14:nvPr/>
            </p14:nvContentPartPr>
            <p14:xfrm>
              <a:off x="2436812" y="6366462"/>
              <a:ext cx="9525" cy="9525"/>
            </p14:xfrm>
          </p:contentPart>
        </mc:Choice>
        <mc:Fallback xmlns="">
          <p:pic>
            <p:nvPicPr>
              <p:cNvPr id="31" name="筆跡 30">
                <a:extLst>
                  <a:ext uri="{FF2B5EF4-FFF2-40B4-BE49-F238E27FC236}">
                    <a16:creationId xmlns:a16="http://schemas.microsoft.com/office/drawing/2014/main" id="{2FD55E4D-F963-C2FA-C41B-C7A981C379AA}"/>
                  </a:ext>
                </a:extLst>
              </p:cNvPr>
              <p:cNvPicPr/>
              <p:nvPr/>
            </p:nvPicPr>
            <p:blipFill>
              <a:blip r:embed="rId46"/>
              <a:stretch>
                <a:fillRect/>
              </a:stretch>
            </p:blipFill>
            <p:spPr>
              <a:xfrm>
                <a:off x="2429371" y="6352455"/>
                <a:ext cx="24110" cy="36979"/>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2" name="筆跡 31">
                <a:extLst>
                  <a:ext uri="{FF2B5EF4-FFF2-40B4-BE49-F238E27FC236}">
                    <a16:creationId xmlns:a16="http://schemas.microsoft.com/office/drawing/2014/main" id="{C3412222-45BA-2C0C-3988-24DC14D29488}"/>
                  </a:ext>
                </a:extLst>
              </p14:cNvPr>
              <p14:cNvContentPartPr/>
              <p14:nvPr/>
            </p14:nvContentPartPr>
            <p14:xfrm>
              <a:off x="2344755" y="6421864"/>
              <a:ext cx="171450" cy="57150"/>
            </p14:xfrm>
          </p:contentPart>
        </mc:Choice>
        <mc:Fallback xmlns="">
          <p:pic>
            <p:nvPicPr>
              <p:cNvPr id="32" name="筆跡 31">
                <a:extLst>
                  <a:ext uri="{FF2B5EF4-FFF2-40B4-BE49-F238E27FC236}">
                    <a16:creationId xmlns:a16="http://schemas.microsoft.com/office/drawing/2014/main" id="{C3412222-45BA-2C0C-3988-24DC14D29488}"/>
                  </a:ext>
                </a:extLst>
              </p:cNvPr>
              <p:cNvPicPr/>
              <p:nvPr/>
            </p:nvPicPr>
            <p:blipFill>
              <a:blip r:embed="rId48"/>
              <a:stretch>
                <a:fillRect/>
              </a:stretch>
            </p:blipFill>
            <p:spPr>
              <a:xfrm>
                <a:off x="2336056" y="6412878"/>
                <a:ext cx="189211" cy="74762"/>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3" name="筆跡 32">
                <a:extLst>
                  <a:ext uri="{FF2B5EF4-FFF2-40B4-BE49-F238E27FC236}">
                    <a16:creationId xmlns:a16="http://schemas.microsoft.com/office/drawing/2014/main" id="{DCDED60E-B328-FD6A-099F-CA0888F029C2}"/>
                  </a:ext>
                </a:extLst>
              </p14:cNvPr>
              <p14:cNvContentPartPr/>
              <p14:nvPr/>
            </p14:nvContentPartPr>
            <p14:xfrm>
              <a:off x="2303320" y="6492374"/>
              <a:ext cx="152400" cy="161925"/>
            </p14:xfrm>
          </p:contentPart>
        </mc:Choice>
        <mc:Fallback xmlns="">
          <p:pic>
            <p:nvPicPr>
              <p:cNvPr id="33" name="筆跡 32">
                <a:extLst>
                  <a:ext uri="{FF2B5EF4-FFF2-40B4-BE49-F238E27FC236}">
                    <a16:creationId xmlns:a16="http://schemas.microsoft.com/office/drawing/2014/main" id="{DCDED60E-B328-FD6A-099F-CA0888F029C2}"/>
                  </a:ext>
                </a:extLst>
              </p:cNvPr>
              <p:cNvPicPr/>
              <p:nvPr/>
            </p:nvPicPr>
            <p:blipFill>
              <a:blip r:embed="rId50"/>
              <a:stretch>
                <a:fillRect/>
              </a:stretch>
            </p:blipFill>
            <p:spPr>
              <a:xfrm>
                <a:off x="2294183" y="6483699"/>
                <a:ext cx="170308" cy="179636"/>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4" name="筆跡 33">
                <a:extLst>
                  <a:ext uri="{FF2B5EF4-FFF2-40B4-BE49-F238E27FC236}">
                    <a16:creationId xmlns:a16="http://schemas.microsoft.com/office/drawing/2014/main" id="{6175A04F-60EA-641A-6534-159F74FFC26C}"/>
                  </a:ext>
                </a:extLst>
              </p14:cNvPr>
              <p14:cNvContentPartPr/>
              <p14:nvPr/>
            </p14:nvContentPartPr>
            <p14:xfrm>
              <a:off x="2323923" y="6586448"/>
              <a:ext cx="171450" cy="180975"/>
            </p14:xfrm>
          </p:contentPart>
        </mc:Choice>
        <mc:Fallback xmlns="">
          <p:pic>
            <p:nvPicPr>
              <p:cNvPr id="34" name="筆跡 33">
                <a:extLst>
                  <a:ext uri="{FF2B5EF4-FFF2-40B4-BE49-F238E27FC236}">
                    <a16:creationId xmlns:a16="http://schemas.microsoft.com/office/drawing/2014/main" id="{6175A04F-60EA-641A-6534-159F74FFC26C}"/>
                  </a:ext>
                </a:extLst>
              </p:cNvPr>
              <p:cNvPicPr/>
              <p:nvPr/>
            </p:nvPicPr>
            <p:blipFill>
              <a:blip r:embed="rId52"/>
              <a:stretch>
                <a:fillRect/>
              </a:stretch>
            </p:blipFill>
            <p:spPr>
              <a:xfrm>
                <a:off x="2315350" y="6577881"/>
                <a:ext cx="188952" cy="198466"/>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5" name="筆跡 34">
                <a:extLst>
                  <a:ext uri="{FF2B5EF4-FFF2-40B4-BE49-F238E27FC236}">
                    <a16:creationId xmlns:a16="http://schemas.microsoft.com/office/drawing/2014/main" id="{04263CF3-1D75-C1C8-BB72-6128BE382DF0}"/>
                  </a:ext>
                </a:extLst>
              </p14:cNvPr>
              <p14:cNvContentPartPr/>
              <p14:nvPr/>
            </p14:nvContentPartPr>
            <p14:xfrm>
              <a:off x="2791944" y="6282782"/>
              <a:ext cx="228600" cy="171450"/>
            </p14:xfrm>
          </p:contentPart>
        </mc:Choice>
        <mc:Fallback xmlns="">
          <p:pic>
            <p:nvPicPr>
              <p:cNvPr id="35" name="筆跡 34">
                <a:extLst>
                  <a:ext uri="{FF2B5EF4-FFF2-40B4-BE49-F238E27FC236}">
                    <a16:creationId xmlns:a16="http://schemas.microsoft.com/office/drawing/2014/main" id="{04263CF3-1D75-C1C8-BB72-6128BE382DF0}"/>
                  </a:ext>
                </a:extLst>
              </p:cNvPr>
              <p:cNvPicPr/>
              <p:nvPr/>
            </p:nvPicPr>
            <p:blipFill>
              <a:blip r:embed="rId54"/>
              <a:stretch>
                <a:fillRect/>
              </a:stretch>
            </p:blipFill>
            <p:spPr>
              <a:xfrm>
                <a:off x="2782785" y="6274064"/>
                <a:ext cx="246551" cy="189249"/>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6" name="筆跡 35">
                <a:extLst>
                  <a:ext uri="{FF2B5EF4-FFF2-40B4-BE49-F238E27FC236}">
                    <a16:creationId xmlns:a16="http://schemas.microsoft.com/office/drawing/2014/main" id="{F1DE0BFB-E923-ABC0-8CED-C9274A255BD6}"/>
                  </a:ext>
                </a:extLst>
              </p14:cNvPr>
              <p14:cNvContentPartPr/>
              <p14:nvPr/>
            </p14:nvContentPartPr>
            <p14:xfrm>
              <a:off x="2841330" y="6472065"/>
              <a:ext cx="171450" cy="76200"/>
            </p14:xfrm>
          </p:contentPart>
        </mc:Choice>
        <mc:Fallback xmlns="">
          <p:pic>
            <p:nvPicPr>
              <p:cNvPr id="36" name="筆跡 35">
                <a:extLst>
                  <a:ext uri="{FF2B5EF4-FFF2-40B4-BE49-F238E27FC236}">
                    <a16:creationId xmlns:a16="http://schemas.microsoft.com/office/drawing/2014/main" id="{F1DE0BFB-E923-ABC0-8CED-C9274A255BD6}"/>
                  </a:ext>
                </a:extLst>
              </p:cNvPr>
              <p:cNvPicPr/>
              <p:nvPr/>
            </p:nvPicPr>
            <p:blipFill>
              <a:blip r:embed="rId56"/>
              <a:stretch>
                <a:fillRect/>
              </a:stretch>
            </p:blipFill>
            <p:spPr>
              <a:xfrm>
                <a:off x="2832287" y="6462772"/>
                <a:ext cx="189174" cy="94414"/>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7" name="筆跡 36">
                <a:extLst>
                  <a:ext uri="{FF2B5EF4-FFF2-40B4-BE49-F238E27FC236}">
                    <a16:creationId xmlns:a16="http://schemas.microsoft.com/office/drawing/2014/main" id="{F5621B7F-B5A4-6D32-0807-FF2C696F0227}"/>
                  </a:ext>
                </a:extLst>
              </p14:cNvPr>
              <p14:cNvContentPartPr/>
              <p14:nvPr/>
            </p14:nvContentPartPr>
            <p14:xfrm>
              <a:off x="2746561" y="6300610"/>
              <a:ext cx="381000" cy="447675"/>
            </p14:xfrm>
          </p:contentPart>
        </mc:Choice>
        <mc:Fallback xmlns="">
          <p:pic>
            <p:nvPicPr>
              <p:cNvPr id="37" name="筆跡 36">
                <a:extLst>
                  <a:ext uri="{FF2B5EF4-FFF2-40B4-BE49-F238E27FC236}">
                    <a16:creationId xmlns:a16="http://schemas.microsoft.com/office/drawing/2014/main" id="{F5621B7F-B5A4-6D32-0807-FF2C696F0227}"/>
                  </a:ext>
                </a:extLst>
              </p:cNvPr>
              <p:cNvPicPr/>
              <p:nvPr/>
            </p:nvPicPr>
            <p:blipFill>
              <a:blip r:embed="rId58"/>
              <a:stretch>
                <a:fillRect/>
              </a:stretch>
            </p:blipFill>
            <p:spPr>
              <a:xfrm>
                <a:off x="2737490" y="6291692"/>
                <a:ext cx="398780" cy="465154"/>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8" name="筆跡 37">
                <a:extLst>
                  <a:ext uri="{FF2B5EF4-FFF2-40B4-BE49-F238E27FC236}">
                    <a16:creationId xmlns:a16="http://schemas.microsoft.com/office/drawing/2014/main" id="{6683F554-50B8-0181-F881-B7CC602B6292}"/>
                  </a:ext>
                </a:extLst>
              </p14:cNvPr>
              <p14:cNvContentPartPr/>
              <p14:nvPr/>
            </p14:nvContentPartPr>
            <p14:xfrm>
              <a:off x="3294513" y="6186437"/>
              <a:ext cx="133350" cy="561975"/>
            </p14:xfrm>
          </p:contentPart>
        </mc:Choice>
        <mc:Fallback xmlns="">
          <p:pic>
            <p:nvPicPr>
              <p:cNvPr id="38" name="筆跡 37">
                <a:extLst>
                  <a:ext uri="{FF2B5EF4-FFF2-40B4-BE49-F238E27FC236}">
                    <a16:creationId xmlns:a16="http://schemas.microsoft.com/office/drawing/2014/main" id="{6683F554-50B8-0181-F881-B7CC602B6292}"/>
                  </a:ext>
                </a:extLst>
              </p:cNvPr>
              <p:cNvPicPr/>
              <p:nvPr/>
            </p:nvPicPr>
            <p:blipFill>
              <a:blip r:embed="rId60"/>
              <a:stretch>
                <a:fillRect/>
              </a:stretch>
            </p:blipFill>
            <p:spPr>
              <a:xfrm>
                <a:off x="3285696" y="6177775"/>
                <a:ext cx="151350" cy="579661"/>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9" name="筆跡 38">
                <a:extLst>
                  <a:ext uri="{FF2B5EF4-FFF2-40B4-BE49-F238E27FC236}">
                    <a16:creationId xmlns:a16="http://schemas.microsoft.com/office/drawing/2014/main" id="{C93E75CE-6322-7FDD-7941-29EAC81C02A0}"/>
                  </a:ext>
                </a:extLst>
              </p14:cNvPr>
              <p14:cNvContentPartPr/>
              <p14:nvPr/>
            </p14:nvContentPartPr>
            <p14:xfrm>
              <a:off x="3660507" y="6240009"/>
              <a:ext cx="361950" cy="447675"/>
            </p14:xfrm>
          </p:contentPart>
        </mc:Choice>
        <mc:Fallback xmlns="">
          <p:pic>
            <p:nvPicPr>
              <p:cNvPr id="39" name="筆跡 38">
                <a:extLst>
                  <a:ext uri="{FF2B5EF4-FFF2-40B4-BE49-F238E27FC236}">
                    <a16:creationId xmlns:a16="http://schemas.microsoft.com/office/drawing/2014/main" id="{C93E75CE-6322-7FDD-7941-29EAC81C02A0}"/>
                  </a:ext>
                </a:extLst>
              </p:cNvPr>
              <p:cNvPicPr/>
              <p:nvPr/>
            </p:nvPicPr>
            <p:blipFill>
              <a:blip r:embed="rId62"/>
              <a:stretch>
                <a:fillRect/>
              </a:stretch>
            </p:blipFill>
            <p:spPr>
              <a:xfrm>
                <a:off x="3651557" y="6231316"/>
                <a:ext cx="379493" cy="465423"/>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0" name="筆跡 39">
                <a:extLst>
                  <a:ext uri="{FF2B5EF4-FFF2-40B4-BE49-F238E27FC236}">
                    <a16:creationId xmlns:a16="http://schemas.microsoft.com/office/drawing/2014/main" id="{4B0E2728-9EA6-5852-43D0-4845B2F2027F}"/>
                  </a:ext>
                </a:extLst>
              </p14:cNvPr>
              <p14:cNvContentPartPr/>
              <p14:nvPr/>
            </p14:nvContentPartPr>
            <p14:xfrm>
              <a:off x="3911889" y="6390418"/>
              <a:ext cx="180975" cy="285750"/>
            </p14:xfrm>
          </p:contentPart>
        </mc:Choice>
        <mc:Fallback xmlns="">
          <p:pic>
            <p:nvPicPr>
              <p:cNvPr id="40" name="筆跡 39">
                <a:extLst>
                  <a:ext uri="{FF2B5EF4-FFF2-40B4-BE49-F238E27FC236}">
                    <a16:creationId xmlns:a16="http://schemas.microsoft.com/office/drawing/2014/main" id="{4B0E2728-9EA6-5852-43D0-4845B2F2027F}"/>
                  </a:ext>
                </a:extLst>
              </p:cNvPr>
              <p:cNvPicPr/>
              <p:nvPr/>
            </p:nvPicPr>
            <p:blipFill>
              <a:blip r:embed="rId64"/>
              <a:stretch>
                <a:fillRect/>
              </a:stretch>
            </p:blipFill>
            <p:spPr>
              <a:xfrm>
                <a:off x="3903185" y="6381341"/>
                <a:ext cx="198746" cy="303541"/>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1" name="筆跡 40">
                <a:extLst>
                  <a:ext uri="{FF2B5EF4-FFF2-40B4-BE49-F238E27FC236}">
                    <a16:creationId xmlns:a16="http://schemas.microsoft.com/office/drawing/2014/main" id="{E7EE0B70-8815-1D83-6E01-B98B01325BC2}"/>
                  </a:ext>
                </a:extLst>
              </p14:cNvPr>
              <p14:cNvContentPartPr/>
              <p14:nvPr/>
            </p14:nvContentPartPr>
            <p14:xfrm>
              <a:off x="3989855" y="6394685"/>
              <a:ext cx="142875" cy="85725"/>
            </p14:xfrm>
          </p:contentPart>
        </mc:Choice>
        <mc:Fallback xmlns="">
          <p:pic>
            <p:nvPicPr>
              <p:cNvPr id="41" name="筆跡 40">
                <a:extLst>
                  <a:ext uri="{FF2B5EF4-FFF2-40B4-BE49-F238E27FC236}">
                    <a16:creationId xmlns:a16="http://schemas.microsoft.com/office/drawing/2014/main" id="{E7EE0B70-8815-1D83-6E01-B98B01325BC2}"/>
                  </a:ext>
                </a:extLst>
              </p:cNvPr>
              <p:cNvPicPr/>
              <p:nvPr/>
            </p:nvPicPr>
            <p:blipFill>
              <a:blip r:embed="rId66"/>
              <a:stretch>
                <a:fillRect/>
              </a:stretch>
            </p:blipFill>
            <p:spPr>
              <a:xfrm>
                <a:off x="3981085" y="6385367"/>
                <a:ext cx="160780" cy="103988"/>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2" name="筆跡 41">
                <a:extLst>
                  <a:ext uri="{FF2B5EF4-FFF2-40B4-BE49-F238E27FC236}">
                    <a16:creationId xmlns:a16="http://schemas.microsoft.com/office/drawing/2014/main" id="{B42860A9-5041-6BCC-91FD-67E695EC8413}"/>
                  </a:ext>
                </a:extLst>
              </p14:cNvPr>
              <p14:cNvContentPartPr/>
              <p14:nvPr/>
            </p14:nvContentPartPr>
            <p14:xfrm>
              <a:off x="3989034" y="6471961"/>
              <a:ext cx="142875" cy="114300"/>
            </p14:xfrm>
          </p:contentPart>
        </mc:Choice>
        <mc:Fallback xmlns="">
          <p:pic>
            <p:nvPicPr>
              <p:cNvPr id="42" name="筆跡 41">
                <a:extLst>
                  <a:ext uri="{FF2B5EF4-FFF2-40B4-BE49-F238E27FC236}">
                    <a16:creationId xmlns:a16="http://schemas.microsoft.com/office/drawing/2014/main" id="{B42860A9-5041-6BCC-91FD-67E695EC8413}"/>
                  </a:ext>
                </a:extLst>
              </p:cNvPr>
              <p:cNvPicPr/>
              <p:nvPr/>
            </p:nvPicPr>
            <p:blipFill>
              <a:blip r:embed="rId68"/>
              <a:stretch>
                <a:fillRect/>
              </a:stretch>
            </p:blipFill>
            <p:spPr>
              <a:xfrm>
                <a:off x="3979991" y="6463083"/>
                <a:ext cx="160599" cy="132425"/>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3" name="筆跡 42">
                <a:extLst>
                  <a:ext uri="{FF2B5EF4-FFF2-40B4-BE49-F238E27FC236}">
                    <a16:creationId xmlns:a16="http://schemas.microsoft.com/office/drawing/2014/main" id="{176020FD-32BA-F961-F298-61280B503778}"/>
                  </a:ext>
                </a:extLst>
              </p14:cNvPr>
              <p14:cNvContentPartPr/>
              <p14:nvPr/>
            </p14:nvContentPartPr>
            <p14:xfrm>
              <a:off x="4151501" y="6187722"/>
              <a:ext cx="161925" cy="590550"/>
            </p14:xfrm>
          </p:contentPart>
        </mc:Choice>
        <mc:Fallback xmlns="">
          <p:pic>
            <p:nvPicPr>
              <p:cNvPr id="43" name="筆跡 42">
                <a:extLst>
                  <a:ext uri="{FF2B5EF4-FFF2-40B4-BE49-F238E27FC236}">
                    <a16:creationId xmlns:a16="http://schemas.microsoft.com/office/drawing/2014/main" id="{176020FD-32BA-F961-F298-61280B503778}"/>
                  </a:ext>
                </a:extLst>
              </p:cNvPr>
              <p:cNvPicPr/>
              <p:nvPr/>
            </p:nvPicPr>
            <p:blipFill>
              <a:blip r:embed="rId70"/>
              <a:stretch>
                <a:fillRect/>
              </a:stretch>
            </p:blipFill>
            <p:spPr>
              <a:xfrm>
                <a:off x="4143071" y="6179059"/>
                <a:ext cx="179136" cy="608238"/>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4" name="筆跡 43">
                <a:extLst>
                  <a:ext uri="{FF2B5EF4-FFF2-40B4-BE49-F238E27FC236}">
                    <a16:creationId xmlns:a16="http://schemas.microsoft.com/office/drawing/2014/main" id="{8958C7F3-BFA2-8092-F812-A5F8B56EBAE1}"/>
                  </a:ext>
                </a:extLst>
              </p14:cNvPr>
              <p14:cNvContentPartPr/>
              <p14:nvPr/>
            </p14:nvContentPartPr>
            <p14:xfrm>
              <a:off x="4255314" y="6695722"/>
              <a:ext cx="19050" cy="9525"/>
            </p14:xfrm>
          </p:contentPart>
        </mc:Choice>
        <mc:Fallback xmlns="">
          <p:pic>
            <p:nvPicPr>
              <p:cNvPr id="44" name="筆跡 43">
                <a:extLst>
                  <a:ext uri="{FF2B5EF4-FFF2-40B4-BE49-F238E27FC236}">
                    <a16:creationId xmlns:a16="http://schemas.microsoft.com/office/drawing/2014/main" id="{8958C7F3-BFA2-8092-F812-A5F8B56EBAE1}"/>
                  </a:ext>
                </a:extLst>
              </p:cNvPr>
              <p:cNvPicPr/>
              <p:nvPr/>
            </p:nvPicPr>
            <p:blipFill>
              <a:blip r:embed="rId72"/>
              <a:stretch>
                <a:fillRect/>
              </a:stretch>
            </p:blipFill>
            <p:spPr>
              <a:xfrm>
                <a:off x="4244731" y="6686903"/>
                <a:ext cx="39793" cy="26811"/>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5" name="筆跡 44">
                <a:extLst>
                  <a:ext uri="{FF2B5EF4-FFF2-40B4-BE49-F238E27FC236}">
                    <a16:creationId xmlns:a16="http://schemas.microsoft.com/office/drawing/2014/main" id="{42817F0E-5347-64BB-C7A3-1086D1FC8DED}"/>
                  </a:ext>
                </a:extLst>
              </p14:cNvPr>
              <p14:cNvContentPartPr/>
              <p14:nvPr/>
            </p14:nvContentPartPr>
            <p14:xfrm>
              <a:off x="7514253" y="1526385"/>
              <a:ext cx="485775" cy="3276600"/>
            </p14:xfrm>
          </p:contentPart>
        </mc:Choice>
        <mc:Fallback xmlns="">
          <p:pic>
            <p:nvPicPr>
              <p:cNvPr id="45" name="筆跡 44">
                <a:extLst>
                  <a:ext uri="{FF2B5EF4-FFF2-40B4-BE49-F238E27FC236}">
                    <a16:creationId xmlns:a16="http://schemas.microsoft.com/office/drawing/2014/main" id="{42817F0E-5347-64BB-C7A3-1086D1FC8DED}"/>
                  </a:ext>
                </a:extLst>
              </p:cNvPr>
              <p:cNvPicPr/>
              <p:nvPr/>
            </p:nvPicPr>
            <p:blipFill>
              <a:blip r:embed="rId74"/>
              <a:stretch>
                <a:fillRect/>
              </a:stretch>
            </p:blipFill>
            <p:spPr>
              <a:xfrm>
                <a:off x="7505237" y="1517734"/>
                <a:ext cx="503446" cy="3294263"/>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6" name="筆跡 45">
                <a:extLst>
                  <a:ext uri="{FF2B5EF4-FFF2-40B4-BE49-F238E27FC236}">
                    <a16:creationId xmlns:a16="http://schemas.microsoft.com/office/drawing/2014/main" id="{CEB137F4-8D3E-F7CA-2E11-16BFCD84A772}"/>
                  </a:ext>
                </a:extLst>
              </p14:cNvPr>
              <p14:cNvContentPartPr/>
              <p14:nvPr/>
            </p14:nvContentPartPr>
            <p14:xfrm>
              <a:off x="8468969" y="1293327"/>
              <a:ext cx="257175" cy="285750"/>
            </p14:xfrm>
          </p:contentPart>
        </mc:Choice>
        <mc:Fallback xmlns="">
          <p:pic>
            <p:nvPicPr>
              <p:cNvPr id="46" name="筆跡 45">
                <a:extLst>
                  <a:ext uri="{FF2B5EF4-FFF2-40B4-BE49-F238E27FC236}">
                    <a16:creationId xmlns:a16="http://schemas.microsoft.com/office/drawing/2014/main" id="{CEB137F4-8D3E-F7CA-2E11-16BFCD84A772}"/>
                  </a:ext>
                </a:extLst>
              </p:cNvPr>
              <p:cNvPicPr/>
              <p:nvPr/>
            </p:nvPicPr>
            <p:blipFill>
              <a:blip r:embed="rId76"/>
              <a:stretch>
                <a:fillRect/>
              </a:stretch>
            </p:blipFill>
            <p:spPr>
              <a:xfrm>
                <a:off x="8460467" y="1284776"/>
                <a:ext cx="274533" cy="303209"/>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7" name="筆跡 46">
                <a:extLst>
                  <a:ext uri="{FF2B5EF4-FFF2-40B4-BE49-F238E27FC236}">
                    <a16:creationId xmlns:a16="http://schemas.microsoft.com/office/drawing/2014/main" id="{D3414859-D098-1A01-60AA-1A0C7EE33489}"/>
                  </a:ext>
                </a:extLst>
              </p14:cNvPr>
              <p14:cNvContentPartPr/>
              <p14:nvPr/>
            </p14:nvContentPartPr>
            <p14:xfrm>
              <a:off x="8491509" y="1531910"/>
              <a:ext cx="95250" cy="504825"/>
            </p14:xfrm>
          </p:contentPart>
        </mc:Choice>
        <mc:Fallback xmlns="">
          <p:pic>
            <p:nvPicPr>
              <p:cNvPr id="47" name="筆跡 46">
                <a:extLst>
                  <a:ext uri="{FF2B5EF4-FFF2-40B4-BE49-F238E27FC236}">
                    <a16:creationId xmlns:a16="http://schemas.microsoft.com/office/drawing/2014/main" id="{D3414859-D098-1A01-60AA-1A0C7EE33489}"/>
                  </a:ext>
                </a:extLst>
              </p:cNvPr>
              <p:cNvPicPr/>
              <p:nvPr/>
            </p:nvPicPr>
            <p:blipFill>
              <a:blip r:embed="rId78"/>
              <a:stretch>
                <a:fillRect/>
              </a:stretch>
            </p:blipFill>
            <p:spPr>
              <a:xfrm>
                <a:off x="8482912" y="1522946"/>
                <a:ext cx="112099" cy="522393"/>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48" name="筆跡 47">
                <a:extLst>
                  <a:ext uri="{FF2B5EF4-FFF2-40B4-BE49-F238E27FC236}">
                    <a16:creationId xmlns:a16="http://schemas.microsoft.com/office/drawing/2014/main" id="{1ADBFAC8-FC40-B94B-7E42-AF4662E32694}"/>
                  </a:ext>
                </a:extLst>
              </p14:cNvPr>
              <p14:cNvContentPartPr/>
              <p14:nvPr/>
            </p14:nvContentPartPr>
            <p14:xfrm>
              <a:off x="8796219" y="1446388"/>
              <a:ext cx="295275" cy="38100"/>
            </p14:xfrm>
          </p:contentPart>
        </mc:Choice>
        <mc:Fallback xmlns="">
          <p:pic>
            <p:nvPicPr>
              <p:cNvPr id="48" name="筆跡 47">
                <a:extLst>
                  <a:ext uri="{FF2B5EF4-FFF2-40B4-BE49-F238E27FC236}">
                    <a16:creationId xmlns:a16="http://schemas.microsoft.com/office/drawing/2014/main" id="{1ADBFAC8-FC40-B94B-7E42-AF4662E32694}"/>
                  </a:ext>
                </a:extLst>
              </p:cNvPr>
              <p:cNvPicPr/>
              <p:nvPr/>
            </p:nvPicPr>
            <p:blipFill>
              <a:blip r:embed="rId80"/>
              <a:stretch>
                <a:fillRect/>
              </a:stretch>
            </p:blipFill>
            <p:spPr>
              <a:xfrm>
                <a:off x="8787094" y="1437762"/>
                <a:ext cx="313159" cy="55712"/>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49" name="筆跡 48">
                <a:extLst>
                  <a:ext uri="{FF2B5EF4-FFF2-40B4-BE49-F238E27FC236}">
                    <a16:creationId xmlns:a16="http://schemas.microsoft.com/office/drawing/2014/main" id="{1A503762-49EC-70FE-589B-6778AB2F2043}"/>
                  </a:ext>
                </a:extLst>
              </p14:cNvPr>
              <p14:cNvContentPartPr/>
              <p14:nvPr/>
            </p14:nvContentPartPr>
            <p14:xfrm>
              <a:off x="8814294" y="1455796"/>
              <a:ext cx="257175" cy="371475"/>
            </p14:xfrm>
          </p:contentPart>
        </mc:Choice>
        <mc:Fallback xmlns="">
          <p:pic>
            <p:nvPicPr>
              <p:cNvPr id="49" name="筆跡 48">
                <a:extLst>
                  <a:ext uri="{FF2B5EF4-FFF2-40B4-BE49-F238E27FC236}">
                    <a16:creationId xmlns:a16="http://schemas.microsoft.com/office/drawing/2014/main" id="{1A503762-49EC-70FE-589B-6778AB2F2043}"/>
                  </a:ext>
                </a:extLst>
              </p:cNvPr>
              <p:cNvPicPr/>
              <p:nvPr/>
            </p:nvPicPr>
            <p:blipFill>
              <a:blip r:embed="rId82"/>
              <a:stretch>
                <a:fillRect/>
              </a:stretch>
            </p:blipFill>
            <p:spPr>
              <a:xfrm>
                <a:off x="8805588" y="1446727"/>
                <a:ext cx="274949" cy="389251"/>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0" name="筆跡 49">
                <a:extLst>
                  <a:ext uri="{FF2B5EF4-FFF2-40B4-BE49-F238E27FC236}">
                    <a16:creationId xmlns:a16="http://schemas.microsoft.com/office/drawing/2014/main" id="{6FA34501-6267-90D9-5944-7739A3D38840}"/>
                  </a:ext>
                </a:extLst>
              </p14:cNvPr>
              <p14:cNvContentPartPr/>
              <p14:nvPr/>
            </p14:nvContentPartPr>
            <p14:xfrm>
              <a:off x="8776657" y="1813278"/>
              <a:ext cx="314325" cy="190500"/>
            </p14:xfrm>
          </p:contentPart>
        </mc:Choice>
        <mc:Fallback xmlns="">
          <p:pic>
            <p:nvPicPr>
              <p:cNvPr id="50" name="筆跡 49">
                <a:extLst>
                  <a:ext uri="{FF2B5EF4-FFF2-40B4-BE49-F238E27FC236}">
                    <a16:creationId xmlns:a16="http://schemas.microsoft.com/office/drawing/2014/main" id="{6FA34501-6267-90D9-5944-7739A3D38840}"/>
                  </a:ext>
                </a:extLst>
              </p:cNvPr>
              <p:cNvPicPr/>
              <p:nvPr/>
            </p:nvPicPr>
            <p:blipFill>
              <a:blip r:embed="rId84"/>
              <a:stretch>
                <a:fillRect/>
              </a:stretch>
            </p:blipFill>
            <p:spPr>
              <a:xfrm>
                <a:off x="8767625" y="1804275"/>
                <a:ext cx="332028" cy="208146"/>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1" name="筆跡 50">
                <a:extLst>
                  <a:ext uri="{FF2B5EF4-FFF2-40B4-BE49-F238E27FC236}">
                    <a16:creationId xmlns:a16="http://schemas.microsoft.com/office/drawing/2014/main" id="{960003A5-0760-0852-8EBA-F11534D2FA3B}"/>
                  </a:ext>
                </a:extLst>
              </p14:cNvPr>
              <p14:cNvContentPartPr/>
              <p14:nvPr/>
            </p14:nvContentPartPr>
            <p14:xfrm>
              <a:off x="8753711" y="1993542"/>
              <a:ext cx="228600" cy="219075"/>
            </p14:xfrm>
          </p:contentPart>
        </mc:Choice>
        <mc:Fallback xmlns="">
          <p:pic>
            <p:nvPicPr>
              <p:cNvPr id="51" name="筆跡 50">
                <a:extLst>
                  <a:ext uri="{FF2B5EF4-FFF2-40B4-BE49-F238E27FC236}">
                    <a16:creationId xmlns:a16="http://schemas.microsoft.com/office/drawing/2014/main" id="{960003A5-0760-0852-8EBA-F11534D2FA3B}"/>
                  </a:ext>
                </a:extLst>
              </p:cNvPr>
              <p:cNvPicPr/>
              <p:nvPr/>
            </p:nvPicPr>
            <p:blipFill>
              <a:blip r:embed="rId86"/>
              <a:stretch>
                <a:fillRect/>
              </a:stretch>
            </p:blipFill>
            <p:spPr>
              <a:xfrm>
                <a:off x="8745016" y="1984764"/>
                <a:ext cx="246352" cy="236996"/>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2" name="筆跡 51">
                <a:extLst>
                  <a:ext uri="{FF2B5EF4-FFF2-40B4-BE49-F238E27FC236}">
                    <a16:creationId xmlns:a16="http://schemas.microsoft.com/office/drawing/2014/main" id="{93C1555F-7879-F267-A634-43A1CAAC235D}"/>
                  </a:ext>
                </a:extLst>
              </p14:cNvPr>
              <p14:cNvContentPartPr/>
              <p14:nvPr/>
            </p14:nvContentPartPr>
            <p14:xfrm>
              <a:off x="9348493" y="1510113"/>
              <a:ext cx="247650" cy="314325"/>
            </p14:xfrm>
          </p:contentPart>
        </mc:Choice>
        <mc:Fallback xmlns="">
          <p:pic>
            <p:nvPicPr>
              <p:cNvPr id="52" name="筆跡 51">
                <a:extLst>
                  <a:ext uri="{FF2B5EF4-FFF2-40B4-BE49-F238E27FC236}">
                    <a16:creationId xmlns:a16="http://schemas.microsoft.com/office/drawing/2014/main" id="{93C1555F-7879-F267-A634-43A1CAAC235D}"/>
                  </a:ext>
                </a:extLst>
              </p:cNvPr>
              <p:cNvPicPr/>
              <p:nvPr/>
            </p:nvPicPr>
            <p:blipFill>
              <a:blip r:embed="rId88"/>
              <a:stretch>
                <a:fillRect/>
              </a:stretch>
            </p:blipFill>
            <p:spPr>
              <a:xfrm>
                <a:off x="9339494" y="1501122"/>
                <a:ext cx="265288" cy="331947"/>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3" name="筆跡 52">
                <a:extLst>
                  <a:ext uri="{FF2B5EF4-FFF2-40B4-BE49-F238E27FC236}">
                    <a16:creationId xmlns:a16="http://schemas.microsoft.com/office/drawing/2014/main" id="{EDC45728-76AD-8478-6BE5-BF3AF5A9E390}"/>
                  </a:ext>
                </a:extLst>
              </p14:cNvPr>
              <p14:cNvContentPartPr/>
              <p14:nvPr/>
            </p14:nvContentPartPr>
            <p14:xfrm>
              <a:off x="9501775" y="1663615"/>
              <a:ext cx="190500" cy="114300"/>
            </p14:xfrm>
          </p:contentPart>
        </mc:Choice>
        <mc:Fallback xmlns="">
          <p:pic>
            <p:nvPicPr>
              <p:cNvPr id="53" name="筆跡 52">
                <a:extLst>
                  <a:ext uri="{FF2B5EF4-FFF2-40B4-BE49-F238E27FC236}">
                    <a16:creationId xmlns:a16="http://schemas.microsoft.com/office/drawing/2014/main" id="{EDC45728-76AD-8478-6BE5-BF3AF5A9E390}"/>
                  </a:ext>
                </a:extLst>
              </p:cNvPr>
              <p:cNvPicPr/>
              <p:nvPr/>
            </p:nvPicPr>
            <p:blipFill>
              <a:blip r:embed="rId90"/>
              <a:stretch>
                <a:fillRect/>
              </a:stretch>
            </p:blipFill>
            <p:spPr>
              <a:xfrm>
                <a:off x="9492704" y="1654989"/>
                <a:ext cx="208280" cy="131912"/>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4" name="筆跡 53">
                <a:extLst>
                  <a:ext uri="{FF2B5EF4-FFF2-40B4-BE49-F238E27FC236}">
                    <a16:creationId xmlns:a16="http://schemas.microsoft.com/office/drawing/2014/main" id="{DC6AB991-D30A-1CB1-2746-4E5CDF44F263}"/>
                  </a:ext>
                </a:extLst>
              </p14:cNvPr>
              <p14:cNvContentPartPr/>
              <p14:nvPr/>
            </p14:nvContentPartPr>
            <p14:xfrm>
              <a:off x="9435924" y="1794462"/>
              <a:ext cx="228600" cy="28575"/>
            </p14:xfrm>
          </p:contentPart>
        </mc:Choice>
        <mc:Fallback xmlns="">
          <p:pic>
            <p:nvPicPr>
              <p:cNvPr id="54" name="筆跡 53">
                <a:extLst>
                  <a:ext uri="{FF2B5EF4-FFF2-40B4-BE49-F238E27FC236}">
                    <a16:creationId xmlns:a16="http://schemas.microsoft.com/office/drawing/2014/main" id="{DC6AB991-D30A-1CB1-2746-4E5CDF44F263}"/>
                  </a:ext>
                </a:extLst>
              </p:cNvPr>
              <p:cNvPicPr/>
              <p:nvPr/>
            </p:nvPicPr>
            <p:blipFill>
              <a:blip r:embed="rId92"/>
              <a:stretch>
                <a:fillRect/>
              </a:stretch>
            </p:blipFill>
            <p:spPr>
              <a:xfrm>
                <a:off x="9427311" y="1785781"/>
                <a:ext cx="246185" cy="46299"/>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55" name="筆跡 54">
                <a:extLst>
                  <a:ext uri="{FF2B5EF4-FFF2-40B4-BE49-F238E27FC236}">
                    <a16:creationId xmlns:a16="http://schemas.microsoft.com/office/drawing/2014/main" id="{A5CE8DF8-6D47-3116-8349-68156BC11E3E}"/>
                  </a:ext>
                </a:extLst>
              </p14:cNvPr>
              <p14:cNvContentPartPr/>
              <p14:nvPr/>
            </p14:nvContentPartPr>
            <p14:xfrm>
              <a:off x="9341538" y="1596906"/>
              <a:ext cx="333375" cy="466725"/>
            </p14:xfrm>
          </p:contentPart>
        </mc:Choice>
        <mc:Fallback xmlns="">
          <p:pic>
            <p:nvPicPr>
              <p:cNvPr id="55" name="筆跡 54">
                <a:extLst>
                  <a:ext uri="{FF2B5EF4-FFF2-40B4-BE49-F238E27FC236}">
                    <a16:creationId xmlns:a16="http://schemas.microsoft.com/office/drawing/2014/main" id="{A5CE8DF8-6D47-3116-8349-68156BC11E3E}"/>
                  </a:ext>
                </a:extLst>
              </p:cNvPr>
              <p:cNvPicPr/>
              <p:nvPr/>
            </p:nvPicPr>
            <p:blipFill>
              <a:blip r:embed="rId94"/>
              <a:stretch>
                <a:fillRect/>
              </a:stretch>
            </p:blipFill>
            <p:spPr>
              <a:xfrm>
                <a:off x="9332803" y="1587951"/>
                <a:ext cx="351208" cy="484276"/>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56" name="筆跡 55">
                <a:extLst>
                  <a:ext uri="{FF2B5EF4-FFF2-40B4-BE49-F238E27FC236}">
                    <a16:creationId xmlns:a16="http://schemas.microsoft.com/office/drawing/2014/main" id="{D8C6BB65-8DAD-4309-948C-B7603FD1EA4F}"/>
                  </a:ext>
                </a:extLst>
              </p14:cNvPr>
              <p14:cNvContentPartPr/>
              <p14:nvPr/>
            </p14:nvContentPartPr>
            <p14:xfrm>
              <a:off x="9513551" y="1884761"/>
              <a:ext cx="152400" cy="247650"/>
            </p14:xfrm>
          </p:contentPart>
        </mc:Choice>
        <mc:Fallback xmlns="">
          <p:pic>
            <p:nvPicPr>
              <p:cNvPr id="56" name="筆跡 55">
                <a:extLst>
                  <a:ext uri="{FF2B5EF4-FFF2-40B4-BE49-F238E27FC236}">
                    <a16:creationId xmlns:a16="http://schemas.microsoft.com/office/drawing/2014/main" id="{D8C6BB65-8DAD-4309-948C-B7603FD1EA4F}"/>
                  </a:ext>
                </a:extLst>
              </p:cNvPr>
              <p:cNvPicPr/>
              <p:nvPr/>
            </p:nvPicPr>
            <p:blipFill>
              <a:blip r:embed="rId96"/>
              <a:stretch>
                <a:fillRect/>
              </a:stretch>
            </p:blipFill>
            <p:spPr>
              <a:xfrm>
                <a:off x="9504732" y="1876184"/>
                <a:ext cx="169686" cy="265161"/>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57" name="筆跡 56">
                <a:extLst>
                  <a:ext uri="{FF2B5EF4-FFF2-40B4-BE49-F238E27FC236}">
                    <a16:creationId xmlns:a16="http://schemas.microsoft.com/office/drawing/2014/main" id="{8A9A61CB-7259-DEB5-FAB2-4FB13657B6BF}"/>
                  </a:ext>
                </a:extLst>
              </p14:cNvPr>
              <p14:cNvContentPartPr/>
              <p14:nvPr/>
            </p14:nvContentPartPr>
            <p14:xfrm>
              <a:off x="10063058" y="1575965"/>
              <a:ext cx="28575" cy="85725"/>
            </p14:xfrm>
          </p:contentPart>
        </mc:Choice>
        <mc:Fallback xmlns="">
          <p:pic>
            <p:nvPicPr>
              <p:cNvPr id="57" name="筆跡 56">
                <a:extLst>
                  <a:ext uri="{FF2B5EF4-FFF2-40B4-BE49-F238E27FC236}">
                    <a16:creationId xmlns:a16="http://schemas.microsoft.com/office/drawing/2014/main" id="{8A9A61CB-7259-DEB5-FAB2-4FB13657B6BF}"/>
                  </a:ext>
                </a:extLst>
              </p:cNvPr>
              <p:cNvPicPr/>
              <p:nvPr/>
            </p:nvPicPr>
            <p:blipFill>
              <a:blip r:embed="rId98"/>
              <a:stretch>
                <a:fillRect/>
              </a:stretch>
            </p:blipFill>
            <p:spPr>
              <a:xfrm>
                <a:off x="10054940" y="1566941"/>
                <a:ext cx="44486" cy="104148"/>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58" name="筆跡 57">
                <a:extLst>
                  <a:ext uri="{FF2B5EF4-FFF2-40B4-BE49-F238E27FC236}">
                    <a16:creationId xmlns:a16="http://schemas.microsoft.com/office/drawing/2014/main" id="{EE4CE5EF-A583-A35B-C7AC-5591BD6E8E5C}"/>
                  </a:ext>
                </a:extLst>
              </p14:cNvPr>
              <p14:cNvContentPartPr/>
              <p14:nvPr/>
            </p14:nvContentPartPr>
            <p14:xfrm>
              <a:off x="9988834" y="1671756"/>
              <a:ext cx="180975" cy="9525"/>
            </p14:xfrm>
          </p:contentPart>
        </mc:Choice>
        <mc:Fallback xmlns="">
          <p:pic>
            <p:nvPicPr>
              <p:cNvPr id="58" name="筆跡 57">
                <a:extLst>
                  <a:ext uri="{FF2B5EF4-FFF2-40B4-BE49-F238E27FC236}">
                    <a16:creationId xmlns:a16="http://schemas.microsoft.com/office/drawing/2014/main" id="{EE4CE5EF-A583-A35B-C7AC-5591BD6E8E5C}"/>
                  </a:ext>
                </a:extLst>
              </p:cNvPr>
              <p:cNvPicPr/>
              <p:nvPr/>
            </p:nvPicPr>
            <p:blipFill>
              <a:blip r:embed="rId100"/>
              <a:stretch>
                <a:fillRect/>
              </a:stretch>
            </p:blipFill>
            <p:spPr>
              <a:xfrm>
                <a:off x="9979857" y="1663252"/>
                <a:ext cx="198570" cy="26194"/>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59" name="筆跡 58">
                <a:extLst>
                  <a:ext uri="{FF2B5EF4-FFF2-40B4-BE49-F238E27FC236}">
                    <a16:creationId xmlns:a16="http://schemas.microsoft.com/office/drawing/2014/main" id="{D7FFB29A-F3A9-42B1-48E7-753625ED3220}"/>
                  </a:ext>
                </a:extLst>
              </p14:cNvPr>
              <p14:cNvContentPartPr/>
              <p14:nvPr/>
            </p14:nvContentPartPr>
            <p14:xfrm>
              <a:off x="9834697" y="1677307"/>
              <a:ext cx="190500" cy="476250"/>
            </p14:xfrm>
          </p:contentPart>
        </mc:Choice>
        <mc:Fallback xmlns="">
          <p:pic>
            <p:nvPicPr>
              <p:cNvPr id="59" name="筆跡 58">
                <a:extLst>
                  <a:ext uri="{FF2B5EF4-FFF2-40B4-BE49-F238E27FC236}">
                    <a16:creationId xmlns:a16="http://schemas.microsoft.com/office/drawing/2014/main" id="{D7FFB29A-F3A9-42B1-48E7-753625ED3220}"/>
                  </a:ext>
                </a:extLst>
              </p:cNvPr>
              <p:cNvPicPr/>
              <p:nvPr/>
            </p:nvPicPr>
            <p:blipFill>
              <a:blip r:embed="rId102"/>
              <a:stretch>
                <a:fillRect/>
              </a:stretch>
            </p:blipFill>
            <p:spPr>
              <a:xfrm>
                <a:off x="9826230" y="1668694"/>
                <a:ext cx="207786" cy="493836"/>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60" name="筆跡 59">
                <a:extLst>
                  <a:ext uri="{FF2B5EF4-FFF2-40B4-BE49-F238E27FC236}">
                    <a16:creationId xmlns:a16="http://schemas.microsoft.com/office/drawing/2014/main" id="{D24404F4-8B00-C46F-4D9B-5F965391A004}"/>
                  </a:ext>
                </a:extLst>
              </p14:cNvPr>
              <p14:cNvContentPartPr/>
              <p14:nvPr/>
            </p14:nvContentPartPr>
            <p14:xfrm>
              <a:off x="10037997" y="1879129"/>
              <a:ext cx="238125" cy="47625"/>
            </p14:xfrm>
          </p:contentPart>
        </mc:Choice>
        <mc:Fallback xmlns="">
          <p:pic>
            <p:nvPicPr>
              <p:cNvPr id="60" name="筆跡 59">
                <a:extLst>
                  <a:ext uri="{FF2B5EF4-FFF2-40B4-BE49-F238E27FC236}">
                    <a16:creationId xmlns:a16="http://schemas.microsoft.com/office/drawing/2014/main" id="{D24404F4-8B00-C46F-4D9B-5F965391A004}"/>
                  </a:ext>
                </a:extLst>
              </p:cNvPr>
              <p:cNvPicPr/>
              <p:nvPr/>
            </p:nvPicPr>
            <p:blipFill>
              <a:blip r:embed="rId104"/>
              <a:stretch>
                <a:fillRect/>
              </a:stretch>
            </p:blipFill>
            <p:spPr>
              <a:xfrm>
                <a:off x="10029178" y="1870310"/>
                <a:ext cx="255411" cy="64911"/>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61" name="筆跡 60">
                <a:extLst>
                  <a:ext uri="{FF2B5EF4-FFF2-40B4-BE49-F238E27FC236}">
                    <a16:creationId xmlns:a16="http://schemas.microsoft.com/office/drawing/2014/main" id="{57E62C1D-EFF2-8FCC-6843-899AAD9ECE90}"/>
                  </a:ext>
                </a:extLst>
              </p14:cNvPr>
              <p14:cNvContentPartPr/>
              <p14:nvPr/>
            </p14:nvContentPartPr>
            <p14:xfrm>
              <a:off x="10113049" y="1794462"/>
              <a:ext cx="123825" cy="228600"/>
            </p14:xfrm>
          </p:contentPart>
        </mc:Choice>
        <mc:Fallback xmlns="">
          <p:pic>
            <p:nvPicPr>
              <p:cNvPr id="61" name="筆跡 60">
                <a:extLst>
                  <a:ext uri="{FF2B5EF4-FFF2-40B4-BE49-F238E27FC236}">
                    <a16:creationId xmlns:a16="http://schemas.microsoft.com/office/drawing/2014/main" id="{57E62C1D-EFF2-8FCC-6843-899AAD9ECE90}"/>
                  </a:ext>
                </a:extLst>
              </p:cNvPr>
              <p:cNvPicPr/>
              <p:nvPr/>
            </p:nvPicPr>
            <p:blipFill>
              <a:blip r:embed="rId106"/>
              <a:stretch>
                <a:fillRect/>
              </a:stretch>
            </p:blipFill>
            <p:spPr>
              <a:xfrm>
                <a:off x="10104678" y="1785753"/>
                <a:ext cx="140916" cy="24638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62" name="筆跡 61">
                <a:extLst>
                  <a:ext uri="{FF2B5EF4-FFF2-40B4-BE49-F238E27FC236}">
                    <a16:creationId xmlns:a16="http://schemas.microsoft.com/office/drawing/2014/main" id="{D30F90EF-1138-FFE2-A815-1DFF5160AD01}"/>
                  </a:ext>
                </a:extLst>
              </p14:cNvPr>
              <p14:cNvContentPartPr/>
              <p14:nvPr/>
            </p14:nvContentPartPr>
            <p14:xfrm>
              <a:off x="9969372" y="2040447"/>
              <a:ext cx="209550" cy="228600"/>
            </p14:xfrm>
          </p:contentPart>
        </mc:Choice>
        <mc:Fallback xmlns="">
          <p:pic>
            <p:nvPicPr>
              <p:cNvPr id="62" name="筆跡 61">
                <a:extLst>
                  <a:ext uri="{FF2B5EF4-FFF2-40B4-BE49-F238E27FC236}">
                    <a16:creationId xmlns:a16="http://schemas.microsoft.com/office/drawing/2014/main" id="{D30F90EF-1138-FFE2-A815-1DFF5160AD01}"/>
                  </a:ext>
                </a:extLst>
              </p:cNvPr>
              <p:cNvPicPr/>
              <p:nvPr/>
            </p:nvPicPr>
            <p:blipFill>
              <a:blip r:embed="rId108"/>
              <a:stretch>
                <a:fillRect/>
              </a:stretch>
            </p:blipFill>
            <p:spPr>
              <a:xfrm>
                <a:off x="9960686" y="2031475"/>
                <a:ext cx="227284" cy="246185"/>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63" name="筆跡 62">
                <a:extLst>
                  <a:ext uri="{FF2B5EF4-FFF2-40B4-BE49-F238E27FC236}">
                    <a16:creationId xmlns:a16="http://schemas.microsoft.com/office/drawing/2014/main" id="{03D764D8-4C91-4F2A-CFF3-DEB8DAB3F3D4}"/>
                  </a:ext>
                </a:extLst>
              </p14:cNvPr>
              <p14:cNvContentPartPr/>
              <p14:nvPr/>
            </p14:nvContentPartPr>
            <p14:xfrm>
              <a:off x="10054685" y="2123721"/>
              <a:ext cx="123825" cy="161925"/>
            </p14:xfrm>
          </p:contentPart>
        </mc:Choice>
        <mc:Fallback xmlns="">
          <p:pic>
            <p:nvPicPr>
              <p:cNvPr id="63" name="筆跡 62">
                <a:extLst>
                  <a:ext uri="{FF2B5EF4-FFF2-40B4-BE49-F238E27FC236}">
                    <a16:creationId xmlns:a16="http://schemas.microsoft.com/office/drawing/2014/main" id="{03D764D8-4C91-4F2A-CFF3-DEB8DAB3F3D4}"/>
                  </a:ext>
                </a:extLst>
              </p:cNvPr>
              <p:cNvPicPr/>
              <p:nvPr/>
            </p:nvPicPr>
            <p:blipFill>
              <a:blip r:embed="rId110"/>
              <a:stretch>
                <a:fillRect/>
              </a:stretch>
            </p:blipFill>
            <p:spPr>
              <a:xfrm>
                <a:off x="10045417" y="2115291"/>
                <a:ext cx="141991" cy="179136"/>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64" name="筆跡 63">
                <a:extLst>
                  <a:ext uri="{FF2B5EF4-FFF2-40B4-BE49-F238E27FC236}">
                    <a16:creationId xmlns:a16="http://schemas.microsoft.com/office/drawing/2014/main" id="{AD3EE2B0-7141-4DDE-AF7D-DB5C1971B517}"/>
                  </a:ext>
                </a:extLst>
              </p14:cNvPr>
              <p14:cNvContentPartPr/>
              <p14:nvPr/>
            </p14:nvContentPartPr>
            <p14:xfrm>
              <a:off x="10606420" y="1672166"/>
              <a:ext cx="47625" cy="133350"/>
            </p14:xfrm>
          </p:contentPart>
        </mc:Choice>
        <mc:Fallback xmlns="">
          <p:pic>
            <p:nvPicPr>
              <p:cNvPr id="64" name="筆跡 63">
                <a:extLst>
                  <a:ext uri="{FF2B5EF4-FFF2-40B4-BE49-F238E27FC236}">
                    <a16:creationId xmlns:a16="http://schemas.microsoft.com/office/drawing/2014/main" id="{AD3EE2B0-7141-4DDE-AF7D-DB5C1971B517}"/>
                  </a:ext>
                </a:extLst>
              </p:cNvPr>
              <p:cNvPicPr/>
              <p:nvPr/>
            </p:nvPicPr>
            <p:blipFill>
              <a:blip r:embed="rId112"/>
              <a:stretch>
                <a:fillRect/>
              </a:stretch>
            </p:blipFill>
            <p:spPr>
              <a:xfrm>
                <a:off x="10596580" y="1663252"/>
                <a:ext cx="66911" cy="150821"/>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65" name="筆跡 64">
                <a:extLst>
                  <a:ext uri="{FF2B5EF4-FFF2-40B4-BE49-F238E27FC236}">
                    <a16:creationId xmlns:a16="http://schemas.microsoft.com/office/drawing/2014/main" id="{632C7E32-CB14-BD85-2128-A5C9E8F7B60F}"/>
                  </a:ext>
                </a:extLst>
              </p14:cNvPr>
              <p14:cNvContentPartPr/>
              <p14:nvPr/>
            </p14:nvContentPartPr>
            <p14:xfrm>
              <a:off x="10527182" y="1812868"/>
              <a:ext cx="266700" cy="57150"/>
            </p14:xfrm>
          </p:contentPart>
        </mc:Choice>
        <mc:Fallback xmlns="">
          <p:pic>
            <p:nvPicPr>
              <p:cNvPr id="65" name="筆跡 64">
                <a:extLst>
                  <a:ext uri="{FF2B5EF4-FFF2-40B4-BE49-F238E27FC236}">
                    <a16:creationId xmlns:a16="http://schemas.microsoft.com/office/drawing/2014/main" id="{632C7E32-CB14-BD85-2128-A5C9E8F7B60F}"/>
                  </a:ext>
                </a:extLst>
              </p:cNvPr>
              <p:cNvPicPr/>
              <p:nvPr/>
            </p:nvPicPr>
            <p:blipFill>
              <a:blip r:embed="rId114"/>
              <a:stretch>
                <a:fillRect/>
              </a:stretch>
            </p:blipFill>
            <p:spPr>
              <a:xfrm>
                <a:off x="10518450" y="1803882"/>
                <a:ext cx="284529" cy="74762"/>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66" name="筆跡 65">
                <a:extLst>
                  <a:ext uri="{FF2B5EF4-FFF2-40B4-BE49-F238E27FC236}">
                    <a16:creationId xmlns:a16="http://schemas.microsoft.com/office/drawing/2014/main" id="{B2375955-3C0C-49BC-C9C7-C0757B3F2647}"/>
                  </a:ext>
                </a:extLst>
              </p14:cNvPr>
              <p14:cNvContentPartPr/>
              <p14:nvPr/>
            </p14:nvContentPartPr>
            <p14:xfrm>
              <a:off x="10521648" y="1893787"/>
              <a:ext cx="152400" cy="104775"/>
            </p14:xfrm>
          </p:contentPart>
        </mc:Choice>
        <mc:Fallback xmlns="">
          <p:pic>
            <p:nvPicPr>
              <p:cNvPr id="66" name="筆跡 65">
                <a:extLst>
                  <a:ext uri="{FF2B5EF4-FFF2-40B4-BE49-F238E27FC236}">
                    <a16:creationId xmlns:a16="http://schemas.microsoft.com/office/drawing/2014/main" id="{B2375955-3C0C-49BC-C9C7-C0757B3F2647}"/>
                  </a:ext>
                </a:extLst>
              </p:cNvPr>
              <p:cNvPicPr/>
              <p:nvPr/>
            </p:nvPicPr>
            <p:blipFill>
              <a:blip r:embed="rId116"/>
              <a:stretch>
                <a:fillRect/>
              </a:stretch>
            </p:blipFill>
            <p:spPr>
              <a:xfrm>
                <a:off x="10512423" y="1885171"/>
                <a:ext cx="170481" cy="121663"/>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67" name="筆跡 66">
                <a:extLst>
                  <a:ext uri="{FF2B5EF4-FFF2-40B4-BE49-F238E27FC236}">
                    <a16:creationId xmlns:a16="http://schemas.microsoft.com/office/drawing/2014/main" id="{3FEB5401-AC8A-4570-0E01-91D70B03F9CD}"/>
                  </a:ext>
                </a:extLst>
              </p14:cNvPr>
              <p14:cNvContentPartPr/>
              <p14:nvPr/>
            </p14:nvContentPartPr>
            <p14:xfrm>
              <a:off x="10380430" y="2020240"/>
              <a:ext cx="323850" cy="323850"/>
            </p14:xfrm>
          </p:contentPart>
        </mc:Choice>
        <mc:Fallback xmlns="">
          <p:pic>
            <p:nvPicPr>
              <p:cNvPr id="67" name="筆跡 66">
                <a:extLst>
                  <a:ext uri="{FF2B5EF4-FFF2-40B4-BE49-F238E27FC236}">
                    <a16:creationId xmlns:a16="http://schemas.microsoft.com/office/drawing/2014/main" id="{3FEB5401-AC8A-4570-0E01-91D70B03F9CD}"/>
                  </a:ext>
                </a:extLst>
              </p:cNvPr>
              <p:cNvPicPr/>
              <p:nvPr/>
            </p:nvPicPr>
            <p:blipFill>
              <a:blip r:embed="rId118"/>
              <a:stretch>
                <a:fillRect/>
              </a:stretch>
            </p:blipFill>
            <p:spPr>
              <a:xfrm>
                <a:off x="10371513" y="2011304"/>
                <a:ext cx="341326" cy="341365"/>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68" name="筆跡 67">
                <a:extLst>
                  <a:ext uri="{FF2B5EF4-FFF2-40B4-BE49-F238E27FC236}">
                    <a16:creationId xmlns:a16="http://schemas.microsoft.com/office/drawing/2014/main" id="{D7C441AC-D88A-5634-8E86-99A379023287}"/>
                  </a:ext>
                </a:extLst>
              </p14:cNvPr>
              <p14:cNvContentPartPr/>
              <p14:nvPr/>
            </p14:nvContentPartPr>
            <p14:xfrm>
              <a:off x="10429694" y="2236610"/>
              <a:ext cx="161925" cy="123825"/>
            </p14:xfrm>
          </p:contentPart>
        </mc:Choice>
        <mc:Fallback xmlns="">
          <p:pic>
            <p:nvPicPr>
              <p:cNvPr id="68" name="筆跡 67">
                <a:extLst>
                  <a:ext uri="{FF2B5EF4-FFF2-40B4-BE49-F238E27FC236}">
                    <a16:creationId xmlns:a16="http://schemas.microsoft.com/office/drawing/2014/main" id="{D7C441AC-D88A-5634-8E86-99A379023287}"/>
                  </a:ext>
                </a:extLst>
              </p:cNvPr>
              <p:cNvPicPr/>
              <p:nvPr/>
            </p:nvPicPr>
            <p:blipFill>
              <a:blip r:embed="rId120"/>
              <a:stretch>
                <a:fillRect/>
              </a:stretch>
            </p:blipFill>
            <p:spPr>
              <a:xfrm>
                <a:off x="10420758" y="2227532"/>
                <a:ext cx="179440" cy="141618"/>
              </a:xfrm>
              <a:prstGeom prst="rect">
                <a:avLst/>
              </a:prstGeom>
            </p:spPr>
          </p:pic>
        </mc:Fallback>
      </mc:AlternateContent>
    </p:spTree>
    <p:extLst>
      <p:ext uri="{BB962C8B-B14F-4D97-AF65-F5344CB8AC3E}">
        <p14:creationId xmlns:p14="http://schemas.microsoft.com/office/powerpoint/2010/main" val="230978997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9A3D0CE2-91FF-49B3-A5D8-181E900D7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a:extLst>
              <a:ext uri="{FF2B5EF4-FFF2-40B4-BE49-F238E27FC236}">
                <a16:creationId xmlns:a16="http://schemas.microsoft.com/office/drawing/2014/main" id="{58AEBD96-C315-4F53-9D9E-0E20E993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8" name="Rectangle 34">
            <a:extLst>
              <a:ext uri="{FF2B5EF4-FFF2-40B4-BE49-F238E27FC236}">
                <a16:creationId xmlns:a16="http://schemas.microsoft.com/office/drawing/2014/main" id="{78916AAA-66F6-4DFA-88ED-7E27CF6B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7" name="Group 36">
            <a:extLst>
              <a:ext uri="{FF2B5EF4-FFF2-40B4-BE49-F238E27FC236}">
                <a16:creationId xmlns:a16="http://schemas.microsoft.com/office/drawing/2014/main" id="{A137D43F-BAD6-47F1-AA65-AEEA38A2FF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29" name="Oval 37">
              <a:extLst>
                <a:ext uri="{FF2B5EF4-FFF2-40B4-BE49-F238E27FC236}">
                  <a16:creationId xmlns:a16="http://schemas.microsoft.com/office/drawing/2014/main" id="{D512C9B2-6B22-4211-A940-FCD7C2CD0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30" name="Oval 38">
              <a:extLst>
                <a:ext uri="{FF2B5EF4-FFF2-40B4-BE49-F238E27FC236}">
                  <a16:creationId xmlns:a16="http://schemas.microsoft.com/office/drawing/2014/main" id="{85F7DB84-CDE7-46F8-90DD-9D048A7D5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sp>
      </p:grpSp>
      <p:sp useBgFill="1">
        <p:nvSpPr>
          <p:cNvPr id="32" name="Rectangle 40">
            <a:extLst>
              <a:ext uri="{FF2B5EF4-FFF2-40B4-BE49-F238E27FC236}">
                <a16:creationId xmlns:a16="http://schemas.microsoft.com/office/drawing/2014/main" id="{68C84B8E-16E8-4E54-B4AC-84CE51595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文字方塊 3">
            <a:extLst>
              <a:ext uri="{FF2B5EF4-FFF2-40B4-BE49-F238E27FC236}">
                <a16:creationId xmlns:a16="http://schemas.microsoft.com/office/drawing/2014/main" id="{4C0C7DFB-F839-4192-B53B-1812E6CE4CEC}"/>
              </a:ext>
            </a:extLst>
          </p:cNvPr>
          <p:cNvSpPr txBox="1"/>
          <p:nvPr/>
        </p:nvSpPr>
        <p:spPr>
          <a:xfrm>
            <a:off x="1051560" y="1110054"/>
            <a:ext cx="6558608" cy="4580300"/>
          </a:xfrm>
          <a:prstGeom prst="rect">
            <a:avLst/>
          </a:prstGeom>
        </p:spPr>
        <p:txBody>
          <a:bodyPr vert="horz" lIns="91440" tIns="45720" rIns="91440" bIns="45720" rtlCol="0" anchor="ctr">
            <a:normAutofit/>
          </a:bodyPr>
          <a:lstStyle/>
          <a:p>
            <a:pPr algn="r" defTabSz="914400">
              <a:lnSpc>
                <a:spcPct val="80000"/>
              </a:lnSpc>
              <a:spcBef>
                <a:spcPct val="0"/>
              </a:spcBef>
              <a:spcAft>
                <a:spcPts val="600"/>
              </a:spcAft>
            </a:pPr>
            <a:r>
              <a:rPr lang="zh-TW" altLang="en-US" sz="13000" b="1" cap="all">
                <a:latin typeface="+mj-lt"/>
                <a:ea typeface="+mj-ea"/>
                <a:cs typeface="+mj-cs"/>
              </a:rPr>
              <a:t>備註</a:t>
            </a:r>
          </a:p>
        </p:txBody>
      </p:sp>
      <p:sp>
        <p:nvSpPr>
          <p:cNvPr id="43" name="Rectangle 42">
            <a:extLst>
              <a:ext uri="{FF2B5EF4-FFF2-40B4-BE49-F238E27FC236}">
                <a16:creationId xmlns:a16="http://schemas.microsoft.com/office/drawing/2014/main" id="{ECE9EEEA-5DB7-4DC7-AF9F-74D1C19B7E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928117"/>
            <a:ext cx="10351008" cy="80683"/>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DF199147-B958-49C0-9BE2-65BDD892F2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85470" y="1110053"/>
            <a:ext cx="3386371" cy="4580301"/>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EF70505D-EC2C-4D1A-86DE-2583778074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5780565"/>
            <a:ext cx="10351008" cy="80683"/>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48">
            <a:extLst>
              <a:ext uri="{FF2B5EF4-FFF2-40B4-BE49-F238E27FC236}">
                <a16:creationId xmlns:a16="http://schemas.microsoft.com/office/drawing/2014/main" id="{2DF20BDF-18D7-4E94-9BA1-9CEB40470CB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6920" y="5257800"/>
            <a:ext cx="1080904" cy="1080902"/>
            <a:chOff x="9646920" y="5257800"/>
            <a:chExt cx="1080904" cy="1080902"/>
          </a:xfrm>
        </p:grpSpPr>
        <p:sp>
          <p:nvSpPr>
            <p:cNvPr id="50" name="Oval 49">
              <a:extLst>
                <a:ext uri="{FF2B5EF4-FFF2-40B4-BE49-F238E27FC236}">
                  <a16:creationId xmlns:a16="http://schemas.microsoft.com/office/drawing/2014/main" id="{98F42242-4089-4E5D-95C3-C113C73DA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46920" y="5257800"/>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51" name="Oval 50">
              <a:extLst>
                <a:ext uri="{FF2B5EF4-FFF2-40B4-BE49-F238E27FC236}">
                  <a16:creationId xmlns:a16="http://schemas.microsoft.com/office/drawing/2014/main" id="{796F87F1-ABB5-42FB-86BD-EED111CD3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55011" y="5365890"/>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5" name="投影片編號版面配置區 4">
            <a:extLst>
              <a:ext uri="{FF2B5EF4-FFF2-40B4-BE49-F238E27FC236}">
                <a16:creationId xmlns:a16="http://schemas.microsoft.com/office/drawing/2014/main" id="{5D23B375-A6D2-4583-8FE9-BFCCCFBD241B}"/>
              </a:ext>
            </a:extLst>
          </p:cNvPr>
          <p:cNvSpPr>
            <a:spLocks noGrp="1"/>
          </p:cNvSpPr>
          <p:nvPr>
            <p:ph type="sldNum" sz="quarter" idx="12"/>
          </p:nvPr>
        </p:nvSpPr>
        <p:spPr>
          <a:xfrm>
            <a:off x="9592056" y="5477256"/>
            <a:ext cx="1193868" cy="640080"/>
          </a:xfrm>
        </p:spPr>
        <p:txBody>
          <a:bodyPr vert="horz" lIns="91440" tIns="45720" rIns="91440" bIns="45720" rtlCol="0" anchor="ctr">
            <a:normAutofit/>
          </a:bodyPr>
          <a:lstStyle/>
          <a:p>
            <a:pPr>
              <a:spcAft>
                <a:spcPts val="600"/>
              </a:spcAft>
            </a:pPr>
            <a:fld id="{B521127C-0C56-461F-B517-0D483F216F7D}" type="slidenum">
              <a:rPr lang="en-US" altLang="zh-TW" sz="2800" b="1" kern="1200">
                <a:solidFill>
                  <a:srgbClr val="FFFFFF"/>
                </a:solidFill>
                <a:latin typeface="+mj-lt"/>
                <a:ea typeface="+mn-ea"/>
                <a:cs typeface="+mn-cs"/>
              </a:rPr>
              <a:pPr>
                <a:spcAft>
                  <a:spcPts val="600"/>
                </a:spcAft>
              </a:pPr>
              <a:t>129</a:t>
            </a:fld>
            <a:endParaRPr lang="en-US" altLang="zh-TW" sz="2800" b="1" kern="1200">
              <a:solidFill>
                <a:srgbClr val="FFFFFF"/>
              </a:solidFill>
              <a:latin typeface="+mj-lt"/>
              <a:ea typeface="+mn-ea"/>
              <a:cs typeface="+mn-cs"/>
            </a:endParaRPr>
          </a:p>
        </p:txBody>
      </p:sp>
    </p:spTree>
    <p:extLst>
      <p:ext uri="{BB962C8B-B14F-4D97-AF65-F5344CB8AC3E}">
        <p14:creationId xmlns:p14="http://schemas.microsoft.com/office/powerpoint/2010/main" val="414355428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9">
            <a:extLst>
              <a:ext uri="{FF2B5EF4-FFF2-40B4-BE49-F238E27FC236}">
                <a16:creationId xmlns:a16="http://schemas.microsoft.com/office/drawing/2014/main" id="{9A3D0CE2-91FF-49B3-A5D8-181E900D7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11">
            <a:extLst>
              <a:ext uri="{FF2B5EF4-FFF2-40B4-BE49-F238E27FC236}">
                <a16:creationId xmlns:a16="http://schemas.microsoft.com/office/drawing/2014/main" id="{58AEBD96-C315-4F53-9D9E-0E20E993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13">
            <a:extLst>
              <a:ext uri="{FF2B5EF4-FFF2-40B4-BE49-F238E27FC236}">
                <a16:creationId xmlns:a16="http://schemas.microsoft.com/office/drawing/2014/main" id="{78916AAA-66F6-4DFA-88ED-7E27CF6B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1" name="Group 15">
            <a:extLst>
              <a:ext uri="{FF2B5EF4-FFF2-40B4-BE49-F238E27FC236}">
                <a16:creationId xmlns:a16="http://schemas.microsoft.com/office/drawing/2014/main" id="{A137D43F-BAD6-47F1-AA65-AEEA38A2FF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17" name="Oval 16">
              <a:extLst>
                <a:ext uri="{FF2B5EF4-FFF2-40B4-BE49-F238E27FC236}">
                  <a16:creationId xmlns:a16="http://schemas.microsoft.com/office/drawing/2014/main" id="{D512C9B2-6B22-4211-A940-FCD7C2CD0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8" name="Oval 17">
              <a:extLst>
                <a:ext uri="{FF2B5EF4-FFF2-40B4-BE49-F238E27FC236}">
                  <a16:creationId xmlns:a16="http://schemas.microsoft.com/office/drawing/2014/main" id="{85F7DB84-CDE7-46F8-90DD-9D048A7D5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sp>
      </p:grpSp>
      <p:sp useBgFill="1">
        <p:nvSpPr>
          <p:cNvPr id="13" name="Rectangle 19">
            <a:extLst>
              <a:ext uri="{FF2B5EF4-FFF2-40B4-BE49-F238E27FC236}">
                <a16:creationId xmlns:a16="http://schemas.microsoft.com/office/drawing/2014/main" id="{C3D25154-9EF7-4C33-9AAC-7B3BE089FE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文字方塊 3">
            <a:extLst>
              <a:ext uri="{FF2B5EF4-FFF2-40B4-BE49-F238E27FC236}">
                <a16:creationId xmlns:a16="http://schemas.microsoft.com/office/drawing/2014/main" id="{4C0C7DFB-F839-4192-B53B-1812E6CE4CEC}"/>
              </a:ext>
            </a:extLst>
          </p:cNvPr>
          <p:cNvSpPr txBox="1"/>
          <p:nvPr/>
        </p:nvSpPr>
        <p:spPr>
          <a:xfrm>
            <a:off x="1051560" y="643468"/>
            <a:ext cx="9966960" cy="359243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en-US" altLang="zh-TW" sz="8900" b="1" cap="all">
                <a:latin typeface="+mj-lt"/>
                <a:ea typeface="+mj-ea"/>
                <a:cs typeface="+mj-cs"/>
              </a:rPr>
              <a:t>WEB Application</a:t>
            </a:r>
          </a:p>
          <a:p>
            <a:pPr defTabSz="914400">
              <a:lnSpc>
                <a:spcPct val="80000"/>
              </a:lnSpc>
              <a:spcBef>
                <a:spcPct val="0"/>
              </a:spcBef>
              <a:spcAft>
                <a:spcPts val="600"/>
              </a:spcAft>
            </a:pPr>
            <a:r>
              <a:rPr lang="zh-TW" altLang="en-US" sz="8900" b="1" cap="all">
                <a:latin typeface="+mj-lt"/>
                <a:ea typeface="+mj-ea"/>
                <a:cs typeface="+mj-cs"/>
              </a:rPr>
              <a:t>環境部署</a:t>
            </a:r>
            <a:endParaRPr lang="en-US" altLang="zh-TW" sz="8900" b="1" cap="all">
              <a:latin typeface="+mj-lt"/>
              <a:ea typeface="+mj-ea"/>
              <a:cs typeface="+mj-cs"/>
            </a:endParaRPr>
          </a:p>
        </p:txBody>
      </p:sp>
      <p:sp>
        <p:nvSpPr>
          <p:cNvPr id="15" name="Rectangle 21">
            <a:extLst>
              <a:ext uri="{FF2B5EF4-FFF2-40B4-BE49-F238E27FC236}">
                <a16:creationId xmlns:a16="http://schemas.microsoft.com/office/drawing/2014/main" id="{1604E8C0-C927-4C06-A96A-BF3323BA7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95831"/>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23">
            <a:extLst>
              <a:ext uri="{FF2B5EF4-FFF2-40B4-BE49-F238E27FC236}">
                <a16:creationId xmlns:a16="http://schemas.microsoft.com/office/drawing/2014/main" id="{9DCECFD5-4C30-4892-9FF0-540E17955A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111496"/>
            <a:ext cx="1080904" cy="1080902"/>
            <a:chOff x="10245590" y="5111496"/>
            <a:chExt cx="1080904" cy="1080902"/>
          </a:xfrm>
        </p:grpSpPr>
        <p:sp>
          <p:nvSpPr>
            <p:cNvPr id="25" name="Oval 24">
              <a:extLst>
                <a:ext uri="{FF2B5EF4-FFF2-40B4-BE49-F238E27FC236}">
                  <a16:creationId xmlns:a16="http://schemas.microsoft.com/office/drawing/2014/main" id="{95C67F70-EAFE-425C-8422-591620A96D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5590" y="5111496"/>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26" name="Oval 25">
              <a:extLst>
                <a:ext uri="{FF2B5EF4-FFF2-40B4-BE49-F238E27FC236}">
                  <a16:creationId xmlns:a16="http://schemas.microsoft.com/office/drawing/2014/main" id="{D47FA16B-C217-4D91-84EA-5B0846BDDA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53681" y="5219586"/>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5" name="投影片編號版面配置區 4">
            <a:extLst>
              <a:ext uri="{FF2B5EF4-FFF2-40B4-BE49-F238E27FC236}">
                <a16:creationId xmlns:a16="http://schemas.microsoft.com/office/drawing/2014/main" id="{5D23B375-A6D2-4583-8FE9-BFCCCFBD241B}"/>
              </a:ext>
            </a:extLst>
          </p:cNvPr>
          <p:cNvSpPr>
            <a:spLocks noGrp="1"/>
          </p:cNvSpPr>
          <p:nvPr>
            <p:ph type="sldNum" sz="quarter" idx="12"/>
          </p:nvPr>
        </p:nvSpPr>
        <p:spPr>
          <a:xfrm>
            <a:off x="10189108" y="5342324"/>
            <a:ext cx="1193868" cy="640080"/>
          </a:xfrm>
        </p:spPr>
        <p:txBody>
          <a:bodyPr vert="horz" lIns="91440" tIns="45720" rIns="91440" bIns="45720" rtlCol="0" anchor="ctr">
            <a:normAutofit/>
          </a:bodyPr>
          <a:lstStyle/>
          <a:p>
            <a:pPr>
              <a:spcAft>
                <a:spcPts val="600"/>
              </a:spcAft>
            </a:pPr>
            <a:fld id="{B521127C-0C56-461F-B517-0D483F216F7D}" type="slidenum">
              <a:rPr lang="en-US" altLang="zh-TW" sz="2800" b="1" kern="1200">
                <a:solidFill>
                  <a:srgbClr val="FFFFFF"/>
                </a:solidFill>
                <a:latin typeface="+mj-lt"/>
                <a:ea typeface="+mn-ea"/>
                <a:cs typeface="+mn-cs"/>
              </a:rPr>
              <a:pPr>
                <a:spcAft>
                  <a:spcPts val="600"/>
                </a:spcAft>
              </a:pPr>
              <a:t>130</a:t>
            </a:fld>
            <a:endParaRPr lang="en-US" altLang="zh-TW" sz="2800" b="1" kern="1200">
              <a:solidFill>
                <a:srgbClr val="FFFFFF"/>
              </a:solidFill>
              <a:latin typeface="+mj-lt"/>
              <a:ea typeface="+mn-ea"/>
              <a:cs typeface="+mn-cs"/>
            </a:endParaRPr>
          </a:p>
        </p:txBody>
      </p:sp>
    </p:spTree>
    <p:extLst>
      <p:ext uri="{BB962C8B-B14F-4D97-AF65-F5344CB8AC3E}">
        <p14:creationId xmlns:p14="http://schemas.microsoft.com/office/powerpoint/2010/main" val="36921679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77F1DACB-6046-4678-96DE-3779E80A34D4}"/>
              </a:ext>
            </a:extLst>
          </p:cNvPr>
          <p:cNvSpPr>
            <a:spLocks noGrp="1"/>
          </p:cNvSpPr>
          <p:nvPr>
            <p:ph type="sldNum" sz="quarter" idx="12"/>
          </p:nvPr>
        </p:nvSpPr>
        <p:spPr/>
        <p:txBody>
          <a:bodyPr/>
          <a:lstStyle/>
          <a:p>
            <a:fld id="{B521127C-0C56-461F-B517-0D483F216F7D}" type="slidenum">
              <a:rPr lang="zh-TW" altLang="en-US" smtClean="0"/>
              <a:t>131</a:t>
            </a:fld>
            <a:endParaRPr lang="zh-TW" altLang="en-US"/>
          </a:p>
        </p:txBody>
      </p:sp>
      <p:sp>
        <p:nvSpPr>
          <p:cNvPr id="2" name="文字方塊 1">
            <a:extLst>
              <a:ext uri="{FF2B5EF4-FFF2-40B4-BE49-F238E27FC236}">
                <a16:creationId xmlns:a16="http://schemas.microsoft.com/office/drawing/2014/main" id="{F21749F4-57A4-4352-8F56-BE2D3F3ADB6B}"/>
              </a:ext>
            </a:extLst>
          </p:cNvPr>
          <p:cNvSpPr txBox="1"/>
          <p:nvPr/>
        </p:nvSpPr>
        <p:spPr>
          <a:xfrm>
            <a:off x="169682" y="75414"/>
            <a:ext cx="11311128" cy="4247317"/>
          </a:xfrm>
          <a:prstGeom prst="rect">
            <a:avLst/>
          </a:prstGeom>
          <a:noFill/>
        </p:spPr>
        <p:txBody>
          <a:bodyPr wrap="square" rtlCol="0">
            <a:spAutoFit/>
          </a:bodyPr>
          <a:lstStyle/>
          <a:p>
            <a:r>
              <a:rPr lang="zh-TW" altLang="en-US" sz="3000">
                <a:latin typeface="Consolas" panose="020B0609020204030204" pitchFamily="49" charset="0"/>
                <a:ea typeface="+mj-ea"/>
              </a:rPr>
              <a:t>基本觀念</a:t>
            </a:r>
            <a:endParaRPr lang="en-US" altLang="zh-TW" sz="3000">
              <a:latin typeface="Consolas" panose="020B0609020204030204" pitchFamily="49" charset="0"/>
              <a:ea typeface="+mj-ea"/>
            </a:endParaRPr>
          </a:p>
          <a:p>
            <a:r>
              <a:rPr lang="zh-TW" altLang="en-US" sz="3000">
                <a:latin typeface="Consolas" panose="020B0609020204030204" pitchFamily="49" charset="0"/>
                <a:ea typeface="+mj-ea"/>
              </a:rPr>
              <a:t>安裝、設定</a:t>
            </a:r>
            <a:r>
              <a:rPr lang="en-US" altLang="zh-TW" sz="3000">
                <a:latin typeface="Consolas" panose="020B0609020204030204" pitchFamily="49" charset="0"/>
                <a:ea typeface="+mj-ea"/>
              </a:rPr>
              <a:t>Web Application</a:t>
            </a:r>
            <a:r>
              <a:rPr lang="zh-TW" altLang="en-US" sz="3000">
                <a:latin typeface="Consolas" panose="020B0609020204030204" pitchFamily="49" charset="0"/>
                <a:ea typeface="+mj-ea"/>
              </a:rPr>
              <a:t>時，應遵循</a:t>
            </a:r>
            <a:r>
              <a:rPr lang="en-US" altLang="zh-TW" sz="3000">
                <a:latin typeface="Consolas" panose="020B0609020204030204" pitchFamily="49" charset="0"/>
                <a:ea typeface="+mj-ea"/>
              </a:rPr>
              <a:t>Servlet/JSP</a:t>
            </a:r>
            <a:r>
              <a:rPr lang="zh-TW" altLang="en-US" sz="3000">
                <a:latin typeface="Consolas" panose="020B0609020204030204" pitchFamily="49" charset="0"/>
                <a:ea typeface="+mj-ea"/>
              </a:rPr>
              <a:t>規格書之規定，幾個要點如下</a:t>
            </a:r>
            <a:r>
              <a:rPr lang="en-US" altLang="zh-TW" sz="3000">
                <a:latin typeface="Consolas" panose="020B0609020204030204" pitchFamily="49" charset="0"/>
                <a:ea typeface="+mj-ea"/>
              </a:rPr>
              <a:t>:</a:t>
            </a:r>
          </a:p>
          <a:p>
            <a:endParaRPr lang="en-US" altLang="zh-TW" sz="3000">
              <a:latin typeface="Consolas" panose="020B0609020204030204" pitchFamily="49" charset="0"/>
              <a:ea typeface="+mj-ea"/>
            </a:endParaRPr>
          </a:p>
          <a:p>
            <a:pPr marL="514350" indent="-514350">
              <a:buFont typeface="+mj-lt"/>
              <a:buAutoNum type="arabicPeriod"/>
            </a:pPr>
            <a:r>
              <a:rPr lang="zh-TW" altLang="en-US" sz="3000">
                <a:latin typeface="Consolas" panose="020B0609020204030204" pitchFamily="49" charset="0"/>
                <a:ea typeface="+mj-ea"/>
              </a:rPr>
              <a:t>網站應用系統</a:t>
            </a:r>
            <a:r>
              <a:rPr lang="en-US" altLang="zh-TW" sz="3000">
                <a:latin typeface="Consolas" panose="020B0609020204030204" pitchFamily="49" charset="0"/>
                <a:ea typeface="+mj-ea"/>
              </a:rPr>
              <a:t>(Web Application</a:t>
            </a:r>
            <a:r>
              <a:rPr lang="zh-TW" altLang="en-US" sz="3000">
                <a:latin typeface="Consolas" panose="020B0609020204030204" pitchFamily="49" charset="0"/>
                <a:ea typeface="+mj-ea"/>
              </a:rPr>
              <a:t>，簡稱</a:t>
            </a:r>
            <a:r>
              <a:rPr lang="en-US" altLang="zh-TW" sz="3000">
                <a:latin typeface="Consolas" panose="020B0609020204030204" pitchFamily="49" charset="0"/>
                <a:ea typeface="+mj-ea"/>
              </a:rPr>
              <a:t>Web App)</a:t>
            </a:r>
          </a:p>
          <a:p>
            <a:pPr marL="514350" indent="-514350">
              <a:buFont typeface="+mj-lt"/>
              <a:buAutoNum type="arabicPeriod"/>
            </a:pPr>
            <a:r>
              <a:rPr lang="zh-TW" altLang="en-US" sz="3000">
                <a:latin typeface="Consolas" panose="020B0609020204030204" pitchFamily="49" charset="0"/>
                <a:ea typeface="+mj-ea"/>
              </a:rPr>
              <a:t>目錄結構</a:t>
            </a:r>
            <a:endParaRPr lang="en-US" altLang="zh-TW" sz="3000">
              <a:latin typeface="Consolas" panose="020B0609020204030204" pitchFamily="49" charset="0"/>
              <a:ea typeface="+mj-ea"/>
            </a:endParaRPr>
          </a:p>
          <a:p>
            <a:pPr marL="514350" indent="-514350">
              <a:buFont typeface="+mj-lt"/>
              <a:buAutoNum type="arabicPeriod"/>
            </a:pPr>
            <a:r>
              <a:rPr lang="zh-TW" altLang="en-US" sz="3000">
                <a:latin typeface="Consolas" panose="020B0609020204030204" pitchFamily="49" charset="0"/>
                <a:ea typeface="+mj-ea"/>
              </a:rPr>
              <a:t>部署描述檔</a:t>
            </a:r>
            <a:r>
              <a:rPr lang="en-US" altLang="zh-TW" sz="3000">
                <a:latin typeface="Consolas" panose="020B0609020204030204" pitchFamily="49" charset="0"/>
                <a:ea typeface="+mj-ea"/>
              </a:rPr>
              <a:t>web.xml(Deployment Descriptor)</a:t>
            </a:r>
          </a:p>
          <a:p>
            <a:pPr marL="514350" indent="-514350">
              <a:buFont typeface="+mj-lt"/>
              <a:buAutoNum type="arabicPeriod"/>
            </a:pPr>
            <a:r>
              <a:rPr lang="zh-TW" altLang="en-US" sz="3000">
                <a:latin typeface="Consolas" panose="020B0609020204030204" pitchFamily="49" charset="0"/>
                <a:ea typeface="+mj-ea"/>
              </a:rPr>
              <a:t>網站備存檔</a:t>
            </a:r>
            <a:r>
              <a:rPr lang="en-US" altLang="zh-TW" sz="3000">
                <a:latin typeface="Consolas" panose="020B0609020204030204" pitchFamily="49" charset="0"/>
                <a:ea typeface="+mj-ea"/>
              </a:rPr>
              <a:t>.war(Web Application Archive)</a:t>
            </a:r>
          </a:p>
          <a:p>
            <a:endParaRPr lang="en-US" altLang="zh-TW" sz="3000">
              <a:latin typeface="Consolas" panose="020B0609020204030204" pitchFamily="49" charset="0"/>
              <a:ea typeface="+mj-ea"/>
            </a:endParaRPr>
          </a:p>
        </p:txBody>
      </p:sp>
    </p:spTree>
    <p:extLst>
      <p:ext uri="{BB962C8B-B14F-4D97-AF65-F5344CB8AC3E}">
        <p14:creationId xmlns:p14="http://schemas.microsoft.com/office/powerpoint/2010/main" val="2849409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sz="half" idx="2"/>
          </p:nvPr>
        </p:nvSpPr>
        <p:spPr>
          <a:xfrm>
            <a:off x="8299450" y="1481051"/>
            <a:ext cx="3892551" cy="3291840"/>
          </a:xfrm>
        </p:spPr>
        <p:txBody>
          <a:bodyPr>
            <a:normAutofit/>
          </a:bodyPr>
          <a:lstStyle/>
          <a:p>
            <a:r>
              <a:rPr lang="zh-TW" altLang="en-US" sz="1600" b="1">
                <a:latin typeface="Consolas" panose="020B0609020204030204" pitchFamily="49" charset="0"/>
                <a:ea typeface="+mj-ea"/>
              </a:rPr>
              <a:t>一個</a:t>
            </a:r>
            <a:r>
              <a:rPr lang="en-US" altLang="zh-TW" sz="1600" b="1">
                <a:latin typeface="Consolas" panose="020B0609020204030204" pitchFamily="49" charset="0"/>
                <a:ea typeface="+mj-ea"/>
              </a:rPr>
              <a:t>Servlet Container</a:t>
            </a:r>
            <a:r>
              <a:rPr lang="zh-TW" altLang="en-US" sz="1600" b="1">
                <a:latin typeface="Consolas" panose="020B0609020204030204" pitchFamily="49" charset="0"/>
                <a:ea typeface="+mj-ea"/>
              </a:rPr>
              <a:t>可以包含多個</a:t>
            </a:r>
            <a:r>
              <a:rPr lang="en-US" altLang="zh-TW" sz="1600" b="1">
                <a:latin typeface="Consolas" panose="020B0609020204030204" pitchFamily="49" charset="0"/>
                <a:ea typeface="+mj-ea"/>
              </a:rPr>
              <a:t>Web App</a:t>
            </a:r>
            <a:r>
              <a:rPr lang="zh-TW" altLang="en-US" sz="1600" b="1">
                <a:latin typeface="Consolas" panose="020B0609020204030204" pitchFamily="49" charset="0"/>
                <a:ea typeface="+mj-ea"/>
              </a:rPr>
              <a:t>環境，每個環境即稱為一個</a:t>
            </a:r>
            <a:r>
              <a:rPr lang="en-US" altLang="zh-TW" sz="1600" b="1">
                <a:latin typeface="Consolas" panose="020B0609020204030204" pitchFamily="49" charset="0"/>
                <a:ea typeface="+mj-ea"/>
              </a:rPr>
              <a:t>Servlet Context</a:t>
            </a:r>
            <a:r>
              <a:rPr lang="zh-TW" altLang="en-US" sz="1600" b="1">
                <a:latin typeface="Consolas" panose="020B0609020204030204" pitchFamily="49" charset="0"/>
                <a:ea typeface="+mj-ea"/>
              </a:rPr>
              <a:t>。</a:t>
            </a:r>
          </a:p>
          <a:p>
            <a:r>
              <a:rPr lang="zh-TW" altLang="en-US" sz="1600" b="1">
                <a:latin typeface="Consolas" panose="020B0609020204030204" pitchFamily="49" charset="0"/>
                <a:ea typeface="+mj-ea"/>
              </a:rPr>
              <a:t>以</a:t>
            </a:r>
            <a:r>
              <a:rPr lang="en-US" altLang="zh-TW" sz="1600" b="1">
                <a:latin typeface="Consolas" panose="020B0609020204030204" pitchFamily="49" charset="0"/>
                <a:ea typeface="+mj-ea"/>
              </a:rPr>
              <a:t>Tomcat</a:t>
            </a:r>
            <a:r>
              <a:rPr lang="zh-TW" altLang="en-US" sz="1600" b="1">
                <a:latin typeface="Consolas" panose="020B0609020204030204" pitchFamily="49" charset="0"/>
                <a:ea typeface="+mj-ea"/>
              </a:rPr>
              <a:t>為例，資料夾</a:t>
            </a:r>
            <a:r>
              <a:rPr lang="en-US" altLang="zh-TW" sz="1600" b="1">
                <a:latin typeface="Consolas" panose="020B0609020204030204" pitchFamily="49" charset="0"/>
                <a:ea typeface="+mj-ea"/>
              </a:rPr>
              <a:t>webapps</a:t>
            </a:r>
            <a:r>
              <a:rPr lang="zh-TW" altLang="en-US" sz="1600" b="1">
                <a:latin typeface="Consolas" panose="020B0609020204030204" pitchFamily="49" charset="0"/>
                <a:ea typeface="+mj-ea"/>
              </a:rPr>
              <a:t>之下的每個子目錄都被視為一個</a:t>
            </a:r>
            <a:r>
              <a:rPr lang="en-US" altLang="zh-TW" sz="1600" b="1">
                <a:latin typeface="Consolas" panose="020B0609020204030204" pitchFamily="49" charset="0"/>
                <a:ea typeface="+mj-ea"/>
              </a:rPr>
              <a:t>Web App</a:t>
            </a:r>
            <a:r>
              <a:rPr lang="zh-TW" altLang="en-US" sz="1600" b="1">
                <a:latin typeface="Consolas" panose="020B0609020204030204" pitchFamily="49" charset="0"/>
                <a:ea typeface="+mj-ea"/>
              </a:rPr>
              <a:t>。</a:t>
            </a:r>
            <a:endParaRPr lang="en-US" altLang="zh-TW" sz="1600" b="1">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DE0C7043-5B7F-4E55-B9C2-004C86B4F74C}"/>
              </a:ext>
            </a:extLst>
          </p:cNvPr>
          <p:cNvSpPr>
            <a:spLocks noGrp="1"/>
          </p:cNvSpPr>
          <p:nvPr>
            <p:ph type="sldNum" sz="quarter" idx="12"/>
          </p:nvPr>
        </p:nvSpPr>
        <p:spPr/>
        <p:txBody>
          <a:bodyPr/>
          <a:lstStyle/>
          <a:p>
            <a:fld id="{B521127C-0C56-461F-B517-0D483F216F7D}" type="slidenum">
              <a:rPr lang="zh-TW" altLang="en-US" smtClean="0"/>
              <a:t>132</a:t>
            </a:fld>
            <a:endParaRPr lang="zh-TW" altLang="en-US"/>
          </a:p>
        </p:txBody>
      </p:sp>
      <p:sp>
        <p:nvSpPr>
          <p:cNvPr id="6" name="文字方塊 5">
            <a:extLst>
              <a:ext uri="{FF2B5EF4-FFF2-40B4-BE49-F238E27FC236}">
                <a16:creationId xmlns:a16="http://schemas.microsoft.com/office/drawing/2014/main" id="{4048B39A-AA08-42D9-9BD6-CAADFE654C73}"/>
              </a:ext>
            </a:extLst>
          </p:cNvPr>
          <p:cNvSpPr txBox="1"/>
          <p:nvPr/>
        </p:nvSpPr>
        <p:spPr>
          <a:xfrm>
            <a:off x="0" y="0"/>
            <a:ext cx="8299450" cy="5170646"/>
          </a:xfrm>
          <a:prstGeom prst="rect">
            <a:avLst/>
          </a:prstGeom>
          <a:noFill/>
        </p:spPr>
        <p:txBody>
          <a:bodyPr wrap="square" rtlCol="0">
            <a:spAutoFit/>
          </a:bodyPr>
          <a:lstStyle/>
          <a:p>
            <a:r>
              <a:rPr lang="zh-TW" altLang="en-US" sz="2200">
                <a:latin typeface="Consolas" panose="020B0609020204030204" pitchFamily="49" charset="0"/>
                <a:ea typeface="+mj-ea"/>
              </a:rPr>
              <a:t>當一個</a:t>
            </a:r>
            <a:r>
              <a:rPr lang="en-US" altLang="zh-TW" sz="2200">
                <a:latin typeface="Consolas" panose="020B0609020204030204" pitchFamily="49" charset="0"/>
                <a:ea typeface="+mj-ea"/>
              </a:rPr>
              <a:t>Web</a:t>
            </a:r>
            <a:r>
              <a:rPr lang="zh-TW" altLang="en-US" sz="2200">
                <a:latin typeface="Consolas" panose="020B0609020204030204" pitchFamily="49" charset="0"/>
                <a:ea typeface="+mj-ea"/>
              </a:rPr>
              <a:t>應用系統被部署到</a:t>
            </a:r>
            <a:r>
              <a:rPr lang="en-US" altLang="zh-TW" sz="2200">
                <a:latin typeface="Consolas" panose="020B0609020204030204" pitchFamily="49" charset="0"/>
                <a:ea typeface="+mj-ea"/>
              </a:rPr>
              <a:t>Web</a:t>
            </a:r>
            <a:r>
              <a:rPr lang="zh-TW" altLang="en-US" sz="2200">
                <a:latin typeface="Consolas" panose="020B0609020204030204" pitchFamily="49" charset="0"/>
                <a:ea typeface="+mj-ea"/>
              </a:rPr>
              <a:t>容器時，目錄架構必須符合以下格式</a:t>
            </a:r>
            <a:endParaRPr lang="en-US" altLang="zh-TW" sz="2200">
              <a:latin typeface="Consolas" panose="020B0609020204030204" pitchFamily="49" charset="0"/>
              <a:ea typeface="+mj-ea"/>
            </a:endParaRPr>
          </a:p>
          <a:p>
            <a:endParaRPr lang="en-US" altLang="zh-TW" sz="2200">
              <a:latin typeface="Consolas" panose="020B0609020204030204" pitchFamily="49" charset="0"/>
              <a:ea typeface="+mj-ea"/>
            </a:endParaRPr>
          </a:p>
          <a:p>
            <a:r>
              <a:rPr lang="en-US" altLang="zh-TW" sz="2200">
                <a:latin typeface="Consolas" panose="020B0609020204030204" pitchFamily="49" charset="0"/>
                <a:ea typeface="+mj-ea"/>
              </a:rPr>
              <a:t>Webapps/</a:t>
            </a:r>
          </a:p>
          <a:p>
            <a:pPr lvl="1"/>
            <a:r>
              <a:rPr lang="en-US" altLang="zh-TW" sz="2200">
                <a:latin typeface="Consolas" panose="020B0609020204030204" pitchFamily="49" charset="0"/>
                <a:ea typeface="+mj-ea"/>
              </a:rPr>
              <a:t>|- projectName/</a:t>
            </a:r>
          </a:p>
          <a:p>
            <a:pPr lvl="2"/>
            <a:r>
              <a:rPr lang="en-US" altLang="zh-TW" sz="2200">
                <a:latin typeface="Consolas" panose="020B0609020204030204" pitchFamily="49" charset="0"/>
                <a:ea typeface="+mj-ea"/>
              </a:rPr>
              <a:t>- xxx.html or default.jsp</a:t>
            </a:r>
          </a:p>
          <a:p>
            <a:pPr lvl="2"/>
            <a:r>
              <a:rPr lang="en-US" altLang="zh-TW" sz="2200">
                <a:latin typeface="Consolas" panose="020B0609020204030204" pitchFamily="49" charset="0"/>
                <a:ea typeface="+mj-ea"/>
              </a:rPr>
              <a:t>- </a:t>
            </a:r>
            <a:r>
              <a:rPr lang="zh-TW" altLang="en-US" sz="2200">
                <a:latin typeface="Consolas" panose="020B0609020204030204" pitchFamily="49" charset="0"/>
                <a:ea typeface="+mj-ea"/>
              </a:rPr>
              <a:t>自訂目錄</a:t>
            </a:r>
            <a:r>
              <a:rPr lang="en-US" altLang="zh-TW" sz="2200">
                <a:latin typeface="Consolas" panose="020B0609020204030204" pitchFamily="49" charset="0"/>
                <a:ea typeface="+mj-ea"/>
              </a:rPr>
              <a:t>/(Ex:images</a:t>
            </a:r>
            <a:r>
              <a:rPr lang="zh-TW" altLang="en-US" sz="2200">
                <a:latin typeface="Consolas" panose="020B0609020204030204" pitchFamily="49" charset="0"/>
                <a:ea typeface="+mj-ea"/>
              </a:rPr>
              <a:t>目錄、網頁目錄</a:t>
            </a:r>
            <a:r>
              <a:rPr lang="en-US" altLang="zh-TW" sz="2200">
                <a:latin typeface="Consolas" panose="020B0609020204030204" pitchFamily="49" charset="0"/>
                <a:ea typeface="+mj-ea"/>
              </a:rPr>
              <a:t>)</a:t>
            </a:r>
          </a:p>
          <a:p>
            <a:pPr lvl="2"/>
            <a:r>
              <a:rPr lang="en-US" altLang="zh-TW" sz="2200">
                <a:latin typeface="Consolas" panose="020B0609020204030204" pitchFamily="49" charset="0"/>
                <a:ea typeface="+mj-ea"/>
              </a:rPr>
              <a:t>- WEB-INF/</a:t>
            </a:r>
          </a:p>
          <a:p>
            <a:pPr lvl="3"/>
            <a:r>
              <a:rPr lang="en-US" altLang="zh-TW" sz="2200">
                <a:latin typeface="Consolas" panose="020B0609020204030204" pitchFamily="49" charset="0"/>
                <a:ea typeface="+mj-ea"/>
              </a:rPr>
              <a:t>- web.xml:</a:t>
            </a:r>
            <a:r>
              <a:rPr lang="zh-TW" altLang="en-US" sz="2200">
                <a:latin typeface="Consolas" panose="020B0609020204030204" pitchFamily="49" charset="0"/>
                <a:ea typeface="+mj-ea"/>
              </a:rPr>
              <a:t>部署描述檔</a:t>
            </a:r>
            <a:r>
              <a:rPr lang="en-US" altLang="zh-TW" sz="2200">
                <a:latin typeface="Consolas" panose="020B0609020204030204" pitchFamily="49" charset="0"/>
                <a:ea typeface="+mj-ea"/>
              </a:rPr>
              <a:t>DD(Deployment Descriptor)</a:t>
            </a:r>
          </a:p>
          <a:p>
            <a:pPr lvl="3"/>
            <a:r>
              <a:rPr lang="en-US" altLang="zh-TW" sz="2200">
                <a:latin typeface="Consolas" panose="020B0609020204030204" pitchFamily="49" charset="0"/>
                <a:ea typeface="+mj-ea"/>
              </a:rPr>
              <a:t>- classes/</a:t>
            </a:r>
          </a:p>
          <a:p>
            <a:pPr lvl="4"/>
            <a:r>
              <a:rPr lang="en-US" altLang="zh-TW" sz="2200">
                <a:latin typeface="Consolas" panose="020B0609020204030204" pitchFamily="49" charset="0"/>
                <a:ea typeface="+mj-ea"/>
              </a:rPr>
              <a:t>- packagename/</a:t>
            </a:r>
          </a:p>
          <a:p>
            <a:pPr lvl="4"/>
            <a:r>
              <a:rPr lang="en-US" altLang="zh-TW" sz="2200">
                <a:latin typeface="Consolas" panose="020B0609020204030204" pitchFamily="49" charset="0"/>
                <a:ea typeface="+mj-ea"/>
              </a:rPr>
              <a:t>   xxx.class:</a:t>
            </a:r>
            <a:r>
              <a:rPr lang="zh-TW" altLang="en-US" sz="2200">
                <a:latin typeface="Consolas" panose="020B0609020204030204" pitchFamily="49" charset="0"/>
                <a:ea typeface="+mj-ea"/>
              </a:rPr>
              <a:t>放置類別檔的位置</a:t>
            </a:r>
            <a:endParaRPr lang="en-US" altLang="zh-TW" sz="2200">
              <a:latin typeface="Consolas" panose="020B0609020204030204" pitchFamily="49" charset="0"/>
              <a:ea typeface="+mj-ea"/>
            </a:endParaRPr>
          </a:p>
          <a:p>
            <a:pPr lvl="3"/>
            <a:r>
              <a:rPr lang="en-US" altLang="zh-TW" sz="2200">
                <a:latin typeface="Consolas" panose="020B0609020204030204" pitchFamily="49" charset="0"/>
                <a:ea typeface="+mj-ea"/>
              </a:rPr>
              <a:t>- lib/</a:t>
            </a:r>
          </a:p>
          <a:p>
            <a:pPr lvl="3"/>
            <a:r>
              <a:rPr lang="en-US" altLang="zh-TW" sz="2200">
                <a:latin typeface="Consolas" panose="020B0609020204030204" pitchFamily="49" charset="0"/>
                <a:ea typeface="+mj-ea"/>
              </a:rPr>
              <a:t>   xxx.jar:</a:t>
            </a:r>
            <a:r>
              <a:rPr lang="zh-TW" altLang="en-US" sz="2200">
                <a:latin typeface="Consolas" panose="020B0609020204030204" pitchFamily="49" charset="0"/>
                <a:ea typeface="+mj-ea"/>
              </a:rPr>
              <a:t>放置</a:t>
            </a:r>
            <a:r>
              <a:rPr lang="en-US" altLang="zh-TW" sz="2200">
                <a:latin typeface="Consolas" panose="020B0609020204030204" pitchFamily="49" charset="0"/>
                <a:ea typeface="+mj-ea"/>
              </a:rPr>
              <a:t>Jar Library</a:t>
            </a:r>
            <a:r>
              <a:rPr lang="zh-TW" altLang="en-US" sz="2200">
                <a:latin typeface="Consolas" panose="020B0609020204030204" pitchFamily="49" charset="0"/>
                <a:ea typeface="+mj-ea"/>
              </a:rPr>
              <a:t>函數庫檔案的位置</a:t>
            </a:r>
            <a:endParaRPr lang="en-US" altLang="zh-TW" sz="2200">
              <a:latin typeface="Consolas" panose="020B0609020204030204" pitchFamily="49" charset="0"/>
              <a:ea typeface="+mj-ea"/>
            </a:endParaRPr>
          </a:p>
          <a:p>
            <a:endParaRPr lang="en-US" altLang="zh-TW" sz="2200">
              <a:latin typeface="Consolas" panose="020B0609020204030204" pitchFamily="49" charset="0"/>
              <a:ea typeface="+mj-ea"/>
            </a:endParaRPr>
          </a:p>
        </p:txBody>
      </p:sp>
      <p:sp>
        <p:nvSpPr>
          <p:cNvPr id="9" name="矩形 8"/>
          <p:cNvSpPr/>
          <p:nvPr/>
        </p:nvSpPr>
        <p:spPr>
          <a:xfrm>
            <a:off x="8331201" y="649566"/>
            <a:ext cx="3860800" cy="493981"/>
          </a:xfrm>
          <a:prstGeom prst="rect">
            <a:avLst/>
          </a:prstGeom>
        </p:spPr>
        <p:txBody>
          <a:bodyPr wrap="square">
            <a:spAutoFit/>
          </a:bodyPr>
          <a:lstStyle/>
          <a:p>
            <a:pPr algn="ctr" defTabSz="914400">
              <a:lnSpc>
                <a:spcPct val="90000"/>
              </a:lnSpc>
              <a:spcBef>
                <a:spcPct val="0"/>
              </a:spcBef>
            </a:pPr>
            <a:r>
              <a:rPr lang="en-US" altLang="zh-TW" sz="2900" b="1">
                <a:latin typeface="+mj-lt"/>
                <a:ea typeface="+mj-ea"/>
                <a:cs typeface="+mj-cs"/>
              </a:rPr>
              <a:t>Web</a:t>
            </a:r>
            <a:r>
              <a:rPr lang="zh-TW" altLang="en-US" sz="2900" b="1">
                <a:latin typeface="+mj-lt"/>
                <a:ea typeface="+mj-ea"/>
                <a:cs typeface="+mj-cs"/>
              </a:rPr>
              <a:t> </a:t>
            </a:r>
            <a:r>
              <a:rPr lang="en-US" altLang="zh-TW" sz="2900" b="1">
                <a:latin typeface="+mj-lt"/>
                <a:ea typeface="+mj-ea"/>
                <a:cs typeface="+mj-cs"/>
              </a:rPr>
              <a:t>App(</a:t>
            </a:r>
            <a:r>
              <a:rPr lang="zh-TW" altLang="en-US" sz="2900" b="1">
                <a:latin typeface="+mj-lt"/>
                <a:ea typeface="+mj-ea"/>
                <a:cs typeface="+mj-cs"/>
              </a:rPr>
              <a:t>網路應用程式</a:t>
            </a:r>
            <a:r>
              <a:rPr lang="en-US" altLang="zh-TW" sz="2900" b="1">
                <a:latin typeface="+mj-lt"/>
                <a:ea typeface="+mj-ea"/>
                <a:cs typeface="+mj-cs"/>
              </a:rPr>
              <a:t>)</a:t>
            </a:r>
            <a:endParaRPr lang="en-US" altLang="zh-TW" sz="2900" b="1" cap="all">
              <a:latin typeface="+mj-lt"/>
              <a:ea typeface="+mj-ea"/>
              <a:cs typeface="+mj-cs"/>
            </a:endParaRPr>
          </a:p>
        </p:txBody>
      </p:sp>
    </p:spTree>
    <p:extLst>
      <p:ext uri="{BB962C8B-B14F-4D97-AF65-F5344CB8AC3E}">
        <p14:creationId xmlns:p14="http://schemas.microsoft.com/office/powerpoint/2010/main" val="378660758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sz="half" idx="2"/>
          </p:nvPr>
        </p:nvSpPr>
        <p:spPr>
          <a:xfrm>
            <a:off x="8283302" y="1345583"/>
            <a:ext cx="3892551" cy="4791733"/>
          </a:xfrm>
        </p:spPr>
        <p:txBody>
          <a:bodyPr>
            <a:noAutofit/>
          </a:bodyPr>
          <a:lstStyle/>
          <a:p>
            <a:r>
              <a:rPr lang="zh-TW" altLang="en-US" sz="1500" b="1">
                <a:latin typeface="Consolas" panose="020B0609020204030204" pitchFamily="49" charset="0"/>
                <a:ea typeface="+mj-ea"/>
              </a:rPr>
              <a:t>在軟體工程中，</a:t>
            </a:r>
            <a:r>
              <a:rPr lang="en-US" altLang="zh-TW" sz="1500" b="1">
                <a:latin typeface="Consolas" panose="020B0609020204030204" pitchFamily="49" charset="0"/>
                <a:ea typeface="+mj-ea"/>
              </a:rPr>
              <a:t>WAR</a:t>
            </a:r>
            <a:r>
              <a:rPr lang="zh-TW" altLang="en-US" sz="1500" b="1">
                <a:latin typeface="Consolas" panose="020B0609020204030204" pitchFamily="49" charset="0"/>
                <a:ea typeface="+mj-ea"/>
              </a:rPr>
              <a:t>檔案（</a:t>
            </a:r>
            <a:r>
              <a:rPr lang="en-US" altLang="zh-TW" sz="1500" b="1">
                <a:latin typeface="Consolas" panose="020B0609020204030204" pitchFamily="49" charset="0"/>
                <a:ea typeface="+mj-ea"/>
              </a:rPr>
              <a:t>Web</a:t>
            </a:r>
            <a:r>
              <a:rPr lang="zh-TW" altLang="en-US" sz="1500" b="1">
                <a:latin typeface="Consolas" panose="020B0609020204030204" pitchFamily="49" charset="0"/>
                <a:ea typeface="+mj-ea"/>
              </a:rPr>
              <a:t>應用程式歸檔，</a:t>
            </a:r>
            <a:r>
              <a:rPr lang="en-US" altLang="zh-TW" sz="1500" b="1">
                <a:latin typeface="Consolas" panose="020B0609020204030204" pitchFamily="49" charset="0"/>
                <a:ea typeface="+mj-ea"/>
              </a:rPr>
              <a:t>Web application </a:t>
            </a:r>
            <a:r>
              <a:rPr lang="en-US" altLang="zh-TW" sz="1500" b="1" err="1">
                <a:latin typeface="Consolas" panose="020B0609020204030204" pitchFamily="49" charset="0"/>
                <a:ea typeface="+mj-ea"/>
              </a:rPr>
              <a:t>ARchive</a:t>
            </a:r>
            <a:r>
              <a:rPr lang="zh-TW" altLang="en-US" sz="1500" b="1">
                <a:latin typeface="Consolas" panose="020B0609020204030204" pitchFamily="49" charset="0"/>
                <a:ea typeface="+mj-ea"/>
              </a:rPr>
              <a:t>）是一種</a:t>
            </a:r>
            <a:r>
              <a:rPr lang="en-US" altLang="zh-TW" sz="1500" b="1">
                <a:latin typeface="Consolas" panose="020B0609020204030204" pitchFamily="49" charset="0"/>
                <a:ea typeface="+mj-ea"/>
              </a:rPr>
              <a:t>JAR</a:t>
            </a:r>
            <a:r>
              <a:rPr lang="zh-TW" altLang="en-US" sz="1500" b="1">
                <a:latin typeface="Consolas" panose="020B0609020204030204" pitchFamily="49" charset="0"/>
                <a:ea typeface="+mj-ea"/>
              </a:rPr>
              <a:t>檔案，其中包含用來分發的</a:t>
            </a:r>
            <a:r>
              <a:rPr lang="en-US" altLang="zh-TW" sz="1500" b="1">
                <a:latin typeface="Consolas" panose="020B0609020204030204" pitchFamily="49" charset="0"/>
                <a:ea typeface="+mj-ea"/>
              </a:rPr>
              <a:t>JSP</a:t>
            </a:r>
            <a:r>
              <a:rPr lang="zh-TW" altLang="en-US" sz="1500" b="1">
                <a:latin typeface="Consolas" panose="020B0609020204030204" pitchFamily="49" charset="0"/>
                <a:ea typeface="+mj-ea"/>
              </a:rPr>
              <a:t>、</a:t>
            </a:r>
            <a:r>
              <a:rPr lang="en-US" altLang="zh-TW" sz="1500" b="1">
                <a:latin typeface="Consolas" panose="020B0609020204030204" pitchFamily="49" charset="0"/>
                <a:ea typeface="+mj-ea"/>
              </a:rPr>
              <a:t>Java Servlet</a:t>
            </a:r>
            <a:r>
              <a:rPr lang="zh-TW" altLang="en-US" sz="1500" b="1">
                <a:latin typeface="Consolas" panose="020B0609020204030204" pitchFamily="49" charset="0"/>
                <a:ea typeface="+mj-ea"/>
              </a:rPr>
              <a:t>、</a:t>
            </a:r>
            <a:r>
              <a:rPr lang="en-US" altLang="zh-TW" sz="1500" b="1">
                <a:latin typeface="Consolas" panose="020B0609020204030204" pitchFamily="49" charset="0"/>
                <a:ea typeface="+mj-ea"/>
              </a:rPr>
              <a:t>Java</a:t>
            </a:r>
            <a:r>
              <a:rPr lang="zh-TW" altLang="en-US" sz="1500" b="1">
                <a:latin typeface="Consolas" panose="020B0609020204030204" pitchFamily="49" charset="0"/>
                <a:ea typeface="+mj-ea"/>
              </a:rPr>
              <a:t>類、</a:t>
            </a:r>
            <a:r>
              <a:rPr lang="en-US" altLang="zh-TW" sz="1500" b="1">
                <a:latin typeface="Consolas" panose="020B0609020204030204" pitchFamily="49" charset="0"/>
                <a:ea typeface="+mj-ea"/>
              </a:rPr>
              <a:t>XML</a:t>
            </a:r>
            <a:r>
              <a:rPr lang="zh-TW" altLang="en-US" sz="1500" b="1">
                <a:latin typeface="Consolas" panose="020B0609020204030204" pitchFamily="49" charset="0"/>
                <a:ea typeface="+mj-ea"/>
              </a:rPr>
              <a:t>檔案、標籤庫、靜態網頁（</a:t>
            </a:r>
            <a:r>
              <a:rPr lang="en-US" altLang="zh-TW" sz="1500" b="1">
                <a:latin typeface="Consolas" panose="020B0609020204030204" pitchFamily="49" charset="0"/>
                <a:ea typeface="+mj-ea"/>
              </a:rPr>
              <a:t>HTML</a:t>
            </a:r>
            <a:r>
              <a:rPr lang="zh-TW" altLang="en-US" sz="1500" b="1">
                <a:latin typeface="Consolas" panose="020B0609020204030204" pitchFamily="49" charset="0"/>
                <a:ea typeface="+mj-ea"/>
              </a:rPr>
              <a:t>和相關檔案），以及構成</a:t>
            </a:r>
            <a:r>
              <a:rPr lang="en-US" altLang="zh-TW" sz="1500" b="1">
                <a:latin typeface="Consolas" panose="020B0609020204030204" pitchFamily="49" charset="0"/>
                <a:ea typeface="+mj-ea"/>
              </a:rPr>
              <a:t>Web</a:t>
            </a:r>
            <a:r>
              <a:rPr lang="zh-TW" altLang="en-US" sz="1500" b="1">
                <a:latin typeface="Consolas" panose="020B0609020204030204" pitchFamily="49" charset="0"/>
                <a:ea typeface="+mj-ea"/>
              </a:rPr>
              <a:t>應用程式的其他資源。</a:t>
            </a:r>
            <a:endParaRPr lang="en-US" altLang="zh-TW" sz="1500" b="1">
              <a:latin typeface="Consolas" panose="020B0609020204030204" pitchFamily="49" charset="0"/>
              <a:ea typeface="+mj-ea"/>
            </a:endParaRPr>
          </a:p>
          <a:p>
            <a:r>
              <a:rPr lang="en-US" altLang="zh-TW" sz="1500" b="1">
                <a:latin typeface="Consolas" panose="020B0609020204030204" pitchFamily="49" charset="0"/>
                <a:ea typeface="+mj-ea"/>
              </a:rPr>
              <a:t>【</a:t>
            </a:r>
            <a:r>
              <a:rPr lang="zh-TW" altLang="en-US" sz="1500" b="1">
                <a:latin typeface="Consolas" panose="020B0609020204030204" pitchFamily="49" charset="0"/>
                <a:ea typeface="+mj-ea"/>
              </a:rPr>
              <a:t>優缺點</a:t>
            </a:r>
            <a:r>
              <a:rPr lang="en-US" altLang="zh-TW" sz="1500" b="1">
                <a:latin typeface="Consolas" panose="020B0609020204030204" pitchFamily="49" charset="0"/>
                <a:ea typeface="+mj-ea"/>
              </a:rPr>
              <a:t>】</a:t>
            </a:r>
          </a:p>
          <a:p>
            <a:r>
              <a:rPr lang="en-US" altLang="zh-TW" sz="1500" b="1">
                <a:latin typeface="Consolas" panose="020B0609020204030204" pitchFamily="49" charset="0"/>
                <a:ea typeface="+mj-ea"/>
              </a:rPr>
              <a:t>WAR</a:t>
            </a:r>
            <a:r>
              <a:rPr lang="zh-TW" altLang="en-US" sz="1500" b="1">
                <a:latin typeface="Consolas" panose="020B0609020204030204" pitchFamily="49" charset="0"/>
                <a:ea typeface="+mj-ea"/>
              </a:rPr>
              <a:t>檔案有如下優點：</a:t>
            </a:r>
          </a:p>
          <a:p>
            <a:pPr marL="285750" indent="-285750">
              <a:buFont typeface="Arial" panose="020B0604020202020204" pitchFamily="34" charset="0"/>
              <a:buChar char="•"/>
            </a:pPr>
            <a:r>
              <a:rPr lang="zh-TW" altLang="en-US" sz="1500" b="1">
                <a:latin typeface="Consolas" panose="020B0609020204030204" pitchFamily="49" charset="0"/>
                <a:ea typeface="+mj-ea"/>
              </a:rPr>
              <a:t>易於部署和測試</a:t>
            </a:r>
          </a:p>
          <a:p>
            <a:pPr marL="285750" indent="-285750">
              <a:buFont typeface="Arial" panose="020B0604020202020204" pitchFamily="34" charset="0"/>
              <a:buChar char="•"/>
            </a:pPr>
            <a:r>
              <a:rPr lang="zh-TW" altLang="en-US" sz="1500" b="1">
                <a:latin typeface="Consolas" panose="020B0609020204030204" pitchFamily="49" charset="0"/>
                <a:ea typeface="+mj-ea"/>
              </a:rPr>
              <a:t>已部署的應用程式，其版本很容易辨別</a:t>
            </a:r>
          </a:p>
          <a:p>
            <a:pPr marL="285750" indent="-285750">
              <a:buFont typeface="Arial" panose="020B0604020202020204" pitchFamily="34" charset="0"/>
              <a:buChar char="•"/>
            </a:pPr>
            <a:r>
              <a:rPr lang="zh-TW" altLang="en-US" sz="1500" b="1">
                <a:latin typeface="Consolas" panose="020B0609020204030204" pitchFamily="49" charset="0"/>
                <a:ea typeface="+mj-ea"/>
              </a:rPr>
              <a:t>所有的</a:t>
            </a:r>
            <a:r>
              <a:rPr lang="en-US" altLang="zh-TW" sz="1500" b="1">
                <a:latin typeface="Consolas" panose="020B0609020204030204" pitchFamily="49" charset="0"/>
                <a:ea typeface="+mj-ea"/>
              </a:rPr>
              <a:t>Java EE</a:t>
            </a:r>
            <a:r>
              <a:rPr lang="zh-TW" altLang="en-US" sz="1500" b="1">
                <a:latin typeface="Consolas" panose="020B0609020204030204" pitchFamily="49" charset="0"/>
                <a:ea typeface="+mj-ea"/>
              </a:rPr>
              <a:t>容器都支援</a:t>
            </a:r>
            <a:r>
              <a:rPr lang="en-US" altLang="zh-TW" sz="1500" b="1">
                <a:latin typeface="Consolas" panose="020B0609020204030204" pitchFamily="49" charset="0"/>
                <a:ea typeface="+mj-ea"/>
              </a:rPr>
              <a:t>.WAR</a:t>
            </a:r>
            <a:r>
              <a:rPr lang="zh-TW" altLang="en-US" sz="1500" b="1">
                <a:latin typeface="Consolas" panose="020B0609020204030204" pitchFamily="49" charset="0"/>
                <a:ea typeface="+mj-ea"/>
              </a:rPr>
              <a:t>檔案</a:t>
            </a:r>
          </a:p>
          <a:p>
            <a:r>
              <a:rPr lang="zh-TW" altLang="en-US" sz="1500" b="1">
                <a:latin typeface="Consolas" panose="020B0609020204030204" pitchFamily="49" charset="0"/>
                <a:ea typeface="+mj-ea"/>
              </a:rPr>
              <a:t>使用</a:t>
            </a:r>
            <a:r>
              <a:rPr lang="en-US" altLang="zh-TW" sz="1500" b="1">
                <a:latin typeface="Consolas" panose="020B0609020204030204" pitchFamily="49" charset="0"/>
                <a:ea typeface="+mj-ea"/>
              </a:rPr>
              <a:t>WAR</a:t>
            </a:r>
            <a:r>
              <a:rPr lang="zh-TW" altLang="en-US" sz="1500" b="1">
                <a:latin typeface="Consolas" panose="020B0609020204030204" pitchFamily="49" charset="0"/>
                <a:ea typeface="+mj-ea"/>
              </a:rPr>
              <a:t>檔案進行</a:t>
            </a:r>
            <a:r>
              <a:rPr lang="en-US" altLang="zh-TW" sz="1500" b="1">
                <a:latin typeface="Consolas" panose="020B0609020204030204" pitchFamily="49" charset="0"/>
                <a:ea typeface="+mj-ea"/>
              </a:rPr>
              <a:t>Web</a:t>
            </a:r>
            <a:r>
              <a:rPr lang="zh-TW" altLang="en-US" sz="1500" b="1">
                <a:latin typeface="Consolas" panose="020B0609020204030204" pitchFamily="49" charset="0"/>
                <a:ea typeface="+mj-ea"/>
              </a:rPr>
              <a:t>部署的一個缺點是，即便是細微的修改，也不能在程式執行時進行。任何修改都需要重新生成和部署整個</a:t>
            </a:r>
            <a:r>
              <a:rPr lang="en-US" altLang="zh-TW" sz="1500" b="1">
                <a:latin typeface="Consolas" panose="020B0609020204030204" pitchFamily="49" charset="0"/>
                <a:ea typeface="+mj-ea"/>
              </a:rPr>
              <a:t>WAR</a:t>
            </a:r>
            <a:r>
              <a:rPr lang="zh-TW" altLang="en-US" sz="1500" b="1">
                <a:latin typeface="Consolas" panose="020B0609020204030204" pitchFamily="49" charset="0"/>
                <a:ea typeface="+mj-ea"/>
              </a:rPr>
              <a:t>檔案。</a:t>
            </a:r>
            <a:endParaRPr lang="en-US" altLang="zh-TW" sz="1500" b="1">
              <a:latin typeface="Consolas" panose="020B0609020204030204" pitchFamily="49" charset="0"/>
              <a:ea typeface="+mj-ea"/>
            </a:endParaRPr>
          </a:p>
          <a:p>
            <a:pPr algn="r"/>
            <a:r>
              <a:rPr lang="en-US" altLang="zh-TW" sz="1500" b="1">
                <a:latin typeface="Consolas" panose="020B0609020204030204" pitchFamily="49" charset="0"/>
                <a:ea typeface="+mj-ea"/>
              </a:rPr>
              <a:t>&lt;</a:t>
            </a:r>
            <a:r>
              <a:rPr lang="zh-TW" altLang="en-US" sz="1500" b="1">
                <a:latin typeface="Consolas" panose="020B0609020204030204" pitchFamily="49" charset="0"/>
                <a:ea typeface="+mj-ea"/>
              </a:rPr>
              <a:t>維基百科</a:t>
            </a:r>
            <a:r>
              <a:rPr lang="en-US" altLang="zh-TW" sz="1500" b="1">
                <a:latin typeface="Consolas" panose="020B0609020204030204" pitchFamily="49" charset="0"/>
                <a:ea typeface="+mj-ea"/>
              </a:rPr>
              <a:t>&gt;</a:t>
            </a:r>
            <a:endParaRPr lang="zh-TW" altLang="en-US" sz="1500" b="1">
              <a:latin typeface="Consolas" panose="020B0609020204030204" pitchFamily="49" charset="0"/>
              <a:ea typeface="+mj-ea"/>
            </a:endParaRPr>
          </a:p>
          <a:p>
            <a:endParaRPr lang="zh-TW" altLang="en-US" sz="1500" b="1">
              <a:latin typeface="Consolas" panose="020B0609020204030204" pitchFamily="49" charset="0"/>
              <a:ea typeface="+mj-ea"/>
            </a:endParaRPr>
          </a:p>
          <a:p>
            <a:endParaRPr lang="zh-TW" altLang="en-US" sz="1500" b="1">
              <a:latin typeface="Consolas" panose="020B0609020204030204" pitchFamily="49" charset="0"/>
              <a:ea typeface="+mj-ea"/>
            </a:endParaRPr>
          </a:p>
        </p:txBody>
      </p:sp>
      <p:sp>
        <p:nvSpPr>
          <p:cNvPr id="4" name="投影片編號版面配置區 3">
            <a:extLst>
              <a:ext uri="{FF2B5EF4-FFF2-40B4-BE49-F238E27FC236}">
                <a16:creationId xmlns:a16="http://schemas.microsoft.com/office/drawing/2014/main" id="{DE0C7043-5B7F-4E55-B9C2-004C86B4F74C}"/>
              </a:ext>
            </a:extLst>
          </p:cNvPr>
          <p:cNvSpPr>
            <a:spLocks noGrp="1"/>
          </p:cNvSpPr>
          <p:nvPr>
            <p:ph type="sldNum" sz="quarter" idx="12"/>
          </p:nvPr>
        </p:nvSpPr>
        <p:spPr/>
        <p:txBody>
          <a:bodyPr/>
          <a:lstStyle/>
          <a:p>
            <a:fld id="{B521127C-0C56-461F-B517-0D483F216F7D}" type="slidenum">
              <a:rPr lang="zh-TW" altLang="en-US" smtClean="0"/>
              <a:t>133</a:t>
            </a:fld>
            <a:endParaRPr lang="zh-TW" altLang="en-US"/>
          </a:p>
        </p:txBody>
      </p:sp>
      <p:sp>
        <p:nvSpPr>
          <p:cNvPr id="6" name="文字方塊 5">
            <a:extLst>
              <a:ext uri="{FF2B5EF4-FFF2-40B4-BE49-F238E27FC236}">
                <a16:creationId xmlns:a16="http://schemas.microsoft.com/office/drawing/2014/main" id="{4048B39A-AA08-42D9-9BD6-CAADFE654C73}"/>
              </a:ext>
            </a:extLst>
          </p:cNvPr>
          <p:cNvSpPr txBox="1"/>
          <p:nvPr/>
        </p:nvSpPr>
        <p:spPr>
          <a:xfrm>
            <a:off x="-16148" y="48258"/>
            <a:ext cx="8299450" cy="4939814"/>
          </a:xfrm>
          <a:prstGeom prst="rect">
            <a:avLst/>
          </a:prstGeom>
          <a:noFill/>
        </p:spPr>
        <p:txBody>
          <a:bodyPr wrap="square" rtlCol="0">
            <a:spAutoFit/>
          </a:bodyPr>
          <a:lstStyle/>
          <a:p>
            <a:pPr marL="342900" indent="-342900">
              <a:spcBef>
                <a:spcPts val="600"/>
              </a:spcBef>
              <a:buFont typeface="Arial" panose="020B0604020202020204" pitchFamily="34" charset="0"/>
              <a:buChar char="•"/>
            </a:pPr>
            <a:r>
              <a:rPr lang="zh-TW" altLang="en-US" sz="2000">
                <a:latin typeface="Consolas" panose="020B0609020204030204" pitchFamily="49" charset="0"/>
                <a:ea typeface="+mj-ea"/>
              </a:rPr>
              <a:t>將寫好的程式輸出成</a:t>
            </a:r>
            <a:r>
              <a:rPr lang="en-US" altLang="zh-TW" sz="2000">
                <a:latin typeface="Consolas" panose="020B0609020204030204" pitchFamily="49" charset="0"/>
                <a:ea typeface="+mj-ea"/>
              </a:rPr>
              <a:t>war</a:t>
            </a:r>
            <a:r>
              <a:rPr lang="zh-TW" altLang="en-US" sz="2000">
                <a:latin typeface="Consolas" panose="020B0609020204030204" pitchFamily="49" charset="0"/>
                <a:ea typeface="+mj-ea"/>
              </a:rPr>
              <a:t>檔，以便部署到其他</a:t>
            </a:r>
            <a:r>
              <a:rPr lang="en-US" altLang="zh-TW" sz="2000">
                <a:latin typeface="Consolas" panose="020B0609020204030204" pitchFamily="49" charset="0"/>
                <a:ea typeface="+mj-ea"/>
              </a:rPr>
              <a:t>Server</a:t>
            </a:r>
            <a:r>
              <a:rPr lang="zh-TW" altLang="en-US" sz="2000">
                <a:latin typeface="Consolas" panose="020B0609020204030204" pitchFamily="49" charset="0"/>
                <a:ea typeface="+mj-ea"/>
              </a:rPr>
              <a:t>。</a:t>
            </a:r>
            <a:endParaRPr lang="en-US" altLang="zh-TW" sz="2000">
              <a:latin typeface="Consolas" panose="020B0609020204030204" pitchFamily="49" charset="0"/>
              <a:ea typeface="+mj-ea"/>
            </a:endParaRPr>
          </a:p>
          <a:p>
            <a:pPr marL="342900" indent="-342900">
              <a:spcBef>
                <a:spcPts val="600"/>
              </a:spcBef>
              <a:buFont typeface="Arial" panose="020B0604020202020204" pitchFamily="34" charset="0"/>
              <a:buChar char="•"/>
            </a:pPr>
            <a:endParaRPr lang="en-US" altLang="zh-TW" sz="2000">
              <a:latin typeface="Consolas" panose="020B0609020204030204" pitchFamily="49" charset="0"/>
              <a:ea typeface="+mj-ea"/>
            </a:endParaRPr>
          </a:p>
          <a:p>
            <a:pPr marL="342900" indent="-342900">
              <a:spcBef>
                <a:spcPts val="600"/>
              </a:spcBef>
              <a:buFont typeface="Arial" panose="020B0604020202020204" pitchFamily="34" charset="0"/>
              <a:buChar char="•"/>
            </a:pPr>
            <a:r>
              <a:rPr lang="zh-TW" altLang="en-US" sz="2000">
                <a:latin typeface="Consolas" panose="020B0609020204030204" pitchFamily="49" charset="0"/>
                <a:ea typeface="+mj-ea"/>
              </a:rPr>
              <a:t>可使用</a:t>
            </a:r>
            <a:r>
              <a:rPr lang="en-US" altLang="zh-TW" sz="2000">
                <a:latin typeface="Consolas" panose="020B0609020204030204" pitchFamily="49" charset="0"/>
                <a:ea typeface="+mj-ea"/>
              </a:rPr>
              <a:t>Eclipse</a:t>
            </a:r>
            <a:r>
              <a:rPr lang="zh-TW" altLang="en-US" sz="2000">
                <a:latin typeface="Consolas" panose="020B0609020204030204" pitchFamily="49" charset="0"/>
                <a:ea typeface="+mj-ea"/>
              </a:rPr>
              <a:t>，對專案點選右鍵 → </a:t>
            </a:r>
            <a:r>
              <a:rPr lang="en-US" altLang="zh-TW" sz="2000">
                <a:latin typeface="Consolas" panose="020B0609020204030204" pitchFamily="49" charset="0"/>
                <a:ea typeface="+mj-ea"/>
              </a:rPr>
              <a:t>Export</a:t>
            </a:r>
            <a:r>
              <a:rPr lang="zh-TW" altLang="en-US" sz="2000">
                <a:latin typeface="Consolas" panose="020B0609020204030204" pitchFamily="49" charset="0"/>
                <a:ea typeface="+mj-ea"/>
              </a:rPr>
              <a:t> </a:t>
            </a:r>
            <a:r>
              <a:rPr lang="en-US" altLang="zh-TW" sz="2000">
                <a:latin typeface="Consolas" panose="020B0609020204030204" pitchFamily="49" charset="0"/>
                <a:ea typeface="+mj-ea"/>
              </a:rPr>
              <a:t>→</a:t>
            </a:r>
            <a:r>
              <a:rPr lang="zh-TW" altLang="en-US" sz="2000">
                <a:latin typeface="Consolas" panose="020B0609020204030204" pitchFamily="49" charset="0"/>
                <a:ea typeface="+mj-ea"/>
              </a:rPr>
              <a:t> </a:t>
            </a:r>
            <a:r>
              <a:rPr lang="en-US" altLang="zh-TW" sz="2000">
                <a:latin typeface="Consolas" panose="020B0609020204030204" pitchFamily="49" charset="0"/>
                <a:ea typeface="+mj-ea"/>
              </a:rPr>
              <a:t>WAR file</a:t>
            </a:r>
            <a:r>
              <a:rPr lang="zh-TW" altLang="en-US" sz="2000">
                <a:latin typeface="Consolas" panose="020B0609020204030204" pitchFamily="49" charset="0"/>
                <a:ea typeface="+mj-ea"/>
              </a:rPr>
              <a:t>。</a:t>
            </a:r>
            <a:endParaRPr lang="en-US" altLang="zh-TW" sz="2000">
              <a:latin typeface="Consolas" panose="020B0609020204030204" pitchFamily="49" charset="0"/>
              <a:ea typeface="+mj-ea"/>
            </a:endParaRPr>
          </a:p>
          <a:p>
            <a:pPr marL="342900" indent="-342900">
              <a:spcBef>
                <a:spcPts val="600"/>
              </a:spcBef>
              <a:buFont typeface="Arial" panose="020B0604020202020204" pitchFamily="34" charset="0"/>
              <a:buChar char="•"/>
            </a:pPr>
            <a:endParaRPr lang="en-US" altLang="zh-TW" sz="2000">
              <a:latin typeface="Consolas" panose="020B0609020204030204" pitchFamily="49" charset="0"/>
              <a:ea typeface="+mj-ea"/>
            </a:endParaRPr>
          </a:p>
          <a:p>
            <a:pPr marL="342900" indent="-342900">
              <a:spcBef>
                <a:spcPts val="600"/>
              </a:spcBef>
              <a:buFont typeface="Arial" panose="020B0604020202020204" pitchFamily="34" charset="0"/>
              <a:buChar char="•"/>
            </a:pPr>
            <a:r>
              <a:rPr lang="zh-TW" altLang="en-US" sz="2000">
                <a:latin typeface="Consolas" panose="020B0609020204030204" pitchFamily="49" charset="0"/>
                <a:ea typeface="+mj-ea"/>
              </a:rPr>
              <a:t>也可使用</a:t>
            </a:r>
            <a:r>
              <a:rPr lang="en-US" altLang="zh-TW" sz="2000">
                <a:latin typeface="Consolas" panose="020B0609020204030204" pitchFamily="49" charset="0"/>
                <a:ea typeface="+mj-ea"/>
              </a:rPr>
              <a:t>jdk</a:t>
            </a:r>
            <a:r>
              <a:rPr lang="zh-TW" altLang="en-US" sz="2000">
                <a:latin typeface="Consolas" panose="020B0609020204030204" pitchFamily="49" charset="0"/>
                <a:ea typeface="+mj-ea"/>
              </a:rPr>
              <a:t>的</a:t>
            </a:r>
            <a:r>
              <a:rPr lang="en-US" altLang="zh-TW" sz="2000">
                <a:latin typeface="Consolas" panose="020B0609020204030204" pitchFamily="49" charset="0"/>
                <a:ea typeface="+mj-ea"/>
              </a:rPr>
              <a:t>jar.exe</a:t>
            </a:r>
            <a:r>
              <a:rPr lang="zh-TW" altLang="en-US" sz="2000">
                <a:latin typeface="Consolas" panose="020B0609020204030204" pitchFamily="49" charset="0"/>
                <a:ea typeface="+mj-ea"/>
              </a:rPr>
              <a:t>命令建立</a:t>
            </a:r>
            <a:r>
              <a:rPr lang="en-US" altLang="zh-TW" sz="2000">
                <a:latin typeface="Consolas" panose="020B0609020204030204" pitchFamily="49" charset="0"/>
                <a:ea typeface="+mj-ea"/>
              </a:rPr>
              <a:t>:</a:t>
            </a:r>
          </a:p>
          <a:p>
            <a:pPr lvl="1">
              <a:spcBef>
                <a:spcPts val="600"/>
              </a:spcBef>
            </a:pPr>
            <a:r>
              <a:rPr lang="zh-TW" altLang="en-US" sz="2000">
                <a:latin typeface="Consolas" panose="020B0609020204030204" pitchFamily="49" charset="0"/>
                <a:ea typeface="+mj-ea"/>
              </a:rPr>
              <a:t>到</a:t>
            </a:r>
            <a:r>
              <a:rPr lang="en-US" altLang="zh-TW" sz="2000">
                <a:latin typeface="Consolas" panose="020B0609020204030204" pitchFamily="49" charset="0"/>
                <a:ea typeface="+mj-ea"/>
              </a:rPr>
              <a:t>Web App</a:t>
            </a:r>
            <a:r>
              <a:rPr lang="zh-TW" altLang="en-US" sz="2000">
                <a:latin typeface="Consolas" panose="020B0609020204030204" pitchFamily="49" charset="0"/>
                <a:ea typeface="+mj-ea"/>
              </a:rPr>
              <a:t>目錄</a:t>
            </a:r>
            <a:r>
              <a:rPr lang="en-US" altLang="zh-TW" sz="2000">
                <a:latin typeface="Consolas" panose="020B0609020204030204" pitchFamily="49" charset="0"/>
                <a:ea typeface="+mj-ea"/>
              </a:rPr>
              <a:t>&gt;</a:t>
            </a:r>
            <a:r>
              <a:rPr lang="zh-TW" altLang="en-US" sz="2000">
                <a:latin typeface="Consolas" panose="020B0609020204030204" pitchFamily="49" charset="0"/>
                <a:ea typeface="+mj-ea"/>
              </a:rPr>
              <a:t>使用</a:t>
            </a:r>
            <a:r>
              <a:rPr lang="en-US" altLang="zh-TW" sz="2000">
                <a:latin typeface="Consolas" panose="020B0609020204030204" pitchFamily="49" charset="0"/>
                <a:ea typeface="+mj-ea"/>
              </a:rPr>
              <a:t>cmd</a:t>
            </a:r>
            <a:r>
              <a:rPr lang="zh-TW" altLang="en-US" sz="2000">
                <a:latin typeface="Consolas" panose="020B0609020204030204" pitchFamily="49" charset="0"/>
                <a:ea typeface="+mj-ea"/>
              </a:rPr>
              <a:t>輸入 </a:t>
            </a:r>
            <a:r>
              <a:rPr lang="en-US" altLang="zh-TW" sz="2000">
                <a:latin typeface="Consolas" panose="020B0609020204030204" pitchFamily="49" charset="0"/>
                <a:ea typeface="+mj-ea"/>
              </a:rPr>
              <a:t>jar cvf MyWebApp.war *</a:t>
            </a:r>
          </a:p>
          <a:p>
            <a:pPr lvl="1">
              <a:spcBef>
                <a:spcPts val="600"/>
              </a:spcBef>
            </a:pPr>
            <a:endParaRPr lang="en-US" altLang="zh-TW" sz="2000">
              <a:latin typeface="Consolas" panose="020B0609020204030204" pitchFamily="49" charset="0"/>
              <a:ea typeface="+mj-ea"/>
            </a:endParaRPr>
          </a:p>
          <a:p>
            <a:pPr marL="342900" indent="-342900">
              <a:spcBef>
                <a:spcPts val="600"/>
              </a:spcBef>
              <a:buFont typeface="Arial" panose="020B0604020202020204" pitchFamily="34" charset="0"/>
              <a:buChar char="•"/>
            </a:pPr>
            <a:r>
              <a:rPr lang="zh-TW" altLang="en-US" sz="2000">
                <a:latin typeface="Consolas" panose="020B0609020204030204" pitchFamily="49" charset="0"/>
                <a:ea typeface="+mj-ea"/>
              </a:rPr>
              <a:t>放置到</a:t>
            </a:r>
            <a:r>
              <a:rPr lang="en-US" altLang="zh-TW" sz="2000">
                <a:latin typeface="Consolas" panose="020B0609020204030204" pitchFamily="49" charset="0"/>
                <a:ea typeface="+mj-ea"/>
              </a:rPr>
              <a:t>Web Container</a:t>
            </a:r>
            <a:r>
              <a:rPr lang="zh-TW" altLang="en-US" sz="2000">
                <a:latin typeface="Consolas" panose="020B0609020204030204" pitchFamily="49" charset="0"/>
                <a:ea typeface="+mj-ea"/>
              </a:rPr>
              <a:t>之下的</a:t>
            </a:r>
            <a:r>
              <a:rPr lang="en-US" altLang="zh-TW" sz="2000">
                <a:latin typeface="Consolas" panose="020B0609020204030204" pitchFamily="49" charset="0"/>
                <a:ea typeface="+mj-ea"/>
              </a:rPr>
              <a:t>webapps</a:t>
            </a:r>
            <a:r>
              <a:rPr lang="zh-TW" altLang="en-US" sz="2000">
                <a:latin typeface="Consolas" panose="020B0609020204030204" pitchFamily="49" charset="0"/>
                <a:ea typeface="+mj-ea"/>
              </a:rPr>
              <a:t>目錄下，當啟動</a:t>
            </a:r>
            <a:r>
              <a:rPr lang="en-US" altLang="zh-TW" sz="2000">
                <a:latin typeface="Consolas" panose="020B0609020204030204" pitchFamily="49" charset="0"/>
                <a:ea typeface="+mj-ea"/>
              </a:rPr>
              <a:t>Sever</a:t>
            </a:r>
            <a:r>
              <a:rPr lang="zh-TW" altLang="en-US" sz="2000">
                <a:latin typeface="Consolas" panose="020B0609020204030204" pitchFamily="49" charset="0"/>
                <a:ea typeface="+mj-ea"/>
              </a:rPr>
              <a:t>時會自動被解壓縮。</a:t>
            </a:r>
            <a:endParaRPr lang="en-US" altLang="zh-TW" sz="2000">
              <a:latin typeface="Consolas" panose="020B0609020204030204" pitchFamily="49" charset="0"/>
              <a:ea typeface="+mj-ea"/>
            </a:endParaRPr>
          </a:p>
          <a:p>
            <a:pPr marL="342900" indent="-342900">
              <a:spcBef>
                <a:spcPts val="600"/>
              </a:spcBef>
              <a:buFont typeface="Arial" panose="020B0604020202020204" pitchFamily="34" charset="0"/>
              <a:buChar char="•"/>
            </a:pPr>
            <a:endParaRPr lang="zh-TW" altLang="en-US" sz="2000">
              <a:latin typeface="Consolas" panose="020B0609020204030204" pitchFamily="49" charset="0"/>
              <a:ea typeface="+mj-ea"/>
            </a:endParaRPr>
          </a:p>
          <a:p>
            <a:pPr marL="342900" indent="-342900">
              <a:spcBef>
                <a:spcPts val="600"/>
              </a:spcBef>
              <a:buFont typeface="Arial" panose="020B0604020202020204" pitchFamily="34" charset="0"/>
              <a:buChar char="•"/>
            </a:pPr>
            <a:r>
              <a:rPr lang="zh-TW" altLang="en-US" sz="2000">
                <a:latin typeface="Consolas" panose="020B0609020204030204" pitchFamily="49" charset="0"/>
                <a:ea typeface="+mj-ea"/>
              </a:rPr>
              <a:t>輸出時要注意</a:t>
            </a:r>
            <a:r>
              <a:rPr lang="en-US" altLang="zh-TW" sz="2000">
                <a:latin typeface="Consolas" panose="020B0609020204030204" pitchFamily="49" charset="0"/>
                <a:ea typeface="+mj-ea"/>
              </a:rPr>
              <a:t>Source Files</a:t>
            </a:r>
            <a:r>
              <a:rPr lang="zh-TW" altLang="en-US" sz="2000">
                <a:latin typeface="Consolas" panose="020B0609020204030204" pitchFamily="49" charset="0"/>
                <a:ea typeface="+mj-ea"/>
              </a:rPr>
              <a:t>有沒有需要輸出。</a:t>
            </a:r>
            <a:endParaRPr lang="en-US" altLang="zh-TW" sz="2000">
              <a:latin typeface="Consolas" panose="020B0609020204030204" pitchFamily="49" charset="0"/>
              <a:ea typeface="+mj-ea"/>
            </a:endParaRPr>
          </a:p>
          <a:p>
            <a:pPr marL="342900" indent="-342900">
              <a:spcBef>
                <a:spcPts val="600"/>
              </a:spcBef>
              <a:buFont typeface="Arial" panose="020B0604020202020204" pitchFamily="34" charset="0"/>
              <a:buChar char="•"/>
            </a:pPr>
            <a:endParaRPr lang="en-US" altLang="zh-TW" sz="2000">
              <a:latin typeface="Consolas" panose="020B0609020204030204" pitchFamily="49" charset="0"/>
              <a:ea typeface="+mj-ea"/>
            </a:endParaRPr>
          </a:p>
          <a:p>
            <a:pPr marL="342900" indent="-342900">
              <a:spcBef>
                <a:spcPts val="600"/>
              </a:spcBef>
              <a:buFont typeface="Arial" panose="020B0604020202020204" pitchFamily="34" charset="0"/>
              <a:buChar char="•"/>
            </a:pPr>
            <a:r>
              <a:rPr lang="en-US" altLang="zh-TW" sz="2000">
                <a:latin typeface="Consolas" panose="020B0609020204030204" pitchFamily="49" charset="0"/>
                <a:ea typeface="+mj-ea"/>
              </a:rPr>
              <a:t>Server</a:t>
            </a:r>
            <a:r>
              <a:rPr lang="zh-TW" altLang="en-US" sz="2000">
                <a:latin typeface="Consolas" panose="020B0609020204030204" pitchFamily="49" charset="0"/>
                <a:ea typeface="+mj-ea"/>
              </a:rPr>
              <a:t>在執行期間，請勿刪除</a:t>
            </a:r>
            <a:r>
              <a:rPr lang="en-US" altLang="zh-TW" sz="2000">
                <a:latin typeface="Consolas" panose="020B0609020204030204" pitchFamily="49" charset="0"/>
                <a:ea typeface="+mj-ea"/>
              </a:rPr>
              <a:t>war</a:t>
            </a:r>
            <a:r>
              <a:rPr lang="zh-TW" altLang="en-US" sz="2000">
                <a:latin typeface="Consolas" panose="020B0609020204030204" pitchFamily="49" charset="0"/>
                <a:ea typeface="+mj-ea"/>
              </a:rPr>
              <a:t>檔案，會連專案一併移除。</a:t>
            </a:r>
          </a:p>
        </p:txBody>
      </p:sp>
      <p:sp>
        <p:nvSpPr>
          <p:cNvPr id="9" name="矩形 8"/>
          <p:cNvSpPr/>
          <p:nvPr/>
        </p:nvSpPr>
        <p:spPr>
          <a:xfrm>
            <a:off x="8315325" y="179155"/>
            <a:ext cx="3860800" cy="867930"/>
          </a:xfrm>
          <a:prstGeom prst="rect">
            <a:avLst/>
          </a:prstGeom>
        </p:spPr>
        <p:txBody>
          <a:bodyPr wrap="square">
            <a:spAutoFit/>
          </a:bodyPr>
          <a:lstStyle/>
          <a:p>
            <a:pPr algn="ctr" defTabSz="914400">
              <a:lnSpc>
                <a:spcPct val="90000"/>
              </a:lnSpc>
              <a:spcBef>
                <a:spcPct val="0"/>
              </a:spcBef>
            </a:pPr>
            <a:r>
              <a:rPr lang="zh-TW" altLang="en-US" sz="2800" b="1">
                <a:latin typeface="+mj-lt"/>
                <a:ea typeface="+mj-ea"/>
                <a:cs typeface="+mj-cs"/>
              </a:rPr>
              <a:t>網頁應用程式檔</a:t>
            </a:r>
            <a:r>
              <a:rPr lang="en-US" altLang="zh-TW" sz="2800" b="1">
                <a:latin typeface="+mj-lt"/>
                <a:ea typeface="+mj-ea"/>
                <a:cs typeface="+mj-cs"/>
              </a:rPr>
              <a:t>(.war)</a:t>
            </a:r>
          </a:p>
          <a:p>
            <a:pPr algn="ctr" defTabSz="914400">
              <a:lnSpc>
                <a:spcPct val="90000"/>
              </a:lnSpc>
              <a:spcBef>
                <a:spcPct val="0"/>
              </a:spcBef>
            </a:pPr>
            <a:r>
              <a:rPr lang="en-US" altLang="zh-TW" sz="2800" b="1">
                <a:latin typeface="+mj-lt"/>
                <a:ea typeface="+mj-ea"/>
                <a:cs typeface="+mj-cs"/>
              </a:rPr>
              <a:t>Web Application Archive</a:t>
            </a:r>
            <a:endParaRPr lang="zh-TW" altLang="en-US" sz="2800" b="1">
              <a:latin typeface="+mj-lt"/>
              <a:ea typeface="+mj-ea"/>
              <a:cs typeface="+mj-cs"/>
            </a:endParaRPr>
          </a:p>
        </p:txBody>
      </p:sp>
    </p:spTree>
    <p:extLst>
      <p:ext uri="{BB962C8B-B14F-4D97-AF65-F5344CB8AC3E}">
        <p14:creationId xmlns:p14="http://schemas.microsoft.com/office/powerpoint/2010/main" val="112001616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9">
            <a:extLst>
              <a:ext uri="{FF2B5EF4-FFF2-40B4-BE49-F238E27FC236}">
                <a16:creationId xmlns:a16="http://schemas.microsoft.com/office/drawing/2014/main" id="{9A3D0CE2-91FF-49B3-A5D8-181E900D7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11">
            <a:extLst>
              <a:ext uri="{FF2B5EF4-FFF2-40B4-BE49-F238E27FC236}">
                <a16:creationId xmlns:a16="http://schemas.microsoft.com/office/drawing/2014/main" id="{58AEBD96-C315-4F53-9D9E-0E20E993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13">
            <a:extLst>
              <a:ext uri="{FF2B5EF4-FFF2-40B4-BE49-F238E27FC236}">
                <a16:creationId xmlns:a16="http://schemas.microsoft.com/office/drawing/2014/main" id="{78916AAA-66F6-4DFA-88ED-7E27CF6B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1" name="Group 15">
            <a:extLst>
              <a:ext uri="{FF2B5EF4-FFF2-40B4-BE49-F238E27FC236}">
                <a16:creationId xmlns:a16="http://schemas.microsoft.com/office/drawing/2014/main" id="{A137D43F-BAD6-47F1-AA65-AEEA38A2FF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17" name="Oval 16">
              <a:extLst>
                <a:ext uri="{FF2B5EF4-FFF2-40B4-BE49-F238E27FC236}">
                  <a16:creationId xmlns:a16="http://schemas.microsoft.com/office/drawing/2014/main" id="{D512C9B2-6B22-4211-A940-FCD7C2CD0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8" name="Oval 17">
              <a:extLst>
                <a:ext uri="{FF2B5EF4-FFF2-40B4-BE49-F238E27FC236}">
                  <a16:creationId xmlns:a16="http://schemas.microsoft.com/office/drawing/2014/main" id="{85F7DB84-CDE7-46F8-90DD-9D048A7D5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sp>
      </p:grpSp>
      <p:sp useBgFill="1">
        <p:nvSpPr>
          <p:cNvPr id="13" name="Rectangle 19">
            <a:extLst>
              <a:ext uri="{FF2B5EF4-FFF2-40B4-BE49-F238E27FC236}">
                <a16:creationId xmlns:a16="http://schemas.microsoft.com/office/drawing/2014/main" id="{C3D25154-9EF7-4C33-9AAC-7B3BE089FE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文字方塊 3">
            <a:extLst>
              <a:ext uri="{FF2B5EF4-FFF2-40B4-BE49-F238E27FC236}">
                <a16:creationId xmlns:a16="http://schemas.microsoft.com/office/drawing/2014/main" id="{4C0C7DFB-F839-4192-B53B-1812E6CE4CEC}"/>
              </a:ext>
            </a:extLst>
          </p:cNvPr>
          <p:cNvSpPr txBox="1"/>
          <p:nvPr/>
        </p:nvSpPr>
        <p:spPr>
          <a:xfrm>
            <a:off x="504496" y="643467"/>
            <a:ext cx="11382703" cy="359243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en-US" altLang="zh-TW" sz="8900" b="1" cap="all">
                <a:latin typeface="+mj-lt"/>
                <a:ea typeface="+mj-ea"/>
                <a:cs typeface="+mj-cs"/>
              </a:rPr>
              <a:t>MVC</a:t>
            </a:r>
            <a:r>
              <a:rPr lang="zh-TW" altLang="en-US" sz="8900" b="1" cap="all">
                <a:latin typeface="+mj-lt"/>
                <a:ea typeface="+mj-ea"/>
                <a:cs typeface="+mj-cs"/>
              </a:rPr>
              <a:t>架構與前後端分離</a:t>
            </a:r>
            <a:endParaRPr lang="en-US" altLang="zh-TW" sz="8900" b="1" cap="all">
              <a:latin typeface="+mj-lt"/>
              <a:ea typeface="+mj-ea"/>
              <a:cs typeface="+mj-cs"/>
            </a:endParaRPr>
          </a:p>
        </p:txBody>
      </p:sp>
      <p:sp>
        <p:nvSpPr>
          <p:cNvPr id="15" name="Rectangle 21">
            <a:extLst>
              <a:ext uri="{FF2B5EF4-FFF2-40B4-BE49-F238E27FC236}">
                <a16:creationId xmlns:a16="http://schemas.microsoft.com/office/drawing/2014/main" id="{1604E8C0-C927-4C06-A96A-BF3323BA7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95831"/>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23">
            <a:extLst>
              <a:ext uri="{FF2B5EF4-FFF2-40B4-BE49-F238E27FC236}">
                <a16:creationId xmlns:a16="http://schemas.microsoft.com/office/drawing/2014/main" id="{9DCECFD5-4C30-4892-9FF0-540E17955A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111496"/>
            <a:ext cx="1080904" cy="1080902"/>
            <a:chOff x="10245590" y="5111496"/>
            <a:chExt cx="1080904" cy="1080902"/>
          </a:xfrm>
        </p:grpSpPr>
        <p:sp>
          <p:nvSpPr>
            <p:cNvPr id="25" name="Oval 24">
              <a:extLst>
                <a:ext uri="{FF2B5EF4-FFF2-40B4-BE49-F238E27FC236}">
                  <a16:creationId xmlns:a16="http://schemas.microsoft.com/office/drawing/2014/main" id="{95C67F70-EAFE-425C-8422-591620A96D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5590" y="5111496"/>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26" name="Oval 25">
              <a:extLst>
                <a:ext uri="{FF2B5EF4-FFF2-40B4-BE49-F238E27FC236}">
                  <a16:creationId xmlns:a16="http://schemas.microsoft.com/office/drawing/2014/main" id="{D47FA16B-C217-4D91-84EA-5B0846BDDA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53681" y="5219586"/>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5" name="投影片編號版面配置區 4">
            <a:extLst>
              <a:ext uri="{FF2B5EF4-FFF2-40B4-BE49-F238E27FC236}">
                <a16:creationId xmlns:a16="http://schemas.microsoft.com/office/drawing/2014/main" id="{5D23B375-A6D2-4583-8FE9-BFCCCFBD241B}"/>
              </a:ext>
            </a:extLst>
          </p:cNvPr>
          <p:cNvSpPr>
            <a:spLocks noGrp="1"/>
          </p:cNvSpPr>
          <p:nvPr>
            <p:ph type="sldNum" sz="quarter" idx="12"/>
          </p:nvPr>
        </p:nvSpPr>
        <p:spPr>
          <a:xfrm>
            <a:off x="10189108" y="5342324"/>
            <a:ext cx="1193868" cy="640080"/>
          </a:xfrm>
        </p:spPr>
        <p:txBody>
          <a:bodyPr vert="horz" lIns="91440" tIns="45720" rIns="91440" bIns="45720" rtlCol="0" anchor="ctr">
            <a:normAutofit/>
          </a:bodyPr>
          <a:lstStyle/>
          <a:p>
            <a:pPr>
              <a:spcAft>
                <a:spcPts val="600"/>
              </a:spcAft>
            </a:pPr>
            <a:fld id="{B521127C-0C56-461F-B517-0D483F216F7D}" type="slidenum">
              <a:rPr lang="en-US" altLang="zh-TW" sz="2800" b="1" kern="1200">
                <a:solidFill>
                  <a:srgbClr val="FFFFFF"/>
                </a:solidFill>
                <a:latin typeface="+mj-lt"/>
                <a:ea typeface="+mn-ea"/>
                <a:cs typeface="+mn-cs"/>
              </a:rPr>
              <a:pPr>
                <a:spcAft>
                  <a:spcPts val="600"/>
                </a:spcAft>
              </a:pPr>
              <a:t>134</a:t>
            </a:fld>
            <a:endParaRPr lang="en-US" altLang="zh-TW" sz="2800" b="1" kern="1200">
              <a:solidFill>
                <a:srgbClr val="FFFFFF"/>
              </a:solidFill>
              <a:latin typeface="+mj-lt"/>
              <a:ea typeface="+mn-ea"/>
              <a:cs typeface="+mn-cs"/>
            </a:endParaRPr>
          </a:p>
        </p:txBody>
      </p:sp>
    </p:spTree>
    <p:extLst>
      <p:ext uri="{BB962C8B-B14F-4D97-AF65-F5344CB8AC3E}">
        <p14:creationId xmlns:p14="http://schemas.microsoft.com/office/powerpoint/2010/main" val="361550257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B521127C-0C56-461F-B517-0D483F216F7D}" type="slidenum">
              <a:rPr lang="zh-TW" altLang="en-US" smtClean="0"/>
              <a:t>135</a:t>
            </a:fld>
            <a:endParaRPr lang="zh-TW" altLang="en-US"/>
          </a:p>
        </p:txBody>
      </p:sp>
      <p:grpSp>
        <p:nvGrpSpPr>
          <p:cNvPr id="59" name="群組 58"/>
          <p:cNvGrpSpPr/>
          <p:nvPr/>
        </p:nvGrpSpPr>
        <p:grpSpPr>
          <a:xfrm>
            <a:off x="704193" y="987973"/>
            <a:ext cx="10606935" cy="4629162"/>
            <a:chOff x="3262937" y="2644323"/>
            <a:chExt cx="8048191" cy="3014853"/>
          </a:xfrm>
        </p:grpSpPr>
        <p:sp>
          <p:nvSpPr>
            <p:cNvPr id="32" name="矩形: 圓角 3">
              <a:extLst>
                <a:ext uri="{FF2B5EF4-FFF2-40B4-BE49-F238E27FC236}">
                  <a16:creationId xmlns:a16="http://schemas.microsoft.com/office/drawing/2014/main" id="{4A47D828-F623-4031-89B8-F3303A0D7BD8}"/>
                </a:ext>
              </a:extLst>
            </p:cNvPr>
            <p:cNvSpPr/>
            <p:nvPr/>
          </p:nvSpPr>
          <p:spPr>
            <a:xfrm>
              <a:off x="3262937" y="3930334"/>
              <a:ext cx="1280861" cy="704407"/>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a:solidFill>
                    <a:schemeClr val="tx1"/>
                  </a:solidFill>
                  <a:latin typeface="Consolas" panose="020B0609020204030204" pitchFamily="49" charset="0"/>
                </a:rPr>
                <a:t>Browser</a:t>
              </a:r>
              <a:endParaRPr lang="zh-TW" altLang="en-US" b="1">
                <a:solidFill>
                  <a:schemeClr val="tx1"/>
                </a:solidFill>
                <a:latin typeface="Consolas" panose="020B0609020204030204" pitchFamily="49" charset="0"/>
              </a:endParaRPr>
            </a:p>
          </p:txBody>
        </p:sp>
        <p:sp>
          <p:nvSpPr>
            <p:cNvPr id="33" name="矩形 32">
              <a:extLst>
                <a:ext uri="{FF2B5EF4-FFF2-40B4-BE49-F238E27FC236}">
                  <a16:creationId xmlns:a16="http://schemas.microsoft.com/office/drawing/2014/main" id="{59D7FACB-74D1-4AE0-AF1F-2C242364E4AB}"/>
                </a:ext>
              </a:extLst>
            </p:cNvPr>
            <p:cNvSpPr/>
            <p:nvPr/>
          </p:nvSpPr>
          <p:spPr>
            <a:xfrm>
              <a:off x="4904504" y="2931744"/>
              <a:ext cx="4811003" cy="2727432"/>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latin typeface="Consolas" panose="020B0609020204030204" pitchFamily="49" charset="0"/>
              </a:endParaRPr>
            </a:p>
          </p:txBody>
        </p:sp>
        <p:sp>
          <p:nvSpPr>
            <p:cNvPr id="34" name="圓柱形 5">
              <a:extLst>
                <a:ext uri="{FF2B5EF4-FFF2-40B4-BE49-F238E27FC236}">
                  <a16:creationId xmlns:a16="http://schemas.microsoft.com/office/drawing/2014/main" id="{948DF13F-B4B8-444C-96F4-4761821C4EC1}"/>
                </a:ext>
              </a:extLst>
            </p:cNvPr>
            <p:cNvSpPr/>
            <p:nvPr/>
          </p:nvSpPr>
          <p:spPr>
            <a:xfrm>
              <a:off x="10094320" y="3599468"/>
              <a:ext cx="1216808" cy="1391982"/>
            </a:xfrm>
            <a:prstGeom prst="can">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err="1">
                  <a:solidFill>
                    <a:schemeClr val="tx1"/>
                  </a:solidFill>
                  <a:latin typeface="Consolas" panose="020B0609020204030204" pitchFamily="49" charset="0"/>
                </a:rPr>
                <a:t>DataBase</a:t>
              </a:r>
              <a:endParaRPr lang="zh-TW" altLang="en-US" b="1">
                <a:solidFill>
                  <a:schemeClr val="tx1"/>
                </a:solidFill>
                <a:latin typeface="Consolas" panose="020B0609020204030204" pitchFamily="49" charset="0"/>
              </a:endParaRPr>
            </a:p>
          </p:txBody>
        </p:sp>
        <p:sp>
          <p:nvSpPr>
            <p:cNvPr id="35" name="矩形 34">
              <a:extLst>
                <a:ext uri="{FF2B5EF4-FFF2-40B4-BE49-F238E27FC236}">
                  <a16:creationId xmlns:a16="http://schemas.microsoft.com/office/drawing/2014/main" id="{2C6F6240-5969-40DC-AFFF-27AEDEA3118E}"/>
                </a:ext>
              </a:extLst>
            </p:cNvPr>
            <p:cNvSpPr/>
            <p:nvPr/>
          </p:nvSpPr>
          <p:spPr>
            <a:xfrm>
              <a:off x="5452130" y="3075631"/>
              <a:ext cx="4027269" cy="244824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latin typeface="Consolas" panose="020B0609020204030204" pitchFamily="49" charset="0"/>
              </a:endParaRPr>
            </a:p>
          </p:txBody>
        </p:sp>
        <p:sp>
          <p:nvSpPr>
            <p:cNvPr id="36" name="矩形: 圓角 7">
              <a:extLst>
                <a:ext uri="{FF2B5EF4-FFF2-40B4-BE49-F238E27FC236}">
                  <a16:creationId xmlns:a16="http://schemas.microsoft.com/office/drawing/2014/main" id="{640AE626-9173-466E-B470-0268987C0EE2}"/>
                </a:ext>
              </a:extLst>
            </p:cNvPr>
            <p:cNvSpPr/>
            <p:nvPr/>
          </p:nvSpPr>
          <p:spPr>
            <a:xfrm>
              <a:off x="5834553" y="3389178"/>
              <a:ext cx="1513212" cy="712998"/>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a:solidFill>
                    <a:schemeClr val="tx1"/>
                  </a:solidFill>
                  <a:latin typeface="Consolas" panose="020B0609020204030204" pitchFamily="49" charset="0"/>
                </a:rPr>
                <a:t>Controller</a:t>
              </a:r>
            </a:p>
            <a:p>
              <a:pPr algn="ctr"/>
              <a:r>
                <a:rPr lang="en-US" altLang="zh-TW" b="1">
                  <a:solidFill>
                    <a:schemeClr val="tx1"/>
                  </a:solidFill>
                  <a:latin typeface="Consolas" panose="020B0609020204030204" pitchFamily="49" charset="0"/>
                </a:rPr>
                <a:t>(Servlet)</a:t>
              </a:r>
              <a:endParaRPr lang="zh-TW" altLang="en-US" b="1">
                <a:solidFill>
                  <a:schemeClr val="tx1"/>
                </a:solidFill>
                <a:latin typeface="Consolas" panose="020B0609020204030204" pitchFamily="49" charset="0"/>
              </a:endParaRPr>
            </a:p>
          </p:txBody>
        </p:sp>
        <p:sp>
          <p:nvSpPr>
            <p:cNvPr id="37" name="矩形: 圓角 9">
              <a:extLst>
                <a:ext uri="{FF2B5EF4-FFF2-40B4-BE49-F238E27FC236}">
                  <a16:creationId xmlns:a16="http://schemas.microsoft.com/office/drawing/2014/main" id="{E3AC3D47-FC6D-471D-8BCA-6E372E693079}"/>
                </a:ext>
              </a:extLst>
            </p:cNvPr>
            <p:cNvSpPr/>
            <p:nvPr/>
          </p:nvSpPr>
          <p:spPr>
            <a:xfrm>
              <a:off x="5834553" y="4415723"/>
              <a:ext cx="1513212" cy="712998"/>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a:solidFill>
                    <a:schemeClr val="tx1"/>
                  </a:solidFill>
                  <a:latin typeface="Consolas" panose="020B0609020204030204" pitchFamily="49" charset="0"/>
                </a:rPr>
                <a:t>View</a:t>
              </a:r>
            </a:p>
            <a:p>
              <a:pPr algn="ctr"/>
              <a:r>
                <a:rPr lang="en-US" altLang="zh-TW" b="1">
                  <a:solidFill>
                    <a:schemeClr val="tx1"/>
                  </a:solidFill>
                  <a:latin typeface="Consolas" panose="020B0609020204030204" pitchFamily="49" charset="0"/>
                </a:rPr>
                <a:t>(JSP)</a:t>
              </a:r>
              <a:endParaRPr lang="zh-TW" altLang="en-US" b="1">
                <a:solidFill>
                  <a:schemeClr val="tx1"/>
                </a:solidFill>
                <a:latin typeface="Consolas" panose="020B0609020204030204" pitchFamily="49" charset="0"/>
              </a:endParaRPr>
            </a:p>
          </p:txBody>
        </p:sp>
        <p:sp>
          <p:nvSpPr>
            <p:cNvPr id="38" name="矩形: 圓角 11">
              <a:extLst>
                <a:ext uri="{FF2B5EF4-FFF2-40B4-BE49-F238E27FC236}">
                  <a16:creationId xmlns:a16="http://schemas.microsoft.com/office/drawing/2014/main" id="{7CA0F8E8-04AE-4129-ADA3-B2C08D259FC6}"/>
                </a:ext>
              </a:extLst>
            </p:cNvPr>
            <p:cNvSpPr/>
            <p:nvPr/>
          </p:nvSpPr>
          <p:spPr>
            <a:xfrm>
              <a:off x="8001407" y="3921743"/>
              <a:ext cx="1155287" cy="712998"/>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a:solidFill>
                    <a:schemeClr val="tx1"/>
                  </a:solidFill>
                  <a:latin typeface="Consolas" panose="020B0609020204030204" pitchFamily="49" charset="0"/>
                </a:rPr>
                <a:t>Model</a:t>
              </a:r>
            </a:p>
            <a:p>
              <a:pPr algn="ctr"/>
              <a:r>
                <a:rPr lang="en-US" altLang="zh-TW" b="1">
                  <a:solidFill>
                    <a:schemeClr val="tx1"/>
                  </a:solidFill>
                  <a:latin typeface="Consolas" panose="020B0609020204030204" pitchFamily="49" charset="0"/>
                </a:rPr>
                <a:t>(DAO)</a:t>
              </a:r>
            </a:p>
          </p:txBody>
        </p:sp>
        <p:sp>
          <p:nvSpPr>
            <p:cNvPr id="39" name="文字方塊 38">
              <a:extLst>
                <a:ext uri="{FF2B5EF4-FFF2-40B4-BE49-F238E27FC236}">
                  <a16:creationId xmlns:a16="http://schemas.microsoft.com/office/drawing/2014/main" id="{CC15D116-B3EF-4835-A5B6-5FCB811DB3FF}"/>
                </a:ext>
              </a:extLst>
            </p:cNvPr>
            <p:cNvSpPr txBox="1"/>
            <p:nvPr/>
          </p:nvSpPr>
          <p:spPr>
            <a:xfrm>
              <a:off x="4363125" y="2644323"/>
              <a:ext cx="1451038" cy="369332"/>
            </a:xfrm>
            <a:prstGeom prst="rect">
              <a:avLst/>
            </a:prstGeom>
            <a:noFill/>
          </p:spPr>
          <p:txBody>
            <a:bodyPr wrap="none" rtlCol="0">
              <a:spAutoFit/>
            </a:bodyPr>
            <a:lstStyle/>
            <a:p>
              <a:r>
                <a:rPr lang="en-US" altLang="zh-TW" b="1">
                  <a:latin typeface="Consolas" panose="020B0609020204030204" pitchFamily="49" charset="0"/>
                </a:rPr>
                <a:t>Web Server</a:t>
              </a:r>
            </a:p>
          </p:txBody>
        </p:sp>
        <p:sp>
          <p:nvSpPr>
            <p:cNvPr id="40" name="文字方塊 39">
              <a:extLst>
                <a:ext uri="{FF2B5EF4-FFF2-40B4-BE49-F238E27FC236}">
                  <a16:creationId xmlns:a16="http://schemas.microsoft.com/office/drawing/2014/main" id="{41D130D4-4550-464D-BA26-202EC3394650}"/>
                </a:ext>
              </a:extLst>
            </p:cNvPr>
            <p:cNvSpPr txBox="1"/>
            <p:nvPr/>
          </p:nvSpPr>
          <p:spPr>
            <a:xfrm>
              <a:off x="8348915" y="3130049"/>
              <a:ext cx="1830950" cy="369332"/>
            </a:xfrm>
            <a:prstGeom prst="rect">
              <a:avLst/>
            </a:prstGeom>
            <a:noFill/>
          </p:spPr>
          <p:txBody>
            <a:bodyPr wrap="none" rtlCol="0">
              <a:spAutoFit/>
            </a:bodyPr>
            <a:lstStyle/>
            <a:p>
              <a:r>
                <a:rPr lang="en-US" altLang="zh-TW" b="1">
                  <a:latin typeface="Consolas" panose="020B0609020204030204" pitchFamily="49" charset="0"/>
                </a:rPr>
                <a:t>Web Container</a:t>
              </a:r>
            </a:p>
          </p:txBody>
        </p:sp>
        <p:cxnSp>
          <p:nvCxnSpPr>
            <p:cNvPr id="41" name="直線單箭頭接點 40">
              <a:extLst>
                <a:ext uri="{FF2B5EF4-FFF2-40B4-BE49-F238E27FC236}">
                  <a16:creationId xmlns:a16="http://schemas.microsoft.com/office/drawing/2014/main" id="{57D7CBB7-1648-47AE-B360-BD16D8828E02}"/>
                </a:ext>
              </a:extLst>
            </p:cNvPr>
            <p:cNvCxnSpPr/>
            <p:nvPr/>
          </p:nvCxnSpPr>
          <p:spPr>
            <a:xfrm flipV="1">
              <a:off x="4655072" y="3687668"/>
              <a:ext cx="1080000" cy="369385"/>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42" name="直線單箭頭接點 41">
              <a:extLst>
                <a:ext uri="{FF2B5EF4-FFF2-40B4-BE49-F238E27FC236}">
                  <a16:creationId xmlns:a16="http://schemas.microsoft.com/office/drawing/2014/main" id="{D7A440C7-4D08-435D-A324-EF31C4E1BEE7}"/>
                </a:ext>
              </a:extLst>
            </p:cNvPr>
            <p:cNvCxnSpPr>
              <a:cxnSpLocks/>
            </p:cNvCxnSpPr>
            <p:nvPr/>
          </p:nvCxnSpPr>
          <p:spPr>
            <a:xfrm flipH="1" flipV="1">
              <a:off x="4626038" y="4415723"/>
              <a:ext cx="1080000" cy="369385"/>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43" name="直線單箭頭接點 42">
              <a:extLst>
                <a:ext uri="{FF2B5EF4-FFF2-40B4-BE49-F238E27FC236}">
                  <a16:creationId xmlns:a16="http://schemas.microsoft.com/office/drawing/2014/main" id="{DF5D9E09-51DD-475E-87BA-15753F9B2209}"/>
                </a:ext>
              </a:extLst>
            </p:cNvPr>
            <p:cNvCxnSpPr>
              <a:cxnSpLocks/>
              <a:stCxn id="36" idx="2"/>
              <a:endCxn id="37" idx="0"/>
            </p:cNvCxnSpPr>
            <p:nvPr/>
          </p:nvCxnSpPr>
          <p:spPr>
            <a:xfrm>
              <a:off x="6591159" y="4102176"/>
              <a:ext cx="0" cy="313547"/>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44" name="直線單箭頭接點 43">
              <a:extLst>
                <a:ext uri="{FF2B5EF4-FFF2-40B4-BE49-F238E27FC236}">
                  <a16:creationId xmlns:a16="http://schemas.microsoft.com/office/drawing/2014/main" id="{8DAFC63C-4E17-40EF-84AB-F5CF997036D3}"/>
                </a:ext>
              </a:extLst>
            </p:cNvPr>
            <p:cNvCxnSpPr>
              <a:cxnSpLocks/>
            </p:cNvCxnSpPr>
            <p:nvPr/>
          </p:nvCxnSpPr>
          <p:spPr>
            <a:xfrm>
              <a:off x="7412254" y="3679986"/>
              <a:ext cx="502062" cy="252033"/>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45" name="直線單箭頭接點 44">
              <a:extLst>
                <a:ext uri="{FF2B5EF4-FFF2-40B4-BE49-F238E27FC236}">
                  <a16:creationId xmlns:a16="http://schemas.microsoft.com/office/drawing/2014/main" id="{8E711E46-DB81-4275-80F3-4450920A8703}"/>
                </a:ext>
              </a:extLst>
            </p:cNvPr>
            <p:cNvCxnSpPr>
              <a:cxnSpLocks/>
            </p:cNvCxnSpPr>
            <p:nvPr/>
          </p:nvCxnSpPr>
          <p:spPr>
            <a:xfrm flipH="1" flipV="1">
              <a:off x="7465764" y="3963007"/>
              <a:ext cx="471154" cy="227644"/>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46" name="文字方塊 45">
              <a:extLst>
                <a:ext uri="{FF2B5EF4-FFF2-40B4-BE49-F238E27FC236}">
                  <a16:creationId xmlns:a16="http://schemas.microsoft.com/office/drawing/2014/main" id="{64B7930C-40A3-49EF-913B-99C69E772F97}"/>
                </a:ext>
              </a:extLst>
            </p:cNvPr>
            <p:cNvSpPr txBox="1"/>
            <p:nvPr/>
          </p:nvSpPr>
          <p:spPr>
            <a:xfrm>
              <a:off x="4427586" y="3456723"/>
              <a:ext cx="1071127" cy="369332"/>
            </a:xfrm>
            <a:prstGeom prst="rect">
              <a:avLst/>
            </a:prstGeom>
            <a:noFill/>
          </p:spPr>
          <p:txBody>
            <a:bodyPr wrap="none" rtlCol="0">
              <a:spAutoFit/>
            </a:bodyPr>
            <a:lstStyle/>
            <a:p>
              <a:r>
                <a:rPr lang="en-US" altLang="zh-TW" b="1">
                  <a:latin typeface="Consolas" panose="020B0609020204030204" pitchFamily="49" charset="0"/>
                </a:rPr>
                <a:t>Request</a:t>
              </a:r>
            </a:p>
          </p:txBody>
        </p:sp>
        <p:sp>
          <p:nvSpPr>
            <p:cNvPr id="47" name="文字方塊 46">
              <a:extLst>
                <a:ext uri="{FF2B5EF4-FFF2-40B4-BE49-F238E27FC236}">
                  <a16:creationId xmlns:a16="http://schemas.microsoft.com/office/drawing/2014/main" id="{2FEC6675-4844-4221-BA7E-989E124DE3B6}"/>
                </a:ext>
              </a:extLst>
            </p:cNvPr>
            <p:cNvSpPr txBox="1"/>
            <p:nvPr/>
          </p:nvSpPr>
          <p:spPr>
            <a:xfrm>
              <a:off x="4363125" y="4677721"/>
              <a:ext cx="1197764" cy="369332"/>
            </a:xfrm>
            <a:prstGeom prst="rect">
              <a:avLst/>
            </a:prstGeom>
            <a:noFill/>
          </p:spPr>
          <p:txBody>
            <a:bodyPr wrap="none" rtlCol="0">
              <a:spAutoFit/>
            </a:bodyPr>
            <a:lstStyle/>
            <a:p>
              <a:r>
                <a:rPr lang="en-US" altLang="zh-TW" b="1">
                  <a:latin typeface="Consolas" panose="020B0609020204030204" pitchFamily="49" charset="0"/>
                </a:rPr>
                <a:t>Response</a:t>
              </a:r>
            </a:p>
          </p:txBody>
        </p:sp>
        <p:cxnSp>
          <p:nvCxnSpPr>
            <p:cNvPr id="48" name="直線單箭頭接點 47">
              <a:extLst>
                <a:ext uri="{FF2B5EF4-FFF2-40B4-BE49-F238E27FC236}">
                  <a16:creationId xmlns:a16="http://schemas.microsoft.com/office/drawing/2014/main" id="{A2880FE0-735B-45A7-9C4F-EA50B1A666E3}"/>
                </a:ext>
              </a:extLst>
            </p:cNvPr>
            <p:cNvCxnSpPr>
              <a:cxnSpLocks/>
            </p:cNvCxnSpPr>
            <p:nvPr/>
          </p:nvCxnSpPr>
          <p:spPr>
            <a:xfrm flipH="1">
              <a:off x="9265507" y="4394453"/>
              <a:ext cx="720000"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49" name="直線單箭頭接點 48">
              <a:extLst>
                <a:ext uri="{FF2B5EF4-FFF2-40B4-BE49-F238E27FC236}">
                  <a16:creationId xmlns:a16="http://schemas.microsoft.com/office/drawing/2014/main" id="{8D669222-194B-4034-A7E8-E5546909FF91}"/>
                </a:ext>
              </a:extLst>
            </p:cNvPr>
            <p:cNvCxnSpPr>
              <a:cxnSpLocks/>
            </p:cNvCxnSpPr>
            <p:nvPr/>
          </p:nvCxnSpPr>
          <p:spPr>
            <a:xfrm>
              <a:off x="9282027" y="4209232"/>
              <a:ext cx="720000"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50" name="矩形 49"/>
            <p:cNvSpPr/>
            <p:nvPr/>
          </p:nvSpPr>
          <p:spPr>
            <a:xfrm>
              <a:off x="9288339" y="4477700"/>
              <a:ext cx="691215" cy="369332"/>
            </a:xfrm>
            <a:prstGeom prst="rect">
              <a:avLst/>
            </a:prstGeom>
          </p:spPr>
          <p:txBody>
            <a:bodyPr wrap="none">
              <a:spAutoFit/>
            </a:bodyPr>
            <a:lstStyle/>
            <a:p>
              <a:pPr algn="ctr"/>
              <a:r>
                <a:rPr lang="en-US" altLang="zh-TW" b="1">
                  <a:latin typeface="Consolas" panose="020B0609020204030204" pitchFamily="49" charset="0"/>
                </a:rPr>
                <a:t>Bean</a:t>
              </a:r>
            </a:p>
          </p:txBody>
        </p:sp>
        <p:sp>
          <p:nvSpPr>
            <p:cNvPr id="51" name="矩形 50"/>
            <p:cNvSpPr/>
            <p:nvPr/>
          </p:nvSpPr>
          <p:spPr>
            <a:xfrm>
              <a:off x="7310193" y="4173949"/>
              <a:ext cx="691215" cy="369332"/>
            </a:xfrm>
            <a:prstGeom prst="rect">
              <a:avLst/>
            </a:prstGeom>
          </p:spPr>
          <p:txBody>
            <a:bodyPr wrap="none">
              <a:spAutoFit/>
            </a:bodyPr>
            <a:lstStyle/>
            <a:p>
              <a:pPr algn="ctr"/>
              <a:r>
                <a:rPr lang="en-US" altLang="zh-TW" b="1">
                  <a:latin typeface="Consolas" panose="020B0609020204030204" pitchFamily="49" charset="0"/>
                </a:rPr>
                <a:t>Bean</a:t>
              </a:r>
            </a:p>
          </p:txBody>
        </p:sp>
        <p:sp>
          <p:nvSpPr>
            <p:cNvPr id="52" name="矩形 51"/>
            <p:cNvSpPr/>
            <p:nvPr/>
          </p:nvSpPr>
          <p:spPr>
            <a:xfrm>
              <a:off x="6557591" y="4086405"/>
              <a:ext cx="691215" cy="369332"/>
            </a:xfrm>
            <a:prstGeom prst="rect">
              <a:avLst/>
            </a:prstGeom>
          </p:spPr>
          <p:txBody>
            <a:bodyPr wrap="none">
              <a:spAutoFit/>
            </a:bodyPr>
            <a:lstStyle/>
            <a:p>
              <a:pPr algn="ctr"/>
              <a:r>
                <a:rPr lang="en-US" altLang="zh-TW" b="1">
                  <a:latin typeface="Consolas" panose="020B0609020204030204" pitchFamily="49" charset="0"/>
                </a:rPr>
                <a:t>Bean</a:t>
              </a:r>
            </a:p>
          </p:txBody>
        </p:sp>
      </p:grpSp>
    </p:spTree>
    <p:extLst>
      <p:ext uri="{BB962C8B-B14F-4D97-AF65-F5344CB8AC3E}">
        <p14:creationId xmlns:p14="http://schemas.microsoft.com/office/powerpoint/2010/main" val="264590593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B521127C-0C56-461F-B517-0D483F216F7D}" type="slidenum">
              <a:rPr lang="zh-TW" altLang="en-US" smtClean="0"/>
              <a:t>136</a:t>
            </a:fld>
            <a:endParaRPr lang="zh-TW" altLang="en-US"/>
          </a:p>
        </p:txBody>
      </p:sp>
      <p:sp>
        <p:nvSpPr>
          <p:cNvPr id="32" name="矩形: 圓角 3">
            <a:extLst>
              <a:ext uri="{FF2B5EF4-FFF2-40B4-BE49-F238E27FC236}">
                <a16:creationId xmlns:a16="http://schemas.microsoft.com/office/drawing/2014/main" id="{4A47D828-F623-4031-89B8-F3303A0D7BD8}"/>
              </a:ext>
            </a:extLst>
          </p:cNvPr>
          <p:cNvSpPr/>
          <p:nvPr/>
        </p:nvSpPr>
        <p:spPr>
          <a:xfrm>
            <a:off x="269121" y="1424612"/>
            <a:ext cx="2082312" cy="3854325"/>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solidFill>
                <a:schemeClr val="tx1"/>
              </a:solidFill>
              <a:latin typeface="Consolas" panose="020B0609020204030204" pitchFamily="49" charset="0"/>
            </a:endParaRPr>
          </a:p>
        </p:txBody>
      </p:sp>
      <p:sp>
        <p:nvSpPr>
          <p:cNvPr id="33" name="矩形 32">
            <a:extLst>
              <a:ext uri="{FF2B5EF4-FFF2-40B4-BE49-F238E27FC236}">
                <a16:creationId xmlns:a16="http://schemas.microsoft.com/office/drawing/2014/main" id="{59D7FACB-74D1-4AE0-AF1F-2C242364E4AB}"/>
              </a:ext>
            </a:extLst>
          </p:cNvPr>
          <p:cNvSpPr/>
          <p:nvPr/>
        </p:nvSpPr>
        <p:spPr>
          <a:xfrm>
            <a:off x="3613895" y="1418784"/>
            <a:ext cx="6340555" cy="418784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latin typeface="Consolas" panose="020B0609020204030204" pitchFamily="49" charset="0"/>
            </a:endParaRPr>
          </a:p>
        </p:txBody>
      </p:sp>
      <p:sp>
        <p:nvSpPr>
          <p:cNvPr id="34" name="圓柱形 5">
            <a:extLst>
              <a:ext uri="{FF2B5EF4-FFF2-40B4-BE49-F238E27FC236}">
                <a16:creationId xmlns:a16="http://schemas.microsoft.com/office/drawing/2014/main" id="{948DF13F-B4B8-444C-96F4-4761821C4EC1}"/>
              </a:ext>
            </a:extLst>
          </p:cNvPr>
          <p:cNvSpPr/>
          <p:nvPr/>
        </p:nvSpPr>
        <p:spPr>
          <a:xfrm>
            <a:off x="10453698" y="2444042"/>
            <a:ext cx="1603665" cy="2137322"/>
          </a:xfrm>
          <a:prstGeom prst="can">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err="1">
                <a:solidFill>
                  <a:schemeClr val="tx1"/>
                </a:solidFill>
                <a:latin typeface="Consolas" panose="020B0609020204030204" pitchFamily="49" charset="0"/>
              </a:rPr>
              <a:t>DataBase</a:t>
            </a:r>
            <a:endParaRPr lang="zh-TW" altLang="en-US" b="1">
              <a:solidFill>
                <a:schemeClr val="tx1"/>
              </a:solidFill>
              <a:latin typeface="Consolas" panose="020B0609020204030204" pitchFamily="49" charset="0"/>
            </a:endParaRPr>
          </a:p>
        </p:txBody>
      </p:sp>
      <p:sp>
        <p:nvSpPr>
          <p:cNvPr id="35" name="矩形 34">
            <a:extLst>
              <a:ext uri="{FF2B5EF4-FFF2-40B4-BE49-F238E27FC236}">
                <a16:creationId xmlns:a16="http://schemas.microsoft.com/office/drawing/2014/main" id="{2C6F6240-5969-40DC-AFFF-27AEDEA3118E}"/>
              </a:ext>
            </a:extLst>
          </p:cNvPr>
          <p:cNvSpPr/>
          <p:nvPr/>
        </p:nvSpPr>
        <p:spPr>
          <a:xfrm>
            <a:off x="4335626" y="1639716"/>
            <a:ext cx="5307650" cy="3759164"/>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latin typeface="Consolas" panose="020B0609020204030204" pitchFamily="49" charset="0"/>
            </a:endParaRPr>
          </a:p>
        </p:txBody>
      </p:sp>
      <p:sp>
        <p:nvSpPr>
          <p:cNvPr id="36" name="矩形: 圓角 7">
            <a:extLst>
              <a:ext uri="{FF2B5EF4-FFF2-40B4-BE49-F238E27FC236}">
                <a16:creationId xmlns:a16="http://schemas.microsoft.com/office/drawing/2014/main" id="{640AE626-9173-466E-B470-0268987C0EE2}"/>
              </a:ext>
            </a:extLst>
          </p:cNvPr>
          <p:cNvSpPr/>
          <p:nvPr/>
        </p:nvSpPr>
        <p:spPr>
          <a:xfrm>
            <a:off x="4935569" y="2987677"/>
            <a:ext cx="1994304" cy="1094774"/>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a:solidFill>
                  <a:schemeClr val="tx1"/>
                </a:solidFill>
                <a:latin typeface="Consolas" panose="020B0609020204030204" pitchFamily="49" charset="0"/>
              </a:rPr>
              <a:t>Controller</a:t>
            </a:r>
          </a:p>
          <a:p>
            <a:pPr algn="ctr"/>
            <a:r>
              <a:rPr lang="en-US" altLang="zh-TW" b="1">
                <a:solidFill>
                  <a:schemeClr val="tx1"/>
                </a:solidFill>
                <a:latin typeface="Consolas" panose="020B0609020204030204" pitchFamily="49" charset="0"/>
              </a:rPr>
              <a:t>(Servlet)</a:t>
            </a:r>
            <a:endParaRPr lang="zh-TW" altLang="en-US" b="1">
              <a:solidFill>
                <a:schemeClr val="tx1"/>
              </a:solidFill>
              <a:latin typeface="Consolas" panose="020B0609020204030204" pitchFamily="49" charset="0"/>
            </a:endParaRPr>
          </a:p>
        </p:txBody>
      </p:sp>
      <p:sp>
        <p:nvSpPr>
          <p:cNvPr id="38" name="矩形: 圓角 11">
            <a:extLst>
              <a:ext uri="{FF2B5EF4-FFF2-40B4-BE49-F238E27FC236}">
                <a16:creationId xmlns:a16="http://schemas.microsoft.com/office/drawing/2014/main" id="{7CA0F8E8-04AE-4129-ADA3-B2C08D259FC6}"/>
              </a:ext>
            </a:extLst>
          </p:cNvPr>
          <p:cNvSpPr/>
          <p:nvPr/>
        </p:nvSpPr>
        <p:spPr>
          <a:xfrm>
            <a:off x="7736830" y="2984994"/>
            <a:ext cx="1522585" cy="1094774"/>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a:solidFill>
                  <a:schemeClr val="tx1"/>
                </a:solidFill>
                <a:latin typeface="Consolas" panose="020B0609020204030204" pitchFamily="49" charset="0"/>
              </a:rPr>
              <a:t>Model</a:t>
            </a:r>
          </a:p>
          <a:p>
            <a:pPr algn="ctr"/>
            <a:r>
              <a:rPr lang="en-US" altLang="zh-TW" b="1">
                <a:solidFill>
                  <a:schemeClr val="tx1"/>
                </a:solidFill>
                <a:latin typeface="Consolas" panose="020B0609020204030204" pitchFamily="49" charset="0"/>
              </a:rPr>
              <a:t>(DAO)</a:t>
            </a:r>
          </a:p>
        </p:txBody>
      </p:sp>
      <p:sp>
        <p:nvSpPr>
          <p:cNvPr id="39" name="文字方塊 38">
            <a:extLst>
              <a:ext uri="{FF2B5EF4-FFF2-40B4-BE49-F238E27FC236}">
                <a16:creationId xmlns:a16="http://schemas.microsoft.com/office/drawing/2014/main" id="{CC15D116-B3EF-4835-A5B6-5FCB811DB3FF}"/>
              </a:ext>
            </a:extLst>
          </p:cNvPr>
          <p:cNvSpPr txBox="1"/>
          <p:nvPr/>
        </p:nvSpPr>
        <p:spPr>
          <a:xfrm>
            <a:off x="3613895" y="916323"/>
            <a:ext cx="1912363" cy="567092"/>
          </a:xfrm>
          <a:prstGeom prst="rect">
            <a:avLst/>
          </a:prstGeom>
          <a:noFill/>
        </p:spPr>
        <p:txBody>
          <a:bodyPr wrap="none" rtlCol="0">
            <a:spAutoFit/>
          </a:bodyPr>
          <a:lstStyle/>
          <a:p>
            <a:r>
              <a:rPr lang="en-US" altLang="zh-TW" b="1">
                <a:latin typeface="Consolas" panose="020B0609020204030204" pitchFamily="49" charset="0"/>
              </a:rPr>
              <a:t>Web Server</a:t>
            </a:r>
          </a:p>
        </p:txBody>
      </p:sp>
      <p:sp>
        <p:nvSpPr>
          <p:cNvPr id="40" name="文字方塊 39">
            <a:extLst>
              <a:ext uri="{FF2B5EF4-FFF2-40B4-BE49-F238E27FC236}">
                <a16:creationId xmlns:a16="http://schemas.microsoft.com/office/drawing/2014/main" id="{41D130D4-4550-464D-BA26-202EC3394650}"/>
              </a:ext>
            </a:extLst>
          </p:cNvPr>
          <p:cNvSpPr txBox="1"/>
          <p:nvPr/>
        </p:nvSpPr>
        <p:spPr>
          <a:xfrm>
            <a:off x="8153380" y="1723272"/>
            <a:ext cx="2413060" cy="567092"/>
          </a:xfrm>
          <a:prstGeom prst="rect">
            <a:avLst/>
          </a:prstGeom>
          <a:noFill/>
        </p:spPr>
        <p:txBody>
          <a:bodyPr wrap="none" rtlCol="0">
            <a:spAutoFit/>
          </a:bodyPr>
          <a:lstStyle/>
          <a:p>
            <a:r>
              <a:rPr lang="en-US" altLang="zh-TW" b="1">
                <a:latin typeface="Consolas" panose="020B0609020204030204" pitchFamily="49" charset="0"/>
              </a:rPr>
              <a:t>Web Container</a:t>
            </a:r>
          </a:p>
        </p:txBody>
      </p:sp>
      <p:cxnSp>
        <p:nvCxnSpPr>
          <p:cNvPr id="45" name="直線單箭頭接點 44">
            <a:extLst>
              <a:ext uri="{FF2B5EF4-FFF2-40B4-BE49-F238E27FC236}">
                <a16:creationId xmlns:a16="http://schemas.microsoft.com/office/drawing/2014/main" id="{8E711E46-DB81-4275-80F3-4450920A8703}"/>
              </a:ext>
            </a:extLst>
          </p:cNvPr>
          <p:cNvCxnSpPr>
            <a:cxnSpLocks/>
          </p:cNvCxnSpPr>
          <p:nvPr/>
        </p:nvCxnSpPr>
        <p:spPr>
          <a:xfrm flipH="1">
            <a:off x="6964499" y="3680932"/>
            <a:ext cx="720000"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46" name="文字方塊 45">
            <a:extLst>
              <a:ext uri="{FF2B5EF4-FFF2-40B4-BE49-F238E27FC236}">
                <a16:creationId xmlns:a16="http://schemas.microsoft.com/office/drawing/2014/main" id="{64B7930C-40A3-49EF-913B-99C69E772F97}"/>
              </a:ext>
            </a:extLst>
          </p:cNvPr>
          <p:cNvSpPr txBox="1"/>
          <p:nvPr/>
        </p:nvSpPr>
        <p:spPr>
          <a:xfrm>
            <a:off x="2799518" y="3197852"/>
            <a:ext cx="1411668" cy="567092"/>
          </a:xfrm>
          <a:prstGeom prst="rect">
            <a:avLst/>
          </a:prstGeom>
          <a:noFill/>
        </p:spPr>
        <p:txBody>
          <a:bodyPr wrap="none" rtlCol="0">
            <a:spAutoFit/>
          </a:bodyPr>
          <a:lstStyle/>
          <a:p>
            <a:r>
              <a:rPr lang="en-US" altLang="zh-TW" b="1">
                <a:latin typeface="Consolas" panose="020B0609020204030204" pitchFamily="49" charset="0"/>
              </a:rPr>
              <a:t>Request</a:t>
            </a:r>
          </a:p>
        </p:txBody>
      </p:sp>
      <p:sp>
        <p:nvSpPr>
          <p:cNvPr id="47" name="文字方塊 46">
            <a:extLst>
              <a:ext uri="{FF2B5EF4-FFF2-40B4-BE49-F238E27FC236}">
                <a16:creationId xmlns:a16="http://schemas.microsoft.com/office/drawing/2014/main" id="{2FEC6675-4844-4221-BA7E-989E124DE3B6}"/>
              </a:ext>
            </a:extLst>
          </p:cNvPr>
          <p:cNvSpPr txBox="1"/>
          <p:nvPr/>
        </p:nvSpPr>
        <p:spPr>
          <a:xfrm>
            <a:off x="2739027" y="4205069"/>
            <a:ext cx="1318588" cy="646331"/>
          </a:xfrm>
          <a:prstGeom prst="rect">
            <a:avLst/>
          </a:prstGeom>
          <a:noFill/>
        </p:spPr>
        <p:txBody>
          <a:bodyPr wrap="square" rtlCol="0">
            <a:spAutoFit/>
          </a:bodyPr>
          <a:lstStyle/>
          <a:p>
            <a:pPr algn="ctr"/>
            <a:r>
              <a:rPr lang="en-US" altLang="zh-TW" b="1">
                <a:latin typeface="Consolas" panose="020B0609020204030204" pitchFamily="49" charset="0"/>
              </a:rPr>
              <a:t>Response</a:t>
            </a:r>
          </a:p>
          <a:p>
            <a:pPr algn="ctr"/>
            <a:r>
              <a:rPr lang="en-US" altLang="zh-TW" b="1">
                <a:latin typeface="Consolas" panose="020B0609020204030204" pitchFamily="49" charset="0"/>
              </a:rPr>
              <a:t>(JSON)</a:t>
            </a:r>
          </a:p>
        </p:txBody>
      </p:sp>
      <p:cxnSp>
        <p:nvCxnSpPr>
          <p:cNvPr id="48" name="直線單箭頭接點 47">
            <a:extLst>
              <a:ext uri="{FF2B5EF4-FFF2-40B4-BE49-F238E27FC236}">
                <a16:creationId xmlns:a16="http://schemas.microsoft.com/office/drawing/2014/main" id="{A2880FE0-735B-45A7-9C4F-EA50B1A666E3}"/>
              </a:ext>
            </a:extLst>
          </p:cNvPr>
          <p:cNvCxnSpPr>
            <a:cxnSpLocks/>
          </p:cNvCxnSpPr>
          <p:nvPr/>
        </p:nvCxnSpPr>
        <p:spPr>
          <a:xfrm flipH="1">
            <a:off x="9342413" y="3677152"/>
            <a:ext cx="948908"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49" name="直線單箭頭接點 48">
            <a:extLst>
              <a:ext uri="{FF2B5EF4-FFF2-40B4-BE49-F238E27FC236}">
                <a16:creationId xmlns:a16="http://schemas.microsoft.com/office/drawing/2014/main" id="{8D669222-194B-4034-A7E8-E5546909FF91}"/>
              </a:ext>
            </a:extLst>
          </p:cNvPr>
          <p:cNvCxnSpPr>
            <a:cxnSpLocks/>
          </p:cNvCxnSpPr>
          <p:nvPr/>
        </p:nvCxnSpPr>
        <p:spPr>
          <a:xfrm>
            <a:off x="9380350" y="3395318"/>
            <a:ext cx="948908"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50" name="矩形 49"/>
          <p:cNvSpPr/>
          <p:nvPr/>
        </p:nvSpPr>
        <p:spPr>
          <a:xfrm>
            <a:off x="9380350" y="3796222"/>
            <a:ext cx="910971" cy="567092"/>
          </a:xfrm>
          <a:prstGeom prst="rect">
            <a:avLst/>
          </a:prstGeom>
        </p:spPr>
        <p:txBody>
          <a:bodyPr wrap="none">
            <a:spAutoFit/>
          </a:bodyPr>
          <a:lstStyle/>
          <a:p>
            <a:pPr algn="ctr"/>
            <a:r>
              <a:rPr lang="en-US" altLang="zh-TW" b="1">
                <a:latin typeface="Consolas" panose="020B0609020204030204" pitchFamily="49" charset="0"/>
              </a:rPr>
              <a:t>Bean</a:t>
            </a:r>
          </a:p>
        </p:txBody>
      </p:sp>
      <p:sp>
        <p:nvSpPr>
          <p:cNvPr id="51" name="矩形 50"/>
          <p:cNvSpPr/>
          <p:nvPr/>
        </p:nvSpPr>
        <p:spPr>
          <a:xfrm>
            <a:off x="6906536" y="3797589"/>
            <a:ext cx="910971" cy="567092"/>
          </a:xfrm>
          <a:prstGeom prst="rect">
            <a:avLst/>
          </a:prstGeom>
        </p:spPr>
        <p:txBody>
          <a:bodyPr wrap="none">
            <a:spAutoFit/>
          </a:bodyPr>
          <a:lstStyle/>
          <a:p>
            <a:pPr algn="ctr"/>
            <a:r>
              <a:rPr lang="en-US" altLang="zh-TW" b="1">
                <a:latin typeface="Consolas" panose="020B0609020204030204" pitchFamily="49" charset="0"/>
              </a:rPr>
              <a:t>Bean</a:t>
            </a:r>
          </a:p>
        </p:txBody>
      </p:sp>
      <p:sp>
        <p:nvSpPr>
          <p:cNvPr id="25" name="矩形: 圓角 3">
            <a:extLst>
              <a:ext uri="{FF2B5EF4-FFF2-40B4-BE49-F238E27FC236}">
                <a16:creationId xmlns:a16="http://schemas.microsoft.com/office/drawing/2014/main" id="{4A47D828-F623-4031-89B8-F3303A0D7BD8}"/>
              </a:ext>
            </a:extLst>
          </p:cNvPr>
          <p:cNvSpPr/>
          <p:nvPr/>
        </p:nvSpPr>
        <p:spPr>
          <a:xfrm>
            <a:off x="362983" y="1516589"/>
            <a:ext cx="1894587" cy="1758984"/>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a:solidFill>
                  <a:schemeClr val="tx1"/>
                </a:solidFill>
                <a:latin typeface="Consolas" panose="020B0609020204030204" pitchFamily="49" charset="0"/>
              </a:rPr>
              <a:t>HTML</a:t>
            </a:r>
            <a:endParaRPr lang="zh-TW" altLang="en-US" b="1">
              <a:solidFill>
                <a:schemeClr val="tx1"/>
              </a:solidFill>
              <a:latin typeface="Consolas" panose="020B0609020204030204" pitchFamily="49" charset="0"/>
            </a:endParaRPr>
          </a:p>
        </p:txBody>
      </p:sp>
      <p:sp>
        <p:nvSpPr>
          <p:cNvPr id="26" name="矩形: 圓角 3">
            <a:extLst>
              <a:ext uri="{FF2B5EF4-FFF2-40B4-BE49-F238E27FC236}">
                <a16:creationId xmlns:a16="http://schemas.microsoft.com/office/drawing/2014/main" id="{4A47D828-F623-4031-89B8-F3303A0D7BD8}"/>
              </a:ext>
            </a:extLst>
          </p:cNvPr>
          <p:cNvSpPr/>
          <p:nvPr/>
        </p:nvSpPr>
        <p:spPr>
          <a:xfrm>
            <a:off x="368449" y="3449748"/>
            <a:ext cx="1894587" cy="1725353"/>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a:solidFill>
                  <a:schemeClr val="tx1"/>
                </a:solidFill>
                <a:latin typeface="Consolas" panose="020B0609020204030204" pitchFamily="49" charset="0"/>
              </a:rPr>
              <a:t>JavaScript</a:t>
            </a:r>
            <a:endParaRPr lang="zh-TW" altLang="en-US" b="1">
              <a:solidFill>
                <a:schemeClr val="tx1"/>
              </a:solidFill>
              <a:latin typeface="Consolas" panose="020B0609020204030204" pitchFamily="49" charset="0"/>
            </a:endParaRPr>
          </a:p>
        </p:txBody>
      </p:sp>
      <p:cxnSp>
        <p:nvCxnSpPr>
          <p:cNvPr id="53" name="直線單箭頭接點 52">
            <a:extLst>
              <a:ext uri="{FF2B5EF4-FFF2-40B4-BE49-F238E27FC236}">
                <a16:creationId xmlns:a16="http://schemas.microsoft.com/office/drawing/2014/main" id="{8E711E46-DB81-4275-80F3-4450920A8703}"/>
              </a:ext>
            </a:extLst>
          </p:cNvPr>
          <p:cNvCxnSpPr>
            <a:cxnSpLocks/>
          </p:cNvCxnSpPr>
          <p:nvPr/>
        </p:nvCxnSpPr>
        <p:spPr>
          <a:xfrm rot="10800000" flipH="1">
            <a:off x="7010197" y="3395318"/>
            <a:ext cx="720000"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42" name="直線單箭頭接點 41">
            <a:extLst>
              <a:ext uri="{FF2B5EF4-FFF2-40B4-BE49-F238E27FC236}">
                <a16:creationId xmlns:a16="http://schemas.microsoft.com/office/drawing/2014/main" id="{D7A440C7-4D08-435D-A324-EF31C4E1BEE7}"/>
              </a:ext>
            </a:extLst>
          </p:cNvPr>
          <p:cNvCxnSpPr>
            <a:cxnSpLocks/>
          </p:cNvCxnSpPr>
          <p:nvPr/>
        </p:nvCxnSpPr>
        <p:spPr>
          <a:xfrm flipH="1">
            <a:off x="2052400" y="3793096"/>
            <a:ext cx="2760359" cy="510904"/>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41" name="直線單箭頭接點 40">
            <a:extLst>
              <a:ext uri="{FF2B5EF4-FFF2-40B4-BE49-F238E27FC236}">
                <a16:creationId xmlns:a16="http://schemas.microsoft.com/office/drawing/2014/main" id="{57D7CBB7-1648-47AE-B360-BD16D8828E02}"/>
              </a:ext>
            </a:extLst>
          </p:cNvPr>
          <p:cNvCxnSpPr/>
          <p:nvPr/>
        </p:nvCxnSpPr>
        <p:spPr>
          <a:xfrm flipV="1">
            <a:off x="2052400" y="3510455"/>
            <a:ext cx="2731190" cy="535934"/>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54" name="直線單箭頭接點 53">
            <a:extLst>
              <a:ext uri="{FF2B5EF4-FFF2-40B4-BE49-F238E27FC236}">
                <a16:creationId xmlns:a16="http://schemas.microsoft.com/office/drawing/2014/main" id="{D7A440C7-4D08-435D-A324-EF31C4E1BEE7}"/>
              </a:ext>
            </a:extLst>
          </p:cNvPr>
          <p:cNvCxnSpPr>
            <a:cxnSpLocks/>
          </p:cNvCxnSpPr>
          <p:nvPr/>
        </p:nvCxnSpPr>
        <p:spPr>
          <a:xfrm flipV="1">
            <a:off x="1310276" y="2945318"/>
            <a:ext cx="0" cy="90000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55" name="文字方塊 54">
            <a:extLst>
              <a:ext uri="{FF2B5EF4-FFF2-40B4-BE49-F238E27FC236}">
                <a16:creationId xmlns:a16="http://schemas.microsoft.com/office/drawing/2014/main" id="{CC15D116-B3EF-4835-A5B6-5FCB811DB3FF}"/>
              </a:ext>
            </a:extLst>
          </p:cNvPr>
          <p:cNvSpPr txBox="1"/>
          <p:nvPr/>
        </p:nvSpPr>
        <p:spPr>
          <a:xfrm>
            <a:off x="819324" y="916323"/>
            <a:ext cx="1662738" cy="369332"/>
          </a:xfrm>
          <a:prstGeom prst="rect">
            <a:avLst/>
          </a:prstGeom>
          <a:noFill/>
        </p:spPr>
        <p:txBody>
          <a:bodyPr wrap="square" rtlCol="0">
            <a:spAutoFit/>
          </a:bodyPr>
          <a:lstStyle/>
          <a:p>
            <a:r>
              <a:rPr lang="en-US" altLang="zh-TW" b="1">
                <a:latin typeface="Consolas" panose="020B0609020204030204" pitchFamily="49" charset="0"/>
              </a:rPr>
              <a:t>client</a:t>
            </a:r>
          </a:p>
        </p:txBody>
      </p:sp>
    </p:spTree>
    <p:extLst>
      <p:ext uri="{BB962C8B-B14F-4D97-AF65-F5344CB8AC3E}">
        <p14:creationId xmlns:p14="http://schemas.microsoft.com/office/powerpoint/2010/main" val="363782557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9">
            <a:extLst>
              <a:ext uri="{FF2B5EF4-FFF2-40B4-BE49-F238E27FC236}">
                <a16:creationId xmlns:a16="http://schemas.microsoft.com/office/drawing/2014/main" id="{9A3D0CE2-91FF-49B3-A5D8-181E900D7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11">
            <a:extLst>
              <a:ext uri="{FF2B5EF4-FFF2-40B4-BE49-F238E27FC236}">
                <a16:creationId xmlns:a16="http://schemas.microsoft.com/office/drawing/2014/main" id="{58AEBD96-C315-4F53-9D9E-0E20E993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13">
            <a:extLst>
              <a:ext uri="{FF2B5EF4-FFF2-40B4-BE49-F238E27FC236}">
                <a16:creationId xmlns:a16="http://schemas.microsoft.com/office/drawing/2014/main" id="{78916AAA-66F6-4DFA-88ED-7E27CF6B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1" name="Group 15">
            <a:extLst>
              <a:ext uri="{FF2B5EF4-FFF2-40B4-BE49-F238E27FC236}">
                <a16:creationId xmlns:a16="http://schemas.microsoft.com/office/drawing/2014/main" id="{A137D43F-BAD6-47F1-AA65-AEEA38A2FF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17" name="Oval 16">
              <a:extLst>
                <a:ext uri="{FF2B5EF4-FFF2-40B4-BE49-F238E27FC236}">
                  <a16:creationId xmlns:a16="http://schemas.microsoft.com/office/drawing/2014/main" id="{D512C9B2-6B22-4211-A940-FCD7C2CD0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8" name="Oval 17">
              <a:extLst>
                <a:ext uri="{FF2B5EF4-FFF2-40B4-BE49-F238E27FC236}">
                  <a16:creationId xmlns:a16="http://schemas.microsoft.com/office/drawing/2014/main" id="{85F7DB84-CDE7-46F8-90DD-9D048A7D5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sp>
      </p:grpSp>
      <p:sp useBgFill="1">
        <p:nvSpPr>
          <p:cNvPr id="13" name="Rectangle 19">
            <a:extLst>
              <a:ext uri="{FF2B5EF4-FFF2-40B4-BE49-F238E27FC236}">
                <a16:creationId xmlns:a16="http://schemas.microsoft.com/office/drawing/2014/main" id="{C3D25154-9EF7-4C33-9AAC-7B3BE089FE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文字方塊 3">
            <a:extLst>
              <a:ext uri="{FF2B5EF4-FFF2-40B4-BE49-F238E27FC236}">
                <a16:creationId xmlns:a16="http://schemas.microsoft.com/office/drawing/2014/main" id="{4C0C7DFB-F839-4192-B53B-1812E6CE4CEC}"/>
              </a:ext>
            </a:extLst>
          </p:cNvPr>
          <p:cNvSpPr txBox="1"/>
          <p:nvPr/>
        </p:nvSpPr>
        <p:spPr>
          <a:xfrm>
            <a:off x="1051560" y="643468"/>
            <a:ext cx="9966960" cy="359243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zh-TW" altLang="en-US" sz="8900" b="1" cap="all">
                <a:latin typeface="+mj-lt"/>
                <a:ea typeface="+mj-ea"/>
                <a:cs typeface="+mj-cs"/>
              </a:rPr>
              <a:t>頁面路徑問題</a:t>
            </a:r>
            <a:endParaRPr lang="en-US" altLang="zh-TW" sz="8900" b="1" cap="all">
              <a:latin typeface="+mj-lt"/>
              <a:ea typeface="+mj-ea"/>
              <a:cs typeface="+mj-cs"/>
            </a:endParaRPr>
          </a:p>
        </p:txBody>
      </p:sp>
      <p:sp>
        <p:nvSpPr>
          <p:cNvPr id="15" name="Rectangle 21">
            <a:extLst>
              <a:ext uri="{FF2B5EF4-FFF2-40B4-BE49-F238E27FC236}">
                <a16:creationId xmlns:a16="http://schemas.microsoft.com/office/drawing/2014/main" id="{1604E8C0-C927-4C06-A96A-BF3323BA7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95831"/>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23">
            <a:extLst>
              <a:ext uri="{FF2B5EF4-FFF2-40B4-BE49-F238E27FC236}">
                <a16:creationId xmlns:a16="http://schemas.microsoft.com/office/drawing/2014/main" id="{9DCECFD5-4C30-4892-9FF0-540E17955A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111496"/>
            <a:ext cx="1080904" cy="1080902"/>
            <a:chOff x="10245590" y="5111496"/>
            <a:chExt cx="1080904" cy="1080902"/>
          </a:xfrm>
        </p:grpSpPr>
        <p:sp>
          <p:nvSpPr>
            <p:cNvPr id="25" name="Oval 24">
              <a:extLst>
                <a:ext uri="{FF2B5EF4-FFF2-40B4-BE49-F238E27FC236}">
                  <a16:creationId xmlns:a16="http://schemas.microsoft.com/office/drawing/2014/main" id="{95C67F70-EAFE-425C-8422-591620A96D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5590" y="5111496"/>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26" name="Oval 25">
              <a:extLst>
                <a:ext uri="{FF2B5EF4-FFF2-40B4-BE49-F238E27FC236}">
                  <a16:creationId xmlns:a16="http://schemas.microsoft.com/office/drawing/2014/main" id="{D47FA16B-C217-4D91-84EA-5B0846BDDA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53681" y="5219586"/>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5" name="投影片編號版面配置區 4">
            <a:extLst>
              <a:ext uri="{FF2B5EF4-FFF2-40B4-BE49-F238E27FC236}">
                <a16:creationId xmlns:a16="http://schemas.microsoft.com/office/drawing/2014/main" id="{5D23B375-A6D2-4583-8FE9-BFCCCFBD241B}"/>
              </a:ext>
            </a:extLst>
          </p:cNvPr>
          <p:cNvSpPr>
            <a:spLocks noGrp="1"/>
          </p:cNvSpPr>
          <p:nvPr>
            <p:ph type="sldNum" sz="quarter" idx="12"/>
          </p:nvPr>
        </p:nvSpPr>
        <p:spPr>
          <a:xfrm>
            <a:off x="10189108" y="5342324"/>
            <a:ext cx="1193868" cy="640080"/>
          </a:xfrm>
        </p:spPr>
        <p:txBody>
          <a:bodyPr vert="horz" lIns="91440" tIns="45720" rIns="91440" bIns="45720" rtlCol="0" anchor="ctr">
            <a:normAutofit/>
          </a:bodyPr>
          <a:lstStyle/>
          <a:p>
            <a:pPr>
              <a:spcAft>
                <a:spcPts val="600"/>
              </a:spcAft>
            </a:pPr>
            <a:fld id="{B521127C-0C56-461F-B517-0D483F216F7D}" type="slidenum">
              <a:rPr lang="en-US" altLang="zh-TW" sz="2800" b="1" kern="1200">
                <a:solidFill>
                  <a:srgbClr val="FFFFFF"/>
                </a:solidFill>
                <a:latin typeface="+mj-lt"/>
                <a:ea typeface="+mn-ea"/>
                <a:cs typeface="+mn-cs"/>
              </a:rPr>
              <a:pPr>
                <a:spcAft>
                  <a:spcPts val="600"/>
                </a:spcAft>
              </a:pPr>
              <a:t>137</a:t>
            </a:fld>
            <a:endParaRPr lang="en-US" altLang="zh-TW" sz="2800" b="1" kern="1200">
              <a:solidFill>
                <a:srgbClr val="FFFFFF"/>
              </a:solidFill>
              <a:latin typeface="+mj-lt"/>
              <a:ea typeface="+mn-ea"/>
              <a:cs typeface="+mn-cs"/>
            </a:endParaRPr>
          </a:p>
        </p:txBody>
      </p:sp>
    </p:spTree>
    <p:extLst>
      <p:ext uri="{BB962C8B-B14F-4D97-AF65-F5344CB8AC3E}">
        <p14:creationId xmlns:p14="http://schemas.microsoft.com/office/powerpoint/2010/main" val="326672676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B521127C-0C56-461F-B517-0D483F216F7D}" type="slidenum">
              <a:rPr lang="zh-TW" altLang="en-US" smtClean="0"/>
              <a:t>138</a:t>
            </a:fld>
            <a:endParaRPr lang="zh-TW" altLang="en-US"/>
          </a:p>
        </p:txBody>
      </p:sp>
      <p:sp>
        <p:nvSpPr>
          <p:cNvPr id="8" name="矩形 7"/>
          <p:cNvSpPr/>
          <p:nvPr/>
        </p:nvSpPr>
        <p:spPr>
          <a:xfrm>
            <a:off x="232366" y="119742"/>
            <a:ext cx="11567748" cy="6247864"/>
          </a:xfrm>
          <a:prstGeom prst="rect">
            <a:avLst/>
          </a:prstGeom>
        </p:spPr>
        <p:txBody>
          <a:bodyPr wrap="square">
            <a:spAutoFit/>
          </a:bodyPr>
          <a:lstStyle/>
          <a:p>
            <a:r>
              <a:rPr lang="en-US" altLang="zh-TW" sz="2500" b="1">
                <a:latin typeface="Consolas" panose="020B0609020204030204" pitchFamily="49" charset="0"/>
              </a:rPr>
              <a:t>&lt;img src='${pageContex.request.contextPath}/img/doge.jpg'&gt;</a:t>
            </a:r>
          </a:p>
          <a:p>
            <a:endParaRPr lang="en-US" altLang="zh-TW" sz="2500" b="1">
              <a:latin typeface="Consolas" panose="020B0609020204030204" pitchFamily="49" charset="0"/>
            </a:endParaRPr>
          </a:p>
          <a:p>
            <a:endParaRPr lang="en-US" altLang="zh-TW" sz="2500" b="1">
              <a:latin typeface="Consolas" panose="020B0609020204030204" pitchFamily="49" charset="0"/>
            </a:endParaRPr>
          </a:p>
          <a:p>
            <a:r>
              <a:rPr lang="en-US" altLang="zh-TW" sz="2500" b="1">
                <a:latin typeface="Consolas" panose="020B0609020204030204" pitchFamily="49" charset="0"/>
              </a:rPr>
              <a:t>&lt;c:set var="root"&gt; value="${pageContex.request.contextPath}/"</a:t>
            </a:r>
          </a:p>
          <a:p>
            <a:r>
              <a:rPr lang="en-US" altLang="zh-TW" sz="2500" b="1">
                <a:latin typeface="Consolas" panose="020B0609020204030204" pitchFamily="49" charset="0"/>
              </a:rPr>
              <a:t>&lt;img src='${root}/img/doge.jpg'&gt;</a:t>
            </a:r>
          </a:p>
          <a:p>
            <a:endParaRPr lang="en-US" altLang="zh-TW" sz="2500" b="1">
              <a:latin typeface="Consolas" panose="020B0609020204030204" pitchFamily="49" charset="0"/>
            </a:endParaRPr>
          </a:p>
          <a:p>
            <a:endParaRPr lang="en-US" altLang="zh-TW" sz="2500" b="1">
              <a:latin typeface="Consolas" panose="020B0609020204030204" pitchFamily="49" charset="0"/>
            </a:endParaRPr>
          </a:p>
          <a:p>
            <a:r>
              <a:rPr lang="en-US" altLang="zh-TW" sz="2500" b="1">
                <a:latin typeface="Consolas" panose="020B0609020204030204" pitchFamily="49" charset="0"/>
              </a:rPr>
              <a:t>@WebListener</a:t>
            </a:r>
          </a:p>
          <a:p>
            <a:r>
              <a:rPr lang="en-US" altLang="zh-TW" sz="2500" b="1">
                <a:latin typeface="Consolas" panose="020B0609020204030204" pitchFamily="49" charset="0"/>
              </a:rPr>
              <a:t>public class Initialize implements ServletContextListener {</a:t>
            </a:r>
          </a:p>
          <a:p>
            <a:r>
              <a:rPr lang="en-US" altLang="zh-TW" sz="2500" b="1">
                <a:latin typeface="Consolas" panose="020B0609020204030204" pitchFamily="49" charset="0"/>
              </a:rPr>
              <a:t>	public void contextInitialized(ServletContextEvent sce) {</a:t>
            </a:r>
          </a:p>
          <a:p>
            <a:r>
              <a:rPr lang="en-US" altLang="zh-TW" sz="2500" b="1">
                <a:latin typeface="Consolas" panose="020B0609020204030204" pitchFamily="49" charset="0"/>
              </a:rPr>
              <a:t>		ServletContext context = sce.getServletContext();</a:t>
            </a:r>
          </a:p>
          <a:p>
            <a:r>
              <a:rPr lang="en-US" altLang="zh-TW" sz="2500" b="1">
                <a:latin typeface="Consolas" panose="020B0609020204030204" pitchFamily="49" charset="0"/>
              </a:rPr>
              <a:t>		context.setAttribute("root", context.getContextPath());</a:t>
            </a:r>
          </a:p>
          <a:p>
            <a:r>
              <a:rPr lang="en-US" altLang="zh-TW" sz="2500" b="1">
                <a:latin typeface="Consolas" panose="020B0609020204030204" pitchFamily="49" charset="0"/>
              </a:rPr>
              <a:t>	}</a:t>
            </a:r>
          </a:p>
          <a:p>
            <a:endParaRPr lang="en-US" altLang="zh-TW" sz="2500" b="1">
              <a:latin typeface="Consolas" panose="020B0609020204030204" pitchFamily="49" charset="0"/>
            </a:endParaRPr>
          </a:p>
          <a:p>
            <a:r>
              <a:rPr lang="en-US" altLang="zh-TW" sz="2500" b="1">
                <a:latin typeface="Consolas" panose="020B0609020204030204" pitchFamily="49" charset="0"/>
              </a:rPr>
              <a:t>}</a:t>
            </a:r>
          </a:p>
          <a:p>
            <a:r>
              <a:rPr lang="en-US" altLang="zh-TW" sz="2500" b="1">
                <a:latin typeface="Consolas" panose="020B0609020204030204" pitchFamily="49" charset="0"/>
              </a:rPr>
              <a:t>&lt;img src='${root}/img/doge.jpg'&gt;</a:t>
            </a:r>
          </a:p>
        </p:txBody>
      </p:sp>
    </p:spTree>
    <p:extLst>
      <p:ext uri="{BB962C8B-B14F-4D97-AF65-F5344CB8AC3E}">
        <p14:creationId xmlns:p14="http://schemas.microsoft.com/office/powerpoint/2010/main" val="35614185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E3B861D5-9CDD-482A-84BE-6B4CA527F529}"/>
              </a:ext>
            </a:extLst>
          </p:cNvPr>
          <p:cNvSpPr/>
          <p:nvPr/>
        </p:nvSpPr>
        <p:spPr>
          <a:xfrm>
            <a:off x="818056" y="305068"/>
            <a:ext cx="10555888" cy="6247864"/>
          </a:xfrm>
          <a:prstGeom prst="rect">
            <a:avLst/>
          </a:prstGeom>
          <a:noFill/>
        </p:spPr>
        <p:txBody>
          <a:bodyPr wrap="square" lIns="91440" tIns="45720" rIns="91440" bIns="45720">
            <a:spAutoFit/>
          </a:bodyPr>
          <a:lstStyle/>
          <a:p>
            <a:pPr algn="ctr"/>
            <a:r>
              <a:rPr lang="en-US" altLang="zh-TW" sz="20000" b="0" cap="none" spc="0">
                <a:ln w="0"/>
                <a:solidFill>
                  <a:schemeClr val="tx1"/>
                </a:solidFill>
                <a:effectLst>
                  <a:outerShdw blurRad="38100" dist="19050" dir="2700000" algn="tl" rotWithShape="0">
                    <a:schemeClr val="dk1">
                      <a:alpha val="40000"/>
                    </a:schemeClr>
                  </a:outerShdw>
                </a:effectLst>
                <a:latin typeface="Rockwell Extra Bold" panose="02060903040505020403" pitchFamily="18" charset="0"/>
              </a:rPr>
              <a:t>Thank you</a:t>
            </a:r>
            <a:endParaRPr lang="zh-TW" altLang="en-US" sz="20000" b="0" cap="none" spc="0">
              <a:ln w="0"/>
              <a:solidFill>
                <a:schemeClr val="tx1"/>
              </a:solidFill>
              <a:effectLst>
                <a:outerShdw blurRad="38100" dist="19050" dir="2700000" algn="tl" rotWithShape="0">
                  <a:schemeClr val="dk1">
                    <a:alpha val="40000"/>
                  </a:schemeClr>
                </a:outerShdw>
              </a:effectLst>
              <a:latin typeface="Rockwell Extra Bold" panose="02060903040505020403" pitchFamily="18" charset="0"/>
            </a:endParaRPr>
          </a:p>
        </p:txBody>
      </p:sp>
      <p:sp>
        <p:nvSpPr>
          <p:cNvPr id="11" name="投影片編號版面配置區 10">
            <a:extLst>
              <a:ext uri="{FF2B5EF4-FFF2-40B4-BE49-F238E27FC236}">
                <a16:creationId xmlns:a16="http://schemas.microsoft.com/office/drawing/2014/main" id="{B26075A4-6F54-4E70-9A71-D992FB02C936}"/>
              </a:ext>
            </a:extLst>
          </p:cNvPr>
          <p:cNvSpPr>
            <a:spLocks noGrp="1"/>
          </p:cNvSpPr>
          <p:nvPr>
            <p:ph type="sldNum" sz="quarter" idx="12"/>
          </p:nvPr>
        </p:nvSpPr>
        <p:spPr/>
        <p:txBody>
          <a:bodyPr/>
          <a:lstStyle/>
          <a:p>
            <a:fld id="{B521127C-0C56-461F-B517-0D483F216F7D}" type="slidenum">
              <a:rPr lang="zh-TW" altLang="en-US" smtClean="0"/>
              <a:t>139</a:t>
            </a:fld>
            <a:endParaRPr lang="zh-TW" altLang="en-US"/>
          </a:p>
        </p:txBody>
      </p:sp>
    </p:spTree>
    <p:extLst>
      <p:ext uri="{BB962C8B-B14F-4D97-AF65-F5344CB8AC3E}">
        <p14:creationId xmlns:p14="http://schemas.microsoft.com/office/powerpoint/2010/main" val="182154978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木刻字型">
  <a:themeElements>
    <a:clrScheme name="木刻字型">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木刻字型">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木刻字型">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木刻字型</Template>
  <TotalTime>8511</TotalTime>
  <Words>16550</Words>
  <Application>Microsoft Office PowerPoint</Application>
  <PresentationFormat>寬螢幕</PresentationFormat>
  <Paragraphs>2280</Paragraphs>
  <Slides>139</Slides>
  <Notes>20</Notes>
  <HiddenSlides>0</HiddenSlides>
  <MMClips>0</MMClips>
  <ScaleCrop>false</ScaleCrop>
  <HeadingPairs>
    <vt:vector size="4" baseType="variant">
      <vt:variant>
        <vt:lpstr>佈景主題</vt:lpstr>
      </vt:variant>
      <vt:variant>
        <vt:i4>1</vt:i4>
      </vt:variant>
      <vt:variant>
        <vt:lpstr>投影片標題</vt:lpstr>
      </vt:variant>
      <vt:variant>
        <vt:i4>139</vt:i4>
      </vt:variant>
    </vt:vector>
  </HeadingPairs>
  <TitlesOfParts>
    <vt:vector size="140" baseType="lpstr">
      <vt:lpstr>木刻字型</vt:lpstr>
      <vt:lpstr>PowerPoint 簡報</vt:lpstr>
      <vt:lpstr>JavaEE Web元件開發 Servlet/JSP</vt:lpstr>
      <vt:lpstr>PowerPoint 簡報</vt:lpstr>
      <vt:lpstr>PowerPoint 簡報</vt:lpstr>
      <vt:lpstr>何謂Sevlet?</vt:lpstr>
      <vt:lpstr>PowerPoint 簡報</vt:lpstr>
      <vt:lpstr>PowerPoint 簡報</vt:lpstr>
      <vt:lpstr>PowerPoint 簡報</vt:lpstr>
      <vt:lpstr>PowerPoint 簡報</vt:lpstr>
      <vt:lpstr>Q:伺服器的資源這麼多，如何找出所需要的資源? A:使用URI</vt:lpstr>
      <vt:lpstr>PowerPoint 簡報</vt:lpstr>
      <vt:lpstr>PowerPoint 簡報</vt:lpstr>
      <vt:lpstr>需要有個環境把資訊轉成JAVA可使用的物件</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開發SeRVlet程式</vt:lpstr>
      <vt:lpstr>撰寫第一支Servlet</vt:lpstr>
      <vt:lpstr>命名你的程式：註冊</vt:lpstr>
      <vt:lpstr>註冊：annotation</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JavaEE Web元件開發 JSP Servlet</dc:title>
  <dc:creator>洪子敬 Allen Hong</dc:creator>
  <cp:lastModifiedBy>User</cp:lastModifiedBy>
  <cp:revision>333</cp:revision>
  <dcterms:created xsi:type="dcterms:W3CDTF">2021-04-10T01:11:20Z</dcterms:created>
  <dcterms:modified xsi:type="dcterms:W3CDTF">2022-07-02T06:24:28Z</dcterms:modified>
</cp:coreProperties>
</file>